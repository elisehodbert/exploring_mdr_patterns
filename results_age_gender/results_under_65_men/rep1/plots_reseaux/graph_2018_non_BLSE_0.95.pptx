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5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56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4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3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8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07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17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9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09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7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35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45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3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4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32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3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47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0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69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7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44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03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444" y="3170392"/>
              <a:ext cx="1334" cy="167167"/>
            </a:xfrm>
            <a:custGeom>
              <a:avLst/>
              <a:pathLst>
                <a:path w="1334" h="167167">
                  <a:moveTo>
                    <a:pt x="1334" y="0"/>
                  </a:moveTo>
                  <a:lnTo>
                    <a:pt x="0" y="5"/>
                  </a:lnTo>
                  <a:lnTo>
                    <a:pt x="13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31" y="3170397"/>
              <a:ext cx="334315" cy="334325"/>
            </a:xfrm>
            <a:custGeom>
              <a:avLst/>
              <a:pathLst>
                <a:path w="334315" h="334325">
                  <a:moveTo>
                    <a:pt x="165813" y="0"/>
                  </a:moveTo>
                  <a:lnTo>
                    <a:pt x="160535" y="125"/>
                  </a:lnTo>
                  <a:lnTo>
                    <a:pt x="155264" y="417"/>
                  </a:lnTo>
                  <a:lnTo>
                    <a:pt x="150005" y="875"/>
                  </a:lnTo>
                  <a:lnTo>
                    <a:pt x="144763" y="1500"/>
                  </a:lnTo>
                  <a:lnTo>
                    <a:pt x="139543" y="2289"/>
                  </a:lnTo>
                  <a:lnTo>
                    <a:pt x="134351" y="3243"/>
                  </a:lnTo>
                  <a:lnTo>
                    <a:pt x="129192" y="4360"/>
                  </a:lnTo>
                  <a:lnTo>
                    <a:pt x="124070" y="5640"/>
                  </a:lnTo>
                  <a:lnTo>
                    <a:pt x="118991" y="7080"/>
                  </a:lnTo>
                  <a:lnTo>
                    <a:pt x="113961" y="8681"/>
                  </a:lnTo>
                  <a:lnTo>
                    <a:pt x="108983" y="10439"/>
                  </a:lnTo>
                  <a:lnTo>
                    <a:pt x="104064" y="12354"/>
                  </a:lnTo>
                  <a:lnTo>
                    <a:pt x="99207" y="14423"/>
                  </a:lnTo>
                  <a:lnTo>
                    <a:pt x="94418" y="16645"/>
                  </a:lnTo>
                  <a:lnTo>
                    <a:pt x="89701" y="19016"/>
                  </a:lnTo>
                  <a:lnTo>
                    <a:pt x="85062" y="21535"/>
                  </a:lnTo>
                  <a:lnTo>
                    <a:pt x="80505" y="24200"/>
                  </a:lnTo>
                  <a:lnTo>
                    <a:pt x="76034" y="27007"/>
                  </a:lnTo>
                  <a:lnTo>
                    <a:pt x="71654" y="29954"/>
                  </a:lnTo>
                  <a:lnTo>
                    <a:pt x="67369" y="33037"/>
                  </a:lnTo>
                  <a:lnTo>
                    <a:pt x="63184" y="36255"/>
                  </a:lnTo>
                  <a:lnTo>
                    <a:pt x="59102" y="39603"/>
                  </a:lnTo>
                  <a:lnTo>
                    <a:pt x="55128" y="43078"/>
                  </a:lnTo>
                  <a:lnTo>
                    <a:pt x="51266" y="46677"/>
                  </a:lnTo>
                  <a:lnTo>
                    <a:pt x="47520" y="50396"/>
                  </a:lnTo>
                  <a:lnTo>
                    <a:pt x="43892" y="54232"/>
                  </a:lnTo>
                  <a:lnTo>
                    <a:pt x="40388" y="58180"/>
                  </a:lnTo>
                  <a:lnTo>
                    <a:pt x="37010" y="62237"/>
                  </a:lnTo>
                  <a:lnTo>
                    <a:pt x="33762" y="66398"/>
                  </a:lnTo>
                  <a:lnTo>
                    <a:pt x="30647" y="70660"/>
                  </a:lnTo>
                  <a:lnTo>
                    <a:pt x="27668" y="75018"/>
                  </a:lnTo>
                  <a:lnTo>
                    <a:pt x="24828" y="79468"/>
                  </a:lnTo>
                  <a:lnTo>
                    <a:pt x="22130" y="84006"/>
                  </a:lnTo>
                  <a:lnTo>
                    <a:pt x="19576" y="88626"/>
                  </a:lnTo>
                  <a:lnTo>
                    <a:pt x="17170" y="93325"/>
                  </a:lnTo>
                  <a:lnTo>
                    <a:pt x="14913" y="98098"/>
                  </a:lnTo>
                  <a:lnTo>
                    <a:pt x="12809" y="102939"/>
                  </a:lnTo>
                  <a:lnTo>
                    <a:pt x="10858" y="107844"/>
                  </a:lnTo>
                  <a:lnTo>
                    <a:pt x="9063" y="112809"/>
                  </a:lnTo>
                  <a:lnTo>
                    <a:pt x="7425" y="117828"/>
                  </a:lnTo>
                  <a:lnTo>
                    <a:pt x="5947" y="122896"/>
                  </a:lnTo>
                  <a:lnTo>
                    <a:pt x="4630" y="128008"/>
                  </a:lnTo>
                  <a:lnTo>
                    <a:pt x="3475" y="133159"/>
                  </a:lnTo>
                  <a:lnTo>
                    <a:pt x="2482" y="138344"/>
                  </a:lnTo>
                  <a:lnTo>
                    <a:pt x="1655" y="143558"/>
                  </a:lnTo>
                  <a:lnTo>
                    <a:pt x="992" y="148795"/>
                  </a:lnTo>
                  <a:lnTo>
                    <a:pt x="495" y="154050"/>
                  </a:lnTo>
                  <a:lnTo>
                    <a:pt x="164" y="159319"/>
                  </a:lnTo>
                  <a:lnTo>
                    <a:pt x="0" y="164596"/>
                  </a:lnTo>
                  <a:lnTo>
                    <a:pt x="2" y="169875"/>
                  </a:lnTo>
                  <a:lnTo>
                    <a:pt x="171" y="175151"/>
                  </a:lnTo>
                  <a:lnTo>
                    <a:pt x="506" y="180420"/>
                  </a:lnTo>
                  <a:lnTo>
                    <a:pt x="1008" y="185675"/>
                  </a:lnTo>
                  <a:lnTo>
                    <a:pt x="1675" y="190911"/>
                  </a:lnTo>
                  <a:lnTo>
                    <a:pt x="2508" y="196124"/>
                  </a:lnTo>
                  <a:lnTo>
                    <a:pt x="3505" y="201309"/>
                  </a:lnTo>
                  <a:lnTo>
                    <a:pt x="4664" y="206459"/>
                  </a:lnTo>
                  <a:lnTo>
                    <a:pt x="5986" y="211570"/>
                  </a:lnTo>
                  <a:lnTo>
                    <a:pt x="7469" y="216636"/>
                  </a:lnTo>
                  <a:lnTo>
                    <a:pt x="9111" y="221653"/>
                  </a:lnTo>
                  <a:lnTo>
                    <a:pt x="10910" y="226616"/>
                  </a:lnTo>
                  <a:lnTo>
                    <a:pt x="12865" y="231520"/>
                  </a:lnTo>
                  <a:lnTo>
                    <a:pt x="14974" y="236360"/>
                  </a:lnTo>
                  <a:lnTo>
                    <a:pt x="17235" y="241130"/>
                  </a:lnTo>
                  <a:lnTo>
                    <a:pt x="19646" y="245827"/>
                  </a:lnTo>
                  <a:lnTo>
                    <a:pt x="22203" y="250445"/>
                  </a:lnTo>
                  <a:lnTo>
                    <a:pt x="24905" y="254980"/>
                  </a:lnTo>
                  <a:lnTo>
                    <a:pt x="27749" y="259428"/>
                  </a:lnTo>
                  <a:lnTo>
                    <a:pt x="30732" y="263783"/>
                  </a:lnTo>
                  <a:lnTo>
                    <a:pt x="33851" y="268043"/>
                  </a:lnTo>
                  <a:lnTo>
                    <a:pt x="37102" y="272201"/>
                  </a:lnTo>
                  <a:lnTo>
                    <a:pt x="40484" y="276255"/>
                  </a:lnTo>
                  <a:lnTo>
                    <a:pt x="43992" y="280200"/>
                  </a:lnTo>
                  <a:lnTo>
                    <a:pt x="47623" y="284032"/>
                  </a:lnTo>
                  <a:lnTo>
                    <a:pt x="51372" y="287748"/>
                  </a:lnTo>
                  <a:lnTo>
                    <a:pt x="55238" y="291344"/>
                  </a:lnTo>
                  <a:lnTo>
                    <a:pt x="59215" y="294815"/>
                  </a:lnTo>
                  <a:lnTo>
                    <a:pt x="63299" y="298160"/>
                  </a:lnTo>
                  <a:lnTo>
                    <a:pt x="67487" y="301374"/>
                  </a:lnTo>
                  <a:lnTo>
                    <a:pt x="71775" y="304454"/>
                  </a:lnTo>
                  <a:lnTo>
                    <a:pt x="76158" y="307396"/>
                  </a:lnTo>
                  <a:lnTo>
                    <a:pt x="80631" y="310200"/>
                  </a:lnTo>
                  <a:lnTo>
                    <a:pt x="85191" y="312860"/>
                  </a:lnTo>
                  <a:lnTo>
                    <a:pt x="89832" y="315375"/>
                  </a:lnTo>
                  <a:lnTo>
                    <a:pt x="94550" y="317743"/>
                  </a:lnTo>
                  <a:lnTo>
                    <a:pt x="99341" y="319960"/>
                  </a:lnTo>
                  <a:lnTo>
                    <a:pt x="104200" y="322025"/>
                  </a:lnTo>
                  <a:lnTo>
                    <a:pt x="109121" y="323935"/>
                  </a:lnTo>
                  <a:lnTo>
                    <a:pt x="114100" y="325689"/>
                  </a:lnTo>
                  <a:lnTo>
                    <a:pt x="119132" y="327285"/>
                  </a:lnTo>
                  <a:lnTo>
                    <a:pt x="124212" y="328721"/>
                  </a:lnTo>
                  <a:lnTo>
                    <a:pt x="129335" y="329996"/>
                  </a:lnTo>
                  <a:lnTo>
                    <a:pt x="134496" y="331109"/>
                  </a:lnTo>
                  <a:lnTo>
                    <a:pt x="139689" y="332058"/>
                  </a:lnTo>
                  <a:lnTo>
                    <a:pt x="144909" y="332843"/>
                  </a:lnTo>
                  <a:lnTo>
                    <a:pt x="150152" y="333463"/>
                  </a:lnTo>
                  <a:lnTo>
                    <a:pt x="155411" y="333917"/>
                  </a:lnTo>
                  <a:lnTo>
                    <a:pt x="160682" y="334204"/>
                  </a:lnTo>
                  <a:lnTo>
                    <a:pt x="165960" y="334325"/>
                  </a:lnTo>
                  <a:lnTo>
                    <a:pt x="171239" y="334279"/>
                  </a:lnTo>
                  <a:lnTo>
                    <a:pt x="176514" y="334066"/>
                  </a:lnTo>
                  <a:lnTo>
                    <a:pt x="181779" y="333687"/>
                  </a:lnTo>
                  <a:lnTo>
                    <a:pt x="187030" y="333142"/>
                  </a:lnTo>
                  <a:lnTo>
                    <a:pt x="192261" y="332432"/>
                  </a:lnTo>
                  <a:lnTo>
                    <a:pt x="197467" y="331556"/>
                  </a:lnTo>
                  <a:lnTo>
                    <a:pt x="202643" y="330517"/>
                  </a:lnTo>
                  <a:lnTo>
                    <a:pt x="207783" y="329315"/>
                  </a:lnTo>
                  <a:lnTo>
                    <a:pt x="212883" y="327951"/>
                  </a:lnTo>
                  <a:lnTo>
                    <a:pt x="217937" y="326427"/>
                  </a:lnTo>
                  <a:lnTo>
                    <a:pt x="222941" y="324743"/>
                  </a:lnTo>
                  <a:lnTo>
                    <a:pt x="227889" y="322903"/>
                  </a:lnTo>
                  <a:lnTo>
                    <a:pt x="232776" y="320908"/>
                  </a:lnTo>
                  <a:lnTo>
                    <a:pt x="237598" y="318759"/>
                  </a:lnTo>
                  <a:lnTo>
                    <a:pt x="242350" y="316458"/>
                  </a:lnTo>
                  <a:lnTo>
                    <a:pt x="247026" y="314009"/>
                  </a:lnTo>
                  <a:lnTo>
                    <a:pt x="251623" y="311414"/>
                  </a:lnTo>
                  <a:lnTo>
                    <a:pt x="256136" y="308675"/>
                  </a:lnTo>
                  <a:lnTo>
                    <a:pt x="260560" y="305794"/>
                  </a:lnTo>
                  <a:lnTo>
                    <a:pt x="264891" y="302776"/>
                  </a:lnTo>
                  <a:lnTo>
                    <a:pt x="269124" y="299622"/>
                  </a:lnTo>
                  <a:lnTo>
                    <a:pt x="273256" y="296336"/>
                  </a:lnTo>
                  <a:lnTo>
                    <a:pt x="277282" y="292921"/>
                  </a:lnTo>
                  <a:lnTo>
                    <a:pt x="281198" y="289380"/>
                  </a:lnTo>
                  <a:lnTo>
                    <a:pt x="285000" y="285718"/>
                  </a:lnTo>
                  <a:lnTo>
                    <a:pt x="288685" y="281938"/>
                  </a:lnTo>
                  <a:lnTo>
                    <a:pt x="292248" y="278043"/>
                  </a:lnTo>
                  <a:lnTo>
                    <a:pt x="295687" y="274038"/>
                  </a:lnTo>
                  <a:lnTo>
                    <a:pt x="298998" y="269926"/>
                  </a:lnTo>
                  <a:lnTo>
                    <a:pt x="302177" y="265711"/>
                  </a:lnTo>
                  <a:lnTo>
                    <a:pt x="305221" y="261398"/>
                  </a:lnTo>
                  <a:lnTo>
                    <a:pt x="308128" y="256992"/>
                  </a:lnTo>
                  <a:lnTo>
                    <a:pt x="310894" y="252495"/>
                  </a:lnTo>
                  <a:lnTo>
                    <a:pt x="313517" y="247914"/>
                  </a:lnTo>
                  <a:lnTo>
                    <a:pt x="315994" y="243252"/>
                  </a:lnTo>
                  <a:lnTo>
                    <a:pt x="318322" y="238514"/>
                  </a:lnTo>
                  <a:lnTo>
                    <a:pt x="320500" y="233705"/>
                  </a:lnTo>
                  <a:lnTo>
                    <a:pt x="322524" y="228830"/>
                  </a:lnTo>
                  <a:lnTo>
                    <a:pt x="324394" y="223893"/>
                  </a:lnTo>
                  <a:lnTo>
                    <a:pt x="326107" y="218899"/>
                  </a:lnTo>
                  <a:lnTo>
                    <a:pt x="327661" y="213854"/>
                  </a:lnTo>
                  <a:lnTo>
                    <a:pt x="329056" y="208763"/>
                  </a:lnTo>
                  <a:lnTo>
                    <a:pt x="330288" y="203629"/>
                  </a:lnTo>
                  <a:lnTo>
                    <a:pt x="331359" y="198460"/>
                  </a:lnTo>
                  <a:lnTo>
                    <a:pt x="332265" y="193259"/>
                  </a:lnTo>
                  <a:lnTo>
                    <a:pt x="333007" y="188033"/>
                  </a:lnTo>
                  <a:lnTo>
                    <a:pt x="333583" y="182785"/>
                  </a:lnTo>
                  <a:lnTo>
                    <a:pt x="333993" y="177522"/>
                  </a:lnTo>
                  <a:lnTo>
                    <a:pt x="334237" y="172248"/>
                  </a:lnTo>
                  <a:lnTo>
                    <a:pt x="334315" y="166970"/>
                  </a:lnTo>
                  <a:lnTo>
                    <a:pt x="334225" y="161692"/>
                  </a:lnTo>
                  <a:lnTo>
                    <a:pt x="333969" y="156419"/>
                  </a:lnTo>
                  <a:lnTo>
                    <a:pt x="333547" y="151157"/>
                  </a:lnTo>
                  <a:lnTo>
                    <a:pt x="332958" y="145910"/>
                  </a:lnTo>
                  <a:lnTo>
                    <a:pt x="332205" y="140685"/>
                  </a:lnTo>
                  <a:lnTo>
                    <a:pt x="331286" y="135487"/>
                  </a:lnTo>
                  <a:lnTo>
                    <a:pt x="330204" y="130320"/>
                  </a:lnTo>
                  <a:lnTo>
                    <a:pt x="328960" y="125190"/>
                  </a:lnTo>
                  <a:lnTo>
                    <a:pt x="327554" y="120101"/>
                  </a:lnTo>
                  <a:lnTo>
                    <a:pt x="325988" y="115060"/>
                  </a:lnTo>
                  <a:lnTo>
                    <a:pt x="324264" y="110070"/>
                  </a:lnTo>
                  <a:lnTo>
                    <a:pt x="322382" y="105138"/>
                  </a:lnTo>
                  <a:lnTo>
                    <a:pt x="320347" y="100267"/>
                  </a:lnTo>
                  <a:lnTo>
                    <a:pt x="318158" y="95463"/>
                  </a:lnTo>
                  <a:lnTo>
                    <a:pt x="315819" y="90730"/>
                  </a:lnTo>
                  <a:lnTo>
                    <a:pt x="313331" y="86074"/>
                  </a:lnTo>
                  <a:lnTo>
                    <a:pt x="310698" y="81499"/>
                  </a:lnTo>
                  <a:lnTo>
                    <a:pt x="307922" y="77009"/>
                  </a:lnTo>
                  <a:lnTo>
                    <a:pt x="305005" y="72609"/>
                  </a:lnTo>
                  <a:lnTo>
                    <a:pt x="301950" y="68303"/>
                  </a:lnTo>
                  <a:lnTo>
                    <a:pt x="298762" y="64096"/>
                  </a:lnTo>
                  <a:lnTo>
                    <a:pt x="295442" y="59991"/>
                  </a:lnTo>
                  <a:lnTo>
                    <a:pt x="291994" y="55994"/>
                  </a:lnTo>
                  <a:lnTo>
                    <a:pt x="288421" y="52107"/>
                  </a:lnTo>
                  <a:lnTo>
                    <a:pt x="284728" y="48335"/>
                  </a:lnTo>
                  <a:lnTo>
                    <a:pt x="280917" y="44682"/>
                  </a:lnTo>
                  <a:lnTo>
                    <a:pt x="276993" y="41150"/>
                  </a:lnTo>
                  <a:lnTo>
                    <a:pt x="272959" y="37745"/>
                  </a:lnTo>
                  <a:lnTo>
                    <a:pt x="268820" y="34468"/>
                  </a:lnTo>
                  <a:lnTo>
                    <a:pt x="264580" y="31324"/>
                  </a:lnTo>
                  <a:lnTo>
                    <a:pt x="260242" y="28315"/>
                  </a:lnTo>
                  <a:lnTo>
                    <a:pt x="255811" y="25445"/>
                  </a:lnTo>
                  <a:lnTo>
                    <a:pt x="251292" y="22716"/>
                  </a:lnTo>
                  <a:lnTo>
                    <a:pt x="246689" y="20131"/>
                  </a:lnTo>
                  <a:lnTo>
                    <a:pt x="242007" y="17693"/>
                  </a:lnTo>
                  <a:lnTo>
                    <a:pt x="237250" y="15403"/>
                  </a:lnTo>
                  <a:lnTo>
                    <a:pt x="232423" y="13266"/>
                  </a:lnTo>
                  <a:lnTo>
                    <a:pt x="227531" y="11281"/>
                  </a:lnTo>
                  <a:lnTo>
                    <a:pt x="222579" y="9452"/>
                  </a:lnTo>
                  <a:lnTo>
                    <a:pt x="217572" y="7781"/>
                  </a:lnTo>
                  <a:lnTo>
                    <a:pt x="212514" y="6268"/>
                  </a:lnTo>
                  <a:lnTo>
                    <a:pt x="207411" y="4916"/>
                  </a:lnTo>
                  <a:lnTo>
                    <a:pt x="202268" y="3725"/>
                  </a:lnTo>
                  <a:lnTo>
                    <a:pt x="197090" y="2698"/>
                  </a:lnTo>
                  <a:lnTo>
                    <a:pt x="191882" y="1834"/>
                  </a:lnTo>
                  <a:lnTo>
                    <a:pt x="186649" y="1136"/>
                  </a:lnTo>
                  <a:lnTo>
                    <a:pt x="181397" y="603"/>
                  </a:lnTo>
                  <a:lnTo>
                    <a:pt x="167147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250" cy="167167"/>
            </a:xfrm>
            <a:custGeom>
              <a:avLst/>
              <a:pathLst>
                <a:path w="14250" h="167167">
                  <a:moveTo>
                    <a:pt x="14250" y="60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728" y="2633064"/>
              <a:ext cx="27283" cy="167167"/>
            </a:xfrm>
            <a:custGeom>
              <a:avLst/>
              <a:pathLst>
                <a:path w="27283" h="167167">
                  <a:moveTo>
                    <a:pt x="27283" y="0"/>
                  </a:moveTo>
                  <a:lnTo>
                    <a:pt x="20433" y="140"/>
                  </a:lnTo>
                  <a:lnTo>
                    <a:pt x="13595" y="561"/>
                  </a:lnTo>
                  <a:lnTo>
                    <a:pt x="6780" y="1262"/>
                  </a:lnTo>
                  <a:lnTo>
                    <a:pt x="0" y="2241"/>
                  </a:lnTo>
                  <a:lnTo>
                    <a:pt x="272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1728" y="2635305"/>
              <a:ext cx="27283" cy="164926"/>
            </a:xfrm>
            <a:custGeom>
              <a:avLst/>
              <a:pathLst>
                <a:path w="27283" h="164926">
                  <a:moveTo>
                    <a:pt x="0" y="0"/>
                  </a:moveTo>
                  <a:lnTo>
                    <a:pt x="27283" y="1649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62" y="2635305"/>
              <a:ext cx="334312" cy="332092"/>
            </a:xfrm>
            <a:custGeom>
              <a:avLst/>
              <a:pathLst>
                <a:path w="334312" h="332092">
                  <a:moveTo>
                    <a:pt x="139865" y="0"/>
                  </a:moveTo>
                  <a:lnTo>
                    <a:pt x="134662" y="945"/>
                  </a:lnTo>
                  <a:lnTo>
                    <a:pt x="129492" y="2055"/>
                  </a:lnTo>
                  <a:lnTo>
                    <a:pt x="124359" y="3327"/>
                  </a:lnTo>
                  <a:lnTo>
                    <a:pt x="119269" y="4761"/>
                  </a:lnTo>
                  <a:lnTo>
                    <a:pt x="114227" y="6356"/>
                  </a:lnTo>
                  <a:lnTo>
                    <a:pt x="109238" y="8109"/>
                  </a:lnTo>
                  <a:lnTo>
                    <a:pt x="104307" y="10019"/>
                  </a:lnTo>
                  <a:lnTo>
                    <a:pt x="99439" y="12084"/>
                  </a:lnTo>
                  <a:lnTo>
                    <a:pt x="94639" y="14303"/>
                  </a:lnTo>
                  <a:lnTo>
                    <a:pt x="89911" y="16671"/>
                  </a:lnTo>
                  <a:lnTo>
                    <a:pt x="85260" y="19189"/>
                  </a:lnTo>
                  <a:lnTo>
                    <a:pt x="80691" y="21852"/>
                  </a:lnTo>
                  <a:lnTo>
                    <a:pt x="76209" y="24658"/>
                  </a:lnTo>
                  <a:lnTo>
                    <a:pt x="71818" y="27604"/>
                  </a:lnTo>
                  <a:lnTo>
                    <a:pt x="67522" y="30688"/>
                  </a:lnTo>
                  <a:lnTo>
                    <a:pt x="63326" y="33907"/>
                  </a:lnTo>
                  <a:lnTo>
                    <a:pt x="59234" y="37256"/>
                  </a:lnTo>
                  <a:lnTo>
                    <a:pt x="55250" y="40733"/>
                  </a:lnTo>
                  <a:lnTo>
                    <a:pt x="51378" y="44335"/>
                  </a:lnTo>
                  <a:lnTo>
                    <a:pt x="47622" y="48057"/>
                  </a:lnTo>
                  <a:lnTo>
                    <a:pt x="43985" y="51896"/>
                  </a:lnTo>
                  <a:lnTo>
                    <a:pt x="40471" y="55848"/>
                  </a:lnTo>
                  <a:lnTo>
                    <a:pt x="37085" y="59909"/>
                  </a:lnTo>
                  <a:lnTo>
                    <a:pt x="33828" y="64076"/>
                  </a:lnTo>
                  <a:lnTo>
                    <a:pt x="30705" y="68343"/>
                  </a:lnTo>
                  <a:lnTo>
                    <a:pt x="27718" y="72707"/>
                  </a:lnTo>
                  <a:lnTo>
                    <a:pt x="24871" y="77163"/>
                  </a:lnTo>
                  <a:lnTo>
                    <a:pt x="22167" y="81708"/>
                  </a:lnTo>
                  <a:lnTo>
                    <a:pt x="19607" y="86335"/>
                  </a:lnTo>
                  <a:lnTo>
                    <a:pt x="17195" y="91041"/>
                  </a:lnTo>
                  <a:lnTo>
                    <a:pt x="14933" y="95821"/>
                  </a:lnTo>
                  <a:lnTo>
                    <a:pt x="12823" y="100670"/>
                  </a:lnTo>
                  <a:lnTo>
                    <a:pt x="10868" y="105583"/>
                  </a:lnTo>
                  <a:lnTo>
                    <a:pt x="9069" y="110556"/>
                  </a:lnTo>
                  <a:lnTo>
                    <a:pt x="7429" y="115583"/>
                  </a:lnTo>
                  <a:lnTo>
                    <a:pt x="5948" y="120660"/>
                  </a:lnTo>
                  <a:lnTo>
                    <a:pt x="4629" y="125781"/>
                  </a:lnTo>
                  <a:lnTo>
                    <a:pt x="3472" y="130941"/>
                  </a:lnTo>
                  <a:lnTo>
                    <a:pt x="2479" y="136135"/>
                  </a:lnTo>
                  <a:lnTo>
                    <a:pt x="1651" y="141358"/>
                  </a:lnTo>
                  <a:lnTo>
                    <a:pt x="988" y="146604"/>
                  </a:lnTo>
                  <a:lnTo>
                    <a:pt x="492" y="151869"/>
                  </a:lnTo>
                  <a:lnTo>
                    <a:pt x="162" y="157147"/>
                  </a:lnTo>
                  <a:lnTo>
                    <a:pt x="0" y="162433"/>
                  </a:lnTo>
                  <a:lnTo>
                    <a:pt x="4" y="167721"/>
                  </a:lnTo>
                  <a:lnTo>
                    <a:pt x="176" y="173006"/>
                  </a:lnTo>
                  <a:lnTo>
                    <a:pt x="515" y="178283"/>
                  </a:lnTo>
                  <a:lnTo>
                    <a:pt x="1021" y="183547"/>
                  </a:lnTo>
                  <a:lnTo>
                    <a:pt x="1693" y="188792"/>
                  </a:lnTo>
                  <a:lnTo>
                    <a:pt x="2531" y="194014"/>
                  </a:lnTo>
                  <a:lnTo>
                    <a:pt x="3534" y="199206"/>
                  </a:lnTo>
                  <a:lnTo>
                    <a:pt x="4700" y="204364"/>
                  </a:lnTo>
                  <a:lnTo>
                    <a:pt x="6028" y="209482"/>
                  </a:lnTo>
                  <a:lnTo>
                    <a:pt x="7518" y="214556"/>
                  </a:lnTo>
                  <a:lnTo>
                    <a:pt x="9168" y="219581"/>
                  </a:lnTo>
                  <a:lnTo>
                    <a:pt x="10976" y="224550"/>
                  </a:lnTo>
                  <a:lnTo>
                    <a:pt x="12940" y="229460"/>
                  </a:lnTo>
                  <a:lnTo>
                    <a:pt x="15058" y="234305"/>
                  </a:lnTo>
                  <a:lnTo>
                    <a:pt x="17329" y="239081"/>
                  </a:lnTo>
                  <a:lnTo>
                    <a:pt x="19749" y="243783"/>
                  </a:lnTo>
                  <a:lnTo>
                    <a:pt x="22317" y="248406"/>
                  </a:lnTo>
                  <a:lnTo>
                    <a:pt x="25030" y="252945"/>
                  </a:lnTo>
                  <a:lnTo>
                    <a:pt x="27885" y="257396"/>
                  </a:lnTo>
                  <a:lnTo>
                    <a:pt x="30880" y="261754"/>
                  </a:lnTo>
                  <a:lnTo>
                    <a:pt x="34011" y="266016"/>
                  </a:lnTo>
                  <a:lnTo>
                    <a:pt x="37275" y="270177"/>
                  </a:lnTo>
                  <a:lnTo>
                    <a:pt x="40669" y="274232"/>
                  </a:lnTo>
                  <a:lnTo>
                    <a:pt x="44189" y="278178"/>
                  </a:lnTo>
                  <a:lnTo>
                    <a:pt x="47833" y="282010"/>
                  </a:lnTo>
                  <a:lnTo>
                    <a:pt x="51596" y="285726"/>
                  </a:lnTo>
                  <a:lnTo>
                    <a:pt x="55475" y="289320"/>
                  </a:lnTo>
                  <a:lnTo>
                    <a:pt x="59465" y="292790"/>
                  </a:lnTo>
                  <a:lnTo>
                    <a:pt x="63563" y="296132"/>
                  </a:lnTo>
                  <a:lnTo>
                    <a:pt x="67765" y="299343"/>
                  </a:lnTo>
                  <a:lnTo>
                    <a:pt x="72067" y="302419"/>
                  </a:lnTo>
                  <a:lnTo>
                    <a:pt x="76463" y="305357"/>
                  </a:lnTo>
                  <a:lnTo>
                    <a:pt x="80950" y="308156"/>
                  </a:lnTo>
                  <a:lnTo>
                    <a:pt x="85524" y="310810"/>
                  </a:lnTo>
                  <a:lnTo>
                    <a:pt x="90179" y="313319"/>
                  </a:lnTo>
                  <a:lnTo>
                    <a:pt x="94911" y="315679"/>
                  </a:lnTo>
                  <a:lnTo>
                    <a:pt x="99716" y="317889"/>
                  </a:lnTo>
                  <a:lnTo>
                    <a:pt x="104587" y="319945"/>
                  </a:lnTo>
                  <a:lnTo>
                    <a:pt x="109522" y="321846"/>
                  </a:lnTo>
                  <a:lnTo>
                    <a:pt x="114514" y="323591"/>
                  </a:lnTo>
                  <a:lnTo>
                    <a:pt x="119559" y="325176"/>
                  </a:lnTo>
                  <a:lnTo>
                    <a:pt x="124652" y="326601"/>
                  </a:lnTo>
                  <a:lnTo>
                    <a:pt x="129787" y="327864"/>
                  </a:lnTo>
                  <a:lnTo>
                    <a:pt x="134959" y="328965"/>
                  </a:lnTo>
                  <a:lnTo>
                    <a:pt x="140164" y="329901"/>
                  </a:lnTo>
                  <a:lnTo>
                    <a:pt x="145395" y="330672"/>
                  </a:lnTo>
                  <a:lnTo>
                    <a:pt x="150649" y="331277"/>
                  </a:lnTo>
                  <a:lnTo>
                    <a:pt x="155919" y="331715"/>
                  </a:lnTo>
                  <a:lnTo>
                    <a:pt x="161200" y="331987"/>
                  </a:lnTo>
                  <a:lnTo>
                    <a:pt x="166487" y="332092"/>
                  </a:lnTo>
                  <a:lnTo>
                    <a:pt x="171775" y="332029"/>
                  </a:lnTo>
                  <a:lnTo>
                    <a:pt x="177058" y="331799"/>
                  </a:lnTo>
                  <a:lnTo>
                    <a:pt x="182331" y="331402"/>
                  </a:lnTo>
                  <a:lnTo>
                    <a:pt x="187589" y="330839"/>
                  </a:lnTo>
                  <a:lnTo>
                    <a:pt x="192826" y="330109"/>
                  </a:lnTo>
                  <a:lnTo>
                    <a:pt x="198038" y="329214"/>
                  </a:lnTo>
                  <a:lnTo>
                    <a:pt x="203219" y="328155"/>
                  </a:lnTo>
                  <a:lnTo>
                    <a:pt x="208364" y="326932"/>
                  </a:lnTo>
                  <a:lnTo>
                    <a:pt x="213468" y="325548"/>
                  </a:lnTo>
                  <a:lnTo>
                    <a:pt x="218525" y="324002"/>
                  </a:lnTo>
                  <a:lnTo>
                    <a:pt x="223531" y="322298"/>
                  </a:lnTo>
                  <a:lnTo>
                    <a:pt x="228480" y="320435"/>
                  </a:lnTo>
                  <a:lnTo>
                    <a:pt x="233368" y="318418"/>
                  </a:lnTo>
                  <a:lnTo>
                    <a:pt x="238190" y="316246"/>
                  </a:lnTo>
                  <a:lnTo>
                    <a:pt x="242941" y="313924"/>
                  </a:lnTo>
                  <a:lnTo>
                    <a:pt x="247616" y="311452"/>
                  </a:lnTo>
                  <a:lnTo>
                    <a:pt x="252210" y="308833"/>
                  </a:lnTo>
                  <a:lnTo>
                    <a:pt x="256719" y="306071"/>
                  </a:lnTo>
                  <a:lnTo>
                    <a:pt x="261139" y="303167"/>
                  </a:lnTo>
                  <a:lnTo>
                    <a:pt x="265464" y="300125"/>
                  </a:lnTo>
                  <a:lnTo>
                    <a:pt x="269691" y="296948"/>
                  </a:lnTo>
                  <a:lnTo>
                    <a:pt x="273816" y="293638"/>
                  </a:lnTo>
                  <a:lnTo>
                    <a:pt x="277834" y="290200"/>
                  </a:lnTo>
                  <a:lnTo>
                    <a:pt x="281741" y="286636"/>
                  </a:lnTo>
                  <a:lnTo>
                    <a:pt x="285533" y="282951"/>
                  </a:lnTo>
                  <a:lnTo>
                    <a:pt x="289207" y="279147"/>
                  </a:lnTo>
                  <a:lnTo>
                    <a:pt x="292759" y="275230"/>
                  </a:lnTo>
                  <a:lnTo>
                    <a:pt x="296185" y="271201"/>
                  </a:lnTo>
                  <a:lnTo>
                    <a:pt x="299482" y="267067"/>
                  </a:lnTo>
                  <a:lnTo>
                    <a:pt x="302646" y="262830"/>
                  </a:lnTo>
                  <a:lnTo>
                    <a:pt x="305675" y="258495"/>
                  </a:lnTo>
                  <a:lnTo>
                    <a:pt x="308565" y="254067"/>
                  </a:lnTo>
                  <a:lnTo>
                    <a:pt x="311314" y="249549"/>
                  </a:lnTo>
                  <a:lnTo>
                    <a:pt x="313919" y="244947"/>
                  </a:lnTo>
                  <a:lnTo>
                    <a:pt x="316376" y="240265"/>
                  </a:lnTo>
                  <a:lnTo>
                    <a:pt x="318685" y="235507"/>
                  </a:lnTo>
                  <a:lnTo>
                    <a:pt x="320841" y="230678"/>
                  </a:lnTo>
                  <a:lnTo>
                    <a:pt x="322844" y="225784"/>
                  </a:lnTo>
                  <a:lnTo>
                    <a:pt x="324691" y="220829"/>
                  </a:lnTo>
                  <a:lnTo>
                    <a:pt x="326381" y="215818"/>
                  </a:lnTo>
                  <a:lnTo>
                    <a:pt x="327911" y="210756"/>
                  </a:lnTo>
                  <a:lnTo>
                    <a:pt x="329280" y="205648"/>
                  </a:lnTo>
                  <a:lnTo>
                    <a:pt x="330487" y="200500"/>
                  </a:lnTo>
                  <a:lnTo>
                    <a:pt x="331530" y="195316"/>
                  </a:lnTo>
                  <a:lnTo>
                    <a:pt x="332409" y="190101"/>
                  </a:lnTo>
                  <a:lnTo>
                    <a:pt x="333123" y="184861"/>
                  </a:lnTo>
                  <a:lnTo>
                    <a:pt x="333670" y="179602"/>
                  </a:lnTo>
                  <a:lnTo>
                    <a:pt x="334051" y="174327"/>
                  </a:lnTo>
                  <a:lnTo>
                    <a:pt x="334265" y="169044"/>
                  </a:lnTo>
                  <a:lnTo>
                    <a:pt x="334312" y="163756"/>
                  </a:lnTo>
                  <a:lnTo>
                    <a:pt x="334191" y="158469"/>
                  </a:lnTo>
                  <a:lnTo>
                    <a:pt x="333903" y="153189"/>
                  </a:lnTo>
                  <a:lnTo>
                    <a:pt x="333449" y="147920"/>
                  </a:lnTo>
                  <a:lnTo>
                    <a:pt x="332828" y="142669"/>
                  </a:lnTo>
                  <a:lnTo>
                    <a:pt x="332041" y="137439"/>
                  </a:lnTo>
                  <a:lnTo>
                    <a:pt x="331089" y="132238"/>
                  </a:lnTo>
                  <a:lnTo>
                    <a:pt x="329973" y="127068"/>
                  </a:lnTo>
                  <a:lnTo>
                    <a:pt x="328694" y="121937"/>
                  </a:lnTo>
                  <a:lnTo>
                    <a:pt x="327253" y="116849"/>
                  </a:lnTo>
                  <a:lnTo>
                    <a:pt x="325653" y="111809"/>
                  </a:lnTo>
                  <a:lnTo>
                    <a:pt x="323893" y="106822"/>
                  </a:lnTo>
                  <a:lnTo>
                    <a:pt x="321977" y="101894"/>
                  </a:lnTo>
                  <a:lnTo>
                    <a:pt x="319906" y="97028"/>
                  </a:lnTo>
                  <a:lnTo>
                    <a:pt x="317682" y="92230"/>
                  </a:lnTo>
                  <a:lnTo>
                    <a:pt x="315307" y="87505"/>
                  </a:lnTo>
                  <a:lnTo>
                    <a:pt x="312784" y="82858"/>
                  </a:lnTo>
                  <a:lnTo>
                    <a:pt x="310116" y="78292"/>
                  </a:lnTo>
                  <a:lnTo>
                    <a:pt x="307304" y="73814"/>
                  </a:lnTo>
                  <a:lnTo>
                    <a:pt x="304352" y="69426"/>
                  </a:lnTo>
                  <a:lnTo>
                    <a:pt x="301263" y="65134"/>
                  </a:lnTo>
                  <a:lnTo>
                    <a:pt x="298039" y="60942"/>
                  </a:lnTo>
                  <a:lnTo>
                    <a:pt x="294685" y="56854"/>
                  </a:lnTo>
                  <a:lnTo>
                    <a:pt x="291203" y="52874"/>
                  </a:lnTo>
                  <a:lnTo>
                    <a:pt x="287596" y="49007"/>
                  </a:lnTo>
                  <a:lnTo>
                    <a:pt x="283870" y="45255"/>
                  </a:lnTo>
                  <a:lnTo>
                    <a:pt x="280026" y="41623"/>
                  </a:lnTo>
                  <a:lnTo>
                    <a:pt x="276070" y="38114"/>
                  </a:lnTo>
                  <a:lnTo>
                    <a:pt x="272004" y="34732"/>
                  </a:lnTo>
                  <a:lnTo>
                    <a:pt x="267834" y="31481"/>
                  </a:lnTo>
                  <a:lnTo>
                    <a:pt x="263562" y="28363"/>
                  </a:lnTo>
                  <a:lnTo>
                    <a:pt x="259195" y="25382"/>
                  </a:lnTo>
                  <a:lnTo>
                    <a:pt x="254735" y="22540"/>
                  </a:lnTo>
                  <a:lnTo>
                    <a:pt x="250188" y="19841"/>
                  </a:lnTo>
                  <a:lnTo>
                    <a:pt x="245557" y="17287"/>
                  </a:lnTo>
                  <a:lnTo>
                    <a:pt x="240848" y="14881"/>
                  </a:lnTo>
                  <a:lnTo>
                    <a:pt x="236065" y="12625"/>
                  </a:lnTo>
                  <a:lnTo>
                    <a:pt x="231214" y="10522"/>
                  </a:lnTo>
                  <a:lnTo>
                    <a:pt x="226298" y="8572"/>
                  </a:lnTo>
                  <a:lnTo>
                    <a:pt x="221323" y="6780"/>
                  </a:lnTo>
                  <a:lnTo>
                    <a:pt x="167148" y="1649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54174" cy="167167"/>
            </a:xfrm>
            <a:custGeom>
              <a:avLst/>
              <a:pathLst>
                <a:path w="54174" h="167167">
                  <a:moveTo>
                    <a:pt x="54174" y="9021"/>
                  </a:moveTo>
                  <a:lnTo>
                    <a:pt x="48340" y="7141"/>
                  </a:lnTo>
                  <a:lnTo>
                    <a:pt x="42440" y="5477"/>
                  </a:lnTo>
                  <a:lnTo>
                    <a:pt x="36484" y="4029"/>
                  </a:lnTo>
                  <a:lnTo>
                    <a:pt x="30478" y="2802"/>
                  </a:lnTo>
                  <a:lnTo>
                    <a:pt x="24432" y="1795"/>
                  </a:lnTo>
                  <a:lnTo>
                    <a:pt x="18353" y="1010"/>
                  </a:lnTo>
                  <a:lnTo>
                    <a:pt x="12249" y="449"/>
                  </a:lnTo>
                  <a:lnTo>
                    <a:pt x="6128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187" y="2126963"/>
              <a:ext cx="5285" cy="167167"/>
            </a:xfrm>
            <a:custGeom>
              <a:avLst/>
              <a:pathLst>
                <a:path w="5285" h="167167">
                  <a:moveTo>
                    <a:pt x="5285" y="0"/>
                  </a:moveTo>
                  <a:lnTo>
                    <a:pt x="0" y="83"/>
                  </a:lnTo>
                  <a:lnTo>
                    <a:pt x="528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187" y="2127047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16" y="2127047"/>
              <a:ext cx="334322" cy="334245"/>
            </a:xfrm>
            <a:custGeom>
              <a:avLst/>
              <a:pathLst>
                <a:path w="334322" h="334245">
                  <a:moveTo>
                    <a:pt x="161870" y="0"/>
                  </a:moveTo>
                  <a:lnTo>
                    <a:pt x="156557" y="252"/>
                  </a:lnTo>
                  <a:lnTo>
                    <a:pt x="151254" y="674"/>
                  </a:lnTo>
                  <a:lnTo>
                    <a:pt x="145968" y="1264"/>
                  </a:lnTo>
                  <a:lnTo>
                    <a:pt x="140702" y="2022"/>
                  </a:lnTo>
                  <a:lnTo>
                    <a:pt x="135464" y="2947"/>
                  </a:lnTo>
                  <a:lnTo>
                    <a:pt x="130258" y="4039"/>
                  </a:lnTo>
                  <a:lnTo>
                    <a:pt x="125089" y="5295"/>
                  </a:lnTo>
                  <a:lnTo>
                    <a:pt x="119963" y="6716"/>
                  </a:lnTo>
                  <a:lnTo>
                    <a:pt x="114884" y="8298"/>
                  </a:lnTo>
                  <a:lnTo>
                    <a:pt x="109859" y="10042"/>
                  </a:lnTo>
                  <a:lnTo>
                    <a:pt x="104891" y="11944"/>
                  </a:lnTo>
                  <a:lnTo>
                    <a:pt x="99987" y="14004"/>
                  </a:lnTo>
                  <a:lnTo>
                    <a:pt x="95150" y="16219"/>
                  </a:lnTo>
                  <a:lnTo>
                    <a:pt x="90387" y="18586"/>
                  </a:lnTo>
                  <a:lnTo>
                    <a:pt x="85701" y="21104"/>
                  </a:lnTo>
                  <a:lnTo>
                    <a:pt x="81097" y="23769"/>
                  </a:lnTo>
                  <a:lnTo>
                    <a:pt x="76581" y="26580"/>
                  </a:lnTo>
                  <a:lnTo>
                    <a:pt x="72157" y="29533"/>
                  </a:lnTo>
                  <a:lnTo>
                    <a:pt x="67828" y="32625"/>
                  </a:lnTo>
                  <a:lnTo>
                    <a:pt x="63601" y="35853"/>
                  </a:lnTo>
                  <a:lnTo>
                    <a:pt x="59478" y="39215"/>
                  </a:lnTo>
                  <a:lnTo>
                    <a:pt x="55464" y="42705"/>
                  </a:lnTo>
                  <a:lnTo>
                    <a:pt x="51563" y="46322"/>
                  </a:lnTo>
                  <a:lnTo>
                    <a:pt x="47779" y="50061"/>
                  </a:lnTo>
                  <a:lnTo>
                    <a:pt x="44116" y="53918"/>
                  </a:lnTo>
                  <a:lnTo>
                    <a:pt x="40578" y="57890"/>
                  </a:lnTo>
                  <a:lnTo>
                    <a:pt x="37168" y="61973"/>
                  </a:lnTo>
                  <a:lnTo>
                    <a:pt x="33890" y="66162"/>
                  </a:lnTo>
                  <a:lnTo>
                    <a:pt x="30746" y="70453"/>
                  </a:lnTo>
                  <a:lnTo>
                    <a:pt x="27741" y="74842"/>
                  </a:lnTo>
                  <a:lnTo>
                    <a:pt x="24876" y="79325"/>
                  </a:lnTo>
                  <a:lnTo>
                    <a:pt x="22156" y="83896"/>
                  </a:lnTo>
                  <a:lnTo>
                    <a:pt x="19583" y="88551"/>
                  </a:lnTo>
                  <a:lnTo>
                    <a:pt x="17159" y="93286"/>
                  </a:lnTo>
                  <a:lnTo>
                    <a:pt x="14887" y="98096"/>
                  </a:lnTo>
                  <a:lnTo>
                    <a:pt x="12769" y="102976"/>
                  </a:lnTo>
                  <a:lnTo>
                    <a:pt x="10807" y="107920"/>
                  </a:lnTo>
                  <a:lnTo>
                    <a:pt x="9004" y="112925"/>
                  </a:lnTo>
                  <a:lnTo>
                    <a:pt x="7361" y="117984"/>
                  </a:lnTo>
                  <a:lnTo>
                    <a:pt x="5880" y="123093"/>
                  </a:lnTo>
                  <a:lnTo>
                    <a:pt x="4562" y="128247"/>
                  </a:lnTo>
                  <a:lnTo>
                    <a:pt x="3409" y="133440"/>
                  </a:lnTo>
                  <a:lnTo>
                    <a:pt x="2421" y="138666"/>
                  </a:lnTo>
                  <a:lnTo>
                    <a:pt x="1600" y="143922"/>
                  </a:lnTo>
                  <a:lnTo>
                    <a:pt x="947" y="149201"/>
                  </a:lnTo>
                  <a:lnTo>
                    <a:pt x="462" y="154499"/>
                  </a:lnTo>
                  <a:lnTo>
                    <a:pt x="146" y="159809"/>
                  </a:lnTo>
                  <a:lnTo>
                    <a:pt x="0" y="165126"/>
                  </a:lnTo>
                  <a:lnTo>
                    <a:pt x="22" y="170445"/>
                  </a:lnTo>
                  <a:lnTo>
                    <a:pt x="213" y="175761"/>
                  </a:lnTo>
                  <a:lnTo>
                    <a:pt x="574" y="181069"/>
                  </a:lnTo>
                  <a:lnTo>
                    <a:pt x="1103" y="186362"/>
                  </a:lnTo>
                  <a:lnTo>
                    <a:pt x="1801" y="191635"/>
                  </a:lnTo>
                  <a:lnTo>
                    <a:pt x="2666" y="196884"/>
                  </a:lnTo>
                  <a:lnTo>
                    <a:pt x="3697" y="202102"/>
                  </a:lnTo>
                  <a:lnTo>
                    <a:pt x="4894" y="207285"/>
                  </a:lnTo>
                  <a:lnTo>
                    <a:pt x="6255" y="212427"/>
                  </a:lnTo>
                  <a:lnTo>
                    <a:pt x="7779" y="217524"/>
                  </a:lnTo>
                  <a:lnTo>
                    <a:pt x="9465" y="222569"/>
                  </a:lnTo>
                  <a:lnTo>
                    <a:pt x="11310" y="227558"/>
                  </a:lnTo>
                  <a:lnTo>
                    <a:pt x="13313" y="232486"/>
                  </a:lnTo>
                  <a:lnTo>
                    <a:pt x="15472" y="237348"/>
                  </a:lnTo>
                  <a:lnTo>
                    <a:pt x="17784" y="242138"/>
                  </a:lnTo>
                  <a:lnTo>
                    <a:pt x="20248" y="246853"/>
                  </a:lnTo>
                  <a:lnTo>
                    <a:pt x="22860" y="251487"/>
                  </a:lnTo>
                  <a:lnTo>
                    <a:pt x="25619" y="256035"/>
                  </a:lnTo>
                  <a:lnTo>
                    <a:pt x="28521" y="260493"/>
                  </a:lnTo>
                  <a:lnTo>
                    <a:pt x="31563" y="264857"/>
                  </a:lnTo>
                  <a:lnTo>
                    <a:pt x="34742" y="269121"/>
                  </a:lnTo>
                  <a:lnTo>
                    <a:pt x="38056" y="273283"/>
                  </a:lnTo>
                  <a:lnTo>
                    <a:pt x="41500" y="277336"/>
                  </a:lnTo>
                  <a:lnTo>
                    <a:pt x="45072" y="281278"/>
                  </a:lnTo>
                  <a:lnTo>
                    <a:pt x="48767" y="285105"/>
                  </a:lnTo>
                  <a:lnTo>
                    <a:pt x="52582" y="288812"/>
                  </a:lnTo>
                  <a:lnTo>
                    <a:pt x="56513" y="292396"/>
                  </a:lnTo>
                  <a:lnTo>
                    <a:pt x="60556" y="295853"/>
                  </a:lnTo>
                  <a:lnTo>
                    <a:pt x="64707" y="299179"/>
                  </a:lnTo>
                  <a:lnTo>
                    <a:pt x="68962" y="302372"/>
                  </a:lnTo>
                  <a:lnTo>
                    <a:pt x="73316" y="305427"/>
                  </a:lnTo>
                  <a:lnTo>
                    <a:pt x="77765" y="308343"/>
                  </a:lnTo>
                  <a:lnTo>
                    <a:pt x="82305" y="311116"/>
                  </a:lnTo>
                  <a:lnTo>
                    <a:pt x="86930" y="313742"/>
                  </a:lnTo>
                  <a:lnTo>
                    <a:pt x="91637" y="316221"/>
                  </a:lnTo>
                  <a:lnTo>
                    <a:pt x="96421" y="318548"/>
                  </a:lnTo>
                  <a:lnTo>
                    <a:pt x="101275" y="320722"/>
                  </a:lnTo>
                  <a:lnTo>
                    <a:pt x="106197" y="322740"/>
                  </a:lnTo>
                  <a:lnTo>
                    <a:pt x="111180" y="324601"/>
                  </a:lnTo>
                  <a:lnTo>
                    <a:pt x="116220" y="326302"/>
                  </a:lnTo>
                  <a:lnTo>
                    <a:pt x="121312" y="327842"/>
                  </a:lnTo>
                  <a:lnTo>
                    <a:pt x="126450" y="329219"/>
                  </a:lnTo>
                  <a:lnTo>
                    <a:pt x="131629" y="330432"/>
                  </a:lnTo>
                  <a:lnTo>
                    <a:pt x="136845" y="331480"/>
                  </a:lnTo>
                  <a:lnTo>
                    <a:pt x="142091" y="332361"/>
                  </a:lnTo>
                  <a:lnTo>
                    <a:pt x="147362" y="333075"/>
                  </a:lnTo>
                  <a:lnTo>
                    <a:pt x="152653" y="333621"/>
                  </a:lnTo>
                  <a:lnTo>
                    <a:pt x="157959" y="333998"/>
                  </a:lnTo>
                  <a:lnTo>
                    <a:pt x="163275" y="334206"/>
                  </a:lnTo>
                  <a:lnTo>
                    <a:pt x="168594" y="334245"/>
                  </a:lnTo>
                  <a:lnTo>
                    <a:pt x="173912" y="334114"/>
                  </a:lnTo>
                  <a:lnTo>
                    <a:pt x="179223" y="333815"/>
                  </a:lnTo>
                  <a:lnTo>
                    <a:pt x="184521" y="333346"/>
                  </a:lnTo>
                  <a:lnTo>
                    <a:pt x="189803" y="332710"/>
                  </a:lnTo>
                  <a:lnTo>
                    <a:pt x="195061" y="331905"/>
                  </a:lnTo>
                  <a:lnTo>
                    <a:pt x="200291" y="330934"/>
                  </a:lnTo>
                  <a:lnTo>
                    <a:pt x="205487" y="329797"/>
                  </a:lnTo>
                  <a:lnTo>
                    <a:pt x="210645" y="328495"/>
                  </a:lnTo>
                  <a:lnTo>
                    <a:pt x="215758" y="327029"/>
                  </a:lnTo>
                  <a:lnTo>
                    <a:pt x="220823" y="325402"/>
                  </a:lnTo>
                  <a:lnTo>
                    <a:pt x="225833" y="323614"/>
                  </a:lnTo>
                  <a:lnTo>
                    <a:pt x="230783" y="321668"/>
                  </a:lnTo>
                  <a:lnTo>
                    <a:pt x="235670" y="319565"/>
                  </a:lnTo>
                  <a:lnTo>
                    <a:pt x="240486" y="317308"/>
                  </a:lnTo>
                  <a:lnTo>
                    <a:pt x="245229" y="314899"/>
                  </a:lnTo>
                  <a:lnTo>
                    <a:pt x="249892" y="312340"/>
                  </a:lnTo>
                  <a:lnTo>
                    <a:pt x="254472" y="309634"/>
                  </a:lnTo>
                  <a:lnTo>
                    <a:pt x="258963" y="306784"/>
                  </a:lnTo>
                  <a:lnTo>
                    <a:pt x="263362" y="303792"/>
                  </a:lnTo>
                  <a:lnTo>
                    <a:pt x="267663" y="300662"/>
                  </a:lnTo>
                  <a:lnTo>
                    <a:pt x="271862" y="297397"/>
                  </a:lnTo>
                  <a:lnTo>
                    <a:pt x="275955" y="293999"/>
                  </a:lnTo>
                  <a:lnTo>
                    <a:pt x="279938" y="290473"/>
                  </a:lnTo>
                  <a:lnTo>
                    <a:pt x="283807" y="286822"/>
                  </a:lnTo>
                  <a:lnTo>
                    <a:pt x="287557" y="283050"/>
                  </a:lnTo>
                  <a:lnTo>
                    <a:pt x="291186" y="279161"/>
                  </a:lnTo>
                  <a:lnTo>
                    <a:pt x="294689" y="275158"/>
                  </a:lnTo>
                  <a:lnTo>
                    <a:pt x="298063" y="271045"/>
                  </a:lnTo>
                  <a:lnTo>
                    <a:pt x="301305" y="266828"/>
                  </a:lnTo>
                  <a:lnTo>
                    <a:pt x="304410" y="262509"/>
                  </a:lnTo>
                  <a:lnTo>
                    <a:pt x="307377" y="258094"/>
                  </a:lnTo>
                  <a:lnTo>
                    <a:pt x="310202" y="253586"/>
                  </a:lnTo>
                  <a:lnTo>
                    <a:pt x="312882" y="248991"/>
                  </a:lnTo>
                  <a:lnTo>
                    <a:pt x="315414" y="244313"/>
                  </a:lnTo>
                  <a:lnTo>
                    <a:pt x="317796" y="239557"/>
                  </a:lnTo>
                  <a:lnTo>
                    <a:pt x="320026" y="234727"/>
                  </a:lnTo>
                  <a:lnTo>
                    <a:pt x="322100" y="229829"/>
                  </a:lnTo>
                  <a:lnTo>
                    <a:pt x="324018" y="224867"/>
                  </a:lnTo>
                  <a:lnTo>
                    <a:pt x="325777" y="219847"/>
                  </a:lnTo>
                  <a:lnTo>
                    <a:pt x="327376" y="214774"/>
                  </a:lnTo>
                  <a:lnTo>
                    <a:pt x="328812" y="209652"/>
                  </a:lnTo>
                  <a:lnTo>
                    <a:pt x="330085" y="204487"/>
                  </a:lnTo>
                  <a:lnTo>
                    <a:pt x="331192" y="199284"/>
                  </a:lnTo>
                  <a:lnTo>
                    <a:pt x="332134" y="194049"/>
                  </a:lnTo>
                  <a:lnTo>
                    <a:pt x="332908" y="188786"/>
                  </a:lnTo>
                  <a:lnTo>
                    <a:pt x="333515" y="183501"/>
                  </a:lnTo>
                  <a:lnTo>
                    <a:pt x="333953" y="178200"/>
                  </a:lnTo>
                  <a:lnTo>
                    <a:pt x="334222" y="172887"/>
                  </a:lnTo>
                  <a:lnTo>
                    <a:pt x="334322" y="167569"/>
                  </a:lnTo>
                  <a:lnTo>
                    <a:pt x="334253" y="162250"/>
                  </a:lnTo>
                  <a:lnTo>
                    <a:pt x="334015" y="156936"/>
                  </a:lnTo>
                  <a:lnTo>
                    <a:pt x="333607" y="151632"/>
                  </a:lnTo>
                  <a:lnTo>
                    <a:pt x="167155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6451" cy="167167"/>
            </a:xfrm>
            <a:custGeom>
              <a:avLst/>
              <a:pathLst>
                <a:path w="166451" h="167167">
                  <a:moveTo>
                    <a:pt x="166451" y="151716"/>
                  </a:moveTo>
                  <a:lnTo>
                    <a:pt x="165869" y="146376"/>
                  </a:lnTo>
                  <a:lnTo>
                    <a:pt x="165115" y="141057"/>
                  </a:lnTo>
                  <a:lnTo>
                    <a:pt x="164191" y="135765"/>
                  </a:lnTo>
                  <a:lnTo>
                    <a:pt x="163097" y="130506"/>
                  </a:lnTo>
                  <a:lnTo>
                    <a:pt x="161835" y="125285"/>
                  </a:lnTo>
                  <a:lnTo>
                    <a:pt x="160406" y="120106"/>
                  </a:lnTo>
                  <a:lnTo>
                    <a:pt x="158811" y="114977"/>
                  </a:lnTo>
                  <a:lnTo>
                    <a:pt x="157052" y="109901"/>
                  </a:lnTo>
                  <a:lnTo>
                    <a:pt x="155131" y="104885"/>
                  </a:lnTo>
                  <a:lnTo>
                    <a:pt x="153050" y="99932"/>
                  </a:lnTo>
                  <a:lnTo>
                    <a:pt x="150811" y="95050"/>
                  </a:lnTo>
                  <a:lnTo>
                    <a:pt x="148416" y="90241"/>
                  </a:lnTo>
                  <a:lnTo>
                    <a:pt x="145868" y="85512"/>
                  </a:lnTo>
                  <a:lnTo>
                    <a:pt x="143169" y="80868"/>
                  </a:lnTo>
                  <a:lnTo>
                    <a:pt x="140322" y="76312"/>
                  </a:lnTo>
                  <a:lnTo>
                    <a:pt x="137330" y="71851"/>
                  </a:lnTo>
                  <a:lnTo>
                    <a:pt x="134197" y="67487"/>
                  </a:lnTo>
                  <a:lnTo>
                    <a:pt x="130925" y="63227"/>
                  </a:lnTo>
                  <a:lnTo>
                    <a:pt x="127518" y="59074"/>
                  </a:lnTo>
                  <a:lnTo>
                    <a:pt x="123979" y="55033"/>
                  </a:lnTo>
                  <a:lnTo>
                    <a:pt x="120312" y="51107"/>
                  </a:lnTo>
                  <a:lnTo>
                    <a:pt x="116521" y="47302"/>
                  </a:lnTo>
                  <a:lnTo>
                    <a:pt x="112609" y="43620"/>
                  </a:lnTo>
                  <a:lnTo>
                    <a:pt x="108582" y="40065"/>
                  </a:lnTo>
                  <a:lnTo>
                    <a:pt x="104442" y="36642"/>
                  </a:lnTo>
                  <a:lnTo>
                    <a:pt x="100194" y="33354"/>
                  </a:lnTo>
                  <a:lnTo>
                    <a:pt x="95843" y="30204"/>
                  </a:lnTo>
                  <a:lnTo>
                    <a:pt x="91393" y="27195"/>
                  </a:lnTo>
                  <a:lnTo>
                    <a:pt x="86848" y="24331"/>
                  </a:lnTo>
                  <a:lnTo>
                    <a:pt x="82214" y="21614"/>
                  </a:lnTo>
                  <a:lnTo>
                    <a:pt x="77495" y="19047"/>
                  </a:lnTo>
                  <a:lnTo>
                    <a:pt x="72696" y="16634"/>
                  </a:lnTo>
                  <a:lnTo>
                    <a:pt x="67822" y="14376"/>
                  </a:lnTo>
                  <a:lnTo>
                    <a:pt x="62878" y="12276"/>
                  </a:lnTo>
                  <a:lnTo>
                    <a:pt x="57869" y="10335"/>
                  </a:lnTo>
                  <a:lnTo>
                    <a:pt x="52800" y="8557"/>
                  </a:lnTo>
                  <a:lnTo>
                    <a:pt x="47676" y="6943"/>
                  </a:lnTo>
                  <a:lnTo>
                    <a:pt x="42504" y="5493"/>
                  </a:lnTo>
                  <a:lnTo>
                    <a:pt x="37287" y="4211"/>
                  </a:lnTo>
                  <a:lnTo>
                    <a:pt x="32032" y="3097"/>
                  </a:lnTo>
                  <a:lnTo>
                    <a:pt x="26744" y="2153"/>
                  </a:lnTo>
                  <a:lnTo>
                    <a:pt x="21428" y="1379"/>
                  </a:lnTo>
                  <a:lnTo>
                    <a:pt x="16091" y="776"/>
                  </a:lnTo>
                  <a:lnTo>
                    <a:pt x="10736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7077" y="1681503"/>
              <a:ext cx="6157" cy="167167"/>
            </a:xfrm>
            <a:custGeom>
              <a:avLst/>
              <a:pathLst>
                <a:path w="6157" h="167167">
                  <a:moveTo>
                    <a:pt x="6157" y="0"/>
                  </a:moveTo>
                  <a:lnTo>
                    <a:pt x="0" y="113"/>
                  </a:lnTo>
                  <a:lnTo>
                    <a:pt x="615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7077" y="1681616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79" y="1681616"/>
              <a:ext cx="334305" cy="334220"/>
            </a:xfrm>
            <a:custGeom>
              <a:avLst/>
              <a:pathLst>
                <a:path w="334305" h="334220">
                  <a:moveTo>
                    <a:pt x="160998" y="0"/>
                  </a:moveTo>
                  <a:lnTo>
                    <a:pt x="155705" y="279"/>
                  </a:lnTo>
                  <a:lnTo>
                    <a:pt x="150424" y="725"/>
                  </a:lnTo>
                  <a:lnTo>
                    <a:pt x="145159" y="1339"/>
                  </a:lnTo>
                  <a:lnTo>
                    <a:pt x="139917" y="2120"/>
                  </a:lnTo>
                  <a:lnTo>
                    <a:pt x="134702" y="3066"/>
                  </a:lnTo>
                  <a:lnTo>
                    <a:pt x="129519" y="4178"/>
                  </a:lnTo>
                  <a:lnTo>
                    <a:pt x="124375" y="5453"/>
                  </a:lnTo>
                  <a:lnTo>
                    <a:pt x="119273" y="6890"/>
                  </a:lnTo>
                  <a:lnTo>
                    <a:pt x="114220" y="8489"/>
                  </a:lnTo>
                  <a:lnTo>
                    <a:pt x="109220" y="10246"/>
                  </a:lnTo>
                  <a:lnTo>
                    <a:pt x="104278" y="12162"/>
                  </a:lnTo>
                  <a:lnTo>
                    <a:pt x="99399" y="14233"/>
                  </a:lnTo>
                  <a:lnTo>
                    <a:pt x="94588" y="16458"/>
                  </a:lnTo>
                  <a:lnTo>
                    <a:pt x="89851" y="18834"/>
                  </a:lnTo>
                  <a:lnTo>
                    <a:pt x="85191" y="21359"/>
                  </a:lnTo>
                  <a:lnTo>
                    <a:pt x="80613" y="24031"/>
                  </a:lnTo>
                  <a:lnTo>
                    <a:pt x="76122" y="26846"/>
                  </a:lnTo>
                  <a:lnTo>
                    <a:pt x="71723" y="29803"/>
                  </a:lnTo>
                  <a:lnTo>
                    <a:pt x="67420" y="32897"/>
                  </a:lnTo>
                  <a:lnTo>
                    <a:pt x="63217" y="36126"/>
                  </a:lnTo>
                  <a:lnTo>
                    <a:pt x="59119" y="39487"/>
                  </a:lnTo>
                  <a:lnTo>
                    <a:pt x="55129" y="42976"/>
                  </a:lnTo>
                  <a:lnTo>
                    <a:pt x="51252" y="46590"/>
                  </a:lnTo>
                  <a:lnTo>
                    <a:pt x="47491" y="50325"/>
                  </a:lnTo>
                  <a:lnTo>
                    <a:pt x="43851" y="54177"/>
                  </a:lnTo>
                  <a:lnTo>
                    <a:pt x="40335" y="58143"/>
                  </a:lnTo>
                  <a:lnTo>
                    <a:pt x="36946" y="62218"/>
                  </a:lnTo>
                  <a:lnTo>
                    <a:pt x="33688" y="66399"/>
                  </a:lnTo>
                  <a:lnTo>
                    <a:pt x="30564" y="70680"/>
                  </a:lnTo>
                  <a:lnTo>
                    <a:pt x="27577" y="75059"/>
                  </a:lnTo>
                  <a:lnTo>
                    <a:pt x="24731" y="79530"/>
                  </a:lnTo>
                  <a:lnTo>
                    <a:pt x="22028" y="84089"/>
                  </a:lnTo>
                  <a:lnTo>
                    <a:pt x="19471" y="88732"/>
                  </a:lnTo>
                  <a:lnTo>
                    <a:pt x="17062" y="93453"/>
                  </a:lnTo>
                  <a:lnTo>
                    <a:pt x="14804" y="98248"/>
                  </a:lnTo>
                  <a:lnTo>
                    <a:pt x="12699" y="103112"/>
                  </a:lnTo>
                  <a:lnTo>
                    <a:pt x="10750" y="108041"/>
                  </a:lnTo>
                  <a:lnTo>
                    <a:pt x="8958" y="113029"/>
                  </a:lnTo>
                  <a:lnTo>
                    <a:pt x="7325" y="118071"/>
                  </a:lnTo>
                  <a:lnTo>
                    <a:pt x="5852" y="123163"/>
                  </a:lnTo>
                  <a:lnTo>
                    <a:pt x="4542" y="128299"/>
                  </a:lnTo>
                  <a:lnTo>
                    <a:pt x="3395" y="133473"/>
                  </a:lnTo>
                  <a:lnTo>
                    <a:pt x="2413" y="138682"/>
                  </a:lnTo>
                  <a:lnTo>
                    <a:pt x="1596" y="143919"/>
                  </a:lnTo>
                  <a:lnTo>
                    <a:pt x="946" y="149179"/>
                  </a:lnTo>
                  <a:lnTo>
                    <a:pt x="463" y="154457"/>
                  </a:lnTo>
                  <a:lnTo>
                    <a:pt x="147" y="159748"/>
                  </a:lnTo>
                  <a:lnTo>
                    <a:pt x="0" y="165046"/>
                  </a:lnTo>
                  <a:lnTo>
                    <a:pt x="20" y="170346"/>
                  </a:lnTo>
                  <a:lnTo>
                    <a:pt x="208" y="175643"/>
                  </a:lnTo>
                  <a:lnTo>
                    <a:pt x="564" y="180931"/>
                  </a:lnTo>
                  <a:lnTo>
                    <a:pt x="1088" y="186205"/>
                  </a:lnTo>
                  <a:lnTo>
                    <a:pt x="1779" y="191460"/>
                  </a:lnTo>
                  <a:lnTo>
                    <a:pt x="2636" y="196691"/>
                  </a:lnTo>
                  <a:lnTo>
                    <a:pt x="3658" y="201891"/>
                  </a:lnTo>
                  <a:lnTo>
                    <a:pt x="4844" y="207057"/>
                  </a:lnTo>
                  <a:lnTo>
                    <a:pt x="6194" y="212182"/>
                  </a:lnTo>
                  <a:lnTo>
                    <a:pt x="7706" y="217262"/>
                  </a:lnTo>
                  <a:lnTo>
                    <a:pt x="9378" y="222292"/>
                  </a:lnTo>
                  <a:lnTo>
                    <a:pt x="11208" y="227266"/>
                  </a:lnTo>
                  <a:lnTo>
                    <a:pt x="13195" y="232180"/>
                  </a:lnTo>
                  <a:lnTo>
                    <a:pt x="15337" y="237028"/>
                  </a:lnTo>
                  <a:lnTo>
                    <a:pt x="17632" y="241805"/>
                  </a:lnTo>
                  <a:lnTo>
                    <a:pt x="20077" y="246508"/>
                  </a:lnTo>
                  <a:lnTo>
                    <a:pt x="22670" y="251131"/>
                  </a:lnTo>
                  <a:lnTo>
                    <a:pt x="25408" y="255669"/>
                  </a:lnTo>
                  <a:lnTo>
                    <a:pt x="28288" y="260118"/>
                  </a:lnTo>
                  <a:lnTo>
                    <a:pt x="31308" y="264474"/>
                  </a:lnTo>
                  <a:lnTo>
                    <a:pt x="34465" y="268731"/>
                  </a:lnTo>
                  <a:lnTo>
                    <a:pt x="37755" y="272887"/>
                  </a:lnTo>
                  <a:lnTo>
                    <a:pt x="41175" y="276936"/>
                  </a:lnTo>
                  <a:lnTo>
                    <a:pt x="44722" y="280874"/>
                  </a:lnTo>
                  <a:lnTo>
                    <a:pt x="48392" y="284698"/>
                  </a:lnTo>
                  <a:lnTo>
                    <a:pt x="52181" y="288404"/>
                  </a:lnTo>
                  <a:lnTo>
                    <a:pt x="56086" y="291988"/>
                  </a:lnTo>
                  <a:lnTo>
                    <a:pt x="60102" y="295446"/>
                  </a:lnTo>
                  <a:lnTo>
                    <a:pt x="64227" y="298776"/>
                  </a:lnTo>
                  <a:lnTo>
                    <a:pt x="68454" y="301972"/>
                  </a:lnTo>
                  <a:lnTo>
                    <a:pt x="72781" y="305034"/>
                  </a:lnTo>
                  <a:lnTo>
                    <a:pt x="77203" y="307956"/>
                  </a:lnTo>
                  <a:lnTo>
                    <a:pt x="81715" y="310737"/>
                  </a:lnTo>
                  <a:lnTo>
                    <a:pt x="86313" y="313373"/>
                  </a:lnTo>
                  <a:lnTo>
                    <a:pt x="90992" y="315863"/>
                  </a:lnTo>
                  <a:lnTo>
                    <a:pt x="95748" y="318202"/>
                  </a:lnTo>
                  <a:lnTo>
                    <a:pt x="100575" y="320390"/>
                  </a:lnTo>
                  <a:lnTo>
                    <a:pt x="105470" y="322424"/>
                  </a:lnTo>
                  <a:lnTo>
                    <a:pt x="110426" y="324301"/>
                  </a:lnTo>
                  <a:lnTo>
                    <a:pt x="115440" y="326021"/>
                  </a:lnTo>
                  <a:lnTo>
                    <a:pt x="120505" y="327580"/>
                  </a:lnTo>
                  <a:lnTo>
                    <a:pt x="125618" y="328978"/>
                  </a:lnTo>
                  <a:lnTo>
                    <a:pt x="130772" y="330214"/>
                  </a:lnTo>
                  <a:lnTo>
                    <a:pt x="135963" y="331285"/>
                  </a:lnTo>
                  <a:lnTo>
                    <a:pt x="141185" y="332191"/>
                  </a:lnTo>
                  <a:lnTo>
                    <a:pt x="146433" y="332932"/>
                  </a:lnTo>
                  <a:lnTo>
                    <a:pt x="151702" y="333505"/>
                  </a:lnTo>
                  <a:lnTo>
                    <a:pt x="156987" y="333911"/>
                  </a:lnTo>
                  <a:lnTo>
                    <a:pt x="162282" y="334150"/>
                  </a:lnTo>
                  <a:lnTo>
                    <a:pt x="167581" y="334220"/>
                  </a:lnTo>
                  <a:lnTo>
                    <a:pt x="172881" y="334123"/>
                  </a:lnTo>
                  <a:lnTo>
                    <a:pt x="178174" y="333857"/>
                  </a:lnTo>
                  <a:lnTo>
                    <a:pt x="183457" y="333424"/>
                  </a:lnTo>
                  <a:lnTo>
                    <a:pt x="188723" y="332824"/>
                  </a:lnTo>
                  <a:lnTo>
                    <a:pt x="193967" y="332057"/>
                  </a:lnTo>
                  <a:lnTo>
                    <a:pt x="199185" y="331124"/>
                  </a:lnTo>
                  <a:lnTo>
                    <a:pt x="204370" y="330026"/>
                  </a:lnTo>
                  <a:lnTo>
                    <a:pt x="209518" y="328764"/>
                  </a:lnTo>
                  <a:lnTo>
                    <a:pt x="214623" y="327340"/>
                  </a:lnTo>
                  <a:lnTo>
                    <a:pt x="219680" y="325755"/>
                  </a:lnTo>
                  <a:lnTo>
                    <a:pt x="224685" y="324010"/>
                  </a:lnTo>
                  <a:lnTo>
                    <a:pt x="229632" y="322107"/>
                  </a:lnTo>
                  <a:lnTo>
                    <a:pt x="234516" y="320048"/>
                  </a:lnTo>
                  <a:lnTo>
                    <a:pt x="239332" y="317836"/>
                  </a:lnTo>
                  <a:lnTo>
                    <a:pt x="244076" y="315472"/>
                  </a:lnTo>
                  <a:lnTo>
                    <a:pt x="248743" y="312959"/>
                  </a:lnTo>
                  <a:lnTo>
                    <a:pt x="253327" y="310299"/>
                  </a:lnTo>
                  <a:lnTo>
                    <a:pt x="257825" y="307495"/>
                  </a:lnTo>
                  <a:lnTo>
                    <a:pt x="262232" y="304550"/>
                  </a:lnTo>
                  <a:lnTo>
                    <a:pt x="266543" y="301467"/>
                  </a:lnTo>
                  <a:lnTo>
                    <a:pt x="270754" y="298249"/>
                  </a:lnTo>
                  <a:lnTo>
                    <a:pt x="274861" y="294898"/>
                  </a:lnTo>
                  <a:lnTo>
                    <a:pt x="278860" y="291420"/>
                  </a:lnTo>
                  <a:lnTo>
                    <a:pt x="282746" y="287816"/>
                  </a:lnTo>
                  <a:lnTo>
                    <a:pt x="286517" y="284091"/>
                  </a:lnTo>
                  <a:lnTo>
                    <a:pt x="290167" y="280248"/>
                  </a:lnTo>
                  <a:lnTo>
                    <a:pt x="293694" y="276291"/>
                  </a:lnTo>
                  <a:lnTo>
                    <a:pt x="297093" y="272225"/>
                  </a:lnTo>
                  <a:lnTo>
                    <a:pt x="300362" y="268053"/>
                  </a:lnTo>
                  <a:lnTo>
                    <a:pt x="303497" y="263779"/>
                  </a:lnTo>
                  <a:lnTo>
                    <a:pt x="306495" y="259408"/>
                  </a:lnTo>
                  <a:lnTo>
                    <a:pt x="309352" y="254944"/>
                  </a:lnTo>
                  <a:lnTo>
                    <a:pt x="312067" y="250392"/>
                  </a:lnTo>
                  <a:lnTo>
                    <a:pt x="314636" y="245756"/>
                  </a:lnTo>
                  <a:lnTo>
                    <a:pt x="317057" y="241041"/>
                  </a:lnTo>
                  <a:lnTo>
                    <a:pt x="319328" y="236252"/>
                  </a:lnTo>
                  <a:lnTo>
                    <a:pt x="321445" y="231393"/>
                  </a:lnTo>
                  <a:lnTo>
                    <a:pt x="323407" y="226469"/>
                  </a:lnTo>
                  <a:lnTo>
                    <a:pt x="325212" y="221486"/>
                  </a:lnTo>
                  <a:lnTo>
                    <a:pt x="326858" y="216448"/>
                  </a:lnTo>
                  <a:lnTo>
                    <a:pt x="328344" y="211360"/>
                  </a:lnTo>
                  <a:lnTo>
                    <a:pt x="329667" y="206228"/>
                  </a:lnTo>
                  <a:lnTo>
                    <a:pt x="330828" y="201056"/>
                  </a:lnTo>
                  <a:lnTo>
                    <a:pt x="331823" y="195851"/>
                  </a:lnTo>
                  <a:lnTo>
                    <a:pt x="332653" y="190616"/>
                  </a:lnTo>
                  <a:lnTo>
                    <a:pt x="333317" y="185357"/>
                  </a:lnTo>
                  <a:lnTo>
                    <a:pt x="333814" y="180081"/>
                  </a:lnTo>
                  <a:lnTo>
                    <a:pt x="334143" y="174791"/>
                  </a:lnTo>
                  <a:lnTo>
                    <a:pt x="334305" y="169493"/>
                  </a:lnTo>
                  <a:lnTo>
                    <a:pt x="334298" y="164193"/>
                  </a:lnTo>
                  <a:lnTo>
                    <a:pt x="334123" y="158895"/>
                  </a:lnTo>
                  <a:lnTo>
                    <a:pt x="333781" y="153606"/>
                  </a:lnTo>
                  <a:lnTo>
                    <a:pt x="333271" y="148331"/>
                  </a:lnTo>
                  <a:lnTo>
                    <a:pt x="332593" y="143074"/>
                  </a:lnTo>
                  <a:lnTo>
                    <a:pt x="331750" y="137841"/>
                  </a:lnTo>
                  <a:lnTo>
                    <a:pt x="330741" y="132638"/>
                  </a:lnTo>
                  <a:lnTo>
                    <a:pt x="329568" y="127469"/>
                  </a:lnTo>
                  <a:lnTo>
                    <a:pt x="328232" y="122340"/>
                  </a:lnTo>
                  <a:lnTo>
                    <a:pt x="326733" y="117256"/>
                  </a:lnTo>
                  <a:lnTo>
                    <a:pt x="325074" y="112223"/>
                  </a:lnTo>
                  <a:lnTo>
                    <a:pt x="323257" y="107244"/>
                  </a:lnTo>
                  <a:lnTo>
                    <a:pt x="321282" y="102325"/>
                  </a:lnTo>
                  <a:lnTo>
                    <a:pt x="319153" y="97472"/>
                  </a:lnTo>
                  <a:lnTo>
                    <a:pt x="316870" y="92688"/>
                  </a:lnTo>
                  <a:lnTo>
                    <a:pt x="314438" y="87979"/>
                  </a:lnTo>
                  <a:lnTo>
                    <a:pt x="311857" y="83350"/>
                  </a:lnTo>
                  <a:lnTo>
                    <a:pt x="309130" y="78804"/>
                  </a:lnTo>
                  <a:lnTo>
                    <a:pt x="306261" y="74348"/>
                  </a:lnTo>
                  <a:lnTo>
                    <a:pt x="303252" y="69984"/>
                  </a:lnTo>
                  <a:lnTo>
                    <a:pt x="300107" y="65719"/>
                  </a:lnTo>
                  <a:lnTo>
                    <a:pt x="296827" y="61555"/>
                  </a:lnTo>
                  <a:lnTo>
                    <a:pt x="293418" y="57497"/>
                  </a:lnTo>
                  <a:lnTo>
                    <a:pt x="289881" y="53549"/>
                  </a:lnTo>
                  <a:lnTo>
                    <a:pt x="286221" y="49716"/>
                  </a:lnTo>
                  <a:lnTo>
                    <a:pt x="282442" y="46000"/>
                  </a:lnTo>
                  <a:lnTo>
                    <a:pt x="278546" y="42406"/>
                  </a:lnTo>
                  <a:lnTo>
                    <a:pt x="274538" y="38937"/>
                  </a:lnTo>
                  <a:lnTo>
                    <a:pt x="270423" y="35598"/>
                  </a:lnTo>
                  <a:lnTo>
                    <a:pt x="266204" y="32390"/>
                  </a:lnTo>
                  <a:lnTo>
                    <a:pt x="261885" y="29318"/>
                  </a:lnTo>
                  <a:lnTo>
                    <a:pt x="257471" y="26384"/>
                  </a:lnTo>
                  <a:lnTo>
                    <a:pt x="252966" y="23591"/>
                  </a:lnTo>
                  <a:lnTo>
                    <a:pt x="248375" y="20943"/>
                  </a:lnTo>
                  <a:lnTo>
                    <a:pt x="243702" y="18442"/>
                  </a:lnTo>
                  <a:lnTo>
                    <a:pt x="238952" y="16090"/>
                  </a:lnTo>
                  <a:lnTo>
                    <a:pt x="167155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71797" cy="167167"/>
            </a:xfrm>
            <a:custGeom>
              <a:avLst/>
              <a:pathLst>
                <a:path w="71797" h="167167">
                  <a:moveTo>
                    <a:pt x="71797" y="16203"/>
                  </a:moveTo>
                  <a:lnTo>
                    <a:pt x="66601" y="13840"/>
                  </a:lnTo>
                  <a:lnTo>
                    <a:pt x="61327" y="11655"/>
                  </a:lnTo>
                  <a:lnTo>
                    <a:pt x="55982" y="9652"/>
                  </a:lnTo>
                  <a:lnTo>
                    <a:pt x="50571" y="7833"/>
                  </a:lnTo>
                  <a:lnTo>
                    <a:pt x="45102" y="6199"/>
                  </a:lnTo>
                  <a:lnTo>
                    <a:pt x="39580" y="4753"/>
                  </a:lnTo>
                  <a:lnTo>
                    <a:pt x="34011" y="3496"/>
                  </a:lnTo>
                  <a:lnTo>
                    <a:pt x="28404" y="2430"/>
                  </a:lnTo>
                  <a:lnTo>
                    <a:pt x="22763" y="1557"/>
                  </a:lnTo>
                  <a:lnTo>
                    <a:pt x="17095" y="876"/>
                  </a:lnTo>
                  <a:lnTo>
                    <a:pt x="11408" y="389"/>
                  </a:lnTo>
                  <a:lnTo>
                    <a:pt x="570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2" y="1322571"/>
              <a:ext cx="167167" cy="318043"/>
            </a:xfrm>
            <a:custGeom>
              <a:avLst/>
              <a:pathLst>
                <a:path w="167167" h="318043">
                  <a:moveTo>
                    <a:pt x="167167" y="0"/>
                  </a:moveTo>
                  <a:lnTo>
                    <a:pt x="161801" y="86"/>
                  </a:lnTo>
                  <a:lnTo>
                    <a:pt x="156442" y="344"/>
                  </a:lnTo>
                  <a:lnTo>
                    <a:pt x="151093" y="774"/>
                  </a:lnTo>
                  <a:lnTo>
                    <a:pt x="145761" y="1376"/>
                  </a:lnTo>
                  <a:lnTo>
                    <a:pt x="140451" y="2148"/>
                  </a:lnTo>
                  <a:lnTo>
                    <a:pt x="135168" y="3091"/>
                  </a:lnTo>
                  <a:lnTo>
                    <a:pt x="129919" y="4202"/>
                  </a:lnTo>
                  <a:lnTo>
                    <a:pt x="124708" y="5481"/>
                  </a:lnTo>
                  <a:lnTo>
                    <a:pt x="119540" y="6927"/>
                  </a:lnTo>
                  <a:lnTo>
                    <a:pt x="114422" y="8539"/>
                  </a:lnTo>
                  <a:lnTo>
                    <a:pt x="109358" y="10313"/>
                  </a:lnTo>
                  <a:lnTo>
                    <a:pt x="104354" y="12249"/>
                  </a:lnTo>
                  <a:lnTo>
                    <a:pt x="99414" y="14345"/>
                  </a:lnTo>
                  <a:lnTo>
                    <a:pt x="94544" y="16598"/>
                  </a:lnTo>
                  <a:lnTo>
                    <a:pt x="89749" y="19007"/>
                  </a:lnTo>
                  <a:lnTo>
                    <a:pt x="85034" y="21568"/>
                  </a:lnTo>
                  <a:lnTo>
                    <a:pt x="80403" y="24279"/>
                  </a:lnTo>
                  <a:lnTo>
                    <a:pt x="75862" y="27137"/>
                  </a:lnTo>
                  <a:lnTo>
                    <a:pt x="71414" y="30140"/>
                  </a:lnTo>
                  <a:lnTo>
                    <a:pt x="67066" y="33283"/>
                  </a:lnTo>
                  <a:lnTo>
                    <a:pt x="62820" y="36565"/>
                  </a:lnTo>
                  <a:lnTo>
                    <a:pt x="58683" y="39981"/>
                  </a:lnTo>
                  <a:lnTo>
                    <a:pt x="54656" y="43529"/>
                  </a:lnTo>
                  <a:lnTo>
                    <a:pt x="50746" y="47203"/>
                  </a:lnTo>
                  <a:lnTo>
                    <a:pt x="46956" y="51002"/>
                  </a:lnTo>
                  <a:lnTo>
                    <a:pt x="43290" y="54920"/>
                  </a:lnTo>
                  <a:lnTo>
                    <a:pt x="39751" y="58953"/>
                  </a:lnTo>
                  <a:lnTo>
                    <a:pt x="36343" y="63098"/>
                  </a:lnTo>
                  <a:lnTo>
                    <a:pt x="33071" y="67351"/>
                  </a:lnTo>
                  <a:lnTo>
                    <a:pt x="29936" y="71706"/>
                  </a:lnTo>
                  <a:lnTo>
                    <a:pt x="26943" y="76160"/>
                  </a:lnTo>
                  <a:lnTo>
                    <a:pt x="24095" y="80707"/>
                  </a:lnTo>
                  <a:lnTo>
                    <a:pt x="21393" y="85343"/>
                  </a:lnTo>
                  <a:lnTo>
                    <a:pt x="18842" y="90064"/>
                  </a:lnTo>
                  <a:lnTo>
                    <a:pt x="16444" y="94864"/>
                  </a:lnTo>
                  <a:lnTo>
                    <a:pt x="14201" y="99739"/>
                  </a:lnTo>
                  <a:lnTo>
                    <a:pt x="12116" y="104683"/>
                  </a:lnTo>
                  <a:lnTo>
                    <a:pt x="10190" y="109692"/>
                  </a:lnTo>
                  <a:lnTo>
                    <a:pt x="8427" y="114759"/>
                  </a:lnTo>
                  <a:lnTo>
                    <a:pt x="6826" y="119881"/>
                  </a:lnTo>
                  <a:lnTo>
                    <a:pt x="5391" y="125052"/>
                  </a:lnTo>
                  <a:lnTo>
                    <a:pt x="4123" y="130265"/>
                  </a:lnTo>
                  <a:lnTo>
                    <a:pt x="3023" y="135517"/>
                  </a:lnTo>
                  <a:lnTo>
                    <a:pt x="2091" y="140802"/>
                  </a:lnTo>
                  <a:lnTo>
                    <a:pt x="1330" y="146113"/>
                  </a:lnTo>
                  <a:lnTo>
                    <a:pt x="740" y="151447"/>
                  </a:lnTo>
                  <a:lnTo>
                    <a:pt x="321" y="156796"/>
                  </a:lnTo>
                  <a:lnTo>
                    <a:pt x="74" y="162157"/>
                  </a:lnTo>
                  <a:lnTo>
                    <a:pt x="0" y="167522"/>
                  </a:lnTo>
                  <a:lnTo>
                    <a:pt x="97" y="172887"/>
                  </a:lnTo>
                  <a:lnTo>
                    <a:pt x="367" y="178246"/>
                  </a:lnTo>
                  <a:lnTo>
                    <a:pt x="808" y="183594"/>
                  </a:lnTo>
                  <a:lnTo>
                    <a:pt x="1421" y="188925"/>
                  </a:lnTo>
                  <a:lnTo>
                    <a:pt x="2205" y="194233"/>
                  </a:lnTo>
                  <a:lnTo>
                    <a:pt x="3158" y="199513"/>
                  </a:lnTo>
                  <a:lnTo>
                    <a:pt x="4281" y="204761"/>
                  </a:lnTo>
                  <a:lnTo>
                    <a:pt x="5572" y="209969"/>
                  </a:lnTo>
                  <a:lnTo>
                    <a:pt x="7029" y="215133"/>
                  </a:lnTo>
                  <a:lnTo>
                    <a:pt x="8651" y="220248"/>
                  </a:lnTo>
                  <a:lnTo>
                    <a:pt x="10436" y="225308"/>
                  </a:lnTo>
                  <a:lnTo>
                    <a:pt x="12383" y="230309"/>
                  </a:lnTo>
                  <a:lnTo>
                    <a:pt x="14489" y="235244"/>
                  </a:lnTo>
                  <a:lnTo>
                    <a:pt x="16752" y="240109"/>
                  </a:lnTo>
                  <a:lnTo>
                    <a:pt x="19171" y="244899"/>
                  </a:lnTo>
                  <a:lnTo>
                    <a:pt x="21742" y="249609"/>
                  </a:lnTo>
                  <a:lnTo>
                    <a:pt x="24463" y="254234"/>
                  </a:lnTo>
                  <a:lnTo>
                    <a:pt x="27331" y="258769"/>
                  </a:lnTo>
                  <a:lnTo>
                    <a:pt x="30343" y="263210"/>
                  </a:lnTo>
                  <a:lnTo>
                    <a:pt x="33496" y="267552"/>
                  </a:lnTo>
                  <a:lnTo>
                    <a:pt x="36787" y="271790"/>
                  </a:lnTo>
                  <a:lnTo>
                    <a:pt x="40212" y="275921"/>
                  </a:lnTo>
                  <a:lnTo>
                    <a:pt x="43767" y="279939"/>
                  </a:lnTo>
                  <a:lnTo>
                    <a:pt x="47450" y="283842"/>
                  </a:lnTo>
                  <a:lnTo>
                    <a:pt x="51257" y="287624"/>
                  </a:lnTo>
                  <a:lnTo>
                    <a:pt x="55183" y="291282"/>
                  </a:lnTo>
                  <a:lnTo>
                    <a:pt x="59224" y="294812"/>
                  </a:lnTo>
                  <a:lnTo>
                    <a:pt x="63376" y="298211"/>
                  </a:lnTo>
                  <a:lnTo>
                    <a:pt x="67635" y="301474"/>
                  </a:lnTo>
                  <a:lnTo>
                    <a:pt x="71997" y="304600"/>
                  </a:lnTo>
                  <a:lnTo>
                    <a:pt x="76457" y="307583"/>
                  </a:lnTo>
                  <a:lnTo>
                    <a:pt x="81011" y="310422"/>
                  </a:lnTo>
                  <a:lnTo>
                    <a:pt x="85653" y="313114"/>
                  </a:lnTo>
                  <a:lnTo>
                    <a:pt x="90379" y="315655"/>
                  </a:lnTo>
                  <a:lnTo>
                    <a:pt x="95184" y="31804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9056" y="1489739"/>
              <a:ext cx="71982" cy="150875"/>
            </a:xfrm>
            <a:custGeom>
              <a:avLst/>
              <a:pathLst>
                <a:path w="71982" h="150875">
                  <a:moveTo>
                    <a:pt x="0" y="150875"/>
                  </a:moveTo>
                  <a:lnTo>
                    <a:pt x="719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9056" y="1322589"/>
              <a:ext cx="239146" cy="334316"/>
            </a:xfrm>
            <a:custGeom>
              <a:avLst/>
              <a:pathLst>
                <a:path w="239146" h="334316">
                  <a:moveTo>
                    <a:pt x="0" y="318024"/>
                  </a:moveTo>
                  <a:lnTo>
                    <a:pt x="4847" y="320243"/>
                  </a:lnTo>
                  <a:lnTo>
                    <a:pt x="9763" y="322306"/>
                  </a:lnTo>
                  <a:lnTo>
                    <a:pt x="14742" y="324211"/>
                  </a:lnTo>
                  <a:lnTo>
                    <a:pt x="19780" y="325956"/>
                  </a:lnTo>
                  <a:lnTo>
                    <a:pt x="24870" y="327540"/>
                  </a:lnTo>
                  <a:lnTo>
                    <a:pt x="30009" y="328961"/>
                  </a:lnTo>
                  <a:lnTo>
                    <a:pt x="35190" y="330217"/>
                  </a:lnTo>
                  <a:lnTo>
                    <a:pt x="40409" y="331307"/>
                  </a:lnTo>
                  <a:lnTo>
                    <a:pt x="45659" y="332231"/>
                  </a:lnTo>
                  <a:lnTo>
                    <a:pt x="50937" y="332986"/>
                  </a:lnTo>
                  <a:lnTo>
                    <a:pt x="56235" y="333573"/>
                  </a:lnTo>
                  <a:lnTo>
                    <a:pt x="61550" y="333990"/>
                  </a:lnTo>
                  <a:lnTo>
                    <a:pt x="66876" y="334238"/>
                  </a:lnTo>
                  <a:lnTo>
                    <a:pt x="72207" y="334316"/>
                  </a:lnTo>
                  <a:lnTo>
                    <a:pt x="77537" y="334224"/>
                  </a:lnTo>
                  <a:lnTo>
                    <a:pt x="82862" y="333962"/>
                  </a:lnTo>
                  <a:lnTo>
                    <a:pt x="88176" y="333530"/>
                  </a:lnTo>
                  <a:lnTo>
                    <a:pt x="93473" y="332929"/>
                  </a:lnTo>
                  <a:lnTo>
                    <a:pt x="98748" y="332159"/>
                  </a:lnTo>
                  <a:lnTo>
                    <a:pt x="103996" y="331222"/>
                  </a:lnTo>
                  <a:lnTo>
                    <a:pt x="109212" y="330118"/>
                  </a:lnTo>
                  <a:lnTo>
                    <a:pt x="114390" y="328848"/>
                  </a:lnTo>
                  <a:lnTo>
                    <a:pt x="119524" y="327413"/>
                  </a:lnTo>
                  <a:lnTo>
                    <a:pt x="124611" y="325816"/>
                  </a:lnTo>
                  <a:lnTo>
                    <a:pt x="129643" y="324057"/>
                  </a:lnTo>
                  <a:lnTo>
                    <a:pt x="134617" y="322138"/>
                  </a:lnTo>
                  <a:lnTo>
                    <a:pt x="139528" y="320062"/>
                  </a:lnTo>
                  <a:lnTo>
                    <a:pt x="144370" y="317831"/>
                  </a:lnTo>
                  <a:lnTo>
                    <a:pt x="149138" y="315446"/>
                  </a:lnTo>
                  <a:lnTo>
                    <a:pt x="153827" y="312910"/>
                  </a:lnTo>
                  <a:lnTo>
                    <a:pt x="158434" y="310226"/>
                  </a:lnTo>
                  <a:lnTo>
                    <a:pt x="162952" y="307396"/>
                  </a:lnTo>
                  <a:lnTo>
                    <a:pt x="167378" y="304424"/>
                  </a:lnTo>
                  <a:lnTo>
                    <a:pt x="171707" y="301313"/>
                  </a:lnTo>
                  <a:lnTo>
                    <a:pt x="175934" y="298064"/>
                  </a:lnTo>
                  <a:lnTo>
                    <a:pt x="180056" y="294683"/>
                  </a:lnTo>
                  <a:lnTo>
                    <a:pt x="184068" y="291172"/>
                  </a:lnTo>
                  <a:lnTo>
                    <a:pt x="187965" y="287535"/>
                  </a:lnTo>
                  <a:lnTo>
                    <a:pt x="191745" y="283775"/>
                  </a:lnTo>
                  <a:lnTo>
                    <a:pt x="195403" y="279897"/>
                  </a:lnTo>
                  <a:lnTo>
                    <a:pt x="198936" y="275904"/>
                  </a:lnTo>
                  <a:lnTo>
                    <a:pt x="202339" y="271800"/>
                  </a:lnTo>
                  <a:lnTo>
                    <a:pt x="205610" y="267590"/>
                  </a:lnTo>
                  <a:lnTo>
                    <a:pt x="208745" y="263278"/>
                  </a:lnTo>
                  <a:lnTo>
                    <a:pt x="211741" y="258868"/>
                  </a:lnTo>
                  <a:lnTo>
                    <a:pt x="214594" y="254365"/>
                  </a:lnTo>
                  <a:lnTo>
                    <a:pt x="217303" y="249773"/>
                  </a:lnTo>
                  <a:lnTo>
                    <a:pt x="219864" y="245097"/>
                  </a:lnTo>
                  <a:lnTo>
                    <a:pt x="222274" y="240342"/>
                  </a:lnTo>
                  <a:lnTo>
                    <a:pt x="224532" y="235512"/>
                  </a:lnTo>
                  <a:lnTo>
                    <a:pt x="226634" y="230613"/>
                  </a:lnTo>
                  <a:lnTo>
                    <a:pt x="228579" y="225649"/>
                  </a:lnTo>
                  <a:lnTo>
                    <a:pt x="230365" y="220626"/>
                  </a:lnTo>
                  <a:lnTo>
                    <a:pt x="231990" y="215548"/>
                  </a:lnTo>
                  <a:lnTo>
                    <a:pt x="233452" y="210422"/>
                  </a:lnTo>
                  <a:lnTo>
                    <a:pt x="234749" y="205251"/>
                  </a:lnTo>
                  <a:lnTo>
                    <a:pt x="235882" y="200041"/>
                  </a:lnTo>
                  <a:lnTo>
                    <a:pt x="236847" y="194798"/>
                  </a:lnTo>
                  <a:lnTo>
                    <a:pt x="237645" y="189527"/>
                  </a:lnTo>
                  <a:lnTo>
                    <a:pt x="238274" y="184233"/>
                  </a:lnTo>
                  <a:lnTo>
                    <a:pt x="238734" y="178921"/>
                  </a:lnTo>
                  <a:lnTo>
                    <a:pt x="239025" y="173598"/>
                  </a:lnTo>
                  <a:lnTo>
                    <a:pt x="239146" y="168268"/>
                  </a:lnTo>
                  <a:lnTo>
                    <a:pt x="239096" y="162937"/>
                  </a:lnTo>
                  <a:lnTo>
                    <a:pt x="238877" y="157610"/>
                  </a:lnTo>
                  <a:lnTo>
                    <a:pt x="238488" y="152293"/>
                  </a:lnTo>
                  <a:lnTo>
                    <a:pt x="237930" y="146992"/>
                  </a:lnTo>
                  <a:lnTo>
                    <a:pt x="237203" y="141710"/>
                  </a:lnTo>
                  <a:lnTo>
                    <a:pt x="236307" y="136455"/>
                  </a:lnTo>
                  <a:lnTo>
                    <a:pt x="235245" y="131230"/>
                  </a:lnTo>
                  <a:lnTo>
                    <a:pt x="234017" y="126042"/>
                  </a:lnTo>
                  <a:lnTo>
                    <a:pt x="232623" y="120896"/>
                  </a:lnTo>
                  <a:lnTo>
                    <a:pt x="231067" y="115797"/>
                  </a:lnTo>
                  <a:lnTo>
                    <a:pt x="229349" y="110751"/>
                  </a:lnTo>
                  <a:lnTo>
                    <a:pt x="227470" y="105761"/>
                  </a:lnTo>
                  <a:lnTo>
                    <a:pt x="225434" y="100835"/>
                  </a:lnTo>
                  <a:lnTo>
                    <a:pt x="223241" y="95975"/>
                  </a:lnTo>
                  <a:lnTo>
                    <a:pt x="220894" y="91188"/>
                  </a:lnTo>
                  <a:lnTo>
                    <a:pt x="218396" y="86478"/>
                  </a:lnTo>
                  <a:lnTo>
                    <a:pt x="215750" y="81850"/>
                  </a:lnTo>
                  <a:lnTo>
                    <a:pt x="212957" y="77309"/>
                  </a:lnTo>
                  <a:lnTo>
                    <a:pt x="210020" y="72860"/>
                  </a:lnTo>
                  <a:lnTo>
                    <a:pt x="206943" y="68506"/>
                  </a:lnTo>
                  <a:lnTo>
                    <a:pt x="203729" y="64252"/>
                  </a:lnTo>
                  <a:lnTo>
                    <a:pt x="200381" y="60104"/>
                  </a:lnTo>
                  <a:lnTo>
                    <a:pt x="196902" y="56064"/>
                  </a:lnTo>
                  <a:lnTo>
                    <a:pt x="193297" y="52137"/>
                  </a:lnTo>
                  <a:lnTo>
                    <a:pt x="189567" y="48327"/>
                  </a:lnTo>
                  <a:lnTo>
                    <a:pt x="185719" y="44638"/>
                  </a:lnTo>
                  <a:lnTo>
                    <a:pt x="181754" y="41073"/>
                  </a:lnTo>
                  <a:lnTo>
                    <a:pt x="177678" y="37637"/>
                  </a:lnTo>
                  <a:lnTo>
                    <a:pt x="173495" y="34333"/>
                  </a:lnTo>
                  <a:lnTo>
                    <a:pt x="169208" y="31163"/>
                  </a:lnTo>
                  <a:lnTo>
                    <a:pt x="164822" y="28132"/>
                  </a:lnTo>
                  <a:lnTo>
                    <a:pt x="160342" y="25242"/>
                  </a:lnTo>
                  <a:lnTo>
                    <a:pt x="155772" y="22497"/>
                  </a:lnTo>
                  <a:lnTo>
                    <a:pt x="151117" y="19899"/>
                  </a:lnTo>
                  <a:lnTo>
                    <a:pt x="146381" y="17450"/>
                  </a:lnTo>
                  <a:lnTo>
                    <a:pt x="141570" y="15154"/>
                  </a:lnTo>
                  <a:lnTo>
                    <a:pt x="136688" y="13012"/>
                  </a:lnTo>
                  <a:lnTo>
                    <a:pt x="131740" y="11027"/>
                  </a:lnTo>
                  <a:lnTo>
                    <a:pt x="126731" y="9201"/>
                  </a:lnTo>
                  <a:lnTo>
                    <a:pt x="121666" y="7535"/>
                  </a:lnTo>
                  <a:lnTo>
                    <a:pt x="116552" y="6032"/>
                  </a:lnTo>
                  <a:lnTo>
                    <a:pt x="111391" y="4693"/>
                  </a:lnTo>
                  <a:lnTo>
                    <a:pt x="106191" y="3519"/>
                  </a:lnTo>
                  <a:lnTo>
                    <a:pt x="100956" y="2511"/>
                  </a:lnTo>
                  <a:lnTo>
                    <a:pt x="95691" y="1671"/>
                  </a:lnTo>
                  <a:lnTo>
                    <a:pt x="90402" y="999"/>
                  </a:lnTo>
                  <a:lnTo>
                    <a:pt x="85095" y="496"/>
                  </a:lnTo>
                  <a:lnTo>
                    <a:pt x="79774" y="163"/>
                  </a:lnTo>
                  <a:lnTo>
                    <a:pt x="74445" y="0"/>
                  </a:lnTo>
                  <a:lnTo>
                    <a:pt x="71982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2463" cy="167167"/>
            </a:xfrm>
            <a:custGeom>
              <a:avLst/>
              <a:pathLst>
                <a:path w="2463" h="167167">
                  <a:moveTo>
                    <a:pt x="246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1" y="1071028"/>
              <a:ext cx="167167" cy="275814"/>
            </a:xfrm>
            <a:custGeom>
              <a:avLst/>
              <a:pathLst>
                <a:path w="167167" h="275814">
                  <a:moveTo>
                    <a:pt x="167167" y="0"/>
                  </a:moveTo>
                  <a:lnTo>
                    <a:pt x="161803" y="86"/>
                  </a:lnTo>
                  <a:lnTo>
                    <a:pt x="156446" y="344"/>
                  </a:lnTo>
                  <a:lnTo>
                    <a:pt x="151099" y="773"/>
                  </a:lnTo>
                  <a:lnTo>
                    <a:pt x="145769" y="1375"/>
                  </a:lnTo>
                  <a:lnTo>
                    <a:pt x="140461" y="2146"/>
                  </a:lnTo>
                  <a:lnTo>
                    <a:pt x="135180" y="3088"/>
                  </a:lnTo>
                  <a:lnTo>
                    <a:pt x="129932" y="4199"/>
                  </a:lnTo>
                  <a:lnTo>
                    <a:pt x="124723" y="5477"/>
                  </a:lnTo>
                  <a:lnTo>
                    <a:pt x="119557" y="6922"/>
                  </a:lnTo>
                  <a:lnTo>
                    <a:pt x="114441" y="8532"/>
                  </a:lnTo>
                  <a:lnTo>
                    <a:pt x="109379" y="10306"/>
                  </a:lnTo>
                  <a:lnTo>
                    <a:pt x="104376" y="12240"/>
                  </a:lnTo>
                  <a:lnTo>
                    <a:pt x="99437" y="14335"/>
                  </a:lnTo>
                  <a:lnTo>
                    <a:pt x="94569" y="16586"/>
                  </a:lnTo>
                  <a:lnTo>
                    <a:pt x="89775" y="18993"/>
                  </a:lnTo>
                  <a:lnTo>
                    <a:pt x="85061" y="21552"/>
                  </a:lnTo>
                  <a:lnTo>
                    <a:pt x="80432" y="24261"/>
                  </a:lnTo>
                  <a:lnTo>
                    <a:pt x="75892" y="27118"/>
                  </a:lnTo>
                  <a:lnTo>
                    <a:pt x="71445" y="30118"/>
                  </a:lnTo>
                  <a:lnTo>
                    <a:pt x="67098" y="33260"/>
                  </a:lnTo>
                  <a:lnTo>
                    <a:pt x="62853" y="36539"/>
                  </a:lnTo>
                  <a:lnTo>
                    <a:pt x="58716" y="39953"/>
                  </a:lnTo>
                  <a:lnTo>
                    <a:pt x="54690" y="43498"/>
                  </a:lnTo>
                  <a:lnTo>
                    <a:pt x="50780" y="47170"/>
                  </a:lnTo>
                  <a:lnTo>
                    <a:pt x="46990" y="50966"/>
                  </a:lnTo>
                  <a:lnTo>
                    <a:pt x="43324" y="54882"/>
                  </a:lnTo>
                  <a:lnTo>
                    <a:pt x="39786" y="58913"/>
                  </a:lnTo>
                  <a:lnTo>
                    <a:pt x="36378" y="63055"/>
                  </a:lnTo>
                  <a:lnTo>
                    <a:pt x="33105" y="67305"/>
                  </a:lnTo>
                  <a:lnTo>
                    <a:pt x="29970" y="71657"/>
                  </a:lnTo>
                  <a:lnTo>
                    <a:pt x="26977" y="76108"/>
                  </a:lnTo>
                  <a:lnTo>
                    <a:pt x="24127" y="80653"/>
                  </a:lnTo>
                  <a:lnTo>
                    <a:pt x="21425" y="85287"/>
                  </a:lnTo>
                  <a:lnTo>
                    <a:pt x="18873" y="90005"/>
                  </a:lnTo>
                  <a:lnTo>
                    <a:pt x="16474" y="94802"/>
                  </a:lnTo>
                  <a:lnTo>
                    <a:pt x="14230" y="99674"/>
                  </a:lnTo>
                  <a:lnTo>
                    <a:pt x="12143" y="104615"/>
                  </a:lnTo>
                  <a:lnTo>
                    <a:pt x="10216" y="109621"/>
                  </a:lnTo>
                  <a:lnTo>
                    <a:pt x="8451" y="114686"/>
                  </a:lnTo>
                  <a:lnTo>
                    <a:pt x="6849" y="119805"/>
                  </a:lnTo>
                  <a:lnTo>
                    <a:pt x="5412" y="124973"/>
                  </a:lnTo>
                  <a:lnTo>
                    <a:pt x="4141" y="130185"/>
                  </a:lnTo>
                  <a:lnTo>
                    <a:pt x="3039" y="135434"/>
                  </a:lnTo>
                  <a:lnTo>
                    <a:pt x="2105" y="140716"/>
                  </a:lnTo>
                  <a:lnTo>
                    <a:pt x="1342" y="146025"/>
                  </a:lnTo>
                  <a:lnTo>
                    <a:pt x="749" y="151357"/>
                  </a:lnTo>
                  <a:lnTo>
                    <a:pt x="327" y="156704"/>
                  </a:lnTo>
                  <a:lnTo>
                    <a:pt x="77" y="162062"/>
                  </a:lnTo>
                  <a:lnTo>
                    <a:pt x="0" y="167425"/>
                  </a:lnTo>
                  <a:lnTo>
                    <a:pt x="94" y="172788"/>
                  </a:lnTo>
                  <a:lnTo>
                    <a:pt x="360" y="178146"/>
                  </a:lnTo>
                  <a:lnTo>
                    <a:pt x="798" y="183492"/>
                  </a:lnTo>
                  <a:lnTo>
                    <a:pt x="1408" y="188821"/>
                  </a:lnTo>
                  <a:lnTo>
                    <a:pt x="2188" y="194128"/>
                  </a:lnTo>
                  <a:lnTo>
                    <a:pt x="3138" y="199407"/>
                  </a:lnTo>
                  <a:lnTo>
                    <a:pt x="4257" y="204653"/>
                  </a:lnTo>
                  <a:lnTo>
                    <a:pt x="5543" y="209860"/>
                  </a:lnTo>
                  <a:lnTo>
                    <a:pt x="6996" y="215024"/>
                  </a:lnTo>
                  <a:lnTo>
                    <a:pt x="8614" y="220138"/>
                  </a:lnTo>
                  <a:lnTo>
                    <a:pt x="10395" y="225198"/>
                  </a:lnTo>
                  <a:lnTo>
                    <a:pt x="12337" y="230197"/>
                  </a:lnTo>
                  <a:lnTo>
                    <a:pt x="14439" y="235132"/>
                  </a:lnTo>
                  <a:lnTo>
                    <a:pt x="16699" y="239997"/>
                  </a:lnTo>
                  <a:lnTo>
                    <a:pt x="19113" y="244787"/>
                  </a:lnTo>
                  <a:lnTo>
                    <a:pt x="21679" y="249497"/>
                  </a:lnTo>
                  <a:lnTo>
                    <a:pt x="24395" y="254123"/>
                  </a:lnTo>
                  <a:lnTo>
                    <a:pt x="27259" y="258659"/>
                  </a:lnTo>
                  <a:lnTo>
                    <a:pt x="30266" y="263100"/>
                  </a:lnTo>
                  <a:lnTo>
                    <a:pt x="33414" y="267443"/>
                  </a:lnTo>
                  <a:lnTo>
                    <a:pt x="36700" y="271683"/>
                  </a:lnTo>
                  <a:lnTo>
                    <a:pt x="40121" y="27581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8212" y="1238196"/>
              <a:ext cx="127045" cy="108647"/>
            </a:xfrm>
            <a:custGeom>
              <a:avLst/>
              <a:pathLst>
                <a:path w="127045" h="108647">
                  <a:moveTo>
                    <a:pt x="0" y="108647"/>
                  </a:moveTo>
                  <a:lnTo>
                    <a:pt x="1270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8212" y="1120163"/>
              <a:ext cx="294200" cy="285199"/>
            </a:xfrm>
            <a:custGeom>
              <a:avLst/>
              <a:pathLst>
                <a:path w="294200" h="285199">
                  <a:moveTo>
                    <a:pt x="0" y="226680"/>
                  </a:moveTo>
                  <a:lnTo>
                    <a:pt x="3525" y="230672"/>
                  </a:lnTo>
                  <a:lnTo>
                    <a:pt x="7176" y="234550"/>
                  </a:lnTo>
                  <a:lnTo>
                    <a:pt x="10949" y="238309"/>
                  </a:lnTo>
                  <a:lnTo>
                    <a:pt x="14839" y="241946"/>
                  </a:lnTo>
                  <a:lnTo>
                    <a:pt x="18844" y="245458"/>
                  </a:lnTo>
                  <a:lnTo>
                    <a:pt x="22958" y="248840"/>
                  </a:lnTo>
                  <a:lnTo>
                    <a:pt x="27178" y="252090"/>
                  </a:lnTo>
                  <a:lnTo>
                    <a:pt x="31499" y="255203"/>
                  </a:lnTo>
                  <a:lnTo>
                    <a:pt x="35917" y="258177"/>
                  </a:lnTo>
                  <a:lnTo>
                    <a:pt x="40428" y="261009"/>
                  </a:lnTo>
                  <a:lnTo>
                    <a:pt x="45027" y="263696"/>
                  </a:lnTo>
                  <a:lnTo>
                    <a:pt x="49709" y="266235"/>
                  </a:lnTo>
                  <a:lnTo>
                    <a:pt x="54469" y="268623"/>
                  </a:lnTo>
                  <a:lnTo>
                    <a:pt x="59303" y="270859"/>
                  </a:lnTo>
                  <a:lnTo>
                    <a:pt x="64206" y="272939"/>
                  </a:lnTo>
                  <a:lnTo>
                    <a:pt x="69173" y="274862"/>
                  </a:lnTo>
                  <a:lnTo>
                    <a:pt x="74198" y="276626"/>
                  </a:lnTo>
                  <a:lnTo>
                    <a:pt x="79277" y="278229"/>
                  </a:lnTo>
                  <a:lnTo>
                    <a:pt x="84405" y="279670"/>
                  </a:lnTo>
                  <a:lnTo>
                    <a:pt x="89576" y="280946"/>
                  </a:lnTo>
                  <a:lnTo>
                    <a:pt x="94785" y="282057"/>
                  </a:lnTo>
                  <a:lnTo>
                    <a:pt x="100026" y="283002"/>
                  </a:lnTo>
                  <a:lnTo>
                    <a:pt x="105295" y="283779"/>
                  </a:lnTo>
                  <a:lnTo>
                    <a:pt x="110586" y="284387"/>
                  </a:lnTo>
                  <a:lnTo>
                    <a:pt x="115894" y="284827"/>
                  </a:lnTo>
                  <a:lnTo>
                    <a:pt x="121213" y="285098"/>
                  </a:lnTo>
                  <a:lnTo>
                    <a:pt x="126538" y="285199"/>
                  </a:lnTo>
                  <a:lnTo>
                    <a:pt x="131864" y="285130"/>
                  </a:lnTo>
                  <a:lnTo>
                    <a:pt x="137185" y="284892"/>
                  </a:lnTo>
                  <a:lnTo>
                    <a:pt x="142495" y="284484"/>
                  </a:lnTo>
                  <a:lnTo>
                    <a:pt x="147790" y="283908"/>
                  </a:lnTo>
                  <a:lnTo>
                    <a:pt x="153063" y="283163"/>
                  </a:lnTo>
                  <a:lnTo>
                    <a:pt x="158311" y="282250"/>
                  </a:lnTo>
                  <a:lnTo>
                    <a:pt x="163526" y="281171"/>
                  </a:lnTo>
                  <a:lnTo>
                    <a:pt x="168705" y="279926"/>
                  </a:lnTo>
                  <a:lnTo>
                    <a:pt x="173841" y="278516"/>
                  </a:lnTo>
                  <a:lnTo>
                    <a:pt x="178929" y="276944"/>
                  </a:lnTo>
                  <a:lnTo>
                    <a:pt x="183965" y="275211"/>
                  </a:lnTo>
                  <a:lnTo>
                    <a:pt x="188944" y="273318"/>
                  </a:lnTo>
                  <a:lnTo>
                    <a:pt x="193859" y="271267"/>
                  </a:lnTo>
                  <a:lnTo>
                    <a:pt x="198707" y="269061"/>
                  </a:lnTo>
                  <a:lnTo>
                    <a:pt x="203482" y="266701"/>
                  </a:lnTo>
                  <a:lnTo>
                    <a:pt x="208179" y="264191"/>
                  </a:lnTo>
                  <a:lnTo>
                    <a:pt x="212794" y="261532"/>
                  </a:lnTo>
                  <a:lnTo>
                    <a:pt x="217322" y="258728"/>
                  </a:lnTo>
                  <a:lnTo>
                    <a:pt x="221758" y="255780"/>
                  </a:lnTo>
                  <a:lnTo>
                    <a:pt x="226098" y="252693"/>
                  </a:lnTo>
                  <a:lnTo>
                    <a:pt x="230337" y="249469"/>
                  </a:lnTo>
                  <a:lnTo>
                    <a:pt x="234472" y="246112"/>
                  </a:lnTo>
                  <a:lnTo>
                    <a:pt x="238498" y="242625"/>
                  </a:lnTo>
                  <a:lnTo>
                    <a:pt x="242410" y="239011"/>
                  </a:lnTo>
                  <a:lnTo>
                    <a:pt x="246206" y="235275"/>
                  </a:lnTo>
                  <a:lnTo>
                    <a:pt x="249880" y="231419"/>
                  </a:lnTo>
                  <a:lnTo>
                    <a:pt x="253430" y="227449"/>
                  </a:lnTo>
                  <a:lnTo>
                    <a:pt x="256851" y="223367"/>
                  </a:lnTo>
                  <a:lnTo>
                    <a:pt x="260141" y="219178"/>
                  </a:lnTo>
                  <a:lnTo>
                    <a:pt x="263296" y="214887"/>
                  </a:lnTo>
                  <a:lnTo>
                    <a:pt x="266312" y="210497"/>
                  </a:lnTo>
                  <a:lnTo>
                    <a:pt x="269187" y="206014"/>
                  </a:lnTo>
                  <a:lnTo>
                    <a:pt x="271917" y="201441"/>
                  </a:lnTo>
                  <a:lnTo>
                    <a:pt x="274501" y="196784"/>
                  </a:lnTo>
                  <a:lnTo>
                    <a:pt x="276935" y="192046"/>
                  </a:lnTo>
                  <a:lnTo>
                    <a:pt x="279217" y="187234"/>
                  </a:lnTo>
                  <a:lnTo>
                    <a:pt x="281344" y="182351"/>
                  </a:lnTo>
                  <a:lnTo>
                    <a:pt x="283315" y="177403"/>
                  </a:lnTo>
                  <a:lnTo>
                    <a:pt x="285127" y="172395"/>
                  </a:lnTo>
                  <a:lnTo>
                    <a:pt x="286778" y="167331"/>
                  </a:lnTo>
                  <a:lnTo>
                    <a:pt x="288268" y="162218"/>
                  </a:lnTo>
                  <a:lnTo>
                    <a:pt x="289593" y="157059"/>
                  </a:lnTo>
                  <a:lnTo>
                    <a:pt x="290754" y="151861"/>
                  </a:lnTo>
                  <a:lnTo>
                    <a:pt x="291749" y="146629"/>
                  </a:lnTo>
                  <a:lnTo>
                    <a:pt x="292576" y="141368"/>
                  </a:lnTo>
                  <a:lnTo>
                    <a:pt x="293235" y="136083"/>
                  </a:lnTo>
                  <a:lnTo>
                    <a:pt x="293726" y="130779"/>
                  </a:lnTo>
                  <a:lnTo>
                    <a:pt x="294048" y="125463"/>
                  </a:lnTo>
                  <a:lnTo>
                    <a:pt x="294200" y="120139"/>
                  </a:lnTo>
                  <a:lnTo>
                    <a:pt x="294182" y="114813"/>
                  </a:lnTo>
                  <a:lnTo>
                    <a:pt x="293995" y="109490"/>
                  </a:lnTo>
                  <a:lnTo>
                    <a:pt x="293638" y="104176"/>
                  </a:lnTo>
                  <a:lnTo>
                    <a:pt x="293112" y="98876"/>
                  </a:lnTo>
                  <a:lnTo>
                    <a:pt x="292417" y="93596"/>
                  </a:lnTo>
                  <a:lnTo>
                    <a:pt x="291555" y="88340"/>
                  </a:lnTo>
                  <a:lnTo>
                    <a:pt x="290525" y="83114"/>
                  </a:lnTo>
                  <a:lnTo>
                    <a:pt x="289330" y="77924"/>
                  </a:lnTo>
                  <a:lnTo>
                    <a:pt x="287970" y="72775"/>
                  </a:lnTo>
                  <a:lnTo>
                    <a:pt x="286447" y="67671"/>
                  </a:lnTo>
                  <a:lnTo>
                    <a:pt x="284761" y="62619"/>
                  </a:lnTo>
                  <a:lnTo>
                    <a:pt x="282916" y="57623"/>
                  </a:lnTo>
                  <a:lnTo>
                    <a:pt x="280913" y="52688"/>
                  </a:lnTo>
                  <a:lnTo>
                    <a:pt x="278753" y="47820"/>
                  </a:lnTo>
                  <a:lnTo>
                    <a:pt x="276439" y="43022"/>
                  </a:lnTo>
                  <a:lnTo>
                    <a:pt x="273974" y="38301"/>
                  </a:lnTo>
                  <a:lnTo>
                    <a:pt x="271359" y="33661"/>
                  </a:lnTo>
                  <a:lnTo>
                    <a:pt x="268598" y="29107"/>
                  </a:lnTo>
                  <a:lnTo>
                    <a:pt x="265694" y="24642"/>
                  </a:lnTo>
                  <a:lnTo>
                    <a:pt x="262648" y="20273"/>
                  </a:lnTo>
                  <a:lnTo>
                    <a:pt x="259465" y="16003"/>
                  </a:lnTo>
                  <a:lnTo>
                    <a:pt x="256148" y="11836"/>
                  </a:lnTo>
                  <a:lnTo>
                    <a:pt x="252699" y="7777"/>
                  </a:lnTo>
                  <a:lnTo>
                    <a:pt x="249123" y="3830"/>
                  </a:lnTo>
                  <a:lnTo>
                    <a:pt x="245423" y="0"/>
                  </a:lnTo>
                  <a:lnTo>
                    <a:pt x="127045" y="118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18377" cy="167167"/>
            </a:xfrm>
            <a:custGeom>
              <a:avLst/>
              <a:pathLst>
                <a:path w="118377" h="167167">
                  <a:moveTo>
                    <a:pt x="118377" y="49134"/>
                  </a:moveTo>
                  <a:lnTo>
                    <a:pt x="114444" y="45317"/>
                  </a:lnTo>
                  <a:lnTo>
                    <a:pt x="110389" y="41631"/>
                  </a:lnTo>
                  <a:lnTo>
                    <a:pt x="106214" y="38080"/>
                  </a:lnTo>
                  <a:lnTo>
                    <a:pt x="101926" y="34668"/>
                  </a:lnTo>
                  <a:lnTo>
                    <a:pt x="97528" y="31398"/>
                  </a:lnTo>
                  <a:lnTo>
                    <a:pt x="93025" y="28274"/>
                  </a:lnTo>
                  <a:lnTo>
                    <a:pt x="88422" y="25299"/>
                  </a:lnTo>
                  <a:lnTo>
                    <a:pt x="83724" y="22477"/>
                  </a:lnTo>
                  <a:lnTo>
                    <a:pt x="78936" y="19810"/>
                  </a:lnTo>
                  <a:lnTo>
                    <a:pt x="74063" y="17302"/>
                  </a:lnTo>
                  <a:lnTo>
                    <a:pt x="69111" y="14955"/>
                  </a:lnTo>
                  <a:lnTo>
                    <a:pt x="64084" y="12771"/>
                  </a:lnTo>
                  <a:lnTo>
                    <a:pt x="58989" y="10753"/>
                  </a:lnTo>
                  <a:lnTo>
                    <a:pt x="53830" y="8904"/>
                  </a:lnTo>
                  <a:lnTo>
                    <a:pt x="48613" y="7224"/>
                  </a:lnTo>
                  <a:lnTo>
                    <a:pt x="43344" y="5717"/>
                  </a:lnTo>
                  <a:lnTo>
                    <a:pt x="38028" y="4383"/>
                  </a:lnTo>
                  <a:lnTo>
                    <a:pt x="32672" y="3223"/>
                  </a:lnTo>
                  <a:lnTo>
                    <a:pt x="27280" y="2241"/>
                  </a:lnTo>
                  <a:lnTo>
                    <a:pt x="21860" y="1435"/>
                  </a:lnTo>
                  <a:lnTo>
                    <a:pt x="16415" y="807"/>
                  </a:lnTo>
                  <a:lnTo>
                    <a:pt x="10953" y="359"/>
                  </a:lnTo>
                  <a:lnTo>
                    <a:pt x="547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2663" y="941493"/>
              <a:ext cx="80880" cy="167167"/>
            </a:xfrm>
            <a:custGeom>
              <a:avLst/>
              <a:pathLst>
                <a:path w="80880" h="167167">
                  <a:moveTo>
                    <a:pt x="80880" y="0"/>
                  </a:moveTo>
                  <a:lnTo>
                    <a:pt x="75253" y="94"/>
                  </a:lnTo>
                  <a:lnTo>
                    <a:pt x="69632" y="378"/>
                  </a:lnTo>
                  <a:lnTo>
                    <a:pt x="64024" y="851"/>
                  </a:lnTo>
                  <a:lnTo>
                    <a:pt x="58435" y="1513"/>
                  </a:lnTo>
                  <a:lnTo>
                    <a:pt x="52871" y="2363"/>
                  </a:lnTo>
                  <a:lnTo>
                    <a:pt x="47340" y="3399"/>
                  </a:lnTo>
                  <a:lnTo>
                    <a:pt x="41846" y="4621"/>
                  </a:lnTo>
                  <a:lnTo>
                    <a:pt x="36396" y="6027"/>
                  </a:lnTo>
                  <a:lnTo>
                    <a:pt x="30997" y="7615"/>
                  </a:lnTo>
                  <a:lnTo>
                    <a:pt x="25655" y="9385"/>
                  </a:lnTo>
                  <a:lnTo>
                    <a:pt x="20375" y="11333"/>
                  </a:lnTo>
                  <a:lnTo>
                    <a:pt x="15164" y="13458"/>
                  </a:lnTo>
                  <a:lnTo>
                    <a:pt x="10027" y="15758"/>
                  </a:lnTo>
                  <a:lnTo>
                    <a:pt x="4970" y="18229"/>
                  </a:lnTo>
                  <a:lnTo>
                    <a:pt x="0" y="20868"/>
                  </a:lnTo>
                  <a:lnTo>
                    <a:pt x="808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2663" y="962362"/>
              <a:ext cx="80880" cy="146298"/>
            </a:xfrm>
            <a:custGeom>
              <a:avLst/>
              <a:pathLst>
                <a:path w="80880" h="146298">
                  <a:moveTo>
                    <a:pt x="0" y="0"/>
                  </a:moveTo>
                  <a:lnTo>
                    <a:pt x="80880" y="146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92" y="946813"/>
              <a:ext cx="334297" cy="329014"/>
            </a:xfrm>
            <a:custGeom>
              <a:avLst/>
              <a:pathLst>
                <a:path w="334297" h="329014">
                  <a:moveTo>
                    <a:pt x="86270" y="15548"/>
                  </a:moveTo>
                  <a:lnTo>
                    <a:pt x="81666" y="18189"/>
                  </a:lnTo>
                  <a:lnTo>
                    <a:pt x="77149" y="20976"/>
                  </a:lnTo>
                  <a:lnTo>
                    <a:pt x="72721" y="23904"/>
                  </a:lnTo>
                  <a:lnTo>
                    <a:pt x="68390" y="26972"/>
                  </a:lnTo>
                  <a:lnTo>
                    <a:pt x="64157" y="30175"/>
                  </a:lnTo>
                  <a:lnTo>
                    <a:pt x="60029" y="33512"/>
                  </a:lnTo>
                  <a:lnTo>
                    <a:pt x="56008" y="36977"/>
                  </a:lnTo>
                  <a:lnTo>
                    <a:pt x="52100" y="40569"/>
                  </a:lnTo>
                  <a:lnTo>
                    <a:pt x="48308" y="44283"/>
                  </a:lnTo>
                  <a:lnTo>
                    <a:pt x="44635" y="48115"/>
                  </a:lnTo>
                  <a:lnTo>
                    <a:pt x="41086" y="52062"/>
                  </a:lnTo>
                  <a:lnTo>
                    <a:pt x="37664" y="56120"/>
                  </a:lnTo>
                  <a:lnTo>
                    <a:pt x="34373" y="60284"/>
                  </a:lnTo>
                  <a:lnTo>
                    <a:pt x="31215" y="64551"/>
                  </a:lnTo>
                  <a:lnTo>
                    <a:pt x="28195" y="68916"/>
                  </a:lnTo>
                  <a:lnTo>
                    <a:pt x="25314" y="73374"/>
                  </a:lnTo>
                  <a:lnTo>
                    <a:pt x="22577" y="77922"/>
                  </a:lnTo>
                  <a:lnTo>
                    <a:pt x="19985" y="82554"/>
                  </a:lnTo>
                  <a:lnTo>
                    <a:pt x="17542" y="87267"/>
                  </a:lnTo>
                  <a:lnTo>
                    <a:pt x="15250" y="92054"/>
                  </a:lnTo>
                  <a:lnTo>
                    <a:pt x="13110" y="96912"/>
                  </a:lnTo>
                  <a:lnTo>
                    <a:pt x="11127" y="101835"/>
                  </a:lnTo>
                  <a:lnTo>
                    <a:pt x="9300" y="106819"/>
                  </a:lnTo>
                  <a:lnTo>
                    <a:pt x="7632" y="111858"/>
                  </a:lnTo>
                  <a:lnTo>
                    <a:pt x="6126" y="116948"/>
                  </a:lnTo>
                  <a:lnTo>
                    <a:pt x="4782" y="122083"/>
                  </a:lnTo>
                  <a:lnTo>
                    <a:pt x="3601" y="127258"/>
                  </a:lnTo>
                  <a:lnTo>
                    <a:pt x="2585" y="132468"/>
                  </a:lnTo>
                  <a:lnTo>
                    <a:pt x="1735" y="137707"/>
                  </a:lnTo>
                  <a:lnTo>
                    <a:pt x="1052" y="142971"/>
                  </a:lnTo>
                  <a:lnTo>
                    <a:pt x="537" y="148254"/>
                  </a:lnTo>
                  <a:lnTo>
                    <a:pt x="189" y="153551"/>
                  </a:lnTo>
                  <a:lnTo>
                    <a:pt x="10" y="158856"/>
                  </a:lnTo>
                  <a:lnTo>
                    <a:pt x="0" y="164164"/>
                  </a:lnTo>
                  <a:lnTo>
                    <a:pt x="157" y="169469"/>
                  </a:lnTo>
                  <a:lnTo>
                    <a:pt x="484" y="174767"/>
                  </a:lnTo>
                  <a:lnTo>
                    <a:pt x="978" y="180052"/>
                  </a:lnTo>
                  <a:lnTo>
                    <a:pt x="1640" y="185319"/>
                  </a:lnTo>
                  <a:lnTo>
                    <a:pt x="2468" y="190562"/>
                  </a:lnTo>
                  <a:lnTo>
                    <a:pt x="3463" y="195776"/>
                  </a:lnTo>
                  <a:lnTo>
                    <a:pt x="4623" y="200956"/>
                  </a:lnTo>
                  <a:lnTo>
                    <a:pt x="5946" y="206096"/>
                  </a:lnTo>
                  <a:lnTo>
                    <a:pt x="7432" y="211192"/>
                  </a:lnTo>
                  <a:lnTo>
                    <a:pt x="9080" y="216238"/>
                  </a:lnTo>
                  <a:lnTo>
                    <a:pt x="10886" y="221229"/>
                  </a:lnTo>
                  <a:lnTo>
                    <a:pt x="12850" y="226160"/>
                  </a:lnTo>
                  <a:lnTo>
                    <a:pt x="14970" y="231026"/>
                  </a:lnTo>
                  <a:lnTo>
                    <a:pt x="17243" y="235823"/>
                  </a:lnTo>
                  <a:lnTo>
                    <a:pt x="19667" y="240545"/>
                  </a:lnTo>
                  <a:lnTo>
                    <a:pt x="22240" y="245188"/>
                  </a:lnTo>
                  <a:lnTo>
                    <a:pt x="24959" y="249747"/>
                  </a:lnTo>
                  <a:lnTo>
                    <a:pt x="27821" y="254217"/>
                  </a:lnTo>
                  <a:lnTo>
                    <a:pt x="30824" y="258594"/>
                  </a:lnTo>
                  <a:lnTo>
                    <a:pt x="33965" y="262873"/>
                  </a:lnTo>
                  <a:lnTo>
                    <a:pt x="37239" y="267051"/>
                  </a:lnTo>
                  <a:lnTo>
                    <a:pt x="40645" y="271122"/>
                  </a:lnTo>
                  <a:lnTo>
                    <a:pt x="44178" y="275083"/>
                  </a:lnTo>
                  <a:lnTo>
                    <a:pt x="47835" y="278931"/>
                  </a:lnTo>
                  <a:lnTo>
                    <a:pt x="51612" y="282660"/>
                  </a:lnTo>
                  <a:lnTo>
                    <a:pt x="55506" y="286267"/>
                  </a:lnTo>
                  <a:lnTo>
                    <a:pt x="59513" y="289749"/>
                  </a:lnTo>
                  <a:lnTo>
                    <a:pt x="63628" y="293102"/>
                  </a:lnTo>
                  <a:lnTo>
                    <a:pt x="67847" y="296322"/>
                  </a:lnTo>
                  <a:lnTo>
                    <a:pt x="72167" y="299407"/>
                  </a:lnTo>
                  <a:lnTo>
                    <a:pt x="76582" y="302353"/>
                  </a:lnTo>
                  <a:lnTo>
                    <a:pt x="81088" y="305158"/>
                  </a:lnTo>
                  <a:lnTo>
                    <a:pt x="85682" y="307818"/>
                  </a:lnTo>
                  <a:lnTo>
                    <a:pt x="90357" y="310331"/>
                  </a:lnTo>
                  <a:lnTo>
                    <a:pt x="95110" y="312694"/>
                  </a:lnTo>
                  <a:lnTo>
                    <a:pt x="99936" y="314905"/>
                  </a:lnTo>
                  <a:lnTo>
                    <a:pt x="104829" y="316962"/>
                  </a:lnTo>
                  <a:lnTo>
                    <a:pt x="109785" y="318863"/>
                  </a:lnTo>
                  <a:lnTo>
                    <a:pt x="114799" y="320605"/>
                  </a:lnTo>
                  <a:lnTo>
                    <a:pt x="119866" y="322187"/>
                  </a:lnTo>
                  <a:lnTo>
                    <a:pt x="124980" y="323607"/>
                  </a:lnTo>
                  <a:lnTo>
                    <a:pt x="130137" y="324865"/>
                  </a:lnTo>
                  <a:lnTo>
                    <a:pt x="135331" y="325958"/>
                  </a:lnTo>
                  <a:lnTo>
                    <a:pt x="140558" y="326885"/>
                  </a:lnTo>
                  <a:lnTo>
                    <a:pt x="145811" y="327646"/>
                  </a:lnTo>
                  <a:lnTo>
                    <a:pt x="151086" y="328240"/>
                  </a:lnTo>
                  <a:lnTo>
                    <a:pt x="156376" y="328666"/>
                  </a:lnTo>
                  <a:lnTo>
                    <a:pt x="161678" y="328924"/>
                  </a:lnTo>
                  <a:lnTo>
                    <a:pt x="166985" y="329014"/>
                  </a:lnTo>
                  <a:lnTo>
                    <a:pt x="172293" y="328935"/>
                  </a:lnTo>
                  <a:lnTo>
                    <a:pt x="177595" y="328687"/>
                  </a:lnTo>
                  <a:lnTo>
                    <a:pt x="182887" y="328272"/>
                  </a:lnTo>
                  <a:lnTo>
                    <a:pt x="188163" y="327688"/>
                  </a:lnTo>
                  <a:lnTo>
                    <a:pt x="193417" y="326937"/>
                  </a:lnTo>
                  <a:lnTo>
                    <a:pt x="198645" y="326020"/>
                  </a:lnTo>
                  <a:lnTo>
                    <a:pt x="203842" y="324938"/>
                  </a:lnTo>
                  <a:lnTo>
                    <a:pt x="209001" y="323691"/>
                  </a:lnTo>
                  <a:lnTo>
                    <a:pt x="214118" y="322280"/>
                  </a:lnTo>
                  <a:lnTo>
                    <a:pt x="219188" y="320708"/>
                  </a:lnTo>
                  <a:lnTo>
                    <a:pt x="224206" y="318976"/>
                  </a:lnTo>
                  <a:lnTo>
                    <a:pt x="229166" y="317085"/>
                  </a:lnTo>
                  <a:lnTo>
                    <a:pt x="234063" y="315038"/>
                  </a:lnTo>
                  <a:lnTo>
                    <a:pt x="238893" y="312837"/>
                  </a:lnTo>
                  <a:lnTo>
                    <a:pt x="243650" y="310483"/>
                  </a:lnTo>
                  <a:lnTo>
                    <a:pt x="248331" y="307979"/>
                  </a:lnTo>
                  <a:lnTo>
                    <a:pt x="252929" y="305328"/>
                  </a:lnTo>
                  <a:lnTo>
                    <a:pt x="257442" y="302532"/>
                  </a:lnTo>
                  <a:lnTo>
                    <a:pt x="261863" y="299595"/>
                  </a:lnTo>
                  <a:lnTo>
                    <a:pt x="266188" y="296518"/>
                  </a:lnTo>
                  <a:lnTo>
                    <a:pt x="270414" y="293306"/>
                  </a:lnTo>
                  <a:lnTo>
                    <a:pt x="274536" y="289962"/>
                  </a:lnTo>
                  <a:lnTo>
                    <a:pt x="278549" y="286488"/>
                  </a:lnTo>
                  <a:lnTo>
                    <a:pt x="282450" y="282888"/>
                  </a:lnTo>
                  <a:lnTo>
                    <a:pt x="286235" y="279166"/>
                  </a:lnTo>
                  <a:lnTo>
                    <a:pt x="289899" y="275327"/>
                  </a:lnTo>
                  <a:lnTo>
                    <a:pt x="293440" y="271372"/>
                  </a:lnTo>
                  <a:lnTo>
                    <a:pt x="296854" y="267308"/>
                  </a:lnTo>
                  <a:lnTo>
                    <a:pt x="300137" y="263137"/>
                  </a:lnTo>
                  <a:lnTo>
                    <a:pt x="303286" y="258863"/>
                  </a:lnTo>
                  <a:lnTo>
                    <a:pt x="306297" y="254492"/>
                  </a:lnTo>
                  <a:lnTo>
                    <a:pt x="309168" y="250028"/>
                  </a:lnTo>
                  <a:lnTo>
                    <a:pt x="311896" y="245475"/>
                  </a:lnTo>
                  <a:lnTo>
                    <a:pt x="314479" y="240837"/>
                  </a:lnTo>
                  <a:lnTo>
                    <a:pt x="316912" y="236120"/>
                  </a:lnTo>
                  <a:lnTo>
                    <a:pt x="319195" y="231328"/>
                  </a:lnTo>
                  <a:lnTo>
                    <a:pt x="321324" y="226465"/>
                  </a:lnTo>
                  <a:lnTo>
                    <a:pt x="323298" y="221538"/>
                  </a:lnTo>
                  <a:lnTo>
                    <a:pt x="325114" y="216550"/>
                  </a:lnTo>
                  <a:lnTo>
                    <a:pt x="326771" y="211508"/>
                  </a:lnTo>
                  <a:lnTo>
                    <a:pt x="328268" y="206415"/>
                  </a:lnTo>
                  <a:lnTo>
                    <a:pt x="329601" y="201277"/>
                  </a:lnTo>
                  <a:lnTo>
                    <a:pt x="330771" y="196100"/>
                  </a:lnTo>
                  <a:lnTo>
                    <a:pt x="331776" y="190888"/>
                  </a:lnTo>
                  <a:lnTo>
                    <a:pt x="332615" y="185647"/>
                  </a:lnTo>
                  <a:lnTo>
                    <a:pt x="333288" y="180381"/>
                  </a:lnTo>
                  <a:lnTo>
                    <a:pt x="333792" y="175097"/>
                  </a:lnTo>
                  <a:lnTo>
                    <a:pt x="334129" y="169800"/>
                  </a:lnTo>
                  <a:lnTo>
                    <a:pt x="334297" y="164495"/>
                  </a:lnTo>
                  <a:lnTo>
                    <a:pt x="334297" y="159187"/>
                  </a:lnTo>
                  <a:lnTo>
                    <a:pt x="334128" y="153881"/>
                  </a:lnTo>
                  <a:lnTo>
                    <a:pt x="333791" y="148584"/>
                  </a:lnTo>
                  <a:lnTo>
                    <a:pt x="333286" y="143300"/>
                  </a:lnTo>
                  <a:lnTo>
                    <a:pt x="332614" y="138035"/>
                  </a:lnTo>
                  <a:lnTo>
                    <a:pt x="331774" y="132794"/>
                  </a:lnTo>
                  <a:lnTo>
                    <a:pt x="330769" y="127582"/>
                  </a:lnTo>
                  <a:lnTo>
                    <a:pt x="329599" y="122404"/>
                  </a:lnTo>
                  <a:lnTo>
                    <a:pt x="328265" y="117267"/>
                  </a:lnTo>
                  <a:lnTo>
                    <a:pt x="326768" y="112174"/>
                  </a:lnTo>
                  <a:lnTo>
                    <a:pt x="325110" y="107132"/>
                  </a:lnTo>
                  <a:lnTo>
                    <a:pt x="323294" y="102144"/>
                  </a:lnTo>
                  <a:lnTo>
                    <a:pt x="321320" y="97217"/>
                  </a:lnTo>
                  <a:lnTo>
                    <a:pt x="319190" y="92355"/>
                  </a:lnTo>
                  <a:lnTo>
                    <a:pt x="316907" y="87563"/>
                  </a:lnTo>
                  <a:lnTo>
                    <a:pt x="314473" y="82846"/>
                  </a:lnTo>
                  <a:lnTo>
                    <a:pt x="311891" y="78208"/>
                  </a:lnTo>
                  <a:lnTo>
                    <a:pt x="309162" y="73655"/>
                  </a:lnTo>
                  <a:lnTo>
                    <a:pt x="306291" y="69191"/>
                  </a:lnTo>
                  <a:lnTo>
                    <a:pt x="303279" y="64820"/>
                  </a:lnTo>
                  <a:lnTo>
                    <a:pt x="300130" y="60547"/>
                  </a:lnTo>
                  <a:lnTo>
                    <a:pt x="296847" y="56376"/>
                  </a:lnTo>
                  <a:lnTo>
                    <a:pt x="293433" y="52312"/>
                  </a:lnTo>
                  <a:lnTo>
                    <a:pt x="289892" y="48358"/>
                  </a:lnTo>
                  <a:lnTo>
                    <a:pt x="286227" y="44518"/>
                  </a:lnTo>
                  <a:lnTo>
                    <a:pt x="282442" y="40797"/>
                  </a:lnTo>
                  <a:lnTo>
                    <a:pt x="278540" y="37198"/>
                  </a:lnTo>
                  <a:lnTo>
                    <a:pt x="274527" y="33724"/>
                  </a:lnTo>
                  <a:lnTo>
                    <a:pt x="270405" y="30379"/>
                  </a:lnTo>
                  <a:lnTo>
                    <a:pt x="266179" y="27168"/>
                  </a:lnTo>
                  <a:lnTo>
                    <a:pt x="261853" y="24091"/>
                  </a:lnTo>
                  <a:lnTo>
                    <a:pt x="257432" y="21154"/>
                  </a:lnTo>
                  <a:lnTo>
                    <a:pt x="252920" y="18359"/>
                  </a:lnTo>
                  <a:lnTo>
                    <a:pt x="248321" y="15708"/>
                  </a:lnTo>
                  <a:lnTo>
                    <a:pt x="243640" y="13205"/>
                  </a:lnTo>
                  <a:lnTo>
                    <a:pt x="238883" y="10851"/>
                  </a:lnTo>
                  <a:lnTo>
                    <a:pt x="234052" y="8650"/>
                  </a:lnTo>
                  <a:lnTo>
                    <a:pt x="229155" y="6603"/>
                  </a:lnTo>
                  <a:lnTo>
                    <a:pt x="224195" y="4713"/>
                  </a:lnTo>
                  <a:lnTo>
                    <a:pt x="219177" y="2981"/>
                  </a:lnTo>
                  <a:lnTo>
                    <a:pt x="214107" y="1409"/>
                  </a:lnTo>
                  <a:lnTo>
                    <a:pt x="208990" y="0"/>
                  </a:lnTo>
                  <a:lnTo>
                    <a:pt x="167151" y="1618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41839" cy="167167"/>
            </a:xfrm>
            <a:custGeom>
              <a:avLst/>
              <a:pathLst>
                <a:path w="41839" h="167167">
                  <a:moveTo>
                    <a:pt x="41839" y="5320"/>
                  </a:moveTo>
                  <a:lnTo>
                    <a:pt x="35964" y="3914"/>
                  </a:lnTo>
                  <a:lnTo>
                    <a:pt x="30042" y="2721"/>
                  </a:lnTo>
                  <a:lnTo>
                    <a:pt x="24080" y="1743"/>
                  </a:lnTo>
                  <a:lnTo>
                    <a:pt x="18088" y="981"/>
                  </a:lnTo>
                  <a:lnTo>
                    <a:pt x="12072" y="436"/>
                  </a:lnTo>
                  <a:lnTo>
                    <a:pt x="603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4572" y="941493"/>
              <a:ext cx="51642" cy="167167"/>
            </a:xfrm>
            <a:custGeom>
              <a:avLst/>
              <a:pathLst>
                <a:path w="51642" h="167167">
                  <a:moveTo>
                    <a:pt x="51642" y="0"/>
                  </a:moveTo>
                  <a:lnTo>
                    <a:pt x="45081" y="128"/>
                  </a:lnTo>
                  <a:lnTo>
                    <a:pt x="38530" y="515"/>
                  </a:lnTo>
                  <a:lnTo>
                    <a:pt x="32000" y="1158"/>
                  </a:lnTo>
                  <a:lnTo>
                    <a:pt x="25499" y="2056"/>
                  </a:lnTo>
                  <a:lnTo>
                    <a:pt x="19039" y="3210"/>
                  </a:lnTo>
                  <a:lnTo>
                    <a:pt x="12629" y="4616"/>
                  </a:lnTo>
                  <a:lnTo>
                    <a:pt x="6279" y="6272"/>
                  </a:lnTo>
                  <a:lnTo>
                    <a:pt x="0" y="8176"/>
                  </a:lnTo>
                  <a:lnTo>
                    <a:pt x="5164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68" y="949670"/>
              <a:ext cx="167147" cy="325449"/>
            </a:xfrm>
            <a:custGeom>
              <a:avLst/>
              <a:pathLst>
                <a:path w="167147" h="325449">
                  <a:moveTo>
                    <a:pt x="115504" y="0"/>
                  </a:moveTo>
                  <a:lnTo>
                    <a:pt x="110474" y="1722"/>
                  </a:lnTo>
                  <a:lnTo>
                    <a:pt x="105501" y="3604"/>
                  </a:lnTo>
                  <a:lnTo>
                    <a:pt x="100591" y="5643"/>
                  </a:lnTo>
                  <a:lnTo>
                    <a:pt x="95748" y="7837"/>
                  </a:lnTo>
                  <a:lnTo>
                    <a:pt x="90977" y="10184"/>
                  </a:lnTo>
                  <a:lnTo>
                    <a:pt x="86283" y="12682"/>
                  </a:lnTo>
                  <a:lnTo>
                    <a:pt x="81671" y="15328"/>
                  </a:lnTo>
                  <a:lnTo>
                    <a:pt x="77145" y="18119"/>
                  </a:lnTo>
                  <a:lnTo>
                    <a:pt x="72711" y="21052"/>
                  </a:lnTo>
                  <a:lnTo>
                    <a:pt x="68372" y="24125"/>
                  </a:lnTo>
                  <a:lnTo>
                    <a:pt x="64133" y="27335"/>
                  </a:lnTo>
                  <a:lnTo>
                    <a:pt x="59998" y="30677"/>
                  </a:lnTo>
                  <a:lnTo>
                    <a:pt x="55972" y="34150"/>
                  </a:lnTo>
                  <a:lnTo>
                    <a:pt x="52058" y="37748"/>
                  </a:lnTo>
                  <a:lnTo>
                    <a:pt x="48260" y="41470"/>
                  </a:lnTo>
                  <a:lnTo>
                    <a:pt x="44583" y="45310"/>
                  </a:lnTo>
                  <a:lnTo>
                    <a:pt x="41030" y="49265"/>
                  </a:lnTo>
                  <a:lnTo>
                    <a:pt x="37604" y="53331"/>
                  </a:lnTo>
                  <a:lnTo>
                    <a:pt x="34310" y="57505"/>
                  </a:lnTo>
                  <a:lnTo>
                    <a:pt x="31149" y="61780"/>
                  </a:lnTo>
                  <a:lnTo>
                    <a:pt x="28127" y="66154"/>
                  </a:lnTo>
                  <a:lnTo>
                    <a:pt x="25245" y="70623"/>
                  </a:lnTo>
                  <a:lnTo>
                    <a:pt x="22506" y="75180"/>
                  </a:lnTo>
                  <a:lnTo>
                    <a:pt x="19914" y="79822"/>
                  </a:lnTo>
                  <a:lnTo>
                    <a:pt x="17471" y="84545"/>
                  </a:lnTo>
                  <a:lnTo>
                    <a:pt x="15179" y="89342"/>
                  </a:lnTo>
                  <a:lnTo>
                    <a:pt x="13041" y="94210"/>
                  </a:lnTo>
                  <a:lnTo>
                    <a:pt x="11059" y="99144"/>
                  </a:lnTo>
                  <a:lnTo>
                    <a:pt x="9235" y="104138"/>
                  </a:lnTo>
                  <a:lnTo>
                    <a:pt x="7570" y="109188"/>
                  </a:lnTo>
                  <a:lnTo>
                    <a:pt x="6067" y="114288"/>
                  </a:lnTo>
                  <a:lnTo>
                    <a:pt x="4727" y="119433"/>
                  </a:lnTo>
                  <a:lnTo>
                    <a:pt x="3551" y="124618"/>
                  </a:lnTo>
                  <a:lnTo>
                    <a:pt x="2541" y="129838"/>
                  </a:lnTo>
                  <a:lnTo>
                    <a:pt x="1697" y="135088"/>
                  </a:lnTo>
                  <a:lnTo>
                    <a:pt x="1020" y="140361"/>
                  </a:lnTo>
                  <a:lnTo>
                    <a:pt x="512" y="145654"/>
                  </a:lnTo>
                  <a:lnTo>
                    <a:pt x="172" y="150960"/>
                  </a:lnTo>
                  <a:lnTo>
                    <a:pt x="1" y="156274"/>
                  </a:lnTo>
                  <a:lnTo>
                    <a:pt x="0" y="161591"/>
                  </a:lnTo>
                  <a:lnTo>
                    <a:pt x="167" y="166905"/>
                  </a:lnTo>
                  <a:lnTo>
                    <a:pt x="503" y="172212"/>
                  </a:lnTo>
                  <a:lnTo>
                    <a:pt x="1008" y="177505"/>
                  </a:lnTo>
                  <a:lnTo>
                    <a:pt x="1681" y="182779"/>
                  </a:lnTo>
                  <a:lnTo>
                    <a:pt x="2521" y="188029"/>
                  </a:lnTo>
                  <a:lnTo>
                    <a:pt x="3528" y="193250"/>
                  </a:lnTo>
                  <a:lnTo>
                    <a:pt x="4700" y="198436"/>
                  </a:lnTo>
                  <a:lnTo>
                    <a:pt x="6036" y="203582"/>
                  </a:lnTo>
                  <a:lnTo>
                    <a:pt x="7536" y="208683"/>
                  </a:lnTo>
                  <a:lnTo>
                    <a:pt x="9197" y="213734"/>
                  </a:lnTo>
                  <a:lnTo>
                    <a:pt x="11018" y="218729"/>
                  </a:lnTo>
                  <a:lnTo>
                    <a:pt x="12997" y="223664"/>
                  </a:lnTo>
                  <a:lnTo>
                    <a:pt x="15131" y="228534"/>
                  </a:lnTo>
                  <a:lnTo>
                    <a:pt x="17420" y="233333"/>
                  </a:lnTo>
                  <a:lnTo>
                    <a:pt x="19860" y="238057"/>
                  </a:lnTo>
                  <a:lnTo>
                    <a:pt x="22449" y="242701"/>
                  </a:lnTo>
                  <a:lnTo>
                    <a:pt x="25184" y="247260"/>
                  </a:lnTo>
                  <a:lnTo>
                    <a:pt x="28063" y="251730"/>
                  </a:lnTo>
                  <a:lnTo>
                    <a:pt x="31083" y="256106"/>
                  </a:lnTo>
                  <a:lnTo>
                    <a:pt x="34240" y="260384"/>
                  </a:lnTo>
                  <a:lnTo>
                    <a:pt x="37532" y="264560"/>
                  </a:lnTo>
                  <a:lnTo>
                    <a:pt x="40955" y="268628"/>
                  </a:lnTo>
                  <a:lnTo>
                    <a:pt x="44505" y="272586"/>
                  </a:lnTo>
                  <a:lnTo>
                    <a:pt x="48180" y="276429"/>
                  </a:lnTo>
                  <a:lnTo>
                    <a:pt x="51975" y="280153"/>
                  </a:lnTo>
                  <a:lnTo>
                    <a:pt x="55886" y="283754"/>
                  </a:lnTo>
                  <a:lnTo>
                    <a:pt x="59910" y="287229"/>
                  </a:lnTo>
                  <a:lnTo>
                    <a:pt x="64043" y="290575"/>
                  </a:lnTo>
                  <a:lnTo>
                    <a:pt x="68280" y="293787"/>
                  </a:lnTo>
                  <a:lnTo>
                    <a:pt x="72616" y="296863"/>
                  </a:lnTo>
                  <a:lnTo>
                    <a:pt x="77049" y="299800"/>
                  </a:lnTo>
                  <a:lnTo>
                    <a:pt x="81573" y="302594"/>
                  </a:lnTo>
                  <a:lnTo>
                    <a:pt x="86183" y="305242"/>
                  </a:lnTo>
                  <a:lnTo>
                    <a:pt x="90875" y="307743"/>
                  </a:lnTo>
                  <a:lnTo>
                    <a:pt x="95644" y="310094"/>
                  </a:lnTo>
                  <a:lnTo>
                    <a:pt x="100485" y="312291"/>
                  </a:lnTo>
                  <a:lnTo>
                    <a:pt x="105394" y="314333"/>
                  </a:lnTo>
                  <a:lnTo>
                    <a:pt x="110366" y="316219"/>
                  </a:lnTo>
                  <a:lnTo>
                    <a:pt x="115395" y="317945"/>
                  </a:lnTo>
                  <a:lnTo>
                    <a:pt x="120476" y="319510"/>
                  </a:lnTo>
                  <a:lnTo>
                    <a:pt x="125605" y="320913"/>
                  </a:lnTo>
                  <a:lnTo>
                    <a:pt x="130775" y="322153"/>
                  </a:lnTo>
                  <a:lnTo>
                    <a:pt x="135982" y="323227"/>
                  </a:lnTo>
                  <a:lnTo>
                    <a:pt x="141221" y="324135"/>
                  </a:lnTo>
                  <a:lnTo>
                    <a:pt x="146486" y="324876"/>
                  </a:lnTo>
                  <a:lnTo>
                    <a:pt x="151772" y="325449"/>
                  </a:lnTo>
                  <a:lnTo>
                    <a:pt x="167147" y="1589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70841" y="941493"/>
              <a:ext cx="182541" cy="334333"/>
            </a:xfrm>
            <a:custGeom>
              <a:avLst/>
              <a:pathLst>
                <a:path w="182541" h="334333">
                  <a:moveTo>
                    <a:pt x="0" y="333626"/>
                  </a:moveTo>
                  <a:lnTo>
                    <a:pt x="5336" y="334033"/>
                  </a:lnTo>
                  <a:lnTo>
                    <a:pt x="10683" y="334269"/>
                  </a:lnTo>
                  <a:lnTo>
                    <a:pt x="16034" y="334333"/>
                  </a:lnTo>
                  <a:lnTo>
                    <a:pt x="21385" y="334226"/>
                  </a:lnTo>
                  <a:lnTo>
                    <a:pt x="26730" y="333948"/>
                  </a:lnTo>
                  <a:lnTo>
                    <a:pt x="32063" y="333499"/>
                  </a:lnTo>
                  <a:lnTo>
                    <a:pt x="37379" y="332880"/>
                  </a:lnTo>
                  <a:lnTo>
                    <a:pt x="42672" y="332090"/>
                  </a:lnTo>
                  <a:lnTo>
                    <a:pt x="47938" y="331132"/>
                  </a:lnTo>
                  <a:lnTo>
                    <a:pt x="53170" y="330006"/>
                  </a:lnTo>
                  <a:lnTo>
                    <a:pt x="58363" y="328712"/>
                  </a:lnTo>
                  <a:lnTo>
                    <a:pt x="63512" y="327253"/>
                  </a:lnTo>
                  <a:lnTo>
                    <a:pt x="68612" y="325630"/>
                  </a:lnTo>
                  <a:lnTo>
                    <a:pt x="73658" y="323845"/>
                  </a:lnTo>
                  <a:lnTo>
                    <a:pt x="78643" y="321899"/>
                  </a:lnTo>
                  <a:lnTo>
                    <a:pt x="83564" y="319794"/>
                  </a:lnTo>
                  <a:lnTo>
                    <a:pt x="88415" y="317533"/>
                  </a:lnTo>
                  <a:lnTo>
                    <a:pt x="93191" y="315118"/>
                  </a:lnTo>
                  <a:lnTo>
                    <a:pt x="97887" y="312551"/>
                  </a:lnTo>
                  <a:lnTo>
                    <a:pt x="102499" y="309835"/>
                  </a:lnTo>
                  <a:lnTo>
                    <a:pt x="107021" y="306973"/>
                  </a:lnTo>
                  <a:lnTo>
                    <a:pt x="111449" y="303968"/>
                  </a:lnTo>
                  <a:lnTo>
                    <a:pt x="115779" y="300822"/>
                  </a:lnTo>
                  <a:lnTo>
                    <a:pt x="120006" y="297540"/>
                  </a:lnTo>
                  <a:lnTo>
                    <a:pt x="124126" y="294123"/>
                  </a:lnTo>
                  <a:lnTo>
                    <a:pt x="128134" y="290577"/>
                  </a:lnTo>
                  <a:lnTo>
                    <a:pt x="132027" y="286904"/>
                  </a:lnTo>
                  <a:lnTo>
                    <a:pt x="135800" y="283109"/>
                  </a:lnTo>
                  <a:lnTo>
                    <a:pt x="139450" y="279194"/>
                  </a:lnTo>
                  <a:lnTo>
                    <a:pt x="142973" y="275165"/>
                  </a:lnTo>
                  <a:lnTo>
                    <a:pt x="146364" y="271025"/>
                  </a:lnTo>
                  <a:lnTo>
                    <a:pt x="149622" y="266779"/>
                  </a:lnTo>
                  <a:lnTo>
                    <a:pt x="152742" y="262430"/>
                  </a:lnTo>
                  <a:lnTo>
                    <a:pt x="155721" y="257984"/>
                  </a:lnTo>
                  <a:lnTo>
                    <a:pt x="158556" y="253445"/>
                  </a:lnTo>
                  <a:lnTo>
                    <a:pt x="161245" y="248817"/>
                  </a:lnTo>
                  <a:lnTo>
                    <a:pt x="163784" y="244106"/>
                  </a:lnTo>
                  <a:lnTo>
                    <a:pt x="166170" y="239316"/>
                  </a:lnTo>
                  <a:lnTo>
                    <a:pt x="168403" y="234451"/>
                  </a:lnTo>
                  <a:lnTo>
                    <a:pt x="170478" y="229518"/>
                  </a:lnTo>
                  <a:lnTo>
                    <a:pt x="172395" y="224521"/>
                  </a:lnTo>
                  <a:lnTo>
                    <a:pt x="174150" y="219465"/>
                  </a:lnTo>
                  <a:lnTo>
                    <a:pt x="175743" y="214356"/>
                  </a:lnTo>
                  <a:lnTo>
                    <a:pt x="177171" y="209198"/>
                  </a:lnTo>
                  <a:lnTo>
                    <a:pt x="178434" y="203997"/>
                  </a:lnTo>
                  <a:lnTo>
                    <a:pt x="179529" y="198759"/>
                  </a:lnTo>
                  <a:lnTo>
                    <a:pt x="180456" y="193488"/>
                  </a:lnTo>
                  <a:lnTo>
                    <a:pt x="181214" y="188190"/>
                  </a:lnTo>
                  <a:lnTo>
                    <a:pt x="181802" y="182870"/>
                  </a:lnTo>
                  <a:lnTo>
                    <a:pt x="182220" y="177535"/>
                  </a:lnTo>
                  <a:lnTo>
                    <a:pt x="182466" y="172188"/>
                  </a:lnTo>
                  <a:lnTo>
                    <a:pt x="182541" y="166837"/>
                  </a:lnTo>
                  <a:lnTo>
                    <a:pt x="182445" y="161486"/>
                  </a:lnTo>
                  <a:lnTo>
                    <a:pt x="182178" y="156141"/>
                  </a:lnTo>
                  <a:lnTo>
                    <a:pt x="181739" y="150807"/>
                  </a:lnTo>
                  <a:lnTo>
                    <a:pt x="181130" y="145489"/>
                  </a:lnTo>
                  <a:lnTo>
                    <a:pt x="180351" y="140195"/>
                  </a:lnTo>
                  <a:lnTo>
                    <a:pt x="179403" y="134927"/>
                  </a:lnTo>
                  <a:lnTo>
                    <a:pt x="178287" y="129693"/>
                  </a:lnTo>
                  <a:lnTo>
                    <a:pt x="177004" y="124497"/>
                  </a:lnTo>
                  <a:lnTo>
                    <a:pt x="175555" y="119345"/>
                  </a:lnTo>
                  <a:lnTo>
                    <a:pt x="173942" y="114242"/>
                  </a:lnTo>
                  <a:lnTo>
                    <a:pt x="172167" y="109193"/>
                  </a:lnTo>
                  <a:lnTo>
                    <a:pt x="170231" y="104204"/>
                  </a:lnTo>
                  <a:lnTo>
                    <a:pt x="168136" y="99279"/>
                  </a:lnTo>
                  <a:lnTo>
                    <a:pt x="165884" y="94423"/>
                  </a:lnTo>
                  <a:lnTo>
                    <a:pt x="163479" y="89643"/>
                  </a:lnTo>
                  <a:lnTo>
                    <a:pt x="160921" y="84941"/>
                  </a:lnTo>
                  <a:lnTo>
                    <a:pt x="158214" y="80324"/>
                  </a:lnTo>
                  <a:lnTo>
                    <a:pt x="155361" y="75796"/>
                  </a:lnTo>
                  <a:lnTo>
                    <a:pt x="152365" y="71362"/>
                  </a:lnTo>
                  <a:lnTo>
                    <a:pt x="149228" y="67026"/>
                  </a:lnTo>
                  <a:lnTo>
                    <a:pt x="145953" y="62792"/>
                  </a:lnTo>
                  <a:lnTo>
                    <a:pt x="142545" y="58666"/>
                  </a:lnTo>
                  <a:lnTo>
                    <a:pt x="139007" y="54651"/>
                  </a:lnTo>
                  <a:lnTo>
                    <a:pt x="135342" y="50751"/>
                  </a:lnTo>
                  <a:lnTo>
                    <a:pt x="131553" y="46970"/>
                  </a:lnTo>
                  <a:lnTo>
                    <a:pt x="127646" y="43312"/>
                  </a:lnTo>
                  <a:lnTo>
                    <a:pt x="123624" y="39782"/>
                  </a:lnTo>
                  <a:lnTo>
                    <a:pt x="119491" y="36382"/>
                  </a:lnTo>
                  <a:lnTo>
                    <a:pt x="115251" y="33116"/>
                  </a:lnTo>
                  <a:lnTo>
                    <a:pt x="110908" y="29988"/>
                  </a:lnTo>
                  <a:lnTo>
                    <a:pt x="106468" y="27000"/>
                  </a:lnTo>
                  <a:lnTo>
                    <a:pt x="101935" y="24156"/>
                  </a:lnTo>
                  <a:lnTo>
                    <a:pt x="97312" y="21458"/>
                  </a:lnTo>
                  <a:lnTo>
                    <a:pt x="92606" y="18910"/>
                  </a:lnTo>
                  <a:lnTo>
                    <a:pt x="87820" y="16513"/>
                  </a:lnTo>
                  <a:lnTo>
                    <a:pt x="82961" y="14272"/>
                  </a:lnTo>
                  <a:lnTo>
                    <a:pt x="78032" y="12186"/>
                  </a:lnTo>
                  <a:lnTo>
                    <a:pt x="73038" y="10260"/>
                  </a:lnTo>
                  <a:lnTo>
                    <a:pt x="67986" y="8495"/>
                  </a:lnTo>
                  <a:lnTo>
                    <a:pt x="62880" y="6892"/>
                  </a:lnTo>
                  <a:lnTo>
                    <a:pt x="57725" y="5453"/>
                  </a:lnTo>
                  <a:lnTo>
                    <a:pt x="52526" y="4180"/>
                  </a:lnTo>
                  <a:lnTo>
                    <a:pt x="47290" y="3074"/>
                  </a:lnTo>
                  <a:lnTo>
                    <a:pt x="42021" y="2137"/>
                  </a:lnTo>
                  <a:lnTo>
                    <a:pt x="36724" y="1368"/>
                  </a:lnTo>
                  <a:lnTo>
                    <a:pt x="31406" y="770"/>
                  </a:lnTo>
                  <a:lnTo>
                    <a:pt x="26071" y="342"/>
                  </a:lnTo>
                  <a:lnTo>
                    <a:pt x="20725" y="85"/>
                  </a:lnTo>
                  <a:lnTo>
                    <a:pt x="15374" y="0"/>
                  </a:lnTo>
                  <a:lnTo>
                    <a:pt x="1537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812" y="1071028"/>
              <a:ext cx="166688" cy="167167"/>
            </a:xfrm>
            <a:custGeom>
              <a:avLst/>
              <a:pathLst>
                <a:path w="166688" h="167167">
                  <a:moveTo>
                    <a:pt x="166688" y="0"/>
                  </a:moveTo>
                  <a:lnTo>
                    <a:pt x="161256" y="88"/>
                  </a:lnTo>
                  <a:lnTo>
                    <a:pt x="155829" y="353"/>
                  </a:lnTo>
                  <a:lnTo>
                    <a:pt x="150414" y="794"/>
                  </a:lnTo>
                  <a:lnTo>
                    <a:pt x="145016" y="1410"/>
                  </a:lnTo>
                  <a:lnTo>
                    <a:pt x="139641" y="2202"/>
                  </a:lnTo>
                  <a:lnTo>
                    <a:pt x="134294" y="3168"/>
                  </a:lnTo>
                  <a:lnTo>
                    <a:pt x="128982" y="4308"/>
                  </a:lnTo>
                  <a:lnTo>
                    <a:pt x="123710" y="5619"/>
                  </a:lnTo>
                  <a:lnTo>
                    <a:pt x="118483" y="7101"/>
                  </a:lnTo>
                  <a:lnTo>
                    <a:pt x="113306" y="8752"/>
                  </a:lnTo>
                  <a:lnTo>
                    <a:pt x="108187" y="10570"/>
                  </a:lnTo>
                  <a:lnTo>
                    <a:pt x="103129" y="12554"/>
                  </a:lnTo>
                  <a:lnTo>
                    <a:pt x="98138" y="14701"/>
                  </a:lnTo>
                  <a:lnTo>
                    <a:pt x="93219" y="17010"/>
                  </a:lnTo>
                  <a:lnTo>
                    <a:pt x="88378" y="19476"/>
                  </a:lnTo>
                  <a:lnTo>
                    <a:pt x="83620" y="22099"/>
                  </a:lnTo>
                  <a:lnTo>
                    <a:pt x="78950" y="24875"/>
                  </a:lnTo>
                  <a:lnTo>
                    <a:pt x="74372" y="27802"/>
                  </a:lnTo>
                  <a:lnTo>
                    <a:pt x="69892" y="30875"/>
                  </a:lnTo>
                  <a:lnTo>
                    <a:pt x="65514" y="34093"/>
                  </a:lnTo>
                  <a:lnTo>
                    <a:pt x="61243" y="37451"/>
                  </a:lnTo>
                  <a:lnTo>
                    <a:pt x="57083" y="40946"/>
                  </a:lnTo>
                  <a:lnTo>
                    <a:pt x="53040" y="44575"/>
                  </a:lnTo>
                  <a:lnTo>
                    <a:pt x="49116" y="48333"/>
                  </a:lnTo>
                  <a:lnTo>
                    <a:pt x="45316" y="52216"/>
                  </a:lnTo>
                  <a:lnTo>
                    <a:pt x="41645" y="56221"/>
                  </a:lnTo>
                  <a:lnTo>
                    <a:pt x="38105" y="60343"/>
                  </a:lnTo>
                  <a:lnTo>
                    <a:pt x="34702" y="64578"/>
                  </a:lnTo>
                  <a:lnTo>
                    <a:pt x="31438" y="68922"/>
                  </a:lnTo>
                  <a:lnTo>
                    <a:pt x="28316" y="73369"/>
                  </a:lnTo>
                  <a:lnTo>
                    <a:pt x="25341" y="77915"/>
                  </a:lnTo>
                  <a:lnTo>
                    <a:pt x="22516" y="82555"/>
                  </a:lnTo>
                  <a:lnTo>
                    <a:pt x="19842" y="87285"/>
                  </a:lnTo>
                  <a:lnTo>
                    <a:pt x="17324" y="92099"/>
                  </a:lnTo>
                  <a:lnTo>
                    <a:pt x="14963" y="96993"/>
                  </a:lnTo>
                  <a:lnTo>
                    <a:pt x="12763" y="101961"/>
                  </a:lnTo>
                  <a:lnTo>
                    <a:pt x="10725" y="106997"/>
                  </a:lnTo>
                  <a:lnTo>
                    <a:pt x="8852" y="112097"/>
                  </a:lnTo>
                  <a:lnTo>
                    <a:pt x="7146" y="117256"/>
                  </a:lnTo>
                  <a:lnTo>
                    <a:pt x="5608" y="122467"/>
                  </a:lnTo>
                  <a:lnTo>
                    <a:pt x="4241" y="127725"/>
                  </a:lnTo>
                  <a:lnTo>
                    <a:pt x="3045" y="133025"/>
                  </a:lnTo>
                  <a:lnTo>
                    <a:pt x="2022" y="138361"/>
                  </a:lnTo>
                  <a:lnTo>
                    <a:pt x="1173" y="143727"/>
                  </a:lnTo>
                  <a:lnTo>
                    <a:pt x="498" y="149118"/>
                  </a:lnTo>
                  <a:lnTo>
                    <a:pt x="0" y="154528"/>
                  </a:lnTo>
                  <a:lnTo>
                    <a:pt x="16668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812" y="1225557"/>
              <a:ext cx="166688" cy="12638"/>
            </a:xfrm>
            <a:custGeom>
              <a:avLst/>
              <a:pathLst>
                <a:path w="166688" h="12638">
                  <a:moveTo>
                    <a:pt x="0" y="0"/>
                  </a:moveTo>
                  <a:lnTo>
                    <a:pt x="166688" y="126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46" y="1074787"/>
              <a:ext cx="334317" cy="330573"/>
            </a:xfrm>
            <a:custGeom>
              <a:avLst/>
              <a:pathLst>
                <a:path w="334317" h="330573">
                  <a:moveTo>
                    <a:pt x="466" y="150770"/>
                  </a:moveTo>
                  <a:lnTo>
                    <a:pt x="148" y="156072"/>
                  </a:lnTo>
                  <a:lnTo>
                    <a:pt x="0" y="161381"/>
                  </a:lnTo>
                  <a:lnTo>
                    <a:pt x="19" y="166693"/>
                  </a:lnTo>
                  <a:lnTo>
                    <a:pt x="208" y="172001"/>
                  </a:lnTo>
                  <a:lnTo>
                    <a:pt x="565" y="177301"/>
                  </a:lnTo>
                  <a:lnTo>
                    <a:pt x="1091" y="182586"/>
                  </a:lnTo>
                  <a:lnTo>
                    <a:pt x="1784" y="187852"/>
                  </a:lnTo>
                  <a:lnTo>
                    <a:pt x="2644" y="193094"/>
                  </a:lnTo>
                  <a:lnTo>
                    <a:pt x="3670" y="198305"/>
                  </a:lnTo>
                  <a:lnTo>
                    <a:pt x="4861" y="203481"/>
                  </a:lnTo>
                  <a:lnTo>
                    <a:pt x="6216" y="208617"/>
                  </a:lnTo>
                  <a:lnTo>
                    <a:pt x="7734" y="213707"/>
                  </a:lnTo>
                  <a:lnTo>
                    <a:pt x="9412" y="218747"/>
                  </a:lnTo>
                  <a:lnTo>
                    <a:pt x="11250" y="223730"/>
                  </a:lnTo>
                  <a:lnTo>
                    <a:pt x="13245" y="228653"/>
                  </a:lnTo>
                  <a:lnTo>
                    <a:pt x="15396" y="233510"/>
                  </a:lnTo>
                  <a:lnTo>
                    <a:pt x="17699" y="238296"/>
                  </a:lnTo>
                  <a:lnTo>
                    <a:pt x="20154" y="243006"/>
                  </a:lnTo>
                  <a:lnTo>
                    <a:pt x="22757" y="247636"/>
                  </a:lnTo>
                  <a:lnTo>
                    <a:pt x="25506" y="252181"/>
                  </a:lnTo>
                  <a:lnTo>
                    <a:pt x="28397" y="256636"/>
                  </a:lnTo>
                  <a:lnTo>
                    <a:pt x="31429" y="260998"/>
                  </a:lnTo>
                  <a:lnTo>
                    <a:pt x="34598" y="265260"/>
                  </a:lnTo>
                  <a:lnTo>
                    <a:pt x="37901" y="269420"/>
                  </a:lnTo>
                  <a:lnTo>
                    <a:pt x="41334" y="273473"/>
                  </a:lnTo>
                  <a:lnTo>
                    <a:pt x="44894" y="277415"/>
                  </a:lnTo>
                  <a:lnTo>
                    <a:pt x="48578" y="281241"/>
                  </a:lnTo>
                  <a:lnTo>
                    <a:pt x="52381" y="284949"/>
                  </a:lnTo>
                  <a:lnTo>
                    <a:pt x="56301" y="288534"/>
                  </a:lnTo>
                  <a:lnTo>
                    <a:pt x="60332" y="291993"/>
                  </a:lnTo>
                  <a:lnTo>
                    <a:pt x="64471" y="295321"/>
                  </a:lnTo>
                  <a:lnTo>
                    <a:pt x="68713" y="298517"/>
                  </a:lnTo>
                  <a:lnTo>
                    <a:pt x="73056" y="301576"/>
                  </a:lnTo>
                  <a:lnTo>
                    <a:pt x="77493" y="304496"/>
                  </a:lnTo>
                  <a:lnTo>
                    <a:pt x="82020" y="307273"/>
                  </a:lnTo>
                  <a:lnTo>
                    <a:pt x="86634" y="309905"/>
                  </a:lnTo>
                  <a:lnTo>
                    <a:pt x="91329" y="312390"/>
                  </a:lnTo>
                  <a:lnTo>
                    <a:pt x="96100" y="314723"/>
                  </a:lnTo>
                  <a:lnTo>
                    <a:pt x="100943" y="316904"/>
                  </a:lnTo>
                  <a:lnTo>
                    <a:pt x="105853" y="318931"/>
                  </a:lnTo>
                  <a:lnTo>
                    <a:pt x="110825" y="320800"/>
                  </a:lnTo>
                  <a:lnTo>
                    <a:pt x="115854" y="322510"/>
                  </a:lnTo>
                  <a:lnTo>
                    <a:pt x="120934" y="324059"/>
                  </a:lnTo>
                  <a:lnTo>
                    <a:pt x="126061" y="325447"/>
                  </a:lnTo>
                  <a:lnTo>
                    <a:pt x="131230" y="326670"/>
                  </a:lnTo>
                  <a:lnTo>
                    <a:pt x="136435" y="327729"/>
                  </a:lnTo>
                  <a:lnTo>
                    <a:pt x="141671" y="328622"/>
                  </a:lnTo>
                  <a:lnTo>
                    <a:pt x="146932" y="329348"/>
                  </a:lnTo>
                  <a:lnTo>
                    <a:pt x="152214" y="329907"/>
                  </a:lnTo>
                  <a:lnTo>
                    <a:pt x="157512" y="330298"/>
                  </a:lnTo>
                  <a:lnTo>
                    <a:pt x="162818" y="330520"/>
                  </a:lnTo>
                  <a:lnTo>
                    <a:pt x="168130" y="330573"/>
                  </a:lnTo>
                  <a:lnTo>
                    <a:pt x="173440" y="330458"/>
                  </a:lnTo>
                  <a:lnTo>
                    <a:pt x="178744" y="330174"/>
                  </a:lnTo>
                  <a:lnTo>
                    <a:pt x="184036" y="329721"/>
                  </a:lnTo>
                  <a:lnTo>
                    <a:pt x="189311" y="329101"/>
                  </a:lnTo>
                  <a:lnTo>
                    <a:pt x="194564" y="328314"/>
                  </a:lnTo>
                  <a:lnTo>
                    <a:pt x="199789" y="327360"/>
                  </a:lnTo>
                  <a:lnTo>
                    <a:pt x="204982" y="326240"/>
                  </a:lnTo>
                  <a:lnTo>
                    <a:pt x="210136" y="324956"/>
                  </a:lnTo>
                  <a:lnTo>
                    <a:pt x="215246" y="323509"/>
                  </a:lnTo>
                  <a:lnTo>
                    <a:pt x="220308" y="321900"/>
                  </a:lnTo>
                  <a:lnTo>
                    <a:pt x="225317" y="320132"/>
                  </a:lnTo>
                  <a:lnTo>
                    <a:pt x="230266" y="318205"/>
                  </a:lnTo>
                  <a:lnTo>
                    <a:pt x="235152" y="316122"/>
                  </a:lnTo>
                  <a:lnTo>
                    <a:pt x="239970" y="313884"/>
                  </a:lnTo>
                  <a:lnTo>
                    <a:pt x="244714" y="311495"/>
                  </a:lnTo>
                  <a:lnTo>
                    <a:pt x="249379" y="308956"/>
                  </a:lnTo>
                  <a:lnTo>
                    <a:pt x="253962" y="306270"/>
                  </a:lnTo>
                  <a:lnTo>
                    <a:pt x="258457" y="303440"/>
                  </a:lnTo>
                  <a:lnTo>
                    <a:pt x="262859" y="300469"/>
                  </a:lnTo>
                  <a:lnTo>
                    <a:pt x="267165" y="297359"/>
                  </a:lnTo>
                  <a:lnTo>
                    <a:pt x="271370" y="294115"/>
                  </a:lnTo>
                  <a:lnTo>
                    <a:pt x="275470" y="290738"/>
                  </a:lnTo>
                  <a:lnTo>
                    <a:pt x="279461" y="287232"/>
                  </a:lnTo>
                  <a:lnTo>
                    <a:pt x="283338" y="283602"/>
                  </a:lnTo>
                  <a:lnTo>
                    <a:pt x="287098" y="279850"/>
                  </a:lnTo>
                  <a:lnTo>
                    <a:pt x="290737" y="275981"/>
                  </a:lnTo>
                  <a:lnTo>
                    <a:pt x="294251" y="271998"/>
                  </a:lnTo>
                  <a:lnTo>
                    <a:pt x="297636" y="267905"/>
                  </a:lnTo>
                  <a:lnTo>
                    <a:pt x="300890" y="263707"/>
                  </a:lnTo>
                  <a:lnTo>
                    <a:pt x="304009" y="259408"/>
                  </a:lnTo>
                  <a:lnTo>
                    <a:pt x="306990" y="255011"/>
                  </a:lnTo>
                  <a:lnTo>
                    <a:pt x="309830" y="250522"/>
                  </a:lnTo>
                  <a:lnTo>
                    <a:pt x="312525" y="245946"/>
                  </a:lnTo>
                  <a:lnTo>
                    <a:pt x="315074" y="241286"/>
                  </a:lnTo>
                  <a:lnTo>
                    <a:pt x="317473" y="236547"/>
                  </a:lnTo>
                  <a:lnTo>
                    <a:pt x="319721" y="231734"/>
                  </a:lnTo>
                  <a:lnTo>
                    <a:pt x="321815" y="226853"/>
                  </a:lnTo>
                  <a:lnTo>
                    <a:pt x="323752" y="221907"/>
                  </a:lnTo>
                  <a:lnTo>
                    <a:pt x="325532" y="216903"/>
                  </a:lnTo>
                  <a:lnTo>
                    <a:pt x="327151" y="211844"/>
                  </a:lnTo>
                  <a:lnTo>
                    <a:pt x="328609" y="206737"/>
                  </a:lnTo>
                  <a:lnTo>
                    <a:pt x="329904" y="201585"/>
                  </a:lnTo>
                  <a:lnTo>
                    <a:pt x="331035" y="196396"/>
                  </a:lnTo>
                  <a:lnTo>
                    <a:pt x="332000" y="191173"/>
                  </a:lnTo>
                  <a:lnTo>
                    <a:pt x="332799" y="185921"/>
                  </a:lnTo>
                  <a:lnTo>
                    <a:pt x="333431" y="180648"/>
                  </a:lnTo>
                  <a:lnTo>
                    <a:pt x="333895" y="175356"/>
                  </a:lnTo>
                  <a:lnTo>
                    <a:pt x="334190" y="170053"/>
                  </a:lnTo>
                  <a:lnTo>
                    <a:pt x="334317" y="164743"/>
                  </a:lnTo>
                  <a:lnTo>
                    <a:pt x="334275" y="159432"/>
                  </a:lnTo>
                  <a:lnTo>
                    <a:pt x="334064" y="154124"/>
                  </a:lnTo>
                  <a:lnTo>
                    <a:pt x="333685" y="148826"/>
                  </a:lnTo>
                  <a:lnTo>
                    <a:pt x="333138" y="143543"/>
                  </a:lnTo>
                  <a:lnTo>
                    <a:pt x="332423" y="138280"/>
                  </a:lnTo>
                  <a:lnTo>
                    <a:pt x="331541" y="133042"/>
                  </a:lnTo>
                  <a:lnTo>
                    <a:pt x="330493" y="127835"/>
                  </a:lnTo>
                  <a:lnTo>
                    <a:pt x="329280" y="122663"/>
                  </a:lnTo>
                  <a:lnTo>
                    <a:pt x="327904" y="117533"/>
                  </a:lnTo>
                  <a:lnTo>
                    <a:pt x="326366" y="112450"/>
                  </a:lnTo>
                  <a:lnTo>
                    <a:pt x="324666" y="107417"/>
                  </a:lnTo>
                  <a:lnTo>
                    <a:pt x="322808" y="102441"/>
                  </a:lnTo>
                  <a:lnTo>
                    <a:pt x="320792" y="97527"/>
                  </a:lnTo>
                  <a:lnTo>
                    <a:pt x="318622" y="92679"/>
                  </a:lnTo>
                  <a:lnTo>
                    <a:pt x="316298" y="87903"/>
                  </a:lnTo>
                  <a:lnTo>
                    <a:pt x="313824" y="83203"/>
                  </a:lnTo>
                  <a:lnTo>
                    <a:pt x="311202" y="78584"/>
                  </a:lnTo>
                  <a:lnTo>
                    <a:pt x="308434" y="74050"/>
                  </a:lnTo>
                  <a:lnTo>
                    <a:pt x="305524" y="69607"/>
                  </a:lnTo>
                  <a:lnTo>
                    <a:pt x="302474" y="65258"/>
                  </a:lnTo>
                  <a:lnTo>
                    <a:pt x="299288" y="61009"/>
                  </a:lnTo>
                  <a:lnTo>
                    <a:pt x="295968" y="56862"/>
                  </a:lnTo>
                  <a:lnTo>
                    <a:pt x="292518" y="52824"/>
                  </a:lnTo>
                  <a:lnTo>
                    <a:pt x="288941" y="48897"/>
                  </a:lnTo>
                  <a:lnTo>
                    <a:pt x="285242" y="45086"/>
                  </a:lnTo>
                  <a:lnTo>
                    <a:pt x="281423" y="41394"/>
                  </a:lnTo>
                  <a:lnTo>
                    <a:pt x="277489" y="37825"/>
                  </a:lnTo>
                  <a:lnTo>
                    <a:pt x="273444" y="34383"/>
                  </a:lnTo>
                  <a:lnTo>
                    <a:pt x="269291" y="31071"/>
                  </a:lnTo>
                  <a:lnTo>
                    <a:pt x="265035" y="27893"/>
                  </a:lnTo>
                  <a:lnTo>
                    <a:pt x="260680" y="24852"/>
                  </a:lnTo>
                  <a:lnTo>
                    <a:pt x="256231" y="21951"/>
                  </a:lnTo>
                  <a:lnTo>
                    <a:pt x="251692" y="19192"/>
                  </a:lnTo>
                  <a:lnTo>
                    <a:pt x="247068" y="16579"/>
                  </a:lnTo>
                  <a:lnTo>
                    <a:pt x="242363" y="14115"/>
                  </a:lnTo>
                  <a:lnTo>
                    <a:pt x="237582" y="11801"/>
                  </a:lnTo>
                  <a:lnTo>
                    <a:pt x="232730" y="9640"/>
                  </a:lnTo>
                  <a:lnTo>
                    <a:pt x="227811" y="7634"/>
                  </a:lnTo>
                  <a:lnTo>
                    <a:pt x="222832" y="5786"/>
                  </a:lnTo>
                  <a:lnTo>
                    <a:pt x="217796" y="4096"/>
                  </a:lnTo>
                  <a:lnTo>
                    <a:pt x="212709" y="2568"/>
                  </a:lnTo>
                  <a:lnTo>
                    <a:pt x="207576" y="1202"/>
                  </a:lnTo>
                  <a:lnTo>
                    <a:pt x="202403" y="0"/>
                  </a:lnTo>
                  <a:lnTo>
                    <a:pt x="167155" y="163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35247" cy="167167"/>
            </a:xfrm>
            <a:custGeom>
              <a:avLst/>
              <a:pathLst>
                <a:path w="35247" h="167167">
                  <a:moveTo>
                    <a:pt x="35247" y="3758"/>
                  </a:moveTo>
                  <a:lnTo>
                    <a:pt x="28274" y="2408"/>
                  </a:lnTo>
                  <a:lnTo>
                    <a:pt x="21250" y="1356"/>
                  </a:lnTo>
                  <a:lnTo>
                    <a:pt x="14188" y="603"/>
                  </a:lnTo>
                  <a:lnTo>
                    <a:pt x="7100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7155" y="1322571"/>
              <a:ext cx="71565" cy="167167"/>
            </a:xfrm>
            <a:custGeom>
              <a:avLst/>
              <a:pathLst>
                <a:path w="71565" h="167167">
                  <a:moveTo>
                    <a:pt x="71565" y="0"/>
                  </a:moveTo>
                  <a:lnTo>
                    <a:pt x="65877" y="96"/>
                  </a:lnTo>
                  <a:lnTo>
                    <a:pt x="60196" y="387"/>
                  </a:lnTo>
                  <a:lnTo>
                    <a:pt x="54528" y="870"/>
                  </a:lnTo>
                  <a:lnTo>
                    <a:pt x="48880" y="1546"/>
                  </a:lnTo>
                  <a:lnTo>
                    <a:pt x="43258" y="2414"/>
                  </a:lnTo>
                  <a:lnTo>
                    <a:pt x="37669" y="3472"/>
                  </a:lnTo>
                  <a:lnTo>
                    <a:pt x="32119" y="4720"/>
                  </a:lnTo>
                  <a:lnTo>
                    <a:pt x="26615" y="6156"/>
                  </a:lnTo>
                  <a:lnTo>
                    <a:pt x="21163" y="7779"/>
                  </a:lnTo>
                  <a:lnTo>
                    <a:pt x="15769" y="9586"/>
                  </a:lnTo>
                  <a:lnTo>
                    <a:pt x="10439" y="11576"/>
                  </a:lnTo>
                  <a:lnTo>
                    <a:pt x="5181" y="13745"/>
                  </a:lnTo>
                  <a:lnTo>
                    <a:pt x="0" y="16093"/>
                  </a:lnTo>
                  <a:lnTo>
                    <a:pt x="715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7155" y="1338665"/>
              <a:ext cx="71565" cy="151074"/>
            </a:xfrm>
            <a:custGeom>
              <a:avLst/>
              <a:pathLst>
                <a:path w="71565" h="151074">
                  <a:moveTo>
                    <a:pt x="0" y="0"/>
                  </a:moveTo>
                  <a:lnTo>
                    <a:pt x="71565" y="1510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61" y="1338665"/>
              <a:ext cx="334326" cy="318230"/>
            </a:xfrm>
            <a:custGeom>
              <a:avLst/>
              <a:pathLst>
                <a:path w="334326" h="318230">
                  <a:moveTo>
                    <a:pt x="95593" y="0"/>
                  </a:moveTo>
                  <a:lnTo>
                    <a:pt x="90853" y="2338"/>
                  </a:lnTo>
                  <a:lnTo>
                    <a:pt x="86189" y="4824"/>
                  </a:lnTo>
                  <a:lnTo>
                    <a:pt x="81606" y="7457"/>
                  </a:lnTo>
                  <a:lnTo>
                    <a:pt x="77108" y="10234"/>
                  </a:lnTo>
                  <a:lnTo>
                    <a:pt x="72701" y="13151"/>
                  </a:lnTo>
                  <a:lnTo>
                    <a:pt x="68388" y="16206"/>
                  </a:lnTo>
                  <a:lnTo>
                    <a:pt x="64173" y="19396"/>
                  </a:lnTo>
                  <a:lnTo>
                    <a:pt x="60062" y="22718"/>
                  </a:lnTo>
                  <a:lnTo>
                    <a:pt x="56057" y="26168"/>
                  </a:lnTo>
                  <a:lnTo>
                    <a:pt x="52164" y="29743"/>
                  </a:lnTo>
                  <a:lnTo>
                    <a:pt x="48386" y="33439"/>
                  </a:lnTo>
                  <a:lnTo>
                    <a:pt x="44726" y="37253"/>
                  </a:lnTo>
                  <a:lnTo>
                    <a:pt x="41189" y="41180"/>
                  </a:lnTo>
                  <a:lnTo>
                    <a:pt x="37778" y="45217"/>
                  </a:lnTo>
                  <a:lnTo>
                    <a:pt x="34496" y="49361"/>
                  </a:lnTo>
                  <a:lnTo>
                    <a:pt x="31347" y="53606"/>
                  </a:lnTo>
                  <a:lnTo>
                    <a:pt x="28333" y="57948"/>
                  </a:lnTo>
                  <a:lnTo>
                    <a:pt x="25458" y="62383"/>
                  </a:lnTo>
                  <a:lnTo>
                    <a:pt x="22725" y="66907"/>
                  </a:lnTo>
                  <a:lnTo>
                    <a:pt x="20137" y="71516"/>
                  </a:lnTo>
                  <a:lnTo>
                    <a:pt x="17695" y="76204"/>
                  </a:lnTo>
                  <a:lnTo>
                    <a:pt x="15403" y="80966"/>
                  </a:lnTo>
                  <a:lnTo>
                    <a:pt x="13262" y="85799"/>
                  </a:lnTo>
                  <a:lnTo>
                    <a:pt x="11275" y="90697"/>
                  </a:lnTo>
                  <a:lnTo>
                    <a:pt x="9445" y="95655"/>
                  </a:lnTo>
                  <a:lnTo>
                    <a:pt x="7771" y="100669"/>
                  </a:lnTo>
                  <a:lnTo>
                    <a:pt x="6258" y="105733"/>
                  </a:lnTo>
                  <a:lnTo>
                    <a:pt x="4905" y="110843"/>
                  </a:lnTo>
                  <a:lnTo>
                    <a:pt x="3714" y="115992"/>
                  </a:lnTo>
                  <a:lnTo>
                    <a:pt x="2686" y="121177"/>
                  </a:lnTo>
                  <a:lnTo>
                    <a:pt x="1823" y="126392"/>
                  </a:lnTo>
                  <a:lnTo>
                    <a:pt x="1126" y="131631"/>
                  </a:lnTo>
                  <a:lnTo>
                    <a:pt x="594" y="136890"/>
                  </a:lnTo>
                  <a:lnTo>
                    <a:pt x="229" y="142163"/>
                  </a:lnTo>
                  <a:lnTo>
                    <a:pt x="31" y="147445"/>
                  </a:lnTo>
                  <a:lnTo>
                    <a:pt x="0" y="152730"/>
                  </a:lnTo>
                  <a:lnTo>
                    <a:pt x="135" y="158014"/>
                  </a:lnTo>
                  <a:lnTo>
                    <a:pt x="438" y="163291"/>
                  </a:lnTo>
                  <a:lnTo>
                    <a:pt x="908" y="168555"/>
                  </a:lnTo>
                  <a:lnTo>
                    <a:pt x="1544" y="173803"/>
                  </a:lnTo>
                  <a:lnTo>
                    <a:pt x="2345" y="179027"/>
                  </a:lnTo>
                  <a:lnTo>
                    <a:pt x="3311" y="184224"/>
                  </a:lnTo>
                  <a:lnTo>
                    <a:pt x="4441" y="189387"/>
                  </a:lnTo>
                  <a:lnTo>
                    <a:pt x="5734" y="194512"/>
                  </a:lnTo>
                  <a:lnTo>
                    <a:pt x="7188" y="199594"/>
                  </a:lnTo>
                  <a:lnTo>
                    <a:pt x="8802" y="204627"/>
                  </a:lnTo>
                  <a:lnTo>
                    <a:pt x="10574" y="209607"/>
                  </a:lnTo>
                  <a:lnTo>
                    <a:pt x="12503" y="214528"/>
                  </a:lnTo>
                  <a:lnTo>
                    <a:pt x="14586" y="219385"/>
                  </a:lnTo>
                  <a:lnTo>
                    <a:pt x="16822" y="224175"/>
                  </a:lnTo>
                  <a:lnTo>
                    <a:pt x="19208" y="228891"/>
                  </a:lnTo>
                  <a:lnTo>
                    <a:pt x="21742" y="233529"/>
                  </a:lnTo>
                  <a:lnTo>
                    <a:pt x="24422" y="238085"/>
                  </a:lnTo>
                  <a:lnTo>
                    <a:pt x="27244" y="242555"/>
                  </a:lnTo>
                  <a:lnTo>
                    <a:pt x="30206" y="246932"/>
                  </a:lnTo>
                  <a:lnTo>
                    <a:pt x="33305" y="251214"/>
                  </a:lnTo>
                  <a:lnTo>
                    <a:pt x="36538" y="255396"/>
                  </a:lnTo>
                  <a:lnTo>
                    <a:pt x="39901" y="259473"/>
                  </a:lnTo>
                  <a:lnTo>
                    <a:pt x="43392" y="263442"/>
                  </a:lnTo>
                  <a:lnTo>
                    <a:pt x="47006" y="267299"/>
                  </a:lnTo>
                  <a:lnTo>
                    <a:pt x="50740" y="271039"/>
                  </a:lnTo>
                  <a:lnTo>
                    <a:pt x="54591" y="274660"/>
                  </a:lnTo>
                  <a:lnTo>
                    <a:pt x="58555" y="278157"/>
                  </a:lnTo>
                  <a:lnTo>
                    <a:pt x="62627" y="281527"/>
                  </a:lnTo>
                  <a:lnTo>
                    <a:pt x="66803" y="284766"/>
                  </a:lnTo>
                  <a:lnTo>
                    <a:pt x="71080" y="287872"/>
                  </a:lnTo>
                  <a:lnTo>
                    <a:pt x="75453" y="290841"/>
                  </a:lnTo>
                  <a:lnTo>
                    <a:pt x="79917" y="293670"/>
                  </a:lnTo>
                  <a:lnTo>
                    <a:pt x="84469" y="296357"/>
                  </a:lnTo>
                  <a:lnTo>
                    <a:pt x="89103" y="298899"/>
                  </a:lnTo>
                  <a:lnTo>
                    <a:pt x="93816" y="301293"/>
                  </a:lnTo>
                  <a:lnTo>
                    <a:pt x="98602" y="303536"/>
                  </a:lnTo>
                  <a:lnTo>
                    <a:pt x="103456" y="305627"/>
                  </a:lnTo>
                  <a:lnTo>
                    <a:pt x="108374" y="307564"/>
                  </a:lnTo>
                  <a:lnTo>
                    <a:pt x="113351" y="309344"/>
                  </a:lnTo>
                  <a:lnTo>
                    <a:pt x="118381" y="310966"/>
                  </a:lnTo>
                  <a:lnTo>
                    <a:pt x="123460" y="312428"/>
                  </a:lnTo>
                  <a:lnTo>
                    <a:pt x="128583" y="313729"/>
                  </a:lnTo>
                  <a:lnTo>
                    <a:pt x="133745" y="314867"/>
                  </a:lnTo>
                  <a:lnTo>
                    <a:pt x="138940" y="315842"/>
                  </a:lnTo>
                  <a:lnTo>
                    <a:pt x="144163" y="316652"/>
                  </a:lnTo>
                  <a:lnTo>
                    <a:pt x="149409" y="317296"/>
                  </a:lnTo>
                  <a:lnTo>
                    <a:pt x="154673" y="317774"/>
                  </a:lnTo>
                  <a:lnTo>
                    <a:pt x="159950" y="318085"/>
                  </a:lnTo>
                  <a:lnTo>
                    <a:pt x="165233" y="318230"/>
                  </a:lnTo>
                  <a:lnTo>
                    <a:pt x="170519" y="318207"/>
                  </a:lnTo>
                  <a:lnTo>
                    <a:pt x="175801" y="318017"/>
                  </a:lnTo>
                  <a:lnTo>
                    <a:pt x="181074" y="317661"/>
                  </a:lnTo>
                  <a:lnTo>
                    <a:pt x="186334" y="317138"/>
                  </a:lnTo>
                  <a:lnTo>
                    <a:pt x="191574" y="316448"/>
                  </a:lnTo>
                  <a:lnTo>
                    <a:pt x="196790" y="315594"/>
                  </a:lnTo>
                  <a:lnTo>
                    <a:pt x="201977" y="314575"/>
                  </a:lnTo>
                  <a:lnTo>
                    <a:pt x="207128" y="313392"/>
                  </a:lnTo>
                  <a:lnTo>
                    <a:pt x="212240" y="312048"/>
                  </a:lnTo>
                  <a:lnTo>
                    <a:pt x="217307" y="310542"/>
                  </a:lnTo>
                  <a:lnTo>
                    <a:pt x="222323" y="308877"/>
                  </a:lnTo>
                  <a:lnTo>
                    <a:pt x="227284" y="307054"/>
                  </a:lnTo>
                  <a:lnTo>
                    <a:pt x="232186" y="305075"/>
                  </a:lnTo>
                  <a:lnTo>
                    <a:pt x="237022" y="302942"/>
                  </a:lnTo>
                  <a:lnTo>
                    <a:pt x="241788" y="300658"/>
                  </a:lnTo>
                  <a:lnTo>
                    <a:pt x="246480" y="298224"/>
                  </a:lnTo>
                  <a:lnTo>
                    <a:pt x="251092" y="295642"/>
                  </a:lnTo>
                  <a:lnTo>
                    <a:pt x="255621" y="292917"/>
                  </a:lnTo>
                  <a:lnTo>
                    <a:pt x="260061" y="290049"/>
                  </a:lnTo>
                  <a:lnTo>
                    <a:pt x="264408" y="287042"/>
                  </a:lnTo>
                  <a:lnTo>
                    <a:pt x="268658" y="283900"/>
                  </a:lnTo>
                  <a:lnTo>
                    <a:pt x="272806" y="280625"/>
                  </a:lnTo>
                  <a:lnTo>
                    <a:pt x="276849" y="277220"/>
                  </a:lnTo>
                  <a:lnTo>
                    <a:pt x="280783" y="273689"/>
                  </a:lnTo>
                  <a:lnTo>
                    <a:pt x="284602" y="270036"/>
                  </a:lnTo>
                  <a:lnTo>
                    <a:pt x="288304" y="266263"/>
                  </a:lnTo>
                  <a:lnTo>
                    <a:pt x="291886" y="262376"/>
                  </a:lnTo>
                  <a:lnTo>
                    <a:pt x="295342" y="258377"/>
                  </a:lnTo>
                  <a:lnTo>
                    <a:pt x="298670" y="254271"/>
                  </a:lnTo>
                  <a:lnTo>
                    <a:pt x="301867" y="250062"/>
                  </a:lnTo>
                  <a:lnTo>
                    <a:pt x="304929" y="245753"/>
                  </a:lnTo>
                  <a:lnTo>
                    <a:pt x="307853" y="241351"/>
                  </a:lnTo>
                  <a:lnTo>
                    <a:pt x="310637" y="236857"/>
                  </a:lnTo>
                  <a:lnTo>
                    <a:pt x="313278" y="232279"/>
                  </a:lnTo>
                  <a:lnTo>
                    <a:pt x="315772" y="227618"/>
                  </a:lnTo>
                  <a:lnTo>
                    <a:pt x="318117" y="222882"/>
                  </a:lnTo>
                  <a:lnTo>
                    <a:pt x="320312" y="218074"/>
                  </a:lnTo>
                  <a:lnTo>
                    <a:pt x="322354" y="213198"/>
                  </a:lnTo>
                  <a:lnTo>
                    <a:pt x="324240" y="208261"/>
                  </a:lnTo>
                  <a:lnTo>
                    <a:pt x="325970" y="203266"/>
                  </a:lnTo>
                  <a:lnTo>
                    <a:pt x="327540" y="198219"/>
                  </a:lnTo>
                  <a:lnTo>
                    <a:pt x="328951" y="193125"/>
                  </a:lnTo>
                  <a:lnTo>
                    <a:pt x="330199" y="187989"/>
                  </a:lnTo>
                  <a:lnTo>
                    <a:pt x="331285" y="182816"/>
                  </a:lnTo>
                  <a:lnTo>
                    <a:pt x="332206" y="177612"/>
                  </a:lnTo>
                  <a:lnTo>
                    <a:pt x="332963" y="172381"/>
                  </a:lnTo>
                  <a:lnTo>
                    <a:pt x="333553" y="167128"/>
                  </a:lnTo>
                  <a:lnTo>
                    <a:pt x="333978" y="161860"/>
                  </a:lnTo>
                  <a:lnTo>
                    <a:pt x="334235" y="156580"/>
                  </a:lnTo>
                  <a:lnTo>
                    <a:pt x="334326" y="151296"/>
                  </a:lnTo>
                  <a:lnTo>
                    <a:pt x="334249" y="146011"/>
                  </a:lnTo>
                  <a:lnTo>
                    <a:pt x="334006" y="140731"/>
                  </a:lnTo>
                  <a:lnTo>
                    <a:pt x="333596" y="135461"/>
                  </a:lnTo>
                  <a:lnTo>
                    <a:pt x="333019" y="130207"/>
                  </a:lnTo>
                  <a:lnTo>
                    <a:pt x="332276" y="124974"/>
                  </a:lnTo>
                  <a:lnTo>
                    <a:pt x="331368" y="119767"/>
                  </a:lnTo>
                  <a:lnTo>
                    <a:pt x="330297" y="114591"/>
                  </a:lnTo>
                  <a:lnTo>
                    <a:pt x="329062" y="109452"/>
                  </a:lnTo>
                  <a:lnTo>
                    <a:pt x="327665" y="104354"/>
                  </a:lnTo>
                  <a:lnTo>
                    <a:pt x="326108" y="99303"/>
                  </a:lnTo>
                  <a:lnTo>
                    <a:pt x="324392" y="94304"/>
                  </a:lnTo>
                  <a:lnTo>
                    <a:pt x="322518" y="89362"/>
                  </a:lnTo>
                  <a:lnTo>
                    <a:pt x="320490" y="84481"/>
                  </a:lnTo>
                  <a:lnTo>
                    <a:pt x="318308" y="79667"/>
                  </a:lnTo>
                  <a:lnTo>
                    <a:pt x="315975" y="74924"/>
                  </a:lnTo>
                  <a:lnTo>
                    <a:pt x="313493" y="70257"/>
                  </a:lnTo>
                  <a:lnTo>
                    <a:pt x="310865" y="65671"/>
                  </a:lnTo>
                  <a:lnTo>
                    <a:pt x="308093" y="61171"/>
                  </a:lnTo>
                  <a:lnTo>
                    <a:pt x="305180" y="56760"/>
                  </a:lnTo>
                  <a:lnTo>
                    <a:pt x="302130" y="52444"/>
                  </a:lnTo>
                  <a:lnTo>
                    <a:pt x="298944" y="48226"/>
                  </a:lnTo>
                  <a:lnTo>
                    <a:pt x="295627" y="44111"/>
                  </a:lnTo>
                  <a:lnTo>
                    <a:pt x="292181" y="40103"/>
                  </a:lnTo>
                  <a:lnTo>
                    <a:pt x="288610" y="36206"/>
                  </a:lnTo>
                  <a:lnTo>
                    <a:pt x="284918" y="32424"/>
                  </a:lnTo>
                  <a:lnTo>
                    <a:pt x="281108" y="28760"/>
                  </a:lnTo>
                  <a:lnTo>
                    <a:pt x="277184" y="25219"/>
                  </a:lnTo>
                  <a:lnTo>
                    <a:pt x="273150" y="21804"/>
                  </a:lnTo>
                  <a:lnTo>
                    <a:pt x="167159" y="1510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05991" cy="167167"/>
            </a:xfrm>
            <a:custGeom>
              <a:avLst/>
              <a:pathLst>
                <a:path w="105991" h="167167">
                  <a:moveTo>
                    <a:pt x="105991" y="37897"/>
                  </a:moveTo>
                  <a:lnTo>
                    <a:pt x="101491" y="34334"/>
                  </a:lnTo>
                  <a:lnTo>
                    <a:pt x="96870" y="30928"/>
                  </a:lnTo>
                  <a:lnTo>
                    <a:pt x="92136" y="27683"/>
                  </a:lnTo>
                  <a:lnTo>
                    <a:pt x="87293" y="24602"/>
                  </a:lnTo>
                  <a:lnTo>
                    <a:pt x="82347" y="21689"/>
                  </a:lnTo>
                  <a:lnTo>
                    <a:pt x="77304" y="18947"/>
                  </a:lnTo>
                  <a:lnTo>
                    <a:pt x="72170" y="16381"/>
                  </a:lnTo>
                  <a:lnTo>
                    <a:pt x="66950" y="13992"/>
                  </a:lnTo>
                  <a:lnTo>
                    <a:pt x="61652" y="11784"/>
                  </a:lnTo>
                  <a:lnTo>
                    <a:pt x="56281" y="9759"/>
                  </a:lnTo>
                  <a:lnTo>
                    <a:pt x="50844" y="7919"/>
                  </a:lnTo>
                  <a:lnTo>
                    <a:pt x="45346" y="6268"/>
                  </a:lnTo>
                  <a:lnTo>
                    <a:pt x="39796" y="4806"/>
                  </a:lnTo>
                  <a:lnTo>
                    <a:pt x="34198" y="3535"/>
                  </a:lnTo>
                  <a:lnTo>
                    <a:pt x="28560" y="2457"/>
                  </a:lnTo>
                  <a:lnTo>
                    <a:pt x="22889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010" y="1681503"/>
              <a:ext cx="2514" cy="167167"/>
            </a:xfrm>
            <a:custGeom>
              <a:avLst/>
              <a:pathLst>
                <a:path w="2514" h="167167">
                  <a:moveTo>
                    <a:pt x="2514" y="0"/>
                  </a:moveTo>
                  <a:lnTo>
                    <a:pt x="0" y="18"/>
                  </a:lnTo>
                  <a:lnTo>
                    <a:pt x="251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010" y="1681522"/>
              <a:ext cx="2514" cy="167148"/>
            </a:xfrm>
            <a:custGeom>
              <a:avLst/>
              <a:pathLst>
                <a:path w="2514" h="167148">
                  <a:moveTo>
                    <a:pt x="0" y="0"/>
                  </a:moveTo>
                  <a:lnTo>
                    <a:pt x="2514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53144" y="1681522"/>
              <a:ext cx="133380" cy="167148"/>
            </a:xfrm>
            <a:custGeom>
              <a:avLst/>
              <a:pathLst>
                <a:path w="133380" h="167148">
                  <a:moveTo>
                    <a:pt x="130866" y="0"/>
                  </a:moveTo>
                  <a:lnTo>
                    <a:pt x="125242" y="179"/>
                  </a:lnTo>
                  <a:lnTo>
                    <a:pt x="119628" y="547"/>
                  </a:lnTo>
                  <a:lnTo>
                    <a:pt x="114030" y="1104"/>
                  </a:lnTo>
                  <a:lnTo>
                    <a:pt x="108453" y="1849"/>
                  </a:lnTo>
                  <a:lnTo>
                    <a:pt x="102905" y="2782"/>
                  </a:lnTo>
                  <a:lnTo>
                    <a:pt x="97391" y="3901"/>
                  </a:lnTo>
                  <a:lnTo>
                    <a:pt x="91918" y="5204"/>
                  </a:lnTo>
                  <a:lnTo>
                    <a:pt x="86492" y="6691"/>
                  </a:lnTo>
                  <a:lnTo>
                    <a:pt x="81119" y="8360"/>
                  </a:lnTo>
                  <a:lnTo>
                    <a:pt x="75806" y="10208"/>
                  </a:lnTo>
                  <a:lnTo>
                    <a:pt x="70557" y="12234"/>
                  </a:lnTo>
                  <a:lnTo>
                    <a:pt x="65380" y="14436"/>
                  </a:lnTo>
                  <a:lnTo>
                    <a:pt x="60279" y="16811"/>
                  </a:lnTo>
                  <a:lnTo>
                    <a:pt x="55262" y="19356"/>
                  </a:lnTo>
                  <a:lnTo>
                    <a:pt x="50333" y="22068"/>
                  </a:lnTo>
                  <a:lnTo>
                    <a:pt x="45498" y="24945"/>
                  </a:lnTo>
                  <a:lnTo>
                    <a:pt x="40762" y="27983"/>
                  </a:lnTo>
                  <a:lnTo>
                    <a:pt x="36132" y="31178"/>
                  </a:lnTo>
                  <a:lnTo>
                    <a:pt x="31611" y="34528"/>
                  </a:lnTo>
                  <a:lnTo>
                    <a:pt x="27206" y="38028"/>
                  </a:lnTo>
                  <a:lnTo>
                    <a:pt x="22922" y="41674"/>
                  </a:lnTo>
                  <a:lnTo>
                    <a:pt x="18762" y="45462"/>
                  </a:lnTo>
                  <a:lnTo>
                    <a:pt x="14732" y="49388"/>
                  </a:lnTo>
                  <a:lnTo>
                    <a:pt x="10836" y="53447"/>
                  </a:lnTo>
                  <a:lnTo>
                    <a:pt x="7080" y="57635"/>
                  </a:lnTo>
                  <a:lnTo>
                    <a:pt x="3466" y="61947"/>
                  </a:lnTo>
                  <a:lnTo>
                    <a:pt x="0" y="66378"/>
                  </a:lnTo>
                  <a:lnTo>
                    <a:pt x="133380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71" y="1681503"/>
              <a:ext cx="334302" cy="334334"/>
            </a:xfrm>
            <a:custGeom>
              <a:avLst/>
              <a:pathLst>
                <a:path w="334302" h="334334">
                  <a:moveTo>
                    <a:pt x="33773" y="66397"/>
                  </a:moveTo>
                  <a:lnTo>
                    <a:pt x="30645" y="70677"/>
                  </a:lnTo>
                  <a:lnTo>
                    <a:pt x="27654" y="75054"/>
                  </a:lnTo>
                  <a:lnTo>
                    <a:pt x="24803" y="79523"/>
                  </a:lnTo>
                  <a:lnTo>
                    <a:pt x="22096" y="84081"/>
                  </a:lnTo>
                  <a:lnTo>
                    <a:pt x="19534" y="88722"/>
                  </a:lnTo>
                  <a:lnTo>
                    <a:pt x="17121" y="93442"/>
                  </a:lnTo>
                  <a:lnTo>
                    <a:pt x="14859" y="98236"/>
                  </a:lnTo>
                  <a:lnTo>
                    <a:pt x="12750" y="103100"/>
                  </a:lnTo>
                  <a:lnTo>
                    <a:pt x="10796" y="108027"/>
                  </a:lnTo>
                  <a:lnTo>
                    <a:pt x="9000" y="113015"/>
                  </a:lnTo>
                  <a:lnTo>
                    <a:pt x="7362" y="118057"/>
                  </a:lnTo>
                  <a:lnTo>
                    <a:pt x="5886" y="123148"/>
                  </a:lnTo>
                  <a:lnTo>
                    <a:pt x="4571" y="128283"/>
                  </a:lnTo>
                  <a:lnTo>
                    <a:pt x="3420" y="133458"/>
                  </a:lnTo>
                  <a:lnTo>
                    <a:pt x="2433" y="138666"/>
                  </a:lnTo>
                  <a:lnTo>
                    <a:pt x="1612" y="143903"/>
                  </a:lnTo>
                  <a:lnTo>
                    <a:pt x="958" y="149164"/>
                  </a:lnTo>
                  <a:lnTo>
                    <a:pt x="471" y="154443"/>
                  </a:lnTo>
                  <a:lnTo>
                    <a:pt x="151" y="159734"/>
                  </a:lnTo>
                  <a:lnTo>
                    <a:pt x="0" y="165033"/>
                  </a:lnTo>
                  <a:lnTo>
                    <a:pt x="16" y="170334"/>
                  </a:lnTo>
                  <a:lnTo>
                    <a:pt x="200" y="175632"/>
                  </a:lnTo>
                  <a:lnTo>
                    <a:pt x="553" y="180921"/>
                  </a:lnTo>
                  <a:lnTo>
                    <a:pt x="1073" y="186197"/>
                  </a:lnTo>
                  <a:lnTo>
                    <a:pt x="1759" y="191453"/>
                  </a:lnTo>
                  <a:lnTo>
                    <a:pt x="2613" y="196685"/>
                  </a:lnTo>
                  <a:lnTo>
                    <a:pt x="3631" y="201887"/>
                  </a:lnTo>
                  <a:lnTo>
                    <a:pt x="4814" y="207055"/>
                  </a:lnTo>
                  <a:lnTo>
                    <a:pt x="6161" y="212182"/>
                  </a:lnTo>
                  <a:lnTo>
                    <a:pt x="7669" y="217264"/>
                  </a:lnTo>
                  <a:lnTo>
                    <a:pt x="9338" y="222295"/>
                  </a:lnTo>
                  <a:lnTo>
                    <a:pt x="11165" y="227272"/>
                  </a:lnTo>
                  <a:lnTo>
                    <a:pt x="13149" y="232187"/>
                  </a:lnTo>
                  <a:lnTo>
                    <a:pt x="15288" y="237038"/>
                  </a:lnTo>
                  <a:lnTo>
                    <a:pt x="17580" y="241818"/>
                  </a:lnTo>
                  <a:lnTo>
                    <a:pt x="20022" y="246523"/>
                  </a:lnTo>
                  <a:lnTo>
                    <a:pt x="22612" y="251148"/>
                  </a:lnTo>
                  <a:lnTo>
                    <a:pt x="25348" y="255689"/>
                  </a:lnTo>
                  <a:lnTo>
                    <a:pt x="28226" y="260140"/>
                  </a:lnTo>
                  <a:lnTo>
                    <a:pt x="31244" y="264499"/>
                  </a:lnTo>
                  <a:lnTo>
                    <a:pt x="34398" y="268759"/>
                  </a:lnTo>
                  <a:lnTo>
                    <a:pt x="37686" y="272917"/>
                  </a:lnTo>
                  <a:lnTo>
                    <a:pt x="41104" y="276969"/>
                  </a:lnTo>
                  <a:lnTo>
                    <a:pt x="44649" y="280911"/>
                  </a:lnTo>
                  <a:lnTo>
                    <a:pt x="48317" y="284738"/>
                  </a:lnTo>
                  <a:lnTo>
                    <a:pt x="52105" y="288447"/>
                  </a:lnTo>
                  <a:lnTo>
                    <a:pt x="56008" y="292033"/>
                  </a:lnTo>
                  <a:lnTo>
                    <a:pt x="60023" y="295495"/>
                  </a:lnTo>
                  <a:lnTo>
                    <a:pt x="64146" y="298827"/>
                  </a:lnTo>
                  <a:lnTo>
                    <a:pt x="68372" y="302027"/>
                  </a:lnTo>
                  <a:lnTo>
                    <a:pt x="72698" y="305091"/>
                  </a:lnTo>
                  <a:lnTo>
                    <a:pt x="77118" y="308017"/>
                  </a:lnTo>
                  <a:lnTo>
                    <a:pt x="81630" y="310801"/>
                  </a:lnTo>
                  <a:lnTo>
                    <a:pt x="86227" y="313440"/>
                  </a:lnTo>
                  <a:lnTo>
                    <a:pt x="90905" y="315933"/>
                  </a:lnTo>
                  <a:lnTo>
                    <a:pt x="95661" y="318275"/>
                  </a:lnTo>
                  <a:lnTo>
                    <a:pt x="100488" y="320466"/>
                  </a:lnTo>
                  <a:lnTo>
                    <a:pt x="105382" y="322503"/>
                  </a:lnTo>
                  <a:lnTo>
                    <a:pt x="110338" y="324383"/>
                  </a:lnTo>
                  <a:lnTo>
                    <a:pt x="115352" y="326106"/>
                  </a:lnTo>
                  <a:lnTo>
                    <a:pt x="120417" y="327668"/>
                  </a:lnTo>
                  <a:lnTo>
                    <a:pt x="125530" y="329070"/>
                  </a:lnTo>
                  <a:lnTo>
                    <a:pt x="130684" y="330308"/>
                  </a:lnTo>
                  <a:lnTo>
                    <a:pt x="135875" y="331382"/>
                  </a:lnTo>
                  <a:lnTo>
                    <a:pt x="141098" y="332291"/>
                  </a:lnTo>
                  <a:lnTo>
                    <a:pt x="146347" y="333034"/>
                  </a:lnTo>
                  <a:lnTo>
                    <a:pt x="151616" y="333611"/>
                  </a:lnTo>
                  <a:lnTo>
                    <a:pt x="156902" y="334020"/>
                  </a:lnTo>
                  <a:lnTo>
                    <a:pt x="162197" y="334261"/>
                  </a:lnTo>
                  <a:lnTo>
                    <a:pt x="167498" y="334334"/>
                  </a:lnTo>
                  <a:lnTo>
                    <a:pt x="172798" y="334239"/>
                  </a:lnTo>
                  <a:lnTo>
                    <a:pt x="178092" y="333976"/>
                  </a:lnTo>
                  <a:lnTo>
                    <a:pt x="183376" y="333545"/>
                  </a:lnTo>
                  <a:lnTo>
                    <a:pt x="188643" y="332947"/>
                  </a:lnTo>
                  <a:lnTo>
                    <a:pt x="193889" y="332183"/>
                  </a:lnTo>
                  <a:lnTo>
                    <a:pt x="199108" y="331252"/>
                  </a:lnTo>
                  <a:lnTo>
                    <a:pt x="204294" y="330156"/>
                  </a:lnTo>
                  <a:lnTo>
                    <a:pt x="209443" y="328897"/>
                  </a:lnTo>
                  <a:lnTo>
                    <a:pt x="214550" y="327474"/>
                  </a:lnTo>
                  <a:lnTo>
                    <a:pt x="219609" y="325891"/>
                  </a:lnTo>
                  <a:lnTo>
                    <a:pt x="224616" y="324148"/>
                  </a:lnTo>
                  <a:lnTo>
                    <a:pt x="229564" y="322247"/>
                  </a:lnTo>
                  <a:lnTo>
                    <a:pt x="234450" y="320190"/>
                  </a:lnTo>
                  <a:lnTo>
                    <a:pt x="239268" y="317980"/>
                  </a:lnTo>
                  <a:lnTo>
                    <a:pt x="244013" y="315617"/>
                  </a:lnTo>
                  <a:lnTo>
                    <a:pt x="248682" y="313106"/>
                  </a:lnTo>
                  <a:lnTo>
                    <a:pt x="253268" y="310447"/>
                  </a:lnTo>
                  <a:lnTo>
                    <a:pt x="257768" y="307645"/>
                  </a:lnTo>
                  <a:lnTo>
                    <a:pt x="262176" y="304701"/>
                  </a:lnTo>
                  <a:lnTo>
                    <a:pt x="266489" y="301619"/>
                  </a:lnTo>
                  <a:lnTo>
                    <a:pt x="270703" y="298402"/>
                  </a:lnTo>
                  <a:lnTo>
                    <a:pt x="274812" y="295052"/>
                  </a:lnTo>
                  <a:lnTo>
                    <a:pt x="278812" y="291574"/>
                  </a:lnTo>
                  <a:lnTo>
                    <a:pt x="282701" y="287972"/>
                  </a:lnTo>
                  <a:lnTo>
                    <a:pt x="286473" y="284247"/>
                  </a:lnTo>
                  <a:lnTo>
                    <a:pt x="290125" y="280405"/>
                  </a:lnTo>
                  <a:lnTo>
                    <a:pt x="293654" y="276449"/>
                  </a:lnTo>
                  <a:lnTo>
                    <a:pt x="297055" y="272383"/>
                  </a:lnTo>
                  <a:lnTo>
                    <a:pt x="300326" y="268211"/>
                  </a:lnTo>
                  <a:lnTo>
                    <a:pt x="303463" y="263938"/>
                  </a:lnTo>
                  <a:lnTo>
                    <a:pt x="306463" y="259567"/>
                  </a:lnTo>
                  <a:lnTo>
                    <a:pt x="309322" y="255104"/>
                  </a:lnTo>
                  <a:lnTo>
                    <a:pt x="312039" y="250552"/>
                  </a:lnTo>
                  <a:lnTo>
                    <a:pt x="314610" y="245916"/>
                  </a:lnTo>
                  <a:lnTo>
                    <a:pt x="317033" y="241201"/>
                  </a:lnTo>
                  <a:lnTo>
                    <a:pt x="319305" y="236411"/>
                  </a:lnTo>
                  <a:lnTo>
                    <a:pt x="321424" y="231552"/>
                  </a:lnTo>
                  <a:lnTo>
                    <a:pt x="323388" y="226628"/>
                  </a:lnTo>
                  <a:lnTo>
                    <a:pt x="325195" y="221645"/>
                  </a:lnTo>
                  <a:lnTo>
                    <a:pt x="326843" y="216606"/>
                  </a:lnTo>
                  <a:lnTo>
                    <a:pt x="328330" y="211518"/>
                  </a:lnTo>
                  <a:lnTo>
                    <a:pt x="329655" y="206385"/>
                  </a:lnTo>
                  <a:lnTo>
                    <a:pt x="330817" y="201213"/>
                  </a:lnTo>
                  <a:lnTo>
                    <a:pt x="331814" y="196007"/>
                  </a:lnTo>
                  <a:lnTo>
                    <a:pt x="332646" y="190771"/>
                  </a:lnTo>
                  <a:lnTo>
                    <a:pt x="333311" y="185512"/>
                  </a:lnTo>
                  <a:lnTo>
                    <a:pt x="333809" y="180235"/>
                  </a:lnTo>
                  <a:lnTo>
                    <a:pt x="334140" y="174944"/>
                  </a:lnTo>
                  <a:lnTo>
                    <a:pt x="334302" y="169645"/>
                  </a:lnTo>
                  <a:lnTo>
                    <a:pt x="334297" y="164344"/>
                  </a:lnTo>
                  <a:lnTo>
                    <a:pt x="334123" y="159046"/>
                  </a:lnTo>
                  <a:lnTo>
                    <a:pt x="333782" y="153756"/>
                  </a:lnTo>
                  <a:lnTo>
                    <a:pt x="333273" y="148479"/>
                  </a:lnTo>
                  <a:lnTo>
                    <a:pt x="332597" y="143222"/>
                  </a:lnTo>
                  <a:lnTo>
                    <a:pt x="331754" y="137988"/>
                  </a:lnTo>
                  <a:lnTo>
                    <a:pt x="330747" y="132784"/>
                  </a:lnTo>
                  <a:lnTo>
                    <a:pt x="329574" y="127614"/>
                  </a:lnTo>
                  <a:lnTo>
                    <a:pt x="328238" y="122484"/>
                  </a:lnTo>
                  <a:lnTo>
                    <a:pt x="326741" y="117399"/>
                  </a:lnTo>
                  <a:lnTo>
                    <a:pt x="325082" y="112364"/>
                  </a:lnTo>
                  <a:lnTo>
                    <a:pt x="323265" y="107384"/>
                  </a:lnTo>
                  <a:lnTo>
                    <a:pt x="321291" y="102464"/>
                  </a:lnTo>
                  <a:lnTo>
                    <a:pt x="319162" y="97609"/>
                  </a:lnTo>
                  <a:lnTo>
                    <a:pt x="316880" y="92824"/>
                  </a:lnTo>
                  <a:lnTo>
                    <a:pt x="314448" y="88114"/>
                  </a:lnTo>
                  <a:lnTo>
                    <a:pt x="311867" y="83484"/>
                  </a:lnTo>
                  <a:lnTo>
                    <a:pt x="309141" y="78937"/>
                  </a:lnTo>
                  <a:lnTo>
                    <a:pt x="306272" y="74480"/>
                  </a:lnTo>
                  <a:lnTo>
                    <a:pt x="303263" y="70115"/>
                  </a:lnTo>
                  <a:lnTo>
                    <a:pt x="300118" y="65848"/>
                  </a:lnTo>
                  <a:lnTo>
                    <a:pt x="296838" y="61683"/>
                  </a:lnTo>
                  <a:lnTo>
                    <a:pt x="293429" y="57625"/>
                  </a:lnTo>
                  <a:lnTo>
                    <a:pt x="289892" y="53676"/>
                  </a:lnTo>
                  <a:lnTo>
                    <a:pt x="286232" y="49841"/>
                  </a:lnTo>
                  <a:lnTo>
                    <a:pt x="282452" y="46125"/>
                  </a:lnTo>
                  <a:lnTo>
                    <a:pt x="278556" y="42530"/>
                  </a:lnTo>
                  <a:lnTo>
                    <a:pt x="274548" y="39060"/>
                  </a:lnTo>
                  <a:lnTo>
                    <a:pt x="270432" y="35719"/>
                  </a:lnTo>
                  <a:lnTo>
                    <a:pt x="266212" y="32511"/>
                  </a:lnTo>
                  <a:lnTo>
                    <a:pt x="261893" y="29438"/>
                  </a:lnTo>
                  <a:lnTo>
                    <a:pt x="257478" y="26503"/>
                  </a:lnTo>
                  <a:lnTo>
                    <a:pt x="252973" y="23710"/>
                  </a:lnTo>
                  <a:lnTo>
                    <a:pt x="248381" y="21061"/>
                  </a:lnTo>
                  <a:lnTo>
                    <a:pt x="243707" y="18559"/>
                  </a:lnTo>
                  <a:lnTo>
                    <a:pt x="238957" y="16206"/>
                  </a:lnTo>
                  <a:lnTo>
                    <a:pt x="234134" y="14005"/>
                  </a:lnTo>
                  <a:lnTo>
                    <a:pt x="229244" y="11959"/>
                  </a:lnTo>
                  <a:lnTo>
                    <a:pt x="224292" y="10068"/>
                  </a:lnTo>
                  <a:lnTo>
                    <a:pt x="219282" y="8335"/>
                  </a:lnTo>
                  <a:lnTo>
                    <a:pt x="214220" y="6762"/>
                  </a:lnTo>
                  <a:lnTo>
                    <a:pt x="209110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7809" y="2126963"/>
              <a:ext cx="23478" cy="167167"/>
            </a:xfrm>
            <a:custGeom>
              <a:avLst/>
              <a:pathLst>
                <a:path w="23478" h="167167">
                  <a:moveTo>
                    <a:pt x="23478" y="0"/>
                  </a:moveTo>
                  <a:lnTo>
                    <a:pt x="15629" y="184"/>
                  </a:lnTo>
                  <a:lnTo>
                    <a:pt x="7797" y="737"/>
                  </a:lnTo>
                  <a:lnTo>
                    <a:pt x="0" y="1656"/>
                  </a:lnTo>
                  <a:lnTo>
                    <a:pt x="2347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7809" y="2128620"/>
              <a:ext cx="23478" cy="165510"/>
            </a:xfrm>
            <a:custGeom>
              <a:avLst/>
              <a:pathLst>
                <a:path w="23478" h="165510">
                  <a:moveTo>
                    <a:pt x="0" y="0"/>
                  </a:moveTo>
                  <a:lnTo>
                    <a:pt x="23478" y="1655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22" y="2127705"/>
              <a:ext cx="334321" cy="333588"/>
            </a:xfrm>
            <a:custGeom>
              <a:avLst/>
              <a:pathLst>
                <a:path w="334321" h="333588">
                  <a:moveTo>
                    <a:pt x="143686" y="915"/>
                  </a:moveTo>
                  <a:lnTo>
                    <a:pt x="138458" y="1741"/>
                  </a:lnTo>
                  <a:lnTo>
                    <a:pt x="133259" y="2732"/>
                  </a:lnTo>
                  <a:lnTo>
                    <a:pt x="128093" y="3888"/>
                  </a:lnTo>
                  <a:lnTo>
                    <a:pt x="122967" y="5206"/>
                  </a:lnTo>
                  <a:lnTo>
                    <a:pt x="117885" y="6686"/>
                  </a:lnTo>
                  <a:lnTo>
                    <a:pt x="112852" y="8327"/>
                  </a:lnTo>
                  <a:lnTo>
                    <a:pt x="107874" y="10125"/>
                  </a:lnTo>
                  <a:lnTo>
                    <a:pt x="102955" y="12081"/>
                  </a:lnTo>
                  <a:lnTo>
                    <a:pt x="98101" y="14191"/>
                  </a:lnTo>
                  <a:lnTo>
                    <a:pt x="93316" y="16454"/>
                  </a:lnTo>
                  <a:lnTo>
                    <a:pt x="88605" y="18867"/>
                  </a:lnTo>
                  <a:lnTo>
                    <a:pt x="83973" y="21428"/>
                  </a:lnTo>
                  <a:lnTo>
                    <a:pt x="79424" y="24135"/>
                  </a:lnTo>
                  <a:lnTo>
                    <a:pt x="74963" y="26984"/>
                  </a:lnTo>
                  <a:lnTo>
                    <a:pt x="70595" y="29973"/>
                  </a:lnTo>
                  <a:lnTo>
                    <a:pt x="66323" y="33099"/>
                  </a:lnTo>
                  <a:lnTo>
                    <a:pt x="62152" y="36358"/>
                  </a:lnTo>
                  <a:lnTo>
                    <a:pt x="58087" y="39748"/>
                  </a:lnTo>
                  <a:lnTo>
                    <a:pt x="54131" y="43265"/>
                  </a:lnTo>
                  <a:lnTo>
                    <a:pt x="50289" y="46905"/>
                  </a:lnTo>
                  <a:lnTo>
                    <a:pt x="46563" y="50666"/>
                  </a:lnTo>
                  <a:lnTo>
                    <a:pt x="42959" y="54542"/>
                  </a:lnTo>
                  <a:lnTo>
                    <a:pt x="39479" y="58530"/>
                  </a:lnTo>
                  <a:lnTo>
                    <a:pt x="36127" y="62627"/>
                  </a:lnTo>
                  <a:lnTo>
                    <a:pt x="32907" y="66827"/>
                  </a:lnTo>
                  <a:lnTo>
                    <a:pt x="29821" y="71128"/>
                  </a:lnTo>
                  <a:lnTo>
                    <a:pt x="26872" y="75524"/>
                  </a:lnTo>
                  <a:lnTo>
                    <a:pt x="24065" y="80011"/>
                  </a:lnTo>
                  <a:lnTo>
                    <a:pt x="21401" y="84585"/>
                  </a:lnTo>
                  <a:lnTo>
                    <a:pt x="18883" y="89241"/>
                  </a:lnTo>
                  <a:lnTo>
                    <a:pt x="16514" y="93974"/>
                  </a:lnTo>
                  <a:lnTo>
                    <a:pt x="14295" y="98780"/>
                  </a:lnTo>
                  <a:lnTo>
                    <a:pt x="12230" y="103654"/>
                  </a:lnTo>
                  <a:lnTo>
                    <a:pt x="10321" y="108590"/>
                  </a:lnTo>
                  <a:lnTo>
                    <a:pt x="8568" y="113585"/>
                  </a:lnTo>
                  <a:lnTo>
                    <a:pt x="6975" y="118633"/>
                  </a:lnTo>
                  <a:lnTo>
                    <a:pt x="5542" y="123728"/>
                  </a:lnTo>
                  <a:lnTo>
                    <a:pt x="4271" y="128867"/>
                  </a:lnTo>
                  <a:lnTo>
                    <a:pt x="3164" y="134043"/>
                  </a:lnTo>
                  <a:lnTo>
                    <a:pt x="2221" y="139251"/>
                  </a:lnTo>
                  <a:lnTo>
                    <a:pt x="1443" y="144487"/>
                  </a:lnTo>
                  <a:lnTo>
                    <a:pt x="832" y="149744"/>
                  </a:lnTo>
                  <a:lnTo>
                    <a:pt x="387" y="155019"/>
                  </a:lnTo>
                  <a:lnTo>
                    <a:pt x="110" y="160305"/>
                  </a:lnTo>
                  <a:lnTo>
                    <a:pt x="0" y="165597"/>
                  </a:lnTo>
                  <a:lnTo>
                    <a:pt x="57" y="170890"/>
                  </a:lnTo>
                  <a:lnTo>
                    <a:pt x="282" y="176178"/>
                  </a:lnTo>
                  <a:lnTo>
                    <a:pt x="675" y="181456"/>
                  </a:lnTo>
                  <a:lnTo>
                    <a:pt x="1234" y="186720"/>
                  </a:lnTo>
                  <a:lnTo>
                    <a:pt x="1960" y="191963"/>
                  </a:lnTo>
                  <a:lnTo>
                    <a:pt x="2851" y="197181"/>
                  </a:lnTo>
                  <a:lnTo>
                    <a:pt x="3907" y="202367"/>
                  </a:lnTo>
                  <a:lnTo>
                    <a:pt x="5127" y="207518"/>
                  </a:lnTo>
                  <a:lnTo>
                    <a:pt x="6509" y="212628"/>
                  </a:lnTo>
                  <a:lnTo>
                    <a:pt x="8052" y="217691"/>
                  </a:lnTo>
                  <a:lnTo>
                    <a:pt x="9755" y="222702"/>
                  </a:lnTo>
                  <a:lnTo>
                    <a:pt x="11616" y="227658"/>
                  </a:lnTo>
                  <a:lnTo>
                    <a:pt x="13632" y="232552"/>
                  </a:lnTo>
                  <a:lnTo>
                    <a:pt x="15803" y="237379"/>
                  </a:lnTo>
                  <a:lnTo>
                    <a:pt x="18125" y="242136"/>
                  </a:lnTo>
                  <a:lnTo>
                    <a:pt x="20597" y="246817"/>
                  </a:lnTo>
                  <a:lnTo>
                    <a:pt x="23216" y="251417"/>
                  </a:lnTo>
                  <a:lnTo>
                    <a:pt x="25979" y="255931"/>
                  </a:lnTo>
                  <a:lnTo>
                    <a:pt x="28883" y="260356"/>
                  </a:lnTo>
                  <a:lnTo>
                    <a:pt x="31926" y="264687"/>
                  </a:lnTo>
                  <a:lnTo>
                    <a:pt x="35105" y="268920"/>
                  </a:lnTo>
                  <a:lnTo>
                    <a:pt x="38416" y="273049"/>
                  </a:lnTo>
                  <a:lnTo>
                    <a:pt x="41856" y="277072"/>
                  </a:lnTo>
                  <a:lnTo>
                    <a:pt x="45422" y="280984"/>
                  </a:lnTo>
                  <a:lnTo>
                    <a:pt x="49110" y="284781"/>
                  </a:lnTo>
                  <a:lnTo>
                    <a:pt x="52916" y="288459"/>
                  </a:lnTo>
                  <a:lnTo>
                    <a:pt x="56837" y="292015"/>
                  </a:lnTo>
                  <a:lnTo>
                    <a:pt x="60869" y="295445"/>
                  </a:lnTo>
                  <a:lnTo>
                    <a:pt x="65007" y="298745"/>
                  </a:lnTo>
                  <a:lnTo>
                    <a:pt x="69247" y="301913"/>
                  </a:lnTo>
                  <a:lnTo>
                    <a:pt x="73586" y="304945"/>
                  </a:lnTo>
                  <a:lnTo>
                    <a:pt x="78018" y="307839"/>
                  </a:lnTo>
                  <a:lnTo>
                    <a:pt x="82540" y="310590"/>
                  </a:lnTo>
                  <a:lnTo>
                    <a:pt x="87147" y="313197"/>
                  </a:lnTo>
                  <a:lnTo>
                    <a:pt x="91834" y="315657"/>
                  </a:lnTo>
                  <a:lnTo>
                    <a:pt x="96596" y="317967"/>
                  </a:lnTo>
                  <a:lnTo>
                    <a:pt x="101429" y="320125"/>
                  </a:lnTo>
                  <a:lnTo>
                    <a:pt x="106328" y="322129"/>
                  </a:lnTo>
                  <a:lnTo>
                    <a:pt x="111288" y="323977"/>
                  </a:lnTo>
                  <a:lnTo>
                    <a:pt x="116304" y="325667"/>
                  </a:lnTo>
                  <a:lnTo>
                    <a:pt x="121371" y="327198"/>
                  </a:lnTo>
                  <a:lnTo>
                    <a:pt x="126484" y="328567"/>
                  </a:lnTo>
                  <a:lnTo>
                    <a:pt x="131638" y="329774"/>
                  </a:lnTo>
                  <a:lnTo>
                    <a:pt x="136828" y="330817"/>
                  </a:lnTo>
                  <a:lnTo>
                    <a:pt x="142047" y="331695"/>
                  </a:lnTo>
                  <a:lnTo>
                    <a:pt x="147292" y="332407"/>
                  </a:lnTo>
                  <a:lnTo>
                    <a:pt x="152557" y="332953"/>
                  </a:lnTo>
                  <a:lnTo>
                    <a:pt x="157837" y="333332"/>
                  </a:lnTo>
                  <a:lnTo>
                    <a:pt x="163126" y="333544"/>
                  </a:lnTo>
                  <a:lnTo>
                    <a:pt x="168419" y="333588"/>
                  </a:lnTo>
                  <a:lnTo>
                    <a:pt x="173710" y="333464"/>
                  </a:lnTo>
                  <a:lnTo>
                    <a:pt x="178995" y="333173"/>
                  </a:lnTo>
                  <a:lnTo>
                    <a:pt x="184269" y="332715"/>
                  </a:lnTo>
                  <a:lnTo>
                    <a:pt x="189525" y="332090"/>
                  </a:lnTo>
                  <a:lnTo>
                    <a:pt x="194759" y="331299"/>
                  </a:lnTo>
                  <a:lnTo>
                    <a:pt x="199965" y="330343"/>
                  </a:lnTo>
                  <a:lnTo>
                    <a:pt x="205138" y="329222"/>
                  </a:lnTo>
                  <a:lnTo>
                    <a:pt x="210273" y="327939"/>
                  </a:lnTo>
                  <a:lnTo>
                    <a:pt x="215365" y="326493"/>
                  </a:lnTo>
                  <a:lnTo>
                    <a:pt x="220408" y="324887"/>
                  </a:lnTo>
                  <a:lnTo>
                    <a:pt x="225398" y="323122"/>
                  </a:lnTo>
                  <a:lnTo>
                    <a:pt x="230330" y="321199"/>
                  </a:lnTo>
                  <a:lnTo>
                    <a:pt x="235199" y="319122"/>
                  </a:lnTo>
                  <a:lnTo>
                    <a:pt x="239999" y="316891"/>
                  </a:lnTo>
                  <a:lnTo>
                    <a:pt x="244726" y="314510"/>
                  </a:lnTo>
                  <a:lnTo>
                    <a:pt x="249376" y="311980"/>
                  </a:lnTo>
                  <a:lnTo>
                    <a:pt x="253943" y="309305"/>
                  </a:lnTo>
                  <a:lnTo>
                    <a:pt x="258423" y="306486"/>
                  </a:lnTo>
                  <a:lnTo>
                    <a:pt x="262811" y="303526"/>
                  </a:lnTo>
                  <a:lnTo>
                    <a:pt x="267104" y="300429"/>
                  </a:lnTo>
                  <a:lnTo>
                    <a:pt x="271296" y="297198"/>
                  </a:lnTo>
                  <a:lnTo>
                    <a:pt x="275384" y="293836"/>
                  </a:lnTo>
                  <a:lnTo>
                    <a:pt x="279364" y="290346"/>
                  </a:lnTo>
                  <a:lnTo>
                    <a:pt x="283231" y="286731"/>
                  </a:lnTo>
                  <a:lnTo>
                    <a:pt x="286982" y="282997"/>
                  </a:lnTo>
                  <a:lnTo>
                    <a:pt x="290612" y="279145"/>
                  </a:lnTo>
                  <a:lnTo>
                    <a:pt x="294119" y="275180"/>
                  </a:lnTo>
                  <a:lnTo>
                    <a:pt x="297498" y="271106"/>
                  </a:lnTo>
                  <a:lnTo>
                    <a:pt x="300747" y="266927"/>
                  </a:lnTo>
                  <a:lnTo>
                    <a:pt x="303862" y="262648"/>
                  </a:lnTo>
                  <a:lnTo>
                    <a:pt x="306840" y="258272"/>
                  </a:lnTo>
                  <a:lnTo>
                    <a:pt x="309678" y="253804"/>
                  </a:lnTo>
                  <a:lnTo>
                    <a:pt x="312373" y="249248"/>
                  </a:lnTo>
                  <a:lnTo>
                    <a:pt x="314922" y="244609"/>
                  </a:lnTo>
                  <a:lnTo>
                    <a:pt x="317323" y="239892"/>
                  </a:lnTo>
                  <a:lnTo>
                    <a:pt x="319574" y="235101"/>
                  </a:lnTo>
                  <a:lnTo>
                    <a:pt x="321672" y="230241"/>
                  </a:lnTo>
                  <a:lnTo>
                    <a:pt x="323615" y="225318"/>
                  </a:lnTo>
                  <a:lnTo>
                    <a:pt x="325401" y="220335"/>
                  </a:lnTo>
                  <a:lnTo>
                    <a:pt x="327028" y="215298"/>
                  </a:lnTo>
                  <a:lnTo>
                    <a:pt x="328496" y="210213"/>
                  </a:lnTo>
                  <a:lnTo>
                    <a:pt x="329801" y="205083"/>
                  </a:lnTo>
                  <a:lnTo>
                    <a:pt x="330943" y="199915"/>
                  </a:lnTo>
                  <a:lnTo>
                    <a:pt x="331922" y="194713"/>
                  </a:lnTo>
                  <a:lnTo>
                    <a:pt x="332735" y="189482"/>
                  </a:lnTo>
                  <a:lnTo>
                    <a:pt x="333382" y="184229"/>
                  </a:lnTo>
                  <a:lnTo>
                    <a:pt x="333862" y="178958"/>
                  </a:lnTo>
                  <a:lnTo>
                    <a:pt x="334175" y="173674"/>
                  </a:lnTo>
                  <a:lnTo>
                    <a:pt x="334321" y="168383"/>
                  </a:lnTo>
                  <a:lnTo>
                    <a:pt x="334299" y="163089"/>
                  </a:lnTo>
                  <a:lnTo>
                    <a:pt x="334110" y="157800"/>
                  </a:lnTo>
                  <a:lnTo>
                    <a:pt x="333753" y="152519"/>
                  </a:lnTo>
                  <a:lnTo>
                    <a:pt x="333229" y="147251"/>
                  </a:lnTo>
                  <a:lnTo>
                    <a:pt x="332539" y="142004"/>
                  </a:lnTo>
                  <a:lnTo>
                    <a:pt x="331683" y="136780"/>
                  </a:lnTo>
                  <a:lnTo>
                    <a:pt x="330662" y="131586"/>
                  </a:lnTo>
                  <a:lnTo>
                    <a:pt x="329477" y="126428"/>
                  </a:lnTo>
                  <a:lnTo>
                    <a:pt x="328129" y="121309"/>
                  </a:lnTo>
                  <a:lnTo>
                    <a:pt x="326620" y="116235"/>
                  </a:lnTo>
                  <a:lnTo>
                    <a:pt x="324951" y="111212"/>
                  </a:lnTo>
                  <a:lnTo>
                    <a:pt x="323124" y="106244"/>
                  </a:lnTo>
                  <a:lnTo>
                    <a:pt x="321141" y="101337"/>
                  </a:lnTo>
                  <a:lnTo>
                    <a:pt x="319003" y="96495"/>
                  </a:lnTo>
                  <a:lnTo>
                    <a:pt x="316713" y="91723"/>
                  </a:lnTo>
                  <a:lnTo>
                    <a:pt x="314273" y="87025"/>
                  </a:lnTo>
                  <a:lnTo>
                    <a:pt x="311685" y="82408"/>
                  </a:lnTo>
                  <a:lnTo>
                    <a:pt x="308953" y="77875"/>
                  </a:lnTo>
                  <a:lnTo>
                    <a:pt x="306078" y="73430"/>
                  </a:lnTo>
                  <a:lnTo>
                    <a:pt x="303064" y="69079"/>
                  </a:lnTo>
                  <a:lnTo>
                    <a:pt x="299914" y="64825"/>
                  </a:lnTo>
                  <a:lnTo>
                    <a:pt x="296631" y="60673"/>
                  </a:lnTo>
                  <a:lnTo>
                    <a:pt x="293218" y="56627"/>
                  </a:lnTo>
                  <a:lnTo>
                    <a:pt x="289679" y="52691"/>
                  </a:lnTo>
                  <a:lnTo>
                    <a:pt x="286016" y="48870"/>
                  </a:lnTo>
                  <a:lnTo>
                    <a:pt x="282235" y="45166"/>
                  </a:lnTo>
                  <a:lnTo>
                    <a:pt x="278338" y="41583"/>
                  </a:lnTo>
                  <a:lnTo>
                    <a:pt x="274330" y="38126"/>
                  </a:lnTo>
                  <a:lnTo>
                    <a:pt x="270215" y="34798"/>
                  </a:lnTo>
                  <a:lnTo>
                    <a:pt x="265996" y="31601"/>
                  </a:lnTo>
                  <a:lnTo>
                    <a:pt x="261678" y="28540"/>
                  </a:lnTo>
                  <a:lnTo>
                    <a:pt x="257265" y="25617"/>
                  </a:lnTo>
                  <a:lnTo>
                    <a:pt x="252762" y="22835"/>
                  </a:lnTo>
                  <a:lnTo>
                    <a:pt x="248173" y="20197"/>
                  </a:lnTo>
                  <a:lnTo>
                    <a:pt x="243503" y="17705"/>
                  </a:lnTo>
                  <a:lnTo>
                    <a:pt x="238756" y="15363"/>
                  </a:lnTo>
                  <a:lnTo>
                    <a:pt x="233938" y="13172"/>
                  </a:lnTo>
                  <a:lnTo>
                    <a:pt x="229052" y="11135"/>
                  </a:lnTo>
                  <a:lnTo>
                    <a:pt x="224105" y="9254"/>
                  </a:lnTo>
                  <a:lnTo>
                    <a:pt x="219100" y="7530"/>
                  </a:lnTo>
                  <a:lnTo>
                    <a:pt x="214043" y="5965"/>
                  </a:lnTo>
                  <a:lnTo>
                    <a:pt x="208940" y="4561"/>
                  </a:lnTo>
                  <a:lnTo>
                    <a:pt x="203794" y="3320"/>
                  </a:lnTo>
                  <a:lnTo>
                    <a:pt x="198612" y="2242"/>
                  </a:lnTo>
                  <a:lnTo>
                    <a:pt x="193398" y="1329"/>
                  </a:lnTo>
                  <a:lnTo>
                    <a:pt x="188158" y="581"/>
                  </a:lnTo>
                  <a:lnTo>
                    <a:pt x="182897" y="0"/>
                  </a:lnTo>
                  <a:lnTo>
                    <a:pt x="167165" y="1664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15732" cy="167167"/>
            </a:xfrm>
            <a:custGeom>
              <a:avLst/>
              <a:pathLst>
                <a:path w="15732" h="167167">
                  <a:moveTo>
                    <a:pt x="15732" y="741"/>
                  </a:moveTo>
                  <a:lnTo>
                    <a:pt x="7874" y="1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335" y="2633064"/>
              <a:ext cx="4413" cy="167167"/>
            </a:xfrm>
            <a:custGeom>
              <a:avLst/>
              <a:pathLst>
                <a:path w="4413" h="167167">
                  <a:moveTo>
                    <a:pt x="4413" y="0"/>
                  </a:moveTo>
                  <a:lnTo>
                    <a:pt x="0" y="58"/>
                  </a:lnTo>
                  <a:lnTo>
                    <a:pt x="44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335" y="2633122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90" y="2633122"/>
              <a:ext cx="334314" cy="334274"/>
            </a:xfrm>
            <a:custGeom>
              <a:avLst/>
              <a:pathLst>
                <a:path w="334314" h="334274">
                  <a:moveTo>
                    <a:pt x="162744" y="0"/>
                  </a:moveTo>
                  <a:lnTo>
                    <a:pt x="157443" y="224"/>
                  </a:lnTo>
                  <a:lnTo>
                    <a:pt x="152152" y="616"/>
                  </a:lnTo>
                  <a:lnTo>
                    <a:pt x="146876" y="1176"/>
                  </a:lnTo>
                  <a:lnTo>
                    <a:pt x="141621" y="1903"/>
                  </a:lnTo>
                  <a:lnTo>
                    <a:pt x="136391" y="2797"/>
                  </a:lnTo>
                  <a:lnTo>
                    <a:pt x="131193" y="3856"/>
                  </a:lnTo>
                  <a:lnTo>
                    <a:pt x="126030" y="5079"/>
                  </a:lnTo>
                  <a:lnTo>
                    <a:pt x="120909" y="6466"/>
                  </a:lnTo>
                  <a:lnTo>
                    <a:pt x="115834" y="8015"/>
                  </a:lnTo>
                  <a:lnTo>
                    <a:pt x="110812" y="9723"/>
                  </a:lnTo>
                  <a:lnTo>
                    <a:pt x="105846" y="11591"/>
                  </a:lnTo>
                  <a:lnTo>
                    <a:pt x="100941" y="13615"/>
                  </a:lnTo>
                  <a:lnTo>
                    <a:pt x="96104" y="15793"/>
                  </a:lnTo>
                  <a:lnTo>
                    <a:pt x="91338" y="18124"/>
                  </a:lnTo>
                  <a:lnTo>
                    <a:pt x="86648" y="20605"/>
                  </a:lnTo>
                  <a:lnTo>
                    <a:pt x="82040" y="23234"/>
                  </a:lnTo>
                  <a:lnTo>
                    <a:pt x="77517" y="26007"/>
                  </a:lnTo>
                  <a:lnTo>
                    <a:pt x="73084" y="28923"/>
                  </a:lnTo>
                  <a:lnTo>
                    <a:pt x="68747" y="31978"/>
                  </a:lnTo>
                  <a:lnTo>
                    <a:pt x="64508" y="35169"/>
                  </a:lnTo>
                  <a:lnTo>
                    <a:pt x="60373" y="38493"/>
                  </a:lnTo>
                  <a:lnTo>
                    <a:pt x="56345" y="41946"/>
                  </a:lnTo>
                  <a:lnTo>
                    <a:pt x="52429" y="45526"/>
                  </a:lnTo>
                  <a:lnTo>
                    <a:pt x="48628" y="49228"/>
                  </a:lnTo>
                  <a:lnTo>
                    <a:pt x="44947" y="53049"/>
                  </a:lnTo>
                  <a:lnTo>
                    <a:pt x="41389" y="56984"/>
                  </a:lnTo>
                  <a:lnTo>
                    <a:pt x="37958" y="61031"/>
                  </a:lnTo>
                  <a:lnTo>
                    <a:pt x="34657" y="65184"/>
                  </a:lnTo>
                  <a:lnTo>
                    <a:pt x="31489" y="69440"/>
                  </a:lnTo>
                  <a:lnTo>
                    <a:pt x="28458" y="73795"/>
                  </a:lnTo>
                  <a:lnTo>
                    <a:pt x="25567" y="78243"/>
                  </a:lnTo>
                  <a:lnTo>
                    <a:pt x="22818" y="82781"/>
                  </a:lnTo>
                  <a:lnTo>
                    <a:pt x="20215" y="87404"/>
                  </a:lnTo>
                  <a:lnTo>
                    <a:pt x="17759" y="92107"/>
                  </a:lnTo>
                  <a:lnTo>
                    <a:pt x="15455" y="96886"/>
                  </a:lnTo>
                  <a:lnTo>
                    <a:pt x="13302" y="101735"/>
                  </a:lnTo>
                  <a:lnTo>
                    <a:pt x="11305" y="106650"/>
                  </a:lnTo>
                  <a:lnTo>
                    <a:pt x="9465" y="111627"/>
                  </a:lnTo>
                  <a:lnTo>
                    <a:pt x="7784" y="116659"/>
                  </a:lnTo>
                  <a:lnTo>
                    <a:pt x="6263" y="121742"/>
                  </a:lnTo>
                  <a:lnTo>
                    <a:pt x="4905" y="126870"/>
                  </a:lnTo>
                  <a:lnTo>
                    <a:pt x="3710" y="132039"/>
                  </a:lnTo>
                  <a:lnTo>
                    <a:pt x="2679" y="137244"/>
                  </a:lnTo>
                  <a:lnTo>
                    <a:pt x="1814" y="142478"/>
                  </a:lnTo>
                  <a:lnTo>
                    <a:pt x="1116" y="147738"/>
                  </a:lnTo>
                  <a:lnTo>
                    <a:pt x="585" y="153017"/>
                  </a:lnTo>
                  <a:lnTo>
                    <a:pt x="221" y="158310"/>
                  </a:lnTo>
                  <a:lnTo>
                    <a:pt x="26" y="163612"/>
                  </a:lnTo>
                  <a:lnTo>
                    <a:pt x="0" y="168917"/>
                  </a:lnTo>
                  <a:lnTo>
                    <a:pt x="141" y="174221"/>
                  </a:lnTo>
                  <a:lnTo>
                    <a:pt x="451" y="179517"/>
                  </a:lnTo>
                  <a:lnTo>
                    <a:pt x="929" y="184801"/>
                  </a:lnTo>
                  <a:lnTo>
                    <a:pt x="1574" y="190067"/>
                  </a:lnTo>
                  <a:lnTo>
                    <a:pt x="2386" y="195310"/>
                  </a:lnTo>
                  <a:lnTo>
                    <a:pt x="3364" y="200525"/>
                  </a:lnTo>
                  <a:lnTo>
                    <a:pt x="4507" y="205706"/>
                  </a:lnTo>
                  <a:lnTo>
                    <a:pt x="5813" y="210848"/>
                  </a:lnTo>
                  <a:lnTo>
                    <a:pt x="7283" y="215946"/>
                  </a:lnTo>
                  <a:lnTo>
                    <a:pt x="8913" y="220995"/>
                  </a:lnTo>
                  <a:lnTo>
                    <a:pt x="10703" y="225989"/>
                  </a:lnTo>
                  <a:lnTo>
                    <a:pt x="12650" y="230924"/>
                  </a:lnTo>
                  <a:lnTo>
                    <a:pt x="14753" y="235795"/>
                  </a:lnTo>
                  <a:lnTo>
                    <a:pt x="17009" y="240597"/>
                  </a:lnTo>
                  <a:lnTo>
                    <a:pt x="19417" y="245325"/>
                  </a:lnTo>
                  <a:lnTo>
                    <a:pt x="21973" y="249974"/>
                  </a:lnTo>
                  <a:lnTo>
                    <a:pt x="24676" y="254539"/>
                  </a:lnTo>
                  <a:lnTo>
                    <a:pt x="27522" y="259017"/>
                  </a:lnTo>
                  <a:lnTo>
                    <a:pt x="30509" y="263401"/>
                  </a:lnTo>
                  <a:lnTo>
                    <a:pt x="33634" y="267689"/>
                  </a:lnTo>
                  <a:lnTo>
                    <a:pt x="36893" y="271876"/>
                  </a:lnTo>
                  <a:lnTo>
                    <a:pt x="40283" y="275957"/>
                  </a:lnTo>
                  <a:lnTo>
                    <a:pt x="43801" y="279928"/>
                  </a:lnTo>
                  <a:lnTo>
                    <a:pt x="47443" y="283786"/>
                  </a:lnTo>
                  <a:lnTo>
                    <a:pt x="51206" y="287526"/>
                  </a:lnTo>
                  <a:lnTo>
                    <a:pt x="55086" y="291145"/>
                  </a:lnTo>
                  <a:lnTo>
                    <a:pt x="59079" y="294639"/>
                  </a:lnTo>
                  <a:lnTo>
                    <a:pt x="63180" y="298004"/>
                  </a:lnTo>
                  <a:lnTo>
                    <a:pt x="67386" y="301238"/>
                  </a:lnTo>
                  <a:lnTo>
                    <a:pt x="71693" y="304337"/>
                  </a:lnTo>
                  <a:lnTo>
                    <a:pt x="76096" y="307297"/>
                  </a:lnTo>
                  <a:lnTo>
                    <a:pt x="80590" y="310116"/>
                  </a:lnTo>
                  <a:lnTo>
                    <a:pt x="85172" y="312791"/>
                  </a:lnTo>
                  <a:lnTo>
                    <a:pt x="89836" y="315319"/>
                  </a:lnTo>
                  <a:lnTo>
                    <a:pt x="94579" y="317699"/>
                  </a:lnTo>
                  <a:lnTo>
                    <a:pt x="99394" y="319926"/>
                  </a:lnTo>
                  <a:lnTo>
                    <a:pt x="104277" y="321999"/>
                  </a:lnTo>
                  <a:lnTo>
                    <a:pt x="109224" y="323917"/>
                  </a:lnTo>
                  <a:lnTo>
                    <a:pt x="114230" y="325676"/>
                  </a:lnTo>
                  <a:lnTo>
                    <a:pt x="119288" y="327276"/>
                  </a:lnTo>
                  <a:lnTo>
                    <a:pt x="124395" y="328714"/>
                  </a:lnTo>
                  <a:lnTo>
                    <a:pt x="129545" y="329990"/>
                  </a:lnTo>
                  <a:lnTo>
                    <a:pt x="134733" y="331101"/>
                  </a:lnTo>
                  <a:lnTo>
                    <a:pt x="139953" y="332048"/>
                  </a:lnTo>
                  <a:lnTo>
                    <a:pt x="145201" y="332828"/>
                  </a:lnTo>
                  <a:lnTo>
                    <a:pt x="150471" y="333441"/>
                  </a:lnTo>
                  <a:lnTo>
                    <a:pt x="155758" y="333887"/>
                  </a:lnTo>
                  <a:lnTo>
                    <a:pt x="161056" y="334165"/>
                  </a:lnTo>
                  <a:lnTo>
                    <a:pt x="166360" y="334274"/>
                  </a:lnTo>
                  <a:lnTo>
                    <a:pt x="171665" y="334215"/>
                  </a:lnTo>
                  <a:lnTo>
                    <a:pt x="176966" y="333988"/>
                  </a:lnTo>
                  <a:lnTo>
                    <a:pt x="182257" y="333593"/>
                  </a:lnTo>
                  <a:lnTo>
                    <a:pt x="187532" y="333030"/>
                  </a:lnTo>
                  <a:lnTo>
                    <a:pt x="192787" y="332300"/>
                  </a:lnTo>
                  <a:lnTo>
                    <a:pt x="198017" y="331403"/>
                  </a:lnTo>
                  <a:lnTo>
                    <a:pt x="203215" y="330341"/>
                  </a:lnTo>
                  <a:lnTo>
                    <a:pt x="208376" y="329115"/>
                  </a:lnTo>
                  <a:lnTo>
                    <a:pt x="213497" y="327725"/>
                  </a:lnTo>
                  <a:lnTo>
                    <a:pt x="218570" y="326174"/>
                  </a:lnTo>
                  <a:lnTo>
                    <a:pt x="223592" y="324462"/>
                  </a:lnTo>
                  <a:lnTo>
                    <a:pt x="228557" y="322592"/>
                  </a:lnTo>
                  <a:lnTo>
                    <a:pt x="233460" y="320565"/>
                  </a:lnTo>
                  <a:lnTo>
                    <a:pt x="238297" y="318384"/>
                  </a:lnTo>
                  <a:lnTo>
                    <a:pt x="243061" y="316050"/>
                  </a:lnTo>
                  <a:lnTo>
                    <a:pt x="247750" y="313566"/>
                  </a:lnTo>
                  <a:lnTo>
                    <a:pt x="252357" y="310935"/>
                  </a:lnTo>
                  <a:lnTo>
                    <a:pt x="256878" y="308159"/>
                  </a:lnTo>
                  <a:lnTo>
                    <a:pt x="261309" y="305241"/>
                  </a:lnTo>
                  <a:lnTo>
                    <a:pt x="265645" y="302183"/>
                  </a:lnTo>
                  <a:lnTo>
                    <a:pt x="269881" y="298990"/>
                  </a:lnTo>
                  <a:lnTo>
                    <a:pt x="274015" y="295664"/>
                  </a:lnTo>
                  <a:lnTo>
                    <a:pt x="278041" y="292208"/>
                  </a:lnTo>
                  <a:lnTo>
                    <a:pt x="281955" y="288626"/>
                  </a:lnTo>
                  <a:lnTo>
                    <a:pt x="285753" y="284922"/>
                  </a:lnTo>
                  <a:lnTo>
                    <a:pt x="289432" y="281099"/>
                  </a:lnTo>
                  <a:lnTo>
                    <a:pt x="292988" y="277162"/>
                  </a:lnTo>
                  <a:lnTo>
                    <a:pt x="296417" y="273113"/>
                  </a:lnTo>
                  <a:lnTo>
                    <a:pt x="299715" y="268958"/>
                  </a:lnTo>
                  <a:lnTo>
                    <a:pt x="302881" y="264700"/>
                  </a:lnTo>
                  <a:lnTo>
                    <a:pt x="305909" y="260344"/>
                  </a:lnTo>
                  <a:lnTo>
                    <a:pt x="308798" y="255894"/>
                  </a:lnTo>
                  <a:lnTo>
                    <a:pt x="311544" y="251354"/>
                  </a:lnTo>
                  <a:lnTo>
                    <a:pt x="314145" y="246730"/>
                  </a:lnTo>
                  <a:lnTo>
                    <a:pt x="316598" y="242025"/>
                  </a:lnTo>
                  <a:lnTo>
                    <a:pt x="318900" y="237245"/>
                  </a:lnTo>
                  <a:lnTo>
                    <a:pt x="321049" y="232395"/>
                  </a:lnTo>
                  <a:lnTo>
                    <a:pt x="323043" y="227478"/>
                  </a:lnTo>
                  <a:lnTo>
                    <a:pt x="324880" y="222501"/>
                  </a:lnTo>
                  <a:lnTo>
                    <a:pt x="326559" y="217468"/>
                  </a:lnTo>
                  <a:lnTo>
                    <a:pt x="328077" y="212384"/>
                  </a:lnTo>
                  <a:lnTo>
                    <a:pt x="329432" y="207255"/>
                  </a:lnTo>
                  <a:lnTo>
                    <a:pt x="330625" y="202085"/>
                  </a:lnTo>
                  <a:lnTo>
                    <a:pt x="331652" y="196880"/>
                  </a:lnTo>
                  <a:lnTo>
                    <a:pt x="332514" y="191645"/>
                  </a:lnTo>
                  <a:lnTo>
                    <a:pt x="333209" y="186385"/>
                  </a:lnTo>
                  <a:lnTo>
                    <a:pt x="333738" y="181106"/>
                  </a:lnTo>
                  <a:lnTo>
                    <a:pt x="334098" y="175813"/>
                  </a:lnTo>
                  <a:lnTo>
                    <a:pt x="334290" y="170511"/>
                  </a:lnTo>
                  <a:lnTo>
                    <a:pt x="334314" y="165205"/>
                  </a:lnTo>
                  <a:lnTo>
                    <a:pt x="334169" y="159902"/>
                  </a:lnTo>
                  <a:lnTo>
                    <a:pt x="333856" y="154605"/>
                  </a:lnTo>
                  <a:lnTo>
                    <a:pt x="333376" y="149322"/>
                  </a:lnTo>
                  <a:lnTo>
                    <a:pt x="332727" y="144056"/>
                  </a:lnTo>
                  <a:lnTo>
                    <a:pt x="331913" y="138813"/>
                  </a:lnTo>
                  <a:lnTo>
                    <a:pt x="330932" y="133599"/>
                  </a:lnTo>
                  <a:lnTo>
                    <a:pt x="329786" y="128419"/>
                  </a:lnTo>
                  <a:lnTo>
                    <a:pt x="328476" y="123278"/>
                  </a:lnTo>
                  <a:lnTo>
                    <a:pt x="327004" y="118181"/>
                  </a:lnTo>
                  <a:lnTo>
                    <a:pt x="325371" y="113133"/>
                  </a:lnTo>
                  <a:lnTo>
                    <a:pt x="323578" y="108139"/>
                  </a:lnTo>
                  <a:lnTo>
                    <a:pt x="321628" y="103205"/>
                  </a:lnTo>
                  <a:lnTo>
                    <a:pt x="319522" y="98335"/>
                  </a:lnTo>
                  <a:lnTo>
                    <a:pt x="317263" y="93535"/>
                  </a:lnTo>
                  <a:lnTo>
                    <a:pt x="314853" y="88809"/>
                  </a:lnTo>
                  <a:lnTo>
                    <a:pt x="312294" y="84161"/>
                  </a:lnTo>
                  <a:lnTo>
                    <a:pt x="309588" y="79597"/>
                  </a:lnTo>
                  <a:lnTo>
                    <a:pt x="306740" y="75121"/>
                  </a:lnTo>
                  <a:lnTo>
                    <a:pt x="303750" y="70738"/>
                  </a:lnTo>
                  <a:lnTo>
                    <a:pt x="300623" y="66452"/>
                  </a:lnTo>
                  <a:lnTo>
                    <a:pt x="297362" y="62267"/>
                  </a:lnTo>
                  <a:lnTo>
                    <a:pt x="293969" y="58188"/>
                  </a:lnTo>
                  <a:lnTo>
                    <a:pt x="167157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126812" cy="167167"/>
            </a:xfrm>
            <a:custGeom>
              <a:avLst/>
              <a:pathLst>
                <a:path w="126812" h="167167">
                  <a:moveTo>
                    <a:pt x="126812" y="58247"/>
                  </a:moveTo>
                  <a:lnTo>
                    <a:pt x="123135" y="54107"/>
                  </a:lnTo>
                  <a:lnTo>
                    <a:pt x="119324" y="50091"/>
                  </a:lnTo>
                  <a:lnTo>
                    <a:pt x="115381" y="46204"/>
                  </a:lnTo>
                  <a:lnTo>
                    <a:pt x="111312" y="42450"/>
                  </a:lnTo>
                  <a:lnTo>
                    <a:pt x="107121" y="38832"/>
                  </a:lnTo>
                  <a:lnTo>
                    <a:pt x="102813" y="35355"/>
                  </a:lnTo>
                  <a:lnTo>
                    <a:pt x="98391" y="32022"/>
                  </a:lnTo>
                  <a:lnTo>
                    <a:pt x="93862" y="28838"/>
                  </a:lnTo>
                  <a:lnTo>
                    <a:pt x="89230" y="25806"/>
                  </a:lnTo>
                  <a:lnTo>
                    <a:pt x="84500" y="22929"/>
                  </a:lnTo>
                  <a:lnTo>
                    <a:pt x="79677" y="20209"/>
                  </a:lnTo>
                  <a:lnTo>
                    <a:pt x="74766" y="17652"/>
                  </a:lnTo>
                  <a:lnTo>
                    <a:pt x="69774" y="15258"/>
                  </a:lnTo>
                  <a:lnTo>
                    <a:pt x="64705" y="13030"/>
                  </a:lnTo>
                  <a:lnTo>
                    <a:pt x="59566" y="10972"/>
                  </a:lnTo>
                  <a:lnTo>
                    <a:pt x="54361" y="9085"/>
                  </a:lnTo>
                  <a:lnTo>
                    <a:pt x="49096" y="7372"/>
                  </a:lnTo>
                  <a:lnTo>
                    <a:pt x="43777" y="5834"/>
                  </a:lnTo>
                  <a:lnTo>
                    <a:pt x="38411" y="4472"/>
                  </a:lnTo>
                  <a:lnTo>
                    <a:pt x="33002" y="3290"/>
                  </a:lnTo>
                  <a:lnTo>
                    <a:pt x="27557" y="2287"/>
                  </a:lnTo>
                  <a:lnTo>
                    <a:pt x="22082" y="1464"/>
                  </a:lnTo>
                  <a:lnTo>
                    <a:pt x="16583" y="824"/>
                  </a:lnTo>
                  <a:lnTo>
                    <a:pt x="11065" y="366"/>
                  </a:lnTo>
                  <a:lnTo>
                    <a:pt x="553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767" y="3170392"/>
              <a:ext cx="17213" cy="167167"/>
            </a:xfrm>
            <a:custGeom>
              <a:avLst/>
              <a:pathLst>
                <a:path w="17213" h="167167">
                  <a:moveTo>
                    <a:pt x="17213" y="0"/>
                  </a:moveTo>
                  <a:lnTo>
                    <a:pt x="8595" y="222"/>
                  </a:lnTo>
                  <a:lnTo>
                    <a:pt x="0" y="888"/>
                  </a:lnTo>
                  <a:lnTo>
                    <a:pt x="172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767" y="3171281"/>
              <a:ext cx="17213" cy="166278"/>
            </a:xfrm>
            <a:custGeom>
              <a:avLst/>
              <a:pathLst>
                <a:path w="17213" h="166278">
                  <a:moveTo>
                    <a:pt x="0" y="0"/>
                  </a:moveTo>
                  <a:lnTo>
                    <a:pt x="17213" y="1662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20" y="3171281"/>
              <a:ext cx="334317" cy="333443"/>
            </a:xfrm>
            <a:custGeom>
              <a:avLst/>
              <a:pathLst>
                <a:path w="334317" h="333443">
                  <a:moveTo>
                    <a:pt x="149947" y="0"/>
                  </a:moveTo>
                  <a:lnTo>
                    <a:pt x="144684" y="629"/>
                  </a:lnTo>
                  <a:lnTo>
                    <a:pt x="139443" y="1425"/>
                  </a:lnTo>
                  <a:lnTo>
                    <a:pt x="134231" y="2386"/>
                  </a:lnTo>
                  <a:lnTo>
                    <a:pt x="129051" y="3513"/>
                  </a:lnTo>
                  <a:lnTo>
                    <a:pt x="123910" y="4803"/>
                  </a:lnTo>
                  <a:lnTo>
                    <a:pt x="118812" y="6255"/>
                  </a:lnTo>
                  <a:lnTo>
                    <a:pt x="113763" y="7868"/>
                  </a:lnTo>
                  <a:lnTo>
                    <a:pt x="108768" y="9641"/>
                  </a:lnTo>
                  <a:lnTo>
                    <a:pt x="103831" y="11571"/>
                  </a:lnTo>
                  <a:lnTo>
                    <a:pt x="98958" y="13657"/>
                  </a:lnTo>
                  <a:lnTo>
                    <a:pt x="94153" y="15896"/>
                  </a:lnTo>
                  <a:lnTo>
                    <a:pt x="89422" y="18286"/>
                  </a:lnTo>
                  <a:lnTo>
                    <a:pt x="84769" y="20825"/>
                  </a:lnTo>
                  <a:lnTo>
                    <a:pt x="80199" y="23510"/>
                  </a:lnTo>
                  <a:lnTo>
                    <a:pt x="75717" y="26339"/>
                  </a:lnTo>
                  <a:lnTo>
                    <a:pt x="71326" y="29308"/>
                  </a:lnTo>
                  <a:lnTo>
                    <a:pt x="67032" y="32416"/>
                  </a:lnTo>
                  <a:lnTo>
                    <a:pt x="62838" y="35658"/>
                  </a:lnTo>
                  <a:lnTo>
                    <a:pt x="58749" y="39031"/>
                  </a:lnTo>
                  <a:lnTo>
                    <a:pt x="54769" y="42532"/>
                  </a:lnTo>
                  <a:lnTo>
                    <a:pt x="50902" y="46157"/>
                  </a:lnTo>
                  <a:lnTo>
                    <a:pt x="47153" y="49903"/>
                  </a:lnTo>
                  <a:lnTo>
                    <a:pt x="43523" y="53767"/>
                  </a:lnTo>
                  <a:lnTo>
                    <a:pt x="40018" y="57743"/>
                  </a:lnTo>
                  <a:lnTo>
                    <a:pt x="36641" y="61829"/>
                  </a:lnTo>
                  <a:lnTo>
                    <a:pt x="33395" y="66019"/>
                  </a:lnTo>
                  <a:lnTo>
                    <a:pt x="30284" y="70310"/>
                  </a:lnTo>
                  <a:lnTo>
                    <a:pt x="27310" y="74698"/>
                  </a:lnTo>
                  <a:lnTo>
                    <a:pt x="24477" y="79178"/>
                  </a:lnTo>
                  <a:lnTo>
                    <a:pt x="21787" y="83746"/>
                  </a:lnTo>
                  <a:lnTo>
                    <a:pt x="19244" y="88396"/>
                  </a:lnTo>
                  <a:lnTo>
                    <a:pt x="16849" y="93125"/>
                  </a:lnTo>
                  <a:lnTo>
                    <a:pt x="14605" y="97927"/>
                  </a:lnTo>
                  <a:lnTo>
                    <a:pt x="12515" y="102798"/>
                  </a:lnTo>
                  <a:lnTo>
                    <a:pt x="10580" y="107733"/>
                  </a:lnTo>
                  <a:lnTo>
                    <a:pt x="8802" y="112727"/>
                  </a:lnTo>
                  <a:lnTo>
                    <a:pt x="7184" y="117774"/>
                  </a:lnTo>
                  <a:lnTo>
                    <a:pt x="5727" y="122870"/>
                  </a:lnTo>
                  <a:lnTo>
                    <a:pt x="4432" y="128010"/>
                  </a:lnTo>
                  <a:lnTo>
                    <a:pt x="3300" y="133189"/>
                  </a:lnTo>
                  <a:lnTo>
                    <a:pt x="2334" y="138400"/>
                  </a:lnTo>
                  <a:lnTo>
                    <a:pt x="1533" y="143640"/>
                  </a:lnTo>
                  <a:lnTo>
                    <a:pt x="898" y="148903"/>
                  </a:lnTo>
                  <a:lnTo>
                    <a:pt x="431" y="154183"/>
                  </a:lnTo>
                  <a:lnTo>
                    <a:pt x="131" y="159475"/>
                  </a:lnTo>
                  <a:lnTo>
                    <a:pt x="0" y="164774"/>
                  </a:lnTo>
                  <a:lnTo>
                    <a:pt x="36" y="170074"/>
                  </a:lnTo>
                  <a:lnTo>
                    <a:pt x="240" y="175371"/>
                  </a:lnTo>
                  <a:lnTo>
                    <a:pt x="612" y="180658"/>
                  </a:lnTo>
                  <a:lnTo>
                    <a:pt x="1152" y="185931"/>
                  </a:lnTo>
                  <a:lnTo>
                    <a:pt x="1859" y="191185"/>
                  </a:lnTo>
                  <a:lnTo>
                    <a:pt x="2731" y="196413"/>
                  </a:lnTo>
                  <a:lnTo>
                    <a:pt x="3769" y="201611"/>
                  </a:lnTo>
                  <a:lnTo>
                    <a:pt x="4972" y="206773"/>
                  </a:lnTo>
                  <a:lnTo>
                    <a:pt x="6337" y="211895"/>
                  </a:lnTo>
                  <a:lnTo>
                    <a:pt x="7864" y="216971"/>
                  </a:lnTo>
                  <a:lnTo>
                    <a:pt x="9551" y="221996"/>
                  </a:lnTo>
                  <a:lnTo>
                    <a:pt x="11397" y="226965"/>
                  </a:lnTo>
                  <a:lnTo>
                    <a:pt x="13399" y="231872"/>
                  </a:lnTo>
                  <a:lnTo>
                    <a:pt x="15556" y="236714"/>
                  </a:lnTo>
                  <a:lnTo>
                    <a:pt x="17866" y="241485"/>
                  </a:lnTo>
                  <a:lnTo>
                    <a:pt x="20325" y="246181"/>
                  </a:lnTo>
                  <a:lnTo>
                    <a:pt x="22932" y="250796"/>
                  </a:lnTo>
                  <a:lnTo>
                    <a:pt x="25684" y="255326"/>
                  </a:lnTo>
                  <a:lnTo>
                    <a:pt x="28579" y="259767"/>
                  </a:lnTo>
                  <a:lnTo>
                    <a:pt x="31612" y="264113"/>
                  </a:lnTo>
                  <a:lnTo>
                    <a:pt x="34782" y="268362"/>
                  </a:lnTo>
                  <a:lnTo>
                    <a:pt x="38085" y="272507"/>
                  </a:lnTo>
                  <a:lnTo>
                    <a:pt x="41518" y="276546"/>
                  </a:lnTo>
                  <a:lnTo>
                    <a:pt x="45077" y="280474"/>
                  </a:lnTo>
                  <a:lnTo>
                    <a:pt x="48759" y="284287"/>
                  </a:lnTo>
                  <a:lnTo>
                    <a:pt x="52560" y="287982"/>
                  </a:lnTo>
                  <a:lnTo>
                    <a:pt x="56476" y="291554"/>
                  </a:lnTo>
                  <a:lnTo>
                    <a:pt x="60503" y="295000"/>
                  </a:lnTo>
                  <a:lnTo>
                    <a:pt x="64638" y="298317"/>
                  </a:lnTo>
                  <a:lnTo>
                    <a:pt x="68876" y="301501"/>
                  </a:lnTo>
                  <a:lnTo>
                    <a:pt x="73212" y="304549"/>
                  </a:lnTo>
                  <a:lnTo>
                    <a:pt x="77643" y="307458"/>
                  </a:lnTo>
                  <a:lnTo>
                    <a:pt x="82164" y="310225"/>
                  </a:lnTo>
                  <a:lnTo>
                    <a:pt x="86771" y="312847"/>
                  </a:lnTo>
                  <a:lnTo>
                    <a:pt x="91458" y="315322"/>
                  </a:lnTo>
                  <a:lnTo>
                    <a:pt x="96221" y="317648"/>
                  </a:lnTo>
                  <a:lnTo>
                    <a:pt x="101056" y="319821"/>
                  </a:lnTo>
                  <a:lnTo>
                    <a:pt x="105957" y="321839"/>
                  </a:lnTo>
                  <a:lnTo>
                    <a:pt x="110920" y="323701"/>
                  </a:lnTo>
                  <a:lnTo>
                    <a:pt x="115939" y="325405"/>
                  </a:lnTo>
                  <a:lnTo>
                    <a:pt x="121010" y="326949"/>
                  </a:lnTo>
                  <a:lnTo>
                    <a:pt x="126127" y="328332"/>
                  </a:lnTo>
                  <a:lnTo>
                    <a:pt x="131286" y="329551"/>
                  </a:lnTo>
                  <a:lnTo>
                    <a:pt x="136480" y="330606"/>
                  </a:lnTo>
                  <a:lnTo>
                    <a:pt x="141705" y="331496"/>
                  </a:lnTo>
                  <a:lnTo>
                    <a:pt x="146956" y="332220"/>
                  </a:lnTo>
                  <a:lnTo>
                    <a:pt x="152228" y="332777"/>
                  </a:lnTo>
                  <a:lnTo>
                    <a:pt x="157514" y="333167"/>
                  </a:lnTo>
                  <a:lnTo>
                    <a:pt x="162810" y="333389"/>
                  </a:lnTo>
                  <a:lnTo>
                    <a:pt x="168110" y="333443"/>
                  </a:lnTo>
                  <a:lnTo>
                    <a:pt x="173409" y="333329"/>
                  </a:lnTo>
                  <a:lnTo>
                    <a:pt x="178702" y="333047"/>
                  </a:lnTo>
                  <a:lnTo>
                    <a:pt x="183984" y="332597"/>
                  </a:lnTo>
                  <a:lnTo>
                    <a:pt x="189249" y="331980"/>
                  </a:lnTo>
                  <a:lnTo>
                    <a:pt x="194491" y="331196"/>
                  </a:lnTo>
                  <a:lnTo>
                    <a:pt x="199706" y="330247"/>
                  </a:lnTo>
                  <a:lnTo>
                    <a:pt x="204888" y="329133"/>
                  </a:lnTo>
                  <a:lnTo>
                    <a:pt x="210032" y="327855"/>
                  </a:lnTo>
                  <a:lnTo>
                    <a:pt x="215133" y="326414"/>
                  </a:lnTo>
                  <a:lnTo>
                    <a:pt x="220186" y="324813"/>
                  </a:lnTo>
                  <a:lnTo>
                    <a:pt x="225186" y="323052"/>
                  </a:lnTo>
                  <a:lnTo>
                    <a:pt x="230127" y="321134"/>
                  </a:lnTo>
                  <a:lnTo>
                    <a:pt x="235005" y="319059"/>
                  </a:lnTo>
                  <a:lnTo>
                    <a:pt x="239815" y="316832"/>
                  </a:lnTo>
                  <a:lnTo>
                    <a:pt x="244551" y="314453"/>
                  </a:lnTo>
                  <a:lnTo>
                    <a:pt x="249210" y="311924"/>
                  </a:lnTo>
                  <a:lnTo>
                    <a:pt x="253786" y="309250"/>
                  </a:lnTo>
                  <a:lnTo>
                    <a:pt x="258276" y="306432"/>
                  </a:lnTo>
                  <a:lnTo>
                    <a:pt x="262673" y="303472"/>
                  </a:lnTo>
                  <a:lnTo>
                    <a:pt x="266975" y="300375"/>
                  </a:lnTo>
                  <a:lnTo>
                    <a:pt x="271176" y="297143"/>
                  </a:lnTo>
                  <a:lnTo>
                    <a:pt x="275273" y="293780"/>
                  </a:lnTo>
                  <a:lnTo>
                    <a:pt x="279261" y="290288"/>
                  </a:lnTo>
                  <a:lnTo>
                    <a:pt x="283136" y="286672"/>
                  </a:lnTo>
                  <a:lnTo>
                    <a:pt x="286895" y="282934"/>
                  </a:lnTo>
                  <a:lnTo>
                    <a:pt x="290533" y="279079"/>
                  </a:lnTo>
                  <a:lnTo>
                    <a:pt x="294047" y="275111"/>
                  </a:lnTo>
                  <a:lnTo>
                    <a:pt x="297434" y="271034"/>
                  </a:lnTo>
                  <a:lnTo>
                    <a:pt x="300690" y="266851"/>
                  </a:lnTo>
                  <a:lnTo>
                    <a:pt x="303811" y="262567"/>
                  </a:lnTo>
                  <a:lnTo>
                    <a:pt x="306795" y="258186"/>
                  </a:lnTo>
                  <a:lnTo>
                    <a:pt x="309639" y="253713"/>
                  </a:lnTo>
                  <a:lnTo>
                    <a:pt x="312339" y="249151"/>
                  </a:lnTo>
                  <a:lnTo>
                    <a:pt x="314894" y="244507"/>
                  </a:lnTo>
                  <a:lnTo>
                    <a:pt x="317300" y="239784"/>
                  </a:lnTo>
                  <a:lnTo>
                    <a:pt x="319555" y="234987"/>
                  </a:lnTo>
                  <a:lnTo>
                    <a:pt x="321656" y="230121"/>
                  </a:lnTo>
                  <a:lnTo>
                    <a:pt x="323603" y="225191"/>
                  </a:lnTo>
                  <a:lnTo>
                    <a:pt x="325392" y="220201"/>
                  </a:lnTo>
                  <a:lnTo>
                    <a:pt x="327022" y="215157"/>
                  </a:lnTo>
                  <a:lnTo>
                    <a:pt x="328491" y="210064"/>
                  </a:lnTo>
                  <a:lnTo>
                    <a:pt x="329798" y="204927"/>
                  </a:lnTo>
                  <a:lnTo>
                    <a:pt x="330942" y="199752"/>
                  </a:lnTo>
                  <a:lnTo>
                    <a:pt x="331921" y="194542"/>
                  </a:lnTo>
                  <a:lnTo>
                    <a:pt x="332734" y="189304"/>
                  </a:lnTo>
                  <a:lnTo>
                    <a:pt x="333381" y="184044"/>
                  </a:lnTo>
                  <a:lnTo>
                    <a:pt x="333861" y="178765"/>
                  </a:lnTo>
                  <a:lnTo>
                    <a:pt x="334173" y="173473"/>
                  </a:lnTo>
                  <a:lnTo>
                    <a:pt x="334317" y="168175"/>
                  </a:lnTo>
                  <a:lnTo>
                    <a:pt x="334293" y="162874"/>
                  </a:lnTo>
                  <a:lnTo>
                    <a:pt x="334101" y="157577"/>
                  </a:lnTo>
                  <a:lnTo>
                    <a:pt x="333741" y="152289"/>
                  </a:lnTo>
                  <a:lnTo>
                    <a:pt x="333214" y="147014"/>
                  </a:lnTo>
                  <a:lnTo>
                    <a:pt x="332520" y="141759"/>
                  </a:lnTo>
                  <a:lnTo>
                    <a:pt x="331659" y="136529"/>
                  </a:lnTo>
                  <a:lnTo>
                    <a:pt x="330633" y="131329"/>
                  </a:lnTo>
                  <a:lnTo>
                    <a:pt x="329443" y="126164"/>
                  </a:lnTo>
                  <a:lnTo>
                    <a:pt x="328090" y="121039"/>
                  </a:lnTo>
                  <a:lnTo>
                    <a:pt x="326575" y="115959"/>
                  </a:lnTo>
                  <a:lnTo>
                    <a:pt x="324899" y="110930"/>
                  </a:lnTo>
                  <a:lnTo>
                    <a:pt x="323065" y="105957"/>
                  </a:lnTo>
                  <a:lnTo>
                    <a:pt x="321074" y="101045"/>
                  </a:lnTo>
                  <a:lnTo>
                    <a:pt x="318929" y="96198"/>
                  </a:lnTo>
                  <a:lnTo>
                    <a:pt x="316630" y="91421"/>
                  </a:lnTo>
                  <a:lnTo>
                    <a:pt x="314182" y="86720"/>
                  </a:lnTo>
                  <a:lnTo>
                    <a:pt x="311586" y="82099"/>
                  </a:lnTo>
                  <a:lnTo>
                    <a:pt x="308844" y="77562"/>
                  </a:lnTo>
                  <a:lnTo>
                    <a:pt x="305960" y="73115"/>
                  </a:lnTo>
                  <a:lnTo>
                    <a:pt x="302937" y="68761"/>
                  </a:lnTo>
                  <a:lnTo>
                    <a:pt x="299777" y="64505"/>
                  </a:lnTo>
                  <a:lnTo>
                    <a:pt x="296484" y="60352"/>
                  </a:lnTo>
                  <a:lnTo>
                    <a:pt x="293060" y="56305"/>
                  </a:lnTo>
                  <a:lnTo>
                    <a:pt x="289510" y="52369"/>
                  </a:lnTo>
                  <a:lnTo>
                    <a:pt x="285838" y="48547"/>
                  </a:lnTo>
                  <a:lnTo>
                    <a:pt x="282045" y="44844"/>
                  </a:lnTo>
                  <a:lnTo>
                    <a:pt x="167160" y="1662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14885" cy="167167"/>
            </a:xfrm>
            <a:custGeom>
              <a:avLst/>
              <a:pathLst>
                <a:path w="114885" h="167167">
                  <a:moveTo>
                    <a:pt x="114885" y="45732"/>
                  </a:moveTo>
                  <a:lnTo>
                    <a:pt x="110823" y="42014"/>
                  </a:lnTo>
                  <a:lnTo>
                    <a:pt x="106640" y="38432"/>
                  </a:lnTo>
                  <a:lnTo>
                    <a:pt x="102342" y="34989"/>
                  </a:lnTo>
                  <a:lnTo>
                    <a:pt x="97933" y="31690"/>
                  </a:lnTo>
                  <a:lnTo>
                    <a:pt x="93418" y="28538"/>
                  </a:lnTo>
                  <a:lnTo>
                    <a:pt x="88801" y="25536"/>
                  </a:lnTo>
                  <a:lnTo>
                    <a:pt x="84088" y="22688"/>
                  </a:lnTo>
                  <a:lnTo>
                    <a:pt x="79284" y="19997"/>
                  </a:lnTo>
                  <a:lnTo>
                    <a:pt x="74393" y="17466"/>
                  </a:lnTo>
                  <a:lnTo>
                    <a:pt x="69422" y="15096"/>
                  </a:lnTo>
                  <a:lnTo>
                    <a:pt x="64376" y="12892"/>
                  </a:lnTo>
                  <a:lnTo>
                    <a:pt x="59260" y="10856"/>
                  </a:lnTo>
                  <a:lnTo>
                    <a:pt x="54079" y="8989"/>
                  </a:lnTo>
                  <a:lnTo>
                    <a:pt x="48840" y="7293"/>
                  </a:lnTo>
                  <a:lnTo>
                    <a:pt x="43547" y="5771"/>
                  </a:lnTo>
                  <a:lnTo>
                    <a:pt x="38208" y="4425"/>
                  </a:lnTo>
                  <a:lnTo>
                    <a:pt x="32827" y="3254"/>
                  </a:lnTo>
                  <a:lnTo>
                    <a:pt x="27410" y="2262"/>
                  </a:lnTo>
                  <a:lnTo>
                    <a:pt x="21964" y="1449"/>
                  </a:lnTo>
                  <a:lnTo>
                    <a:pt x="16494" y="815"/>
                  </a:lnTo>
                  <a:lnTo>
                    <a:pt x="11006" y="362"/>
                  </a:lnTo>
                  <a:lnTo>
                    <a:pt x="550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745" y="3707720"/>
              <a:ext cx="4002" cy="167167"/>
            </a:xfrm>
            <a:custGeom>
              <a:avLst/>
              <a:pathLst>
                <a:path w="4002" h="167167">
                  <a:moveTo>
                    <a:pt x="4002" y="0"/>
                  </a:moveTo>
                  <a:lnTo>
                    <a:pt x="0" y="47"/>
                  </a:lnTo>
                  <a:lnTo>
                    <a:pt x="40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3" y="3707768"/>
              <a:ext cx="334331" cy="334274"/>
            </a:xfrm>
            <a:custGeom>
              <a:avLst/>
              <a:pathLst>
                <a:path w="334331" h="334274">
                  <a:moveTo>
                    <a:pt x="163161" y="0"/>
                  </a:moveTo>
                  <a:lnTo>
                    <a:pt x="157869" y="210"/>
                  </a:lnTo>
                  <a:lnTo>
                    <a:pt x="152586" y="588"/>
                  </a:lnTo>
                  <a:lnTo>
                    <a:pt x="147317" y="1134"/>
                  </a:lnTo>
                  <a:lnTo>
                    <a:pt x="142068" y="1846"/>
                  </a:lnTo>
                  <a:lnTo>
                    <a:pt x="136845" y="2724"/>
                  </a:lnTo>
                  <a:lnTo>
                    <a:pt x="131652" y="3767"/>
                  </a:lnTo>
                  <a:lnTo>
                    <a:pt x="126495" y="4974"/>
                  </a:lnTo>
                  <a:lnTo>
                    <a:pt x="121378" y="6344"/>
                  </a:lnTo>
                  <a:lnTo>
                    <a:pt x="116308" y="7875"/>
                  </a:lnTo>
                  <a:lnTo>
                    <a:pt x="111288" y="9566"/>
                  </a:lnTo>
                  <a:lnTo>
                    <a:pt x="106325" y="11416"/>
                  </a:lnTo>
                  <a:lnTo>
                    <a:pt x="101422" y="13421"/>
                  </a:lnTo>
                  <a:lnTo>
                    <a:pt x="96586" y="15581"/>
                  </a:lnTo>
                  <a:lnTo>
                    <a:pt x="91820" y="17893"/>
                  </a:lnTo>
                  <a:lnTo>
                    <a:pt x="87131" y="20355"/>
                  </a:lnTo>
                  <a:lnTo>
                    <a:pt x="82521" y="22965"/>
                  </a:lnTo>
                  <a:lnTo>
                    <a:pt x="77997" y="25718"/>
                  </a:lnTo>
                  <a:lnTo>
                    <a:pt x="73562" y="28614"/>
                  </a:lnTo>
                  <a:lnTo>
                    <a:pt x="69221" y="31649"/>
                  </a:lnTo>
                  <a:lnTo>
                    <a:pt x="64978" y="34820"/>
                  </a:lnTo>
                  <a:lnTo>
                    <a:pt x="60838" y="38124"/>
                  </a:lnTo>
                  <a:lnTo>
                    <a:pt x="56805" y="41557"/>
                  </a:lnTo>
                  <a:lnTo>
                    <a:pt x="52882" y="45117"/>
                  </a:lnTo>
                  <a:lnTo>
                    <a:pt x="49074" y="48799"/>
                  </a:lnTo>
                  <a:lnTo>
                    <a:pt x="45385" y="52599"/>
                  </a:lnTo>
                  <a:lnTo>
                    <a:pt x="41818" y="56515"/>
                  </a:lnTo>
                  <a:lnTo>
                    <a:pt x="38377" y="60541"/>
                  </a:lnTo>
                  <a:lnTo>
                    <a:pt x="35065" y="64675"/>
                  </a:lnTo>
                  <a:lnTo>
                    <a:pt x="31886" y="68912"/>
                  </a:lnTo>
                  <a:lnTo>
                    <a:pt x="28842" y="73247"/>
                  </a:lnTo>
                  <a:lnTo>
                    <a:pt x="25938" y="77676"/>
                  </a:lnTo>
                  <a:lnTo>
                    <a:pt x="23175" y="82195"/>
                  </a:lnTo>
                  <a:lnTo>
                    <a:pt x="20557" y="86800"/>
                  </a:lnTo>
                  <a:lnTo>
                    <a:pt x="18086" y="91485"/>
                  </a:lnTo>
                  <a:lnTo>
                    <a:pt x="15764" y="96245"/>
                  </a:lnTo>
                  <a:lnTo>
                    <a:pt x="13595" y="101078"/>
                  </a:lnTo>
                  <a:lnTo>
                    <a:pt x="11580" y="105976"/>
                  </a:lnTo>
                  <a:lnTo>
                    <a:pt x="9721" y="110936"/>
                  </a:lnTo>
                  <a:lnTo>
                    <a:pt x="8020" y="115952"/>
                  </a:lnTo>
                  <a:lnTo>
                    <a:pt x="6479" y="121020"/>
                  </a:lnTo>
                  <a:lnTo>
                    <a:pt x="5099" y="126133"/>
                  </a:lnTo>
                  <a:lnTo>
                    <a:pt x="3882" y="131288"/>
                  </a:lnTo>
                  <a:lnTo>
                    <a:pt x="2829" y="136479"/>
                  </a:lnTo>
                  <a:lnTo>
                    <a:pt x="1940" y="141701"/>
                  </a:lnTo>
                  <a:lnTo>
                    <a:pt x="1218" y="146948"/>
                  </a:lnTo>
                  <a:lnTo>
                    <a:pt x="662" y="152216"/>
                  </a:lnTo>
                  <a:lnTo>
                    <a:pt x="274" y="157498"/>
                  </a:lnTo>
                  <a:lnTo>
                    <a:pt x="53" y="162790"/>
                  </a:lnTo>
                  <a:lnTo>
                    <a:pt x="0" y="168087"/>
                  </a:lnTo>
                  <a:lnTo>
                    <a:pt x="114" y="173382"/>
                  </a:lnTo>
                  <a:lnTo>
                    <a:pt x="396" y="178672"/>
                  </a:lnTo>
                  <a:lnTo>
                    <a:pt x="846" y="183949"/>
                  </a:lnTo>
                  <a:lnTo>
                    <a:pt x="1463" y="189210"/>
                  </a:lnTo>
                  <a:lnTo>
                    <a:pt x="2246" y="194448"/>
                  </a:lnTo>
                  <a:lnTo>
                    <a:pt x="3194" y="199660"/>
                  </a:lnTo>
                  <a:lnTo>
                    <a:pt x="4308" y="204838"/>
                  </a:lnTo>
                  <a:lnTo>
                    <a:pt x="5584" y="209979"/>
                  </a:lnTo>
                  <a:lnTo>
                    <a:pt x="7023" y="215076"/>
                  </a:lnTo>
                  <a:lnTo>
                    <a:pt x="8623" y="220125"/>
                  </a:lnTo>
                  <a:lnTo>
                    <a:pt x="10382" y="225122"/>
                  </a:lnTo>
                  <a:lnTo>
                    <a:pt x="12298" y="230060"/>
                  </a:lnTo>
                  <a:lnTo>
                    <a:pt x="14370" y="234934"/>
                  </a:lnTo>
                  <a:lnTo>
                    <a:pt x="16595" y="239741"/>
                  </a:lnTo>
                  <a:lnTo>
                    <a:pt x="18972" y="244475"/>
                  </a:lnTo>
                  <a:lnTo>
                    <a:pt x="21497" y="249131"/>
                  </a:lnTo>
                  <a:lnTo>
                    <a:pt x="24168" y="253705"/>
                  </a:lnTo>
                  <a:lnTo>
                    <a:pt x="26983" y="258191"/>
                  </a:lnTo>
                  <a:lnTo>
                    <a:pt x="29939" y="262587"/>
                  </a:lnTo>
                  <a:lnTo>
                    <a:pt x="33032" y="266886"/>
                  </a:lnTo>
                  <a:lnTo>
                    <a:pt x="36260" y="271086"/>
                  </a:lnTo>
                  <a:lnTo>
                    <a:pt x="39620" y="275181"/>
                  </a:lnTo>
                  <a:lnTo>
                    <a:pt x="43107" y="279167"/>
                  </a:lnTo>
                  <a:lnTo>
                    <a:pt x="46719" y="283041"/>
                  </a:lnTo>
                  <a:lnTo>
                    <a:pt x="50452" y="286799"/>
                  </a:lnTo>
                  <a:lnTo>
                    <a:pt x="54302" y="290436"/>
                  </a:lnTo>
                  <a:lnTo>
                    <a:pt x="58266" y="293950"/>
                  </a:lnTo>
                  <a:lnTo>
                    <a:pt x="62339" y="297337"/>
                  </a:lnTo>
                  <a:lnTo>
                    <a:pt x="66517" y="300592"/>
                  </a:lnTo>
                  <a:lnTo>
                    <a:pt x="70796" y="303714"/>
                  </a:lnTo>
                  <a:lnTo>
                    <a:pt x="75172" y="306698"/>
                  </a:lnTo>
                  <a:lnTo>
                    <a:pt x="79640" y="309543"/>
                  </a:lnTo>
                  <a:lnTo>
                    <a:pt x="84196" y="312244"/>
                  </a:lnTo>
                  <a:lnTo>
                    <a:pt x="88836" y="314800"/>
                  </a:lnTo>
                  <a:lnTo>
                    <a:pt x="93554" y="317207"/>
                  </a:lnTo>
                  <a:lnTo>
                    <a:pt x="98346" y="319464"/>
                  </a:lnTo>
                  <a:lnTo>
                    <a:pt x="103207" y="321568"/>
                  </a:lnTo>
                  <a:lnTo>
                    <a:pt x="108132" y="323516"/>
                  </a:lnTo>
                  <a:lnTo>
                    <a:pt x="113116" y="325308"/>
                  </a:lnTo>
                  <a:lnTo>
                    <a:pt x="118155" y="326941"/>
                  </a:lnTo>
                  <a:lnTo>
                    <a:pt x="123243" y="328413"/>
                  </a:lnTo>
                  <a:lnTo>
                    <a:pt x="128375" y="329724"/>
                  </a:lnTo>
                  <a:lnTo>
                    <a:pt x="133546" y="330871"/>
                  </a:lnTo>
                  <a:lnTo>
                    <a:pt x="138751" y="331854"/>
                  </a:lnTo>
                  <a:lnTo>
                    <a:pt x="143984" y="332672"/>
                  </a:lnTo>
                  <a:lnTo>
                    <a:pt x="149241" y="333323"/>
                  </a:lnTo>
                  <a:lnTo>
                    <a:pt x="154515" y="333807"/>
                  </a:lnTo>
                  <a:lnTo>
                    <a:pt x="159802" y="334124"/>
                  </a:lnTo>
                  <a:lnTo>
                    <a:pt x="165097" y="334274"/>
                  </a:lnTo>
                  <a:lnTo>
                    <a:pt x="170394" y="334255"/>
                  </a:lnTo>
                  <a:lnTo>
                    <a:pt x="175687" y="334069"/>
                  </a:lnTo>
                  <a:lnTo>
                    <a:pt x="180972" y="333715"/>
                  </a:lnTo>
                  <a:lnTo>
                    <a:pt x="186243" y="333194"/>
                  </a:lnTo>
                  <a:lnTo>
                    <a:pt x="191495" y="332506"/>
                  </a:lnTo>
                  <a:lnTo>
                    <a:pt x="196722" y="331652"/>
                  </a:lnTo>
                  <a:lnTo>
                    <a:pt x="201920" y="330633"/>
                  </a:lnTo>
                  <a:lnTo>
                    <a:pt x="207083" y="329450"/>
                  </a:lnTo>
                  <a:lnTo>
                    <a:pt x="212206" y="328104"/>
                  </a:lnTo>
                  <a:lnTo>
                    <a:pt x="217284" y="326596"/>
                  </a:lnTo>
                  <a:lnTo>
                    <a:pt x="222311" y="324928"/>
                  </a:lnTo>
                  <a:lnTo>
                    <a:pt x="227283" y="323102"/>
                  </a:lnTo>
                  <a:lnTo>
                    <a:pt x="232194" y="321119"/>
                  </a:lnTo>
                  <a:lnTo>
                    <a:pt x="237041" y="318982"/>
                  </a:lnTo>
                  <a:lnTo>
                    <a:pt x="241817" y="316692"/>
                  </a:lnTo>
                  <a:lnTo>
                    <a:pt x="246518" y="314251"/>
                  </a:lnTo>
                  <a:lnTo>
                    <a:pt x="251139" y="311664"/>
                  </a:lnTo>
                  <a:lnTo>
                    <a:pt x="255677" y="308931"/>
                  </a:lnTo>
                  <a:lnTo>
                    <a:pt x="260125" y="306055"/>
                  </a:lnTo>
                  <a:lnTo>
                    <a:pt x="264480" y="303040"/>
                  </a:lnTo>
                  <a:lnTo>
                    <a:pt x="268737" y="299889"/>
                  </a:lnTo>
                  <a:lnTo>
                    <a:pt x="272892" y="296604"/>
                  </a:lnTo>
                  <a:lnTo>
                    <a:pt x="276942" y="293190"/>
                  </a:lnTo>
                  <a:lnTo>
                    <a:pt x="280881" y="289649"/>
                  </a:lnTo>
                  <a:lnTo>
                    <a:pt x="284705" y="285984"/>
                  </a:lnTo>
                  <a:lnTo>
                    <a:pt x="288412" y="282201"/>
                  </a:lnTo>
                  <a:lnTo>
                    <a:pt x="291997" y="278302"/>
                  </a:lnTo>
                  <a:lnTo>
                    <a:pt x="295457" y="274291"/>
                  </a:lnTo>
                  <a:lnTo>
                    <a:pt x="298788" y="270173"/>
                  </a:lnTo>
                  <a:lnTo>
                    <a:pt x="301987" y="265951"/>
                  </a:lnTo>
                  <a:lnTo>
                    <a:pt x="305050" y="261630"/>
                  </a:lnTo>
                  <a:lnTo>
                    <a:pt x="307975" y="257214"/>
                  </a:lnTo>
                  <a:lnTo>
                    <a:pt x="310759" y="252708"/>
                  </a:lnTo>
                  <a:lnTo>
                    <a:pt x="313398" y="248116"/>
                  </a:lnTo>
                  <a:lnTo>
                    <a:pt x="315891" y="243442"/>
                  </a:lnTo>
                  <a:lnTo>
                    <a:pt x="318234" y="238692"/>
                  </a:lnTo>
                  <a:lnTo>
                    <a:pt x="320426" y="233870"/>
                  </a:lnTo>
                  <a:lnTo>
                    <a:pt x="322464" y="228981"/>
                  </a:lnTo>
                  <a:lnTo>
                    <a:pt x="324346" y="224030"/>
                  </a:lnTo>
                  <a:lnTo>
                    <a:pt x="326070" y="219022"/>
                  </a:lnTo>
                  <a:lnTo>
                    <a:pt x="327635" y="213961"/>
                  </a:lnTo>
                  <a:lnTo>
                    <a:pt x="329038" y="208854"/>
                  </a:lnTo>
                  <a:lnTo>
                    <a:pt x="330279" y="203705"/>
                  </a:lnTo>
                  <a:lnTo>
                    <a:pt x="331356" y="198519"/>
                  </a:lnTo>
                  <a:lnTo>
                    <a:pt x="332269" y="193301"/>
                  </a:lnTo>
                  <a:lnTo>
                    <a:pt x="333015" y="188057"/>
                  </a:lnTo>
                  <a:lnTo>
                    <a:pt x="333595" y="182792"/>
                  </a:lnTo>
                  <a:lnTo>
                    <a:pt x="334008" y="177512"/>
                  </a:lnTo>
                  <a:lnTo>
                    <a:pt x="334254" y="172221"/>
                  </a:lnTo>
                  <a:lnTo>
                    <a:pt x="334331" y="166924"/>
                  </a:lnTo>
                  <a:lnTo>
                    <a:pt x="334241" y="161628"/>
                  </a:lnTo>
                  <a:lnTo>
                    <a:pt x="333984" y="156338"/>
                  </a:lnTo>
                  <a:lnTo>
                    <a:pt x="333558" y="151058"/>
                  </a:lnTo>
                  <a:lnTo>
                    <a:pt x="332966" y="145795"/>
                  </a:lnTo>
                  <a:lnTo>
                    <a:pt x="332207" y="140553"/>
                  </a:lnTo>
                  <a:lnTo>
                    <a:pt x="331283" y="135337"/>
                  </a:lnTo>
                  <a:lnTo>
                    <a:pt x="330193" y="130154"/>
                  </a:lnTo>
                  <a:lnTo>
                    <a:pt x="328940" y="125007"/>
                  </a:lnTo>
                  <a:lnTo>
                    <a:pt x="327525" y="119903"/>
                  </a:lnTo>
                  <a:lnTo>
                    <a:pt x="325949" y="114847"/>
                  </a:lnTo>
                  <a:lnTo>
                    <a:pt x="324213" y="109842"/>
                  </a:lnTo>
                  <a:lnTo>
                    <a:pt x="322320" y="104896"/>
                  </a:lnTo>
                  <a:lnTo>
                    <a:pt x="320270" y="100011"/>
                  </a:lnTo>
                  <a:lnTo>
                    <a:pt x="318067" y="95194"/>
                  </a:lnTo>
                  <a:lnTo>
                    <a:pt x="315713" y="90450"/>
                  </a:lnTo>
                  <a:lnTo>
                    <a:pt x="313209" y="85782"/>
                  </a:lnTo>
                  <a:lnTo>
                    <a:pt x="310559" y="81196"/>
                  </a:lnTo>
                  <a:lnTo>
                    <a:pt x="307765" y="76696"/>
                  </a:lnTo>
                  <a:lnTo>
                    <a:pt x="304830" y="72287"/>
                  </a:lnTo>
                  <a:lnTo>
                    <a:pt x="301756" y="67973"/>
                  </a:lnTo>
                  <a:lnTo>
                    <a:pt x="298548" y="63759"/>
                  </a:lnTo>
                  <a:lnTo>
                    <a:pt x="295207" y="59648"/>
                  </a:lnTo>
                  <a:lnTo>
                    <a:pt x="291738" y="55646"/>
                  </a:lnTo>
                  <a:lnTo>
                    <a:pt x="288144" y="51755"/>
                  </a:lnTo>
                  <a:lnTo>
                    <a:pt x="284428" y="47980"/>
                  </a:lnTo>
                  <a:lnTo>
                    <a:pt x="280595" y="44325"/>
                  </a:lnTo>
                  <a:lnTo>
                    <a:pt x="276648" y="40793"/>
                  </a:lnTo>
                  <a:lnTo>
                    <a:pt x="167164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109483" cy="167167"/>
            </a:xfrm>
            <a:custGeom>
              <a:avLst/>
              <a:pathLst>
                <a:path w="109483" h="167167">
                  <a:moveTo>
                    <a:pt x="109483" y="40841"/>
                  </a:moveTo>
                  <a:lnTo>
                    <a:pt x="105125" y="37192"/>
                  </a:lnTo>
                  <a:lnTo>
                    <a:pt x="100645" y="33693"/>
                  </a:lnTo>
                  <a:lnTo>
                    <a:pt x="96049" y="30348"/>
                  </a:lnTo>
                  <a:lnTo>
                    <a:pt x="91342" y="27162"/>
                  </a:lnTo>
                  <a:lnTo>
                    <a:pt x="86530" y="24137"/>
                  </a:lnTo>
                  <a:lnTo>
                    <a:pt x="81617" y="21278"/>
                  </a:lnTo>
                  <a:lnTo>
                    <a:pt x="76610" y="18588"/>
                  </a:lnTo>
                  <a:lnTo>
                    <a:pt x="71514" y="16069"/>
                  </a:lnTo>
                  <a:lnTo>
                    <a:pt x="66336" y="13725"/>
                  </a:lnTo>
                  <a:lnTo>
                    <a:pt x="61081" y="11558"/>
                  </a:lnTo>
                  <a:lnTo>
                    <a:pt x="55755" y="9572"/>
                  </a:lnTo>
                  <a:lnTo>
                    <a:pt x="50365" y="7767"/>
                  </a:lnTo>
                  <a:lnTo>
                    <a:pt x="44916" y="6147"/>
                  </a:lnTo>
                  <a:lnTo>
                    <a:pt x="39416" y="4713"/>
                  </a:lnTo>
                  <a:lnTo>
                    <a:pt x="33870" y="3467"/>
                  </a:lnTo>
                  <a:lnTo>
                    <a:pt x="28285" y="2410"/>
                  </a:lnTo>
                  <a:lnTo>
                    <a:pt x="22667" y="1543"/>
                  </a:lnTo>
                  <a:lnTo>
                    <a:pt x="17023" y="869"/>
                  </a:lnTo>
                  <a:lnTo>
                    <a:pt x="11360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311" y="4213821"/>
              <a:ext cx="2976" cy="167167"/>
            </a:xfrm>
            <a:custGeom>
              <a:avLst/>
              <a:pathLst>
                <a:path w="2976" h="167167">
                  <a:moveTo>
                    <a:pt x="2976" y="0"/>
                  </a:moveTo>
                  <a:lnTo>
                    <a:pt x="0" y="26"/>
                  </a:lnTo>
                  <a:lnTo>
                    <a:pt x="297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8311" y="4213847"/>
              <a:ext cx="2976" cy="167140"/>
            </a:xfrm>
            <a:custGeom>
              <a:avLst/>
              <a:pathLst>
                <a:path w="2976" h="167140">
                  <a:moveTo>
                    <a:pt x="0" y="0"/>
                  </a:moveTo>
                  <a:lnTo>
                    <a:pt x="2976" y="167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4" y="4213847"/>
              <a:ext cx="167163" cy="253201"/>
            </a:xfrm>
            <a:custGeom>
              <a:avLst/>
              <a:pathLst>
                <a:path w="167163" h="253201">
                  <a:moveTo>
                    <a:pt x="164187" y="0"/>
                  </a:moveTo>
                  <a:lnTo>
                    <a:pt x="158805" y="182"/>
                  </a:lnTo>
                  <a:lnTo>
                    <a:pt x="153432" y="538"/>
                  </a:lnTo>
                  <a:lnTo>
                    <a:pt x="148074" y="1067"/>
                  </a:lnTo>
                  <a:lnTo>
                    <a:pt x="142735" y="1767"/>
                  </a:lnTo>
                  <a:lnTo>
                    <a:pt x="137422" y="2640"/>
                  </a:lnTo>
                  <a:lnTo>
                    <a:pt x="132139" y="3683"/>
                  </a:lnTo>
                  <a:lnTo>
                    <a:pt x="126893" y="4896"/>
                  </a:lnTo>
                  <a:lnTo>
                    <a:pt x="121688" y="6277"/>
                  </a:lnTo>
                  <a:lnTo>
                    <a:pt x="116531" y="7825"/>
                  </a:lnTo>
                  <a:lnTo>
                    <a:pt x="111426" y="9538"/>
                  </a:lnTo>
                  <a:lnTo>
                    <a:pt x="106380" y="11415"/>
                  </a:lnTo>
                  <a:lnTo>
                    <a:pt x="101396" y="13454"/>
                  </a:lnTo>
                  <a:lnTo>
                    <a:pt x="96480" y="15652"/>
                  </a:lnTo>
                  <a:lnTo>
                    <a:pt x="91638" y="18007"/>
                  </a:lnTo>
                  <a:lnTo>
                    <a:pt x="86874" y="20516"/>
                  </a:lnTo>
                  <a:lnTo>
                    <a:pt x="82193" y="23178"/>
                  </a:lnTo>
                  <a:lnTo>
                    <a:pt x="77601" y="25989"/>
                  </a:lnTo>
                  <a:lnTo>
                    <a:pt x="73101" y="28947"/>
                  </a:lnTo>
                  <a:lnTo>
                    <a:pt x="68700" y="32048"/>
                  </a:lnTo>
                  <a:lnTo>
                    <a:pt x="64400" y="35290"/>
                  </a:lnTo>
                  <a:lnTo>
                    <a:pt x="60207" y="38668"/>
                  </a:lnTo>
                  <a:lnTo>
                    <a:pt x="56125" y="42179"/>
                  </a:lnTo>
                  <a:lnTo>
                    <a:pt x="52158" y="45820"/>
                  </a:lnTo>
                  <a:lnTo>
                    <a:pt x="48310" y="49587"/>
                  </a:lnTo>
                  <a:lnTo>
                    <a:pt x="44586" y="53476"/>
                  </a:lnTo>
                  <a:lnTo>
                    <a:pt x="40988" y="57482"/>
                  </a:lnTo>
                  <a:lnTo>
                    <a:pt x="37522" y="61603"/>
                  </a:lnTo>
                  <a:lnTo>
                    <a:pt x="34190" y="65833"/>
                  </a:lnTo>
                  <a:lnTo>
                    <a:pt x="30997" y="70168"/>
                  </a:lnTo>
                  <a:lnTo>
                    <a:pt x="27944" y="74604"/>
                  </a:lnTo>
                  <a:lnTo>
                    <a:pt x="25036" y="79135"/>
                  </a:lnTo>
                  <a:lnTo>
                    <a:pt x="22275" y="83759"/>
                  </a:lnTo>
                  <a:lnTo>
                    <a:pt x="19665" y="88468"/>
                  </a:lnTo>
                  <a:lnTo>
                    <a:pt x="17208" y="93259"/>
                  </a:lnTo>
                  <a:lnTo>
                    <a:pt x="14906" y="98127"/>
                  </a:lnTo>
                  <a:lnTo>
                    <a:pt x="12763" y="103067"/>
                  </a:lnTo>
                  <a:lnTo>
                    <a:pt x="10779" y="108073"/>
                  </a:lnTo>
                  <a:lnTo>
                    <a:pt x="8958" y="113140"/>
                  </a:lnTo>
                  <a:lnTo>
                    <a:pt x="7301" y="118263"/>
                  </a:lnTo>
                  <a:lnTo>
                    <a:pt x="5810" y="123437"/>
                  </a:lnTo>
                  <a:lnTo>
                    <a:pt x="4486" y="128656"/>
                  </a:lnTo>
                  <a:lnTo>
                    <a:pt x="3331" y="133915"/>
                  </a:lnTo>
                  <a:lnTo>
                    <a:pt x="2346" y="139209"/>
                  </a:lnTo>
                  <a:lnTo>
                    <a:pt x="1532" y="144532"/>
                  </a:lnTo>
                  <a:lnTo>
                    <a:pt x="889" y="149878"/>
                  </a:lnTo>
                  <a:lnTo>
                    <a:pt x="420" y="155242"/>
                  </a:lnTo>
                  <a:lnTo>
                    <a:pt x="123" y="160618"/>
                  </a:lnTo>
                  <a:lnTo>
                    <a:pt x="0" y="166002"/>
                  </a:lnTo>
                  <a:lnTo>
                    <a:pt x="50" y="171386"/>
                  </a:lnTo>
                  <a:lnTo>
                    <a:pt x="273" y="176766"/>
                  </a:lnTo>
                  <a:lnTo>
                    <a:pt x="670" y="182136"/>
                  </a:lnTo>
                  <a:lnTo>
                    <a:pt x="1239" y="187490"/>
                  </a:lnTo>
                  <a:lnTo>
                    <a:pt x="1980" y="192823"/>
                  </a:lnTo>
                  <a:lnTo>
                    <a:pt x="2893" y="198130"/>
                  </a:lnTo>
                  <a:lnTo>
                    <a:pt x="3976" y="203404"/>
                  </a:lnTo>
                  <a:lnTo>
                    <a:pt x="5229" y="208641"/>
                  </a:lnTo>
                  <a:lnTo>
                    <a:pt x="6650" y="213835"/>
                  </a:lnTo>
                  <a:lnTo>
                    <a:pt x="8237" y="218980"/>
                  </a:lnTo>
                  <a:lnTo>
                    <a:pt x="9989" y="224072"/>
                  </a:lnTo>
                  <a:lnTo>
                    <a:pt x="11904" y="229105"/>
                  </a:lnTo>
                  <a:lnTo>
                    <a:pt x="13980" y="234073"/>
                  </a:lnTo>
                  <a:lnTo>
                    <a:pt x="16215" y="238971"/>
                  </a:lnTo>
                  <a:lnTo>
                    <a:pt x="18607" y="243796"/>
                  </a:lnTo>
                  <a:lnTo>
                    <a:pt x="21153" y="248540"/>
                  </a:lnTo>
                  <a:lnTo>
                    <a:pt x="23850" y="253201"/>
                  </a:lnTo>
                  <a:lnTo>
                    <a:pt x="167163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37974" y="4213821"/>
              <a:ext cx="310471" cy="334324"/>
            </a:xfrm>
            <a:custGeom>
              <a:avLst/>
              <a:pathLst>
                <a:path w="310471" h="334324">
                  <a:moveTo>
                    <a:pt x="0" y="253227"/>
                  </a:moveTo>
                  <a:lnTo>
                    <a:pt x="2812" y="257746"/>
                  </a:lnTo>
                  <a:lnTo>
                    <a:pt x="5767" y="262174"/>
                  </a:lnTo>
                  <a:lnTo>
                    <a:pt x="8862" y="266505"/>
                  </a:lnTo>
                  <a:lnTo>
                    <a:pt x="12093" y="270735"/>
                  </a:lnTo>
                  <a:lnTo>
                    <a:pt x="15457" y="274861"/>
                  </a:lnTo>
                  <a:lnTo>
                    <a:pt x="18951" y="278877"/>
                  </a:lnTo>
                  <a:lnTo>
                    <a:pt x="22570" y="282780"/>
                  </a:lnTo>
                  <a:lnTo>
                    <a:pt x="26313" y="286565"/>
                  </a:lnTo>
                  <a:lnTo>
                    <a:pt x="30174" y="290230"/>
                  </a:lnTo>
                  <a:lnTo>
                    <a:pt x="34149" y="293770"/>
                  </a:lnTo>
                  <a:lnTo>
                    <a:pt x="38235" y="297181"/>
                  </a:lnTo>
                  <a:lnTo>
                    <a:pt x="42428" y="300461"/>
                  </a:lnTo>
                  <a:lnTo>
                    <a:pt x="46723" y="303605"/>
                  </a:lnTo>
                  <a:lnTo>
                    <a:pt x="51116" y="306612"/>
                  </a:lnTo>
                  <a:lnTo>
                    <a:pt x="55603" y="309476"/>
                  </a:lnTo>
                  <a:lnTo>
                    <a:pt x="60178" y="312197"/>
                  </a:lnTo>
                  <a:lnTo>
                    <a:pt x="64838" y="314770"/>
                  </a:lnTo>
                  <a:lnTo>
                    <a:pt x="69577" y="317194"/>
                  </a:lnTo>
                  <a:lnTo>
                    <a:pt x="74391" y="319465"/>
                  </a:lnTo>
                  <a:lnTo>
                    <a:pt x="79275" y="321583"/>
                  </a:lnTo>
                  <a:lnTo>
                    <a:pt x="84224" y="323543"/>
                  </a:lnTo>
                  <a:lnTo>
                    <a:pt x="89233" y="325345"/>
                  </a:lnTo>
                  <a:lnTo>
                    <a:pt x="94297" y="326987"/>
                  </a:lnTo>
                  <a:lnTo>
                    <a:pt x="99410" y="328466"/>
                  </a:lnTo>
                  <a:lnTo>
                    <a:pt x="104568" y="329782"/>
                  </a:lnTo>
                  <a:lnTo>
                    <a:pt x="109765" y="330934"/>
                  </a:lnTo>
                  <a:lnTo>
                    <a:pt x="114996" y="331919"/>
                  </a:lnTo>
                  <a:lnTo>
                    <a:pt x="120256" y="332737"/>
                  </a:lnTo>
                  <a:lnTo>
                    <a:pt x="125539" y="333387"/>
                  </a:lnTo>
                  <a:lnTo>
                    <a:pt x="130840" y="333868"/>
                  </a:lnTo>
                  <a:lnTo>
                    <a:pt x="136154" y="334181"/>
                  </a:lnTo>
                  <a:lnTo>
                    <a:pt x="141475" y="334324"/>
                  </a:lnTo>
                  <a:lnTo>
                    <a:pt x="146799" y="334298"/>
                  </a:lnTo>
                  <a:lnTo>
                    <a:pt x="152118" y="334102"/>
                  </a:lnTo>
                  <a:lnTo>
                    <a:pt x="157429" y="333737"/>
                  </a:lnTo>
                  <a:lnTo>
                    <a:pt x="162725" y="333203"/>
                  </a:lnTo>
                  <a:lnTo>
                    <a:pt x="168001" y="332501"/>
                  </a:lnTo>
                  <a:lnTo>
                    <a:pt x="173253" y="331631"/>
                  </a:lnTo>
                  <a:lnTo>
                    <a:pt x="178474" y="330595"/>
                  </a:lnTo>
                  <a:lnTo>
                    <a:pt x="183660" y="329392"/>
                  </a:lnTo>
                  <a:lnTo>
                    <a:pt x="188804" y="328025"/>
                  </a:lnTo>
                  <a:lnTo>
                    <a:pt x="193903" y="326495"/>
                  </a:lnTo>
                  <a:lnTo>
                    <a:pt x="198950" y="324804"/>
                  </a:lnTo>
                  <a:lnTo>
                    <a:pt x="203941" y="322953"/>
                  </a:lnTo>
                  <a:lnTo>
                    <a:pt x="208870" y="320943"/>
                  </a:lnTo>
                  <a:lnTo>
                    <a:pt x="213733" y="318778"/>
                  </a:lnTo>
                  <a:lnTo>
                    <a:pt x="218524" y="316459"/>
                  </a:lnTo>
                  <a:lnTo>
                    <a:pt x="223239" y="313989"/>
                  </a:lnTo>
                  <a:lnTo>
                    <a:pt x="227874" y="311369"/>
                  </a:lnTo>
                  <a:lnTo>
                    <a:pt x="232422" y="308604"/>
                  </a:lnTo>
                  <a:lnTo>
                    <a:pt x="236880" y="305695"/>
                  </a:lnTo>
                  <a:lnTo>
                    <a:pt x="241243" y="302646"/>
                  </a:lnTo>
                  <a:lnTo>
                    <a:pt x="245507" y="299459"/>
                  </a:lnTo>
                  <a:lnTo>
                    <a:pt x="249667" y="296138"/>
                  </a:lnTo>
                  <a:lnTo>
                    <a:pt x="253720" y="292687"/>
                  </a:lnTo>
                  <a:lnTo>
                    <a:pt x="257660" y="289108"/>
                  </a:lnTo>
                  <a:lnTo>
                    <a:pt x="261484" y="285405"/>
                  </a:lnTo>
                  <a:lnTo>
                    <a:pt x="265189" y="281583"/>
                  </a:lnTo>
                  <a:lnTo>
                    <a:pt x="268770" y="277645"/>
                  </a:lnTo>
                  <a:lnTo>
                    <a:pt x="272224" y="273594"/>
                  </a:lnTo>
                  <a:lnTo>
                    <a:pt x="275547" y="269436"/>
                  </a:lnTo>
                  <a:lnTo>
                    <a:pt x="278736" y="265174"/>
                  </a:lnTo>
                  <a:lnTo>
                    <a:pt x="281788" y="260812"/>
                  </a:lnTo>
                  <a:lnTo>
                    <a:pt x="284699" y="256356"/>
                  </a:lnTo>
                  <a:lnTo>
                    <a:pt x="287467" y="251809"/>
                  </a:lnTo>
                  <a:lnTo>
                    <a:pt x="290089" y="247176"/>
                  </a:lnTo>
                  <a:lnTo>
                    <a:pt x="292562" y="242463"/>
                  </a:lnTo>
                  <a:lnTo>
                    <a:pt x="294884" y="237672"/>
                  </a:lnTo>
                  <a:lnTo>
                    <a:pt x="297052" y="232811"/>
                  </a:lnTo>
                  <a:lnTo>
                    <a:pt x="299064" y="227883"/>
                  </a:lnTo>
                  <a:lnTo>
                    <a:pt x="300918" y="222893"/>
                  </a:lnTo>
                  <a:lnTo>
                    <a:pt x="302613" y="217847"/>
                  </a:lnTo>
                  <a:lnTo>
                    <a:pt x="304145" y="212749"/>
                  </a:lnTo>
                  <a:lnTo>
                    <a:pt x="305515" y="207605"/>
                  </a:lnTo>
                  <a:lnTo>
                    <a:pt x="306720" y="202420"/>
                  </a:lnTo>
                  <a:lnTo>
                    <a:pt x="307760" y="197200"/>
                  </a:lnTo>
                  <a:lnTo>
                    <a:pt x="308633" y="191949"/>
                  </a:lnTo>
                  <a:lnTo>
                    <a:pt x="309338" y="186673"/>
                  </a:lnTo>
                  <a:lnTo>
                    <a:pt x="309875" y="181377"/>
                  </a:lnTo>
                  <a:lnTo>
                    <a:pt x="310243" y="176066"/>
                  </a:lnTo>
                  <a:lnTo>
                    <a:pt x="310442" y="170747"/>
                  </a:lnTo>
                  <a:lnTo>
                    <a:pt x="310471" y="165424"/>
                  </a:lnTo>
                  <a:lnTo>
                    <a:pt x="310331" y="160103"/>
                  </a:lnTo>
                  <a:lnTo>
                    <a:pt x="310021" y="154788"/>
                  </a:lnTo>
                  <a:lnTo>
                    <a:pt x="309542" y="149487"/>
                  </a:lnTo>
                  <a:lnTo>
                    <a:pt x="308895" y="144203"/>
                  </a:lnTo>
                  <a:lnTo>
                    <a:pt x="308080" y="138943"/>
                  </a:lnTo>
                  <a:lnTo>
                    <a:pt x="307098" y="133711"/>
                  </a:lnTo>
                  <a:lnTo>
                    <a:pt x="305950" y="128514"/>
                  </a:lnTo>
                  <a:lnTo>
                    <a:pt x="304637" y="123355"/>
                  </a:lnTo>
                  <a:lnTo>
                    <a:pt x="303160" y="118241"/>
                  </a:lnTo>
                  <a:lnTo>
                    <a:pt x="301521" y="113176"/>
                  </a:lnTo>
                  <a:lnTo>
                    <a:pt x="299722" y="108166"/>
                  </a:lnTo>
                  <a:lnTo>
                    <a:pt x="297764" y="103216"/>
                  </a:lnTo>
                  <a:lnTo>
                    <a:pt x="295650" y="98331"/>
                  </a:lnTo>
                  <a:lnTo>
                    <a:pt x="293381" y="93516"/>
                  </a:lnTo>
                  <a:lnTo>
                    <a:pt x="290960" y="88775"/>
                  </a:lnTo>
                  <a:lnTo>
                    <a:pt x="288389" y="84114"/>
                  </a:lnTo>
                  <a:lnTo>
                    <a:pt x="285671" y="79537"/>
                  </a:lnTo>
                  <a:lnTo>
                    <a:pt x="282809" y="75049"/>
                  </a:lnTo>
                  <a:lnTo>
                    <a:pt x="279805" y="70654"/>
                  </a:lnTo>
                  <a:lnTo>
                    <a:pt x="276663" y="66357"/>
                  </a:lnTo>
                  <a:lnTo>
                    <a:pt x="273386" y="62163"/>
                  </a:lnTo>
                  <a:lnTo>
                    <a:pt x="269977" y="58075"/>
                  </a:lnTo>
                  <a:lnTo>
                    <a:pt x="266439" y="54097"/>
                  </a:lnTo>
                  <a:lnTo>
                    <a:pt x="262777" y="50234"/>
                  </a:lnTo>
                  <a:lnTo>
                    <a:pt x="258993" y="46490"/>
                  </a:lnTo>
                  <a:lnTo>
                    <a:pt x="255092" y="42868"/>
                  </a:lnTo>
                  <a:lnTo>
                    <a:pt x="251078" y="39372"/>
                  </a:lnTo>
                  <a:lnTo>
                    <a:pt x="246955" y="36006"/>
                  </a:lnTo>
                  <a:lnTo>
                    <a:pt x="242726" y="32772"/>
                  </a:lnTo>
                  <a:lnTo>
                    <a:pt x="238397" y="29675"/>
                  </a:lnTo>
                  <a:lnTo>
                    <a:pt x="233971" y="26718"/>
                  </a:lnTo>
                  <a:lnTo>
                    <a:pt x="229453" y="23902"/>
                  </a:lnTo>
                  <a:lnTo>
                    <a:pt x="224848" y="21232"/>
                  </a:lnTo>
                  <a:lnTo>
                    <a:pt x="220160" y="18710"/>
                  </a:lnTo>
                  <a:lnTo>
                    <a:pt x="215395" y="16339"/>
                  </a:lnTo>
                  <a:lnTo>
                    <a:pt x="210556" y="14120"/>
                  </a:lnTo>
                  <a:lnTo>
                    <a:pt x="205649" y="12057"/>
                  </a:lnTo>
                  <a:lnTo>
                    <a:pt x="200679" y="10151"/>
                  </a:lnTo>
                  <a:lnTo>
                    <a:pt x="195651" y="8404"/>
                  </a:lnTo>
                  <a:lnTo>
                    <a:pt x="190569" y="6818"/>
                  </a:lnTo>
                  <a:lnTo>
                    <a:pt x="185440" y="5395"/>
                  </a:lnTo>
                  <a:lnTo>
                    <a:pt x="180268" y="4136"/>
                  </a:lnTo>
                  <a:lnTo>
                    <a:pt x="175058" y="3042"/>
                  </a:lnTo>
                  <a:lnTo>
                    <a:pt x="169817" y="2114"/>
                  </a:lnTo>
                  <a:lnTo>
                    <a:pt x="164548" y="1354"/>
                  </a:lnTo>
                  <a:lnTo>
                    <a:pt x="159258" y="762"/>
                  </a:lnTo>
                  <a:lnTo>
                    <a:pt x="153952" y="338"/>
                  </a:lnTo>
                  <a:lnTo>
                    <a:pt x="148635" y="84"/>
                  </a:lnTo>
                  <a:lnTo>
                    <a:pt x="143312" y="0"/>
                  </a:lnTo>
                  <a:lnTo>
                    <a:pt x="1433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4882" y="4659281"/>
              <a:ext cx="1642" cy="167167"/>
            </a:xfrm>
            <a:custGeom>
              <a:avLst/>
              <a:pathLst>
                <a:path w="1642" h="167167">
                  <a:moveTo>
                    <a:pt x="1642" y="0"/>
                  </a:moveTo>
                  <a:lnTo>
                    <a:pt x="0" y="8"/>
                  </a:lnTo>
                  <a:lnTo>
                    <a:pt x="164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882" y="4659289"/>
              <a:ext cx="1642" cy="167159"/>
            </a:xfrm>
            <a:custGeom>
              <a:avLst/>
              <a:pathLst>
                <a:path w="1642" h="167159">
                  <a:moveTo>
                    <a:pt x="0" y="0"/>
                  </a:moveTo>
                  <a:lnTo>
                    <a:pt x="1642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552" y="4659289"/>
              <a:ext cx="166972" cy="167159"/>
            </a:xfrm>
            <a:custGeom>
              <a:avLst/>
              <a:pathLst>
                <a:path w="166972" h="167159">
                  <a:moveTo>
                    <a:pt x="165329" y="0"/>
                  </a:moveTo>
                  <a:lnTo>
                    <a:pt x="159951" y="139"/>
                  </a:lnTo>
                  <a:lnTo>
                    <a:pt x="154581" y="451"/>
                  </a:lnTo>
                  <a:lnTo>
                    <a:pt x="149223" y="936"/>
                  </a:lnTo>
                  <a:lnTo>
                    <a:pt x="143883" y="1594"/>
                  </a:lnTo>
                  <a:lnTo>
                    <a:pt x="138568" y="2422"/>
                  </a:lnTo>
                  <a:lnTo>
                    <a:pt x="133282" y="3421"/>
                  </a:lnTo>
                  <a:lnTo>
                    <a:pt x="128030" y="4590"/>
                  </a:lnTo>
                  <a:lnTo>
                    <a:pt x="122819" y="5928"/>
                  </a:lnTo>
                  <a:lnTo>
                    <a:pt x="117654" y="7432"/>
                  </a:lnTo>
                  <a:lnTo>
                    <a:pt x="112540" y="9101"/>
                  </a:lnTo>
                  <a:lnTo>
                    <a:pt x="107482" y="10935"/>
                  </a:lnTo>
                  <a:lnTo>
                    <a:pt x="102486" y="12930"/>
                  </a:lnTo>
                  <a:lnTo>
                    <a:pt x="97557" y="15085"/>
                  </a:lnTo>
                  <a:lnTo>
                    <a:pt x="92699" y="17397"/>
                  </a:lnTo>
                  <a:lnTo>
                    <a:pt x="87919" y="19865"/>
                  </a:lnTo>
                  <a:lnTo>
                    <a:pt x="83220" y="22485"/>
                  </a:lnTo>
                  <a:lnTo>
                    <a:pt x="78608" y="25254"/>
                  </a:lnTo>
                  <a:lnTo>
                    <a:pt x="74088" y="28171"/>
                  </a:lnTo>
                  <a:lnTo>
                    <a:pt x="69663" y="31232"/>
                  </a:lnTo>
                  <a:lnTo>
                    <a:pt x="65340" y="34434"/>
                  </a:lnTo>
                  <a:lnTo>
                    <a:pt x="61122" y="37773"/>
                  </a:lnTo>
                  <a:lnTo>
                    <a:pt x="57013" y="41246"/>
                  </a:lnTo>
                  <a:lnTo>
                    <a:pt x="53019" y="44849"/>
                  </a:lnTo>
                  <a:lnTo>
                    <a:pt x="49142" y="48579"/>
                  </a:lnTo>
                  <a:lnTo>
                    <a:pt x="45387" y="52432"/>
                  </a:lnTo>
                  <a:lnTo>
                    <a:pt x="41759" y="56404"/>
                  </a:lnTo>
                  <a:lnTo>
                    <a:pt x="38260" y="60490"/>
                  </a:lnTo>
                  <a:lnTo>
                    <a:pt x="34894" y="64687"/>
                  </a:lnTo>
                  <a:lnTo>
                    <a:pt x="31665" y="68990"/>
                  </a:lnTo>
                  <a:lnTo>
                    <a:pt x="28576" y="73395"/>
                  </a:lnTo>
                  <a:lnTo>
                    <a:pt x="25631" y="77897"/>
                  </a:lnTo>
                  <a:lnTo>
                    <a:pt x="22832" y="82491"/>
                  </a:lnTo>
                  <a:lnTo>
                    <a:pt x="20182" y="87173"/>
                  </a:lnTo>
                  <a:lnTo>
                    <a:pt x="17684" y="91938"/>
                  </a:lnTo>
                  <a:lnTo>
                    <a:pt x="15341" y="96780"/>
                  </a:lnTo>
                  <a:lnTo>
                    <a:pt x="13155" y="101696"/>
                  </a:lnTo>
                  <a:lnTo>
                    <a:pt x="11128" y="106679"/>
                  </a:lnTo>
                  <a:lnTo>
                    <a:pt x="9263" y="111725"/>
                  </a:lnTo>
                  <a:lnTo>
                    <a:pt x="7561" y="116829"/>
                  </a:lnTo>
                  <a:lnTo>
                    <a:pt x="6024" y="121984"/>
                  </a:lnTo>
                  <a:lnTo>
                    <a:pt x="4653" y="127187"/>
                  </a:lnTo>
                  <a:lnTo>
                    <a:pt x="3451" y="132430"/>
                  </a:lnTo>
                  <a:lnTo>
                    <a:pt x="2418" y="137710"/>
                  </a:lnTo>
                  <a:lnTo>
                    <a:pt x="1556" y="143020"/>
                  </a:lnTo>
                  <a:lnTo>
                    <a:pt x="865" y="148356"/>
                  </a:lnTo>
                  <a:lnTo>
                    <a:pt x="346" y="153710"/>
                  </a:lnTo>
                  <a:lnTo>
                    <a:pt x="0" y="159079"/>
                  </a:lnTo>
                  <a:lnTo>
                    <a:pt x="166972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76" y="4659281"/>
              <a:ext cx="334295" cy="334334"/>
            </a:xfrm>
            <a:custGeom>
              <a:avLst/>
              <a:pathLst>
                <a:path w="334295" h="334334">
                  <a:moveTo>
                    <a:pt x="176" y="159087"/>
                  </a:moveTo>
                  <a:lnTo>
                    <a:pt x="3" y="164390"/>
                  </a:lnTo>
                  <a:lnTo>
                    <a:pt x="0" y="169695"/>
                  </a:lnTo>
                  <a:lnTo>
                    <a:pt x="164" y="174998"/>
                  </a:lnTo>
                  <a:lnTo>
                    <a:pt x="496" y="180293"/>
                  </a:lnTo>
                  <a:lnTo>
                    <a:pt x="997" y="185574"/>
                  </a:lnTo>
                  <a:lnTo>
                    <a:pt x="1665" y="190838"/>
                  </a:lnTo>
                  <a:lnTo>
                    <a:pt x="2499" y="196077"/>
                  </a:lnTo>
                  <a:lnTo>
                    <a:pt x="3500" y="201287"/>
                  </a:lnTo>
                  <a:lnTo>
                    <a:pt x="4665" y="206463"/>
                  </a:lnTo>
                  <a:lnTo>
                    <a:pt x="5994" y="211599"/>
                  </a:lnTo>
                  <a:lnTo>
                    <a:pt x="7485" y="216691"/>
                  </a:lnTo>
                  <a:lnTo>
                    <a:pt x="9137" y="221733"/>
                  </a:lnTo>
                  <a:lnTo>
                    <a:pt x="10948" y="226719"/>
                  </a:lnTo>
                  <a:lnTo>
                    <a:pt x="12916" y="231646"/>
                  </a:lnTo>
                  <a:lnTo>
                    <a:pt x="15040" y="236508"/>
                  </a:lnTo>
                  <a:lnTo>
                    <a:pt x="17317" y="241300"/>
                  </a:lnTo>
                  <a:lnTo>
                    <a:pt x="19745" y="246017"/>
                  </a:lnTo>
                  <a:lnTo>
                    <a:pt x="22321" y="250655"/>
                  </a:lnTo>
                  <a:lnTo>
                    <a:pt x="25043" y="255208"/>
                  </a:lnTo>
                  <a:lnTo>
                    <a:pt x="27909" y="259673"/>
                  </a:lnTo>
                  <a:lnTo>
                    <a:pt x="30914" y="264045"/>
                  </a:lnTo>
                  <a:lnTo>
                    <a:pt x="34057" y="268320"/>
                  </a:lnTo>
                  <a:lnTo>
                    <a:pt x="37334" y="272492"/>
                  </a:lnTo>
                  <a:lnTo>
                    <a:pt x="40742" y="276558"/>
                  </a:lnTo>
                  <a:lnTo>
                    <a:pt x="44277" y="280514"/>
                  </a:lnTo>
                  <a:lnTo>
                    <a:pt x="47936" y="284356"/>
                  </a:lnTo>
                  <a:lnTo>
                    <a:pt x="51714" y="288080"/>
                  </a:lnTo>
                  <a:lnTo>
                    <a:pt x="55609" y="291683"/>
                  </a:lnTo>
                  <a:lnTo>
                    <a:pt x="59617" y="295159"/>
                  </a:lnTo>
                  <a:lnTo>
                    <a:pt x="63733" y="298507"/>
                  </a:lnTo>
                  <a:lnTo>
                    <a:pt x="67952" y="301723"/>
                  </a:lnTo>
                  <a:lnTo>
                    <a:pt x="72272" y="304803"/>
                  </a:lnTo>
                  <a:lnTo>
                    <a:pt x="76688" y="307744"/>
                  </a:lnTo>
                  <a:lnTo>
                    <a:pt x="81194" y="310544"/>
                  </a:lnTo>
                  <a:lnTo>
                    <a:pt x="85787" y="313199"/>
                  </a:lnTo>
                  <a:lnTo>
                    <a:pt x="90462" y="315707"/>
                  </a:lnTo>
                  <a:lnTo>
                    <a:pt x="95214" y="318066"/>
                  </a:lnTo>
                  <a:lnTo>
                    <a:pt x="100039" y="320273"/>
                  </a:lnTo>
                  <a:lnTo>
                    <a:pt x="104931" y="322325"/>
                  </a:lnTo>
                  <a:lnTo>
                    <a:pt x="109886" y="324221"/>
                  </a:lnTo>
                  <a:lnTo>
                    <a:pt x="114899" y="325959"/>
                  </a:lnTo>
                  <a:lnTo>
                    <a:pt x="119964" y="327537"/>
                  </a:lnTo>
                  <a:lnTo>
                    <a:pt x="125077" y="328954"/>
                  </a:lnTo>
                  <a:lnTo>
                    <a:pt x="130232" y="330207"/>
                  </a:lnTo>
                  <a:lnTo>
                    <a:pt x="135425" y="331297"/>
                  </a:lnTo>
                  <a:lnTo>
                    <a:pt x="140649" y="332221"/>
                  </a:lnTo>
                  <a:lnTo>
                    <a:pt x="145900" y="332979"/>
                  </a:lnTo>
                  <a:lnTo>
                    <a:pt x="151172" y="333569"/>
                  </a:lnTo>
                  <a:lnTo>
                    <a:pt x="156461" y="333992"/>
                  </a:lnTo>
                  <a:lnTo>
                    <a:pt x="161760" y="334248"/>
                  </a:lnTo>
                  <a:lnTo>
                    <a:pt x="167065" y="334334"/>
                  </a:lnTo>
                  <a:lnTo>
                    <a:pt x="172369" y="334253"/>
                  </a:lnTo>
                  <a:lnTo>
                    <a:pt x="177669" y="334003"/>
                  </a:lnTo>
                  <a:lnTo>
                    <a:pt x="182958" y="333585"/>
                  </a:lnTo>
                  <a:lnTo>
                    <a:pt x="188231" y="333000"/>
                  </a:lnTo>
                  <a:lnTo>
                    <a:pt x="193483" y="332247"/>
                  </a:lnTo>
                  <a:lnTo>
                    <a:pt x="198708" y="331328"/>
                  </a:lnTo>
                  <a:lnTo>
                    <a:pt x="203901" y="330244"/>
                  </a:lnTo>
                  <a:lnTo>
                    <a:pt x="209058" y="328996"/>
                  </a:lnTo>
                  <a:lnTo>
                    <a:pt x="214172" y="327584"/>
                  </a:lnTo>
                  <a:lnTo>
                    <a:pt x="219239" y="326011"/>
                  </a:lnTo>
                  <a:lnTo>
                    <a:pt x="224253" y="324278"/>
                  </a:lnTo>
                  <a:lnTo>
                    <a:pt x="229210" y="322387"/>
                  </a:lnTo>
                  <a:lnTo>
                    <a:pt x="234104" y="320339"/>
                  </a:lnTo>
                  <a:lnTo>
                    <a:pt x="238931" y="318138"/>
                  </a:lnTo>
                  <a:lnTo>
                    <a:pt x="243686" y="315784"/>
                  </a:lnTo>
                  <a:lnTo>
                    <a:pt x="248363" y="313280"/>
                  </a:lnTo>
                  <a:lnTo>
                    <a:pt x="252959" y="310629"/>
                  </a:lnTo>
                  <a:lnTo>
                    <a:pt x="257468" y="307834"/>
                  </a:lnTo>
                  <a:lnTo>
                    <a:pt x="261886" y="304897"/>
                  </a:lnTo>
                  <a:lnTo>
                    <a:pt x="266209" y="301821"/>
                  </a:lnTo>
                  <a:lnTo>
                    <a:pt x="270432" y="298610"/>
                  </a:lnTo>
                  <a:lnTo>
                    <a:pt x="274551" y="295266"/>
                  </a:lnTo>
                  <a:lnTo>
                    <a:pt x="278562" y="291793"/>
                  </a:lnTo>
                  <a:lnTo>
                    <a:pt x="282461" y="288195"/>
                  </a:lnTo>
                  <a:lnTo>
                    <a:pt x="286243" y="284475"/>
                  </a:lnTo>
                  <a:lnTo>
                    <a:pt x="289906" y="280637"/>
                  </a:lnTo>
                  <a:lnTo>
                    <a:pt x="293445" y="276684"/>
                  </a:lnTo>
                  <a:lnTo>
                    <a:pt x="296857" y="272621"/>
                  </a:lnTo>
                  <a:lnTo>
                    <a:pt x="300138" y="268452"/>
                  </a:lnTo>
                  <a:lnTo>
                    <a:pt x="303285" y="264181"/>
                  </a:lnTo>
                  <a:lnTo>
                    <a:pt x="306295" y="259812"/>
                  </a:lnTo>
                  <a:lnTo>
                    <a:pt x="309165" y="255350"/>
                  </a:lnTo>
                  <a:lnTo>
                    <a:pt x="311891" y="250799"/>
                  </a:lnTo>
                  <a:lnTo>
                    <a:pt x="314472" y="246163"/>
                  </a:lnTo>
                  <a:lnTo>
                    <a:pt x="316905" y="241449"/>
                  </a:lnTo>
                  <a:lnTo>
                    <a:pt x="319187" y="236659"/>
                  </a:lnTo>
                  <a:lnTo>
                    <a:pt x="321315" y="231799"/>
                  </a:lnTo>
                  <a:lnTo>
                    <a:pt x="323289" y="226875"/>
                  </a:lnTo>
                  <a:lnTo>
                    <a:pt x="325105" y="221890"/>
                  </a:lnTo>
                  <a:lnTo>
                    <a:pt x="326762" y="216850"/>
                  </a:lnTo>
                  <a:lnTo>
                    <a:pt x="328258" y="211760"/>
                  </a:lnTo>
                  <a:lnTo>
                    <a:pt x="329592" y="206625"/>
                  </a:lnTo>
                  <a:lnTo>
                    <a:pt x="330762" y="201450"/>
                  </a:lnTo>
                  <a:lnTo>
                    <a:pt x="331768" y="196241"/>
                  </a:lnTo>
                  <a:lnTo>
                    <a:pt x="332607" y="191002"/>
                  </a:lnTo>
                  <a:lnTo>
                    <a:pt x="333280" y="185740"/>
                  </a:lnTo>
                  <a:lnTo>
                    <a:pt x="333786" y="180458"/>
                  </a:lnTo>
                  <a:lnTo>
                    <a:pt x="334124" y="175164"/>
                  </a:lnTo>
                  <a:lnTo>
                    <a:pt x="334294" y="169861"/>
                  </a:lnTo>
                  <a:lnTo>
                    <a:pt x="334295" y="164556"/>
                  </a:lnTo>
                  <a:lnTo>
                    <a:pt x="334128" y="159253"/>
                  </a:lnTo>
                  <a:lnTo>
                    <a:pt x="333793" y="153958"/>
                  </a:lnTo>
                  <a:lnTo>
                    <a:pt x="333290" y="148677"/>
                  </a:lnTo>
                  <a:lnTo>
                    <a:pt x="332619" y="143414"/>
                  </a:lnTo>
                  <a:lnTo>
                    <a:pt x="331782" y="138175"/>
                  </a:lnTo>
                  <a:lnTo>
                    <a:pt x="330779" y="132965"/>
                  </a:lnTo>
                  <a:lnTo>
                    <a:pt x="329611" y="127790"/>
                  </a:lnTo>
                  <a:lnTo>
                    <a:pt x="328280" y="122654"/>
                  </a:lnTo>
                  <a:lnTo>
                    <a:pt x="326786" y="117564"/>
                  </a:lnTo>
                  <a:lnTo>
                    <a:pt x="325132" y="112523"/>
                  </a:lnTo>
                  <a:lnTo>
                    <a:pt x="323318" y="107537"/>
                  </a:lnTo>
                  <a:lnTo>
                    <a:pt x="321347" y="102611"/>
                  </a:lnTo>
                  <a:lnTo>
                    <a:pt x="319221" y="97751"/>
                  </a:lnTo>
                  <a:lnTo>
                    <a:pt x="316942" y="92960"/>
                  </a:lnTo>
                  <a:lnTo>
                    <a:pt x="314512" y="88244"/>
                  </a:lnTo>
                  <a:lnTo>
                    <a:pt x="311933" y="83607"/>
                  </a:lnTo>
                  <a:lnTo>
                    <a:pt x="309208" y="79055"/>
                  </a:lnTo>
                  <a:lnTo>
                    <a:pt x="306341" y="74591"/>
                  </a:lnTo>
                  <a:lnTo>
                    <a:pt x="303333" y="70221"/>
                  </a:lnTo>
                  <a:lnTo>
                    <a:pt x="300188" y="65948"/>
                  </a:lnTo>
                  <a:lnTo>
                    <a:pt x="296909" y="61777"/>
                  </a:lnTo>
                  <a:lnTo>
                    <a:pt x="293499" y="57713"/>
                  </a:lnTo>
                  <a:lnTo>
                    <a:pt x="289962" y="53758"/>
                  </a:lnTo>
                  <a:lnTo>
                    <a:pt x="286302" y="49918"/>
                  </a:lnTo>
                  <a:lnTo>
                    <a:pt x="282521" y="46196"/>
                  </a:lnTo>
                  <a:lnTo>
                    <a:pt x="278624" y="42596"/>
                  </a:lnTo>
                  <a:lnTo>
                    <a:pt x="274615" y="39121"/>
                  </a:lnTo>
                  <a:lnTo>
                    <a:pt x="270498" y="35775"/>
                  </a:lnTo>
                  <a:lnTo>
                    <a:pt x="266276" y="32562"/>
                  </a:lnTo>
                  <a:lnTo>
                    <a:pt x="261955" y="29484"/>
                  </a:lnTo>
                  <a:lnTo>
                    <a:pt x="257538" y="26545"/>
                  </a:lnTo>
                  <a:lnTo>
                    <a:pt x="253030" y="23747"/>
                  </a:lnTo>
                  <a:lnTo>
                    <a:pt x="248436" y="21094"/>
                  </a:lnTo>
                  <a:lnTo>
                    <a:pt x="243760" y="18588"/>
                  </a:lnTo>
                  <a:lnTo>
                    <a:pt x="239006" y="16232"/>
                  </a:lnTo>
                  <a:lnTo>
                    <a:pt x="234180" y="14028"/>
                  </a:lnTo>
                  <a:lnTo>
                    <a:pt x="229287" y="11978"/>
                  </a:lnTo>
                  <a:lnTo>
                    <a:pt x="224331" y="10084"/>
                  </a:lnTo>
                  <a:lnTo>
                    <a:pt x="219318" y="8349"/>
                  </a:lnTo>
                  <a:lnTo>
                    <a:pt x="214252" y="6773"/>
                  </a:lnTo>
                  <a:lnTo>
                    <a:pt x="209138" y="5359"/>
                  </a:lnTo>
                  <a:lnTo>
                    <a:pt x="203982" y="4108"/>
                  </a:lnTo>
                  <a:lnTo>
                    <a:pt x="198789" y="3021"/>
                  </a:lnTo>
                  <a:lnTo>
                    <a:pt x="193565" y="2100"/>
                  </a:lnTo>
                  <a:lnTo>
                    <a:pt x="188313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71" y="5018213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40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3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1" y="11954"/>
                  </a:lnTo>
                  <a:lnTo>
                    <a:pt x="100182" y="13999"/>
                  </a:lnTo>
                  <a:lnTo>
                    <a:pt x="95360" y="16199"/>
                  </a:lnTo>
                  <a:lnTo>
                    <a:pt x="90610" y="18551"/>
                  </a:lnTo>
                  <a:lnTo>
                    <a:pt x="85937" y="21052"/>
                  </a:lnTo>
                  <a:lnTo>
                    <a:pt x="81346" y="23700"/>
                  </a:lnTo>
                  <a:lnTo>
                    <a:pt x="76841" y="26492"/>
                  </a:lnTo>
                  <a:lnTo>
                    <a:pt x="72427" y="29426"/>
                  </a:lnTo>
                  <a:lnTo>
                    <a:pt x="68108" y="32498"/>
                  </a:lnTo>
                  <a:lnTo>
                    <a:pt x="63889" y="35705"/>
                  </a:lnTo>
                  <a:lnTo>
                    <a:pt x="59774" y="39044"/>
                  </a:lnTo>
                  <a:lnTo>
                    <a:pt x="55766" y="42513"/>
                  </a:lnTo>
                  <a:lnTo>
                    <a:pt x="51870" y="46106"/>
                  </a:lnTo>
                  <a:lnTo>
                    <a:pt x="48091" y="49821"/>
                  </a:lnTo>
                  <a:lnTo>
                    <a:pt x="44431" y="53655"/>
                  </a:lnTo>
                  <a:lnTo>
                    <a:pt x="40894" y="57602"/>
                  </a:lnTo>
                  <a:lnTo>
                    <a:pt x="37484" y="61659"/>
                  </a:lnTo>
                  <a:lnTo>
                    <a:pt x="34205" y="65823"/>
                  </a:lnTo>
                  <a:lnTo>
                    <a:pt x="31059" y="70088"/>
                  </a:lnTo>
                  <a:lnTo>
                    <a:pt x="28050" y="74451"/>
                  </a:lnTo>
                  <a:lnTo>
                    <a:pt x="25181" y="78907"/>
                  </a:lnTo>
                  <a:lnTo>
                    <a:pt x="22454" y="83452"/>
                  </a:lnTo>
                  <a:lnTo>
                    <a:pt x="19873" y="88081"/>
                  </a:lnTo>
                  <a:lnTo>
                    <a:pt x="17440" y="92789"/>
                  </a:lnTo>
                  <a:lnTo>
                    <a:pt x="15157" y="97573"/>
                  </a:lnTo>
                  <a:lnTo>
                    <a:pt x="13028" y="102426"/>
                  </a:lnTo>
                  <a:lnTo>
                    <a:pt x="11053" y="107344"/>
                  </a:lnTo>
                  <a:lnTo>
                    <a:pt x="9235" y="112323"/>
                  </a:lnTo>
                  <a:lnTo>
                    <a:pt x="7575" y="117356"/>
                  </a:lnTo>
                  <a:lnTo>
                    <a:pt x="6077" y="122440"/>
                  </a:lnTo>
                  <a:lnTo>
                    <a:pt x="4740" y="127568"/>
                  </a:lnTo>
                  <a:lnTo>
                    <a:pt x="3566" y="132737"/>
                  </a:lnTo>
                  <a:lnTo>
                    <a:pt x="2557" y="137940"/>
                  </a:lnTo>
                  <a:lnTo>
                    <a:pt x="1713" y="143172"/>
                  </a:lnTo>
                  <a:lnTo>
                    <a:pt x="1036" y="148428"/>
                  </a:lnTo>
                  <a:lnTo>
                    <a:pt x="525" y="153704"/>
                  </a:lnTo>
                  <a:lnTo>
                    <a:pt x="182" y="158993"/>
                  </a:lnTo>
                  <a:lnTo>
                    <a:pt x="7" y="164290"/>
                  </a:lnTo>
                  <a:lnTo>
                    <a:pt x="0" y="169590"/>
                  </a:lnTo>
                  <a:lnTo>
                    <a:pt x="160" y="174887"/>
                  </a:lnTo>
                  <a:lnTo>
                    <a:pt x="489" y="180177"/>
                  </a:lnTo>
                  <a:lnTo>
                    <a:pt x="985" y="185453"/>
                  </a:lnTo>
                  <a:lnTo>
                    <a:pt x="1648" y="190712"/>
                  </a:lnTo>
                  <a:lnTo>
                    <a:pt x="2478" y="195946"/>
                  </a:lnTo>
                  <a:lnTo>
                    <a:pt x="3473" y="201152"/>
                  </a:lnTo>
                  <a:lnTo>
                    <a:pt x="4633" y="206324"/>
                  </a:lnTo>
                  <a:lnTo>
                    <a:pt x="5956" y="211456"/>
                  </a:lnTo>
                  <a:lnTo>
                    <a:pt x="7441" y="216543"/>
                  </a:lnTo>
                  <a:lnTo>
                    <a:pt x="9086" y="221581"/>
                  </a:lnTo>
                  <a:lnTo>
                    <a:pt x="10890" y="226565"/>
                  </a:lnTo>
                  <a:lnTo>
                    <a:pt x="12852" y="231488"/>
                  </a:lnTo>
                  <a:lnTo>
                    <a:pt x="14969" y="236347"/>
                  </a:lnTo>
                  <a:lnTo>
                    <a:pt x="17238" y="241137"/>
                  </a:lnTo>
                  <a:lnTo>
                    <a:pt x="19658" y="245852"/>
                  </a:lnTo>
                  <a:lnTo>
                    <a:pt x="22227" y="250488"/>
                  </a:lnTo>
                  <a:lnTo>
                    <a:pt x="24941" y="255040"/>
                  </a:lnTo>
                  <a:lnTo>
                    <a:pt x="27798" y="259504"/>
                  </a:lnTo>
                  <a:lnTo>
                    <a:pt x="30795" y="263875"/>
                  </a:lnTo>
                  <a:lnTo>
                    <a:pt x="33929" y="268149"/>
                  </a:lnTo>
                  <a:lnTo>
                    <a:pt x="37198" y="272321"/>
                  </a:lnTo>
                  <a:lnTo>
                    <a:pt x="40596" y="276388"/>
                  </a:lnTo>
                  <a:lnTo>
                    <a:pt x="44122" y="280345"/>
                  </a:lnTo>
                  <a:lnTo>
                    <a:pt x="47772" y="284188"/>
                  </a:lnTo>
                  <a:lnTo>
                    <a:pt x="51541" y="287914"/>
                  </a:lnTo>
                  <a:lnTo>
                    <a:pt x="55427" y="291518"/>
                  </a:lnTo>
                  <a:lnTo>
                    <a:pt x="59425" y="294997"/>
                  </a:lnTo>
                  <a:lnTo>
                    <a:pt x="63532" y="298348"/>
                  </a:lnTo>
                  <a:lnTo>
                    <a:pt x="67742" y="301566"/>
                  </a:lnTo>
                  <a:lnTo>
                    <a:pt x="72053" y="304650"/>
                  </a:lnTo>
                  <a:lnTo>
                    <a:pt x="76459" y="307596"/>
                  </a:lnTo>
                  <a:lnTo>
                    <a:pt x="80956" y="310400"/>
                  </a:lnTo>
                  <a:lnTo>
                    <a:pt x="85540" y="313060"/>
                  </a:lnTo>
                  <a:lnTo>
                    <a:pt x="90206" y="315574"/>
                  </a:lnTo>
                  <a:lnTo>
                    <a:pt x="94949" y="317939"/>
                  </a:lnTo>
                  <a:lnTo>
                    <a:pt x="99765" y="320152"/>
                  </a:lnTo>
                  <a:lnTo>
                    <a:pt x="104649" y="322211"/>
                  </a:lnTo>
                  <a:lnTo>
                    <a:pt x="109595" y="324114"/>
                  </a:lnTo>
                  <a:lnTo>
                    <a:pt x="114599" y="325860"/>
                  </a:lnTo>
                  <a:lnTo>
                    <a:pt x="119656" y="327446"/>
                  </a:lnTo>
                  <a:lnTo>
                    <a:pt x="124761" y="328871"/>
                  </a:lnTo>
                  <a:lnTo>
                    <a:pt x="129908" y="330133"/>
                  </a:lnTo>
                  <a:lnTo>
                    <a:pt x="135093" y="331232"/>
                  </a:lnTo>
                  <a:lnTo>
                    <a:pt x="140310" y="332166"/>
                  </a:lnTo>
                  <a:lnTo>
                    <a:pt x="145554" y="332934"/>
                  </a:lnTo>
                  <a:lnTo>
                    <a:pt x="150820" y="333535"/>
                  </a:lnTo>
                  <a:lnTo>
                    <a:pt x="156102" y="333969"/>
                  </a:lnTo>
                  <a:lnTo>
                    <a:pt x="161395" y="334235"/>
                  </a:lnTo>
                  <a:lnTo>
                    <a:pt x="166695" y="334334"/>
                  </a:lnTo>
                  <a:lnTo>
                    <a:pt x="171994" y="334264"/>
                  </a:lnTo>
                  <a:lnTo>
                    <a:pt x="177289" y="334027"/>
                  </a:lnTo>
                  <a:lnTo>
                    <a:pt x="182573" y="333621"/>
                  </a:lnTo>
                  <a:lnTo>
                    <a:pt x="187842" y="333049"/>
                  </a:lnTo>
                  <a:lnTo>
                    <a:pt x="193090" y="332309"/>
                  </a:lnTo>
                  <a:lnTo>
                    <a:pt x="198312" y="331404"/>
                  </a:lnTo>
                  <a:lnTo>
                    <a:pt x="203503" y="330334"/>
                  </a:lnTo>
                  <a:lnTo>
                    <a:pt x="208657" y="329099"/>
                  </a:lnTo>
                  <a:lnTo>
                    <a:pt x="213770" y="327702"/>
                  </a:lnTo>
                  <a:lnTo>
                    <a:pt x="218835" y="326143"/>
                  </a:lnTo>
                  <a:lnTo>
                    <a:pt x="223849" y="324425"/>
                  </a:lnTo>
                  <a:lnTo>
                    <a:pt x="228805" y="322549"/>
                  </a:lnTo>
                  <a:lnTo>
                    <a:pt x="233700" y="320516"/>
                  </a:lnTo>
                  <a:lnTo>
                    <a:pt x="238528" y="318329"/>
                  </a:lnTo>
                  <a:lnTo>
                    <a:pt x="243284" y="315991"/>
                  </a:lnTo>
                  <a:lnTo>
                    <a:pt x="247964" y="313502"/>
                  </a:lnTo>
                  <a:lnTo>
                    <a:pt x="252562" y="310867"/>
                  </a:lnTo>
                  <a:lnTo>
                    <a:pt x="257074" y="308087"/>
                  </a:lnTo>
                  <a:lnTo>
                    <a:pt x="261496" y="305166"/>
                  </a:lnTo>
                  <a:lnTo>
                    <a:pt x="265823" y="302105"/>
                  </a:lnTo>
                  <a:lnTo>
                    <a:pt x="270051" y="298910"/>
                  </a:lnTo>
                  <a:lnTo>
                    <a:pt x="274176" y="295581"/>
                  </a:lnTo>
                  <a:lnTo>
                    <a:pt x="278193" y="292124"/>
                  </a:lnTo>
                  <a:lnTo>
                    <a:pt x="282098" y="288541"/>
                  </a:lnTo>
                  <a:lnTo>
                    <a:pt x="285888" y="284836"/>
                  </a:lnTo>
                  <a:lnTo>
                    <a:pt x="289559" y="281013"/>
                  </a:lnTo>
                  <a:lnTo>
                    <a:pt x="293106" y="277075"/>
                  </a:lnTo>
                  <a:lnTo>
                    <a:pt x="296527" y="273027"/>
                  </a:lnTo>
                  <a:lnTo>
                    <a:pt x="299818" y="268873"/>
                  </a:lnTo>
                  <a:lnTo>
                    <a:pt x="302975" y="264616"/>
                  </a:lnTo>
                  <a:lnTo>
                    <a:pt x="305996" y="260261"/>
                  </a:lnTo>
                  <a:lnTo>
                    <a:pt x="308878" y="255813"/>
                  </a:lnTo>
                  <a:lnTo>
                    <a:pt x="311616" y="251275"/>
                  </a:lnTo>
                  <a:lnTo>
                    <a:pt x="314210" y="246653"/>
                  </a:lnTo>
                  <a:lnTo>
                    <a:pt x="316656" y="241952"/>
                  </a:lnTo>
                  <a:lnTo>
                    <a:pt x="318952" y="237175"/>
                  </a:lnTo>
                  <a:lnTo>
                    <a:pt x="321095" y="232327"/>
                  </a:lnTo>
                  <a:lnTo>
                    <a:pt x="323083" y="227414"/>
                  </a:lnTo>
                  <a:lnTo>
                    <a:pt x="324914" y="222441"/>
                  </a:lnTo>
                  <a:lnTo>
                    <a:pt x="326587" y="217412"/>
                  </a:lnTo>
                  <a:lnTo>
                    <a:pt x="328100" y="212332"/>
                  </a:lnTo>
                  <a:lnTo>
                    <a:pt x="329451" y="207207"/>
                  </a:lnTo>
                  <a:lnTo>
                    <a:pt x="330638" y="202042"/>
                  </a:lnTo>
                  <a:lnTo>
                    <a:pt x="331662" y="196842"/>
                  </a:lnTo>
                  <a:lnTo>
                    <a:pt x="332520" y="191612"/>
                  </a:lnTo>
                  <a:lnTo>
                    <a:pt x="333212" y="186357"/>
                  </a:lnTo>
                  <a:lnTo>
                    <a:pt x="333737" y="181084"/>
                  </a:lnTo>
                  <a:lnTo>
                    <a:pt x="334094" y="175796"/>
                  </a:lnTo>
                  <a:lnTo>
                    <a:pt x="334284" y="170499"/>
                  </a:lnTo>
                  <a:lnTo>
                    <a:pt x="334305" y="165199"/>
                  </a:lnTo>
                  <a:lnTo>
                    <a:pt x="334159" y="159901"/>
                  </a:lnTo>
                  <a:lnTo>
                    <a:pt x="333845" y="154611"/>
                  </a:lnTo>
                  <a:lnTo>
                    <a:pt x="333363" y="149333"/>
                  </a:lnTo>
                  <a:lnTo>
                    <a:pt x="332714" y="144073"/>
                  </a:lnTo>
                  <a:lnTo>
                    <a:pt x="331899" y="138836"/>
                  </a:lnTo>
                  <a:lnTo>
                    <a:pt x="330918" y="133627"/>
                  </a:lnTo>
                  <a:lnTo>
                    <a:pt x="329772" y="128453"/>
                  </a:lnTo>
                  <a:lnTo>
                    <a:pt x="328463" y="123317"/>
                  </a:lnTo>
                  <a:lnTo>
                    <a:pt x="326992" y="118225"/>
                  </a:lnTo>
                  <a:lnTo>
                    <a:pt x="325360" y="113183"/>
                  </a:lnTo>
                  <a:lnTo>
                    <a:pt x="323569" y="108194"/>
                  </a:lnTo>
                  <a:lnTo>
                    <a:pt x="321621" y="103266"/>
                  </a:lnTo>
                  <a:lnTo>
                    <a:pt x="319518" y="98401"/>
                  </a:lnTo>
                  <a:lnTo>
                    <a:pt x="317261" y="93605"/>
                  </a:lnTo>
                  <a:lnTo>
                    <a:pt x="314854" y="88884"/>
                  </a:lnTo>
                  <a:lnTo>
                    <a:pt x="312298" y="84241"/>
                  </a:lnTo>
                  <a:lnTo>
                    <a:pt x="309596" y="79681"/>
                  </a:lnTo>
                  <a:lnTo>
                    <a:pt x="306752" y="75209"/>
                  </a:lnTo>
                  <a:lnTo>
                    <a:pt x="303766" y="70830"/>
                  </a:lnTo>
                  <a:lnTo>
                    <a:pt x="300644" y="66548"/>
                  </a:lnTo>
                  <a:lnTo>
                    <a:pt x="297387" y="62366"/>
                  </a:lnTo>
                  <a:lnTo>
                    <a:pt x="293999" y="58291"/>
                  </a:lnTo>
                  <a:lnTo>
                    <a:pt x="290484" y="54324"/>
                  </a:lnTo>
                  <a:lnTo>
                    <a:pt x="286845" y="50471"/>
                  </a:lnTo>
                  <a:lnTo>
                    <a:pt x="283085" y="46735"/>
                  </a:lnTo>
                  <a:lnTo>
                    <a:pt x="279209" y="43121"/>
                  </a:lnTo>
                  <a:lnTo>
                    <a:pt x="275221" y="39631"/>
                  </a:lnTo>
                  <a:lnTo>
                    <a:pt x="271123" y="36269"/>
                  </a:lnTo>
                  <a:lnTo>
                    <a:pt x="266922" y="33038"/>
                  </a:lnTo>
                  <a:lnTo>
                    <a:pt x="262620" y="29943"/>
                  </a:lnTo>
                  <a:lnTo>
                    <a:pt x="258222" y="26986"/>
                  </a:lnTo>
                  <a:lnTo>
                    <a:pt x="253732" y="24169"/>
                  </a:lnTo>
                  <a:lnTo>
                    <a:pt x="249155" y="21496"/>
                  </a:lnTo>
                  <a:lnTo>
                    <a:pt x="244496" y="18970"/>
                  </a:lnTo>
                  <a:lnTo>
                    <a:pt x="239760" y="16592"/>
                  </a:lnTo>
                  <a:lnTo>
                    <a:pt x="234950" y="14366"/>
                  </a:lnTo>
                  <a:lnTo>
                    <a:pt x="230072" y="12294"/>
                  </a:lnTo>
                  <a:lnTo>
                    <a:pt x="225131" y="10377"/>
                  </a:lnTo>
                  <a:lnTo>
                    <a:pt x="220131" y="8618"/>
                  </a:lnTo>
                  <a:lnTo>
                    <a:pt x="215078" y="7018"/>
                  </a:lnTo>
                  <a:lnTo>
                    <a:pt x="209978" y="5579"/>
                  </a:lnTo>
                  <a:lnTo>
                    <a:pt x="204834" y="4302"/>
                  </a:lnTo>
                  <a:lnTo>
                    <a:pt x="199652" y="3190"/>
                  </a:lnTo>
                  <a:lnTo>
                    <a:pt x="194437" y="2242"/>
                  </a:lnTo>
                  <a:lnTo>
                    <a:pt x="189195" y="1460"/>
                  </a:lnTo>
                  <a:lnTo>
                    <a:pt x="183931" y="844"/>
                  </a:lnTo>
                  <a:lnTo>
                    <a:pt x="178650" y="396"/>
                  </a:lnTo>
                  <a:lnTo>
                    <a:pt x="173358" y="11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6208" cy="167167"/>
            </a:xfrm>
            <a:custGeom>
              <a:avLst/>
              <a:pathLst>
                <a:path w="6208" h="167167">
                  <a:moveTo>
                    <a:pt x="6208" y="1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38" y="5269756"/>
              <a:ext cx="167163" cy="168373"/>
            </a:xfrm>
            <a:custGeom>
              <a:avLst/>
              <a:pathLst>
                <a:path w="167163" h="168373">
                  <a:moveTo>
                    <a:pt x="167163" y="0"/>
                  </a:moveTo>
                  <a:lnTo>
                    <a:pt x="161780" y="86"/>
                  </a:lnTo>
                  <a:lnTo>
                    <a:pt x="156403" y="346"/>
                  </a:lnTo>
                  <a:lnTo>
                    <a:pt x="151037" y="779"/>
                  </a:lnTo>
                  <a:lnTo>
                    <a:pt x="145688" y="1385"/>
                  </a:lnTo>
                  <a:lnTo>
                    <a:pt x="140361" y="2162"/>
                  </a:lnTo>
                  <a:lnTo>
                    <a:pt x="135062" y="3111"/>
                  </a:lnTo>
                  <a:lnTo>
                    <a:pt x="129796" y="4229"/>
                  </a:lnTo>
                  <a:lnTo>
                    <a:pt x="124569" y="5517"/>
                  </a:lnTo>
                  <a:lnTo>
                    <a:pt x="119387" y="6972"/>
                  </a:lnTo>
                  <a:lnTo>
                    <a:pt x="114253" y="8593"/>
                  </a:lnTo>
                  <a:lnTo>
                    <a:pt x="109175" y="10379"/>
                  </a:lnTo>
                  <a:lnTo>
                    <a:pt x="104156" y="12328"/>
                  </a:lnTo>
                  <a:lnTo>
                    <a:pt x="99204" y="14437"/>
                  </a:lnTo>
                  <a:lnTo>
                    <a:pt x="94321" y="16704"/>
                  </a:lnTo>
                  <a:lnTo>
                    <a:pt x="89514" y="19128"/>
                  </a:lnTo>
                  <a:lnTo>
                    <a:pt x="84788" y="21704"/>
                  </a:lnTo>
                  <a:lnTo>
                    <a:pt x="80147" y="24432"/>
                  </a:lnTo>
                  <a:lnTo>
                    <a:pt x="75596" y="27308"/>
                  </a:lnTo>
                  <a:lnTo>
                    <a:pt x="71140" y="30329"/>
                  </a:lnTo>
                  <a:lnTo>
                    <a:pt x="66784" y="33492"/>
                  </a:lnTo>
                  <a:lnTo>
                    <a:pt x="62532" y="36793"/>
                  </a:lnTo>
                  <a:lnTo>
                    <a:pt x="58388" y="40230"/>
                  </a:lnTo>
                  <a:lnTo>
                    <a:pt x="54357" y="43798"/>
                  </a:lnTo>
                  <a:lnTo>
                    <a:pt x="50444" y="47494"/>
                  </a:lnTo>
                  <a:lnTo>
                    <a:pt x="46651" y="51314"/>
                  </a:lnTo>
                  <a:lnTo>
                    <a:pt x="42983" y="55255"/>
                  </a:lnTo>
                  <a:lnTo>
                    <a:pt x="39444" y="59311"/>
                  </a:lnTo>
                  <a:lnTo>
                    <a:pt x="36037" y="63479"/>
                  </a:lnTo>
                  <a:lnTo>
                    <a:pt x="32767" y="67755"/>
                  </a:lnTo>
                  <a:lnTo>
                    <a:pt x="29635" y="72134"/>
                  </a:lnTo>
                  <a:lnTo>
                    <a:pt x="26647" y="76612"/>
                  </a:lnTo>
                  <a:lnTo>
                    <a:pt x="23804" y="81183"/>
                  </a:lnTo>
                  <a:lnTo>
                    <a:pt x="21110" y="85844"/>
                  </a:lnTo>
                  <a:lnTo>
                    <a:pt x="18567" y="90589"/>
                  </a:lnTo>
                  <a:lnTo>
                    <a:pt x="16178" y="95413"/>
                  </a:lnTo>
                  <a:lnTo>
                    <a:pt x="13946" y="100312"/>
                  </a:lnTo>
                  <a:lnTo>
                    <a:pt x="11873" y="105280"/>
                  </a:lnTo>
                  <a:lnTo>
                    <a:pt x="9961" y="110312"/>
                  </a:lnTo>
                  <a:lnTo>
                    <a:pt x="8212" y="115403"/>
                  </a:lnTo>
                  <a:lnTo>
                    <a:pt x="6627" y="120548"/>
                  </a:lnTo>
                  <a:lnTo>
                    <a:pt x="5209" y="125741"/>
                  </a:lnTo>
                  <a:lnTo>
                    <a:pt x="3959" y="130977"/>
                  </a:lnTo>
                  <a:lnTo>
                    <a:pt x="2879" y="136251"/>
                  </a:lnTo>
                  <a:lnTo>
                    <a:pt x="1969" y="141557"/>
                  </a:lnTo>
                  <a:lnTo>
                    <a:pt x="1230" y="146889"/>
                  </a:lnTo>
                  <a:lnTo>
                    <a:pt x="663" y="152242"/>
                  </a:lnTo>
                  <a:lnTo>
                    <a:pt x="268" y="157611"/>
                  </a:lnTo>
                  <a:lnTo>
                    <a:pt x="47" y="162990"/>
                  </a:lnTo>
                  <a:lnTo>
                    <a:pt x="0" y="168373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38" y="5269756"/>
              <a:ext cx="334316" cy="334332"/>
            </a:xfrm>
            <a:custGeom>
              <a:avLst/>
              <a:pathLst>
                <a:path w="334316" h="334332">
                  <a:moveTo>
                    <a:pt x="0" y="168373"/>
                  </a:moveTo>
                  <a:lnTo>
                    <a:pt x="122" y="173686"/>
                  </a:lnTo>
                  <a:lnTo>
                    <a:pt x="414" y="178992"/>
                  </a:lnTo>
                  <a:lnTo>
                    <a:pt x="874" y="184287"/>
                  </a:lnTo>
                  <a:lnTo>
                    <a:pt x="1502" y="189564"/>
                  </a:lnTo>
                  <a:lnTo>
                    <a:pt x="2298" y="194818"/>
                  </a:lnTo>
                  <a:lnTo>
                    <a:pt x="3260" y="200045"/>
                  </a:lnTo>
                  <a:lnTo>
                    <a:pt x="4388" y="205238"/>
                  </a:lnTo>
                  <a:lnTo>
                    <a:pt x="5680" y="210393"/>
                  </a:lnTo>
                  <a:lnTo>
                    <a:pt x="7136" y="215504"/>
                  </a:lnTo>
                  <a:lnTo>
                    <a:pt x="8753" y="220566"/>
                  </a:lnTo>
                  <a:lnTo>
                    <a:pt x="10531" y="225574"/>
                  </a:lnTo>
                  <a:lnTo>
                    <a:pt x="12466" y="230523"/>
                  </a:lnTo>
                  <a:lnTo>
                    <a:pt x="14558" y="235409"/>
                  </a:lnTo>
                  <a:lnTo>
                    <a:pt x="16805" y="240225"/>
                  </a:lnTo>
                  <a:lnTo>
                    <a:pt x="19203" y="244967"/>
                  </a:lnTo>
                  <a:lnTo>
                    <a:pt x="21751" y="249631"/>
                  </a:lnTo>
                  <a:lnTo>
                    <a:pt x="24445" y="254211"/>
                  </a:lnTo>
                  <a:lnTo>
                    <a:pt x="27284" y="258704"/>
                  </a:lnTo>
                  <a:lnTo>
                    <a:pt x="30265" y="263104"/>
                  </a:lnTo>
                  <a:lnTo>
                    <a:pt x="33383" y="267407"/>
                  </a:lnTo>
                  <a:lnTo>
                    <a:pt x="36637" y="271609"/>
                  </a:lnTo>
                  <a:lnTo>
                    <a:pt x="40023" y="275705"/>
                  </a:lnTo>
                  <a:lnTo>
                    <a:pt x="43537" y="279691"/>
                  </a:lnTo>
                  <a:lnTo>
                    <a:pt x="47176" y="283564"/>
                  </a:lnTo>
                  <a:lnTo>
                    <a:pt x="50937" y="287319"/>
                  </a:lnTo>
                  <a:lnTo>
                    <a:pt x="54815" y="290953"/>
                  </a:lnTo>
                  <a:lnTo>
                    <a:pt x="58806" y="294461"/>
                  </a:lnTo>
                  <a:lnTo>
                    <a:pt x="62907" y="297841"/>
                  </a:lnTo>
                  <a:lnTo>
                    <a:pt x="67114" y="301089"/>
                  </a:lnTo>
                  <a:lnTo>
                    <a:pt x="71421" y="304202"/>
                  </a:lnTo>
                  <a:lnTo>
                    <a:pt x="75825" y="307176"/>
                  </a:lnTo>
                  <a:lnTo>
                    <a:pt x="80322" y="310008"/>
                  </a:lnTo>
                  <a:lnTo>
                    <a:pt x="84906" y="312696"/>
                  </a:lnTo>
                  <a:lnTo>
                    <a:pt x="89574" y="315237"/>
                  </a:lnTo>
                  <a:lnTo>
                    <a:pt x="94319" y="317629"/>
                  </a:lnTo>
                  <a:lnTo>
                    <a:pt x="99139" y="319868"/>
                  </a:lnTo>
                  <a:lnTo>
                    <a:pt x="104027" y="321953"/>
                  </a:lnTo>
                  <a:lnTo>
                    <a:pt x="108979" y="323882"/>
                  </a:lnTo>
                  <a:lnTo>
                    <a:pt x="113990" y="325652"/>
                  </a:lnTo>
                  <a:lnTo>
                    <a:pt x="119054" y="327262"/>
                  </a:lnTo>
                  <a:lnTo>
                    <a:pt x="124168" y="328711"/>
                  </a:lnTo>
                  <a:lnTo>
                    <a:pt x="129324" y="329996"/>
                  </a:lnTo>
                  <a:lnTo>
                    <a:pt x="134519" y="331116"/>
                  </a:lnTo>
                  <a:lnTo>
                    <a:pt x="139747" y="332071"/>
                  </a:lnTo>
                  <a:lnTo>
                    <a:pt x="145002" y="332859"/>
                  </a:lnTo>
                  <a:lnTo>
                    <a:pt x="150280" y="333480"/>
                  </a:lnTo>
                  <a:lnTo>
                    <a:pt x="155575" y="333932"/>
                  </a:lnTo>
                  <a:lnTo>
                    <a:pt x="160882" y="334216"/>
                  </a:lnTo>
                  <a:lnTo>
                    <a:pt x="166195" y="334332"/>
                  </a:lnTo>
                  <a:lnTo>
                    <a:pt x="171509" y="334278"/>
                  </a:lnTo>
                  <a:lnTo>
                    <a:pt x="176819" y="334055"/>
                  </a:lnTo>
                  <a:lnTo>
                    <a:pt x="182119" y="333664"/>
                  </a:lnTo>
                  <a:lnTo>
                    <a:pt x="187403" y="333104"/>
                  </a:lnTo>
                  <a:lnTo>
                    <a:pt x="192668" y="332377"/>
                  </a:lnTo>
                  <a:lnTo>
                    <a:pt x="197906" y="331483"/>
                  </a:lnTo>
                  <a:lnTo>
                    <a:pt x="203114" y="330423"/>
                  </a:lnTo>
                  <a:lnTo>
                    <a:pt x="208285" y="329198"/>
                  </a:lnTo>
                  <a:lnTo>
                    <a:pt x="213415" y="327808"/>
                  </a:lnTo>
                  <a:lnTo>
                    <a:pt x="218497" y="326257"/>
                  </a:lnTo>
                  <a:lnTo>
                    <a:pt x="223528" y="324545"/>
                  </a:lnTo>
                  <a:lnTo>
                    <a:pt x="228502" y="322674"/>
                  </a:lnTo>
                  <a:lnTo>
                    <a:pt x="233414" y="320645"/>
                  </a:lnTo>
                  <a:lnTo>
                    <a:pt x="238259" y="318462"/>
                  </a:lnTo>
                  <a:lnTo>
                    <a:pt x="243033" y="316126"/>
                  </a:lnTo>
                  <a:lnTo>
                    <a:pt x="247729" y="313639"/>
                  </a:lnTo>
                  <a:lnTo>
                    <a:pt x="252344" y="311004"/>
                  </a:lnTo>
                  <a:lnTo>
                    <a:pt x="256873" y="308224"/>
                  </a:lnTo>
                  <a:lnTo>
                    <a:pt x="261312" y="305301"/>
                  </a:lnTo>
                  <a:lnTo>
                    <a:pt x="265655" y="302238"/>
                  </a:lnTo>
                  <a:lnTo>
                    <a:pt x="269898" y="299039"/>
                  </a:lnTo>
                  <a:lnTo>
                    <a:pt x="274038" y="295707"/>
                  </a:lnTo>
                  <a:lnTo>
                    <a:pt x="278070" y="292245"/>
                  </a:lnTo>
                  <a:lnTo>
                    <a:pt x="281990" y="288656"/>
                  </a:lnTo>
                  <a:lnTo>
                    <a:pt x="285793" y="284945"/>
                  </a:lnTo>
                  <a:lnTo>
                    <a:pt x="289477" y="281115"/>
                  </a:lnTo>
                  <a:lnTo>
                    <a:pt x="293037" y="277169"/>
                  </a:lnTo>
                  <a:lnTo>
                    <a:pt x="296470" y="273112"/>
                  </a:lnTo>
                  <a:lnTo>
                    <a:pt x="299773" y="268949"/>
                  </a:lnTo>
                  <a:lnTo>
                    <a:pt x="302941" y="264682"/>
                  </a:lnTo>
                  <a:lnTo>
                    <a:pt x="305972" y="260317"/>
                  </a:lnTo>
                  <a:lnTo>
                    <a:pt x="308863" y="255858"/>
                  </a:lnTo>
                  <a:lnTo>
                    <a:pt x="311610" y="251309"/>
                  </a:lnTo>
                  <a:lnTo>
                    <a:pt x="314212" y="246675"/>
                  </a:lnTo>
                  <a:lnTo>
                    <a:pt x="316665" y="241960"/>
                  </a:lnTo>
                  <a:lnTo>
                    <a:pt x="318967" y="237170"/>
                  </a:lnTo>
                  <a:lnTo>
                    <a:pt x="321115" y="232310"/>
                  </a:lnTo>
                  <a:lnTo>
                    <a:pt x="323108" y="227383"/>
                  </a:lnTo>
                  <a:lnTo>
                    <a:pt x="324943" y="222396"/>
                  </a:lnTo>
                  <a:lnTo>
                    <a:pt x="326619" y="217353"/>
                  </a:lnTo>
                  <a:lnTo>
                    <a:pt x="328134" y="212259"/>
                  </a:lnTo>
                  <a:lnTo>
                    <a:pt x="329486" y="207119"/>
                  </a:lnTo>
                  <a:lnTo>
                    <a:pt x="330674" y="201939"/>
                  </a:lnTo>
                  <a:lnTo>
                    <a:pt x="331696" y="196724"/>
                  </a:lnTo>
                  <a:lnTo>
                    <a:pt x="332553" y="191480"/>
                  </a:lnTo>
                  <a:lnTo>
                    <a:pt x="333242" y="186210"/>
                  </a:lnTo>
                  <a:lnTo>
                    <a:pt x="333763" y="180921"/>
                  </a:lnTo>
                  <a:lnTo>
                    <a:pt x="334116" y="175619"/>
                  </a:lnTo>
                  <a:lnTo>
                    <a:pt x="334301" y="170308"/>
                  </a:lnTo>
                  <a:lnTo>
                    <a:pt x="334316" y="164993"/>
                  </a:lnTo>
                  <a:lnTo>
                    <a:pt x="334162" y="159681"/>
                  </a:lnTo>
                  <a:lnTo>
                    <a:pt x="333840" y="154377"/>
                  </a:lnTo>
                  <a:lnTo>
                    <a:pt x="333349" y="149085"/>
                  </a:lnTo>
                  <a:lnTo>
                    <a:pt x="332691" y="143812"/>
                  </a:lnTo>
                  <a:lnTo>
                    <a:pt x="331865" y="138562"/>
                  </a:lnTo>
                  <a:lnTo>
                    <a:pt x="330872" y="133341"/>
                  </a:lnTo>
                  <a:lnTo>
                    <a:pt x="329714" y="128155"/>
                  </a:lnTo>
                  <a:lnTo>
                    <a:pt x="328392" y="123008"/>
                  </a:lnTo>
                  <a:lnTo>
                    <a:pt x="326907" y="117905"/>
                  </a:lnTo>
                  <a:lnTo>
                    <a:pt x="325260" y="112852"/>
                  </a:lnTo>
                  <a:lnTo>
                    <a:pt x="323454" y="107854"/>
                  </a:lnTo>
                  <a:lnTo>
                    <a:pt x="321490" y="102916"/>
                  </a:lnTo>
                  <a:lnTo>
                    <a:pt x="319369" y="98043"/>
                  </a:lnTo>
                  <a:lnTo>
                    <a:pt x="317095" y="93240"/>
                  </a:lnTo>
                  <a:lnTo>
                    <a:pt x="314670" y="88512"/>
                  </a:lnTo>
                  <a:lnTo>
                    <a:pt x="312095" y="83863"/>
                  </a:lnTo>
                  <a:lnTo>
                    <a:pt x="309374" y="79298"/>
                  </a:lnTo>
                  <a:lnTo>
                    <a:pt x="306509" y="74822"/>
                  </a:lnTo>
                  <a:lnTo>
                    <a:pt x="303503" y="70439"/>
                  </a:lnTo>
                  <a:lnTo>
                    <a:pt x="300360" y="66154"/>
                  </a:lnTo>
                  <a:lnTo>
                    <a:pt x="297081" y="61972"/>
                  </a:lnTo>
                  <a:lnTo>
                    <a:pt x="293672" y="57895"/>
                  </a:lnTo>
                  <a:lnTo>
                    <a:pt x="290135" y="53929"/>
                  </a:lnTo>
                  <a:lnTo>
                    <a:pt x="286473" y="50077"/>
                  </a:lnTo>
                  <a:lnTo>
                    <a:pt x="282691" y="46344"/>
                  </a:lnTo>
                  <a:lnTo>
                    <a:pt x="278792" y="42733"/>
                  </a:lnTo>
                  <a:lnTo>
                    <a:pt x="274780" y="39248"/>
                  </a:lnTo>
                  <a:lnTo>
                    <a:pt x="270660" y="35891"/>
                  </a:lnTo>
                  <a:lnTo>
                    <a:pt x="266435" y="32668"/>
                  </a:lnTo>
                  <a:lnTo>
                    <a:pt x="262109" y="29580"/>
                  </a:lnTo>
                  <a:lnTo>
                    <a:pt x="257688" y="26632"/>
                  </a:lnTo>
                  <a:lnTo>
                    <a:pt x="253175" y="23825"/>
                  </a:lnTo>
                  <a:lnTo>
                    <a:pt x="248575" y="21164"/>
                  </a:lnTo>
                  <a:lnTo>
                    <a:pt x="243893" y="18650"/>
                  </a:lnTo>
                  <a:lnTo>
                    <a:pt x="239134" y="16286"/>
                  </a:lnTo>
                  <a:lnTo>
                    <a:pt x="234301" y="14074"/>
                  </a:lnTo>
                  <a:lnTo>
                    <a:pt x="229401" y="12018"/>
                  </a:lnTo>
                  <a:lnTo>
                    <a:pt x="224438" y="10118"/>
                  </a:lnTo>
                  <a:lnTo>
                    <a:pt x="219417" y="8377"/>
                  </a:lnTo>
                  <a:lnTo>
                    <a:pt x="214343" y="6796"/>
                  </a:lnTo>
                  <a:lnTo>
                    <a:pt x="209222" y="5377"/>
                  </a:lnTo>
                  <a:lnTo>
                    <a:pt x="204058" y="4122"/>
                  </a:lnTo>
                  <a:lnTo>
                    <a:pt x="198857" y="3032"/>
                  </a:lnTo>
                  <a:lnTo>
                    <a:pt x="193624" y="2107"/>
                  </a:lnTo>
                  <a:lnTo>
                    <a:pt x="188364" y="1349"/>
                  </a:lnTo>
                  <a:lnTo>
                    <a:pt x="183082" y="759"/>
                  </a:lnTo>
                  <a:lnTo>
                    <a:pt x="177785" y="337"/>
                  </a:lnTo>
                  <a:lnTo>
                    <a:pt x="172476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264" y="5399291"/>
              <a:ext cx="3951" cy="167167"/>
            </a:xfrm>
            <a:custGeom>
              <a:avLst/>
              <a:pathLst>
                <a:path w="3951" h="167167">
                  <a:moveTo>
                    <a:pt x="3951" y="0"/>
                  </a:moveTo>
                  <a:lnTo>
                    <a:pt x="0" y="46"/>
                  </a:lnTo>
                  <a:lnTo>
                    <a:pt x="39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264" y="5399338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50" y="5399338"/>
              <a:ext cx="334332" cy="334272"/>
            </a:xfrm>
            <a:custGeom>
              <a:avLst/>
              <a:pathLst>
                <a:path w="334332" h="334272">
                  <a:moveTo>
                    <a:pt x="163213" y="0"/>
                  </a:moveTo>
                  <a:lnTo>
                    <a:pt x="157922" y="208"/>
                  </a:lnTo>
                  <a:lnTo>
                    <a:pt x="152641" y="585"/>
                  </a:lnTo>
                  <a:lnTo>
                    <a:pt x="147374" y="1128"/>
                  </a:lnTo>
                  <a:lnTo>
                    <a:pt x="142126" y="1839"/>
                  </a:lnTo>
                  <a:lnTo>
                    <a:pt x="136904" y="2715"/>
                  </a:lnTo>
                  <a:lnTo>
                    <a:pt x="131712" y="3755"/>
                  </a:lnTo>
                  <a:lnTo>
                    <a:pt x="126556" y="4960"/>
                  </a:lnTo>
                  <a:lnTo>
                    <a:pt x="121441" y="6328"/>
                  </a:lnTo>
                  <a:lnTo>
                    <a:pt x="116371" y="7856"/>
                  </a:lnTo>
                  <a:lnTo>
                    <a:pt x="111352" y="9545"/>
                  </a:lnTo>
                  <a:lnTo>
                    <a:pt x="106390" y="11392"/>
                  </a:lnTo>
                  <a:lnTo>
                    <a:pt x="101488" y="13395"/>
                  </a:lnTo>
                  <a:lnTo>
                    <a:pt x="96652" y="15552"/>
                  </a:lnTo>
                  <a:lnTo>
                    <a:pt x="91887" y="17861"/>
                  </a:lnTo>
                  <a:lnTo>
                    <a:pt x="87198" y="20320"/>
                  </a:lnTo>
                  <a:lnTo>
                    <a:pt x="82588" y="22927"/>
                  </a:lnTo>
                  <a:lnTo>
                    <a:pt x="78064" y="25678"/>
                  </a:lnTo>
                  <a:lnTo>
                    <a:pt x="73629" y="28571"/>
                  </a:lnTo>
                  <a:lnTo>
                    <a:pt x="69288" y="31602"/>
                  </a:lnTo>
                  <a:lnTo>
                    <a:pt x="65045" y="34770"/>
                  </a:lnTo>
                  <a:lnTo>
                    <a:pt x="60904" y="38071"/>
                  </a:lnTo>
                  <a:lnTo>
                    <a:pt x="56871" y="41501"/>
                  </a:lnTo>
                  <a:lnTo>
                    <a:pt x="52947" y="45057"/>
                  </a:lnTo>
                  <a:lnTo>
                    <a:pt x="49139" y="48736"/>
                  </a:lnTo>
                  <a:lnTo>
                    <a:pt x="45449" y="52534"/>
                  </a:lnTo>
                  <a:lnTo>
                    <a:pt x="41880" y="56446"/>
                  </a:lnTo>
                  <a:lnTo>
                    <a:pt x="38438" y="60469"/>
                  </a:lnTo>
                  <a:lnTo>
                    <a:pt x="35125" y="64600"/>
                  </a:lnTo>
                  <a:lnTo>
                    <a:pt x="31944" y="68833"/>
                  </a:lnTo>
                  <a:lnTo>
                    <a:pt x="28899" y="73165"/>
                  </a:lnTo>
                  <a:lnTo>
                    <a:pt x="25993" y="77592"/>
                  </a:lnTo>
                  <a:lnTo>
                    <a:pt x="23228" y="82108"/>
                  </a:lnTo>
                  <a:lnTo>
                    <a:pt x="20608" y="86709"/>
                  </a:lnTo>
                  <a:lnTo>
                    <a:pt x="18135" y="91391"/>
                  </a:lnTo>
                  <a:lnTo>
                    <a:pt x="15811" y="96149"/>
                  </a:lnTo>
                  <a:lnTo>
                    <a:pt x="13639" y="100978"/>
                  </a:lnTo>
                  <a:lnTo>
                    <a:pt x="11621" y="105874"/>
                  </a:lnTo>
                  <a:lnTo>
                    <a:pt x="9759" y="110831"/>
                  </a:lnTo>
                  <a:lnTo>
                    <a:pt x="8056" y="115844"/>
                  </a:lnTo>
                  <a:lnTo>
                    <a:pt x="6511" y="120909"/>
                  </a:lnTo>
                  <a:lnTo>
                    <a:pt x="5129" y="126021"/>
                  </a:lnTo>
                  <a:lnTo>
                    <a:pt x="3908" y="131173"/>
                  </a:lnTo>
                  <a:lnTo>
                    <a:pt x="2852" y="136362"/>
                  </a:lnTo>
                  <a:lnTo>
                    <a:pt x="1960" y="141581"/>
                  </a:lnTo>
                  <a:lnTo>
                    <a:pt x="1234" y="146826"/>
                  </a:lnTo>
                  <a:lnTo>
                    <a:pt x="674" y="152092"/>
                  </a:lnTo>
                  <a:lnTo>
                    <a:pt x="282" y="157372"/>
                  </a:lnTo>
                  <a:lnTo>
                    <a:pt x="57" y="162663"/>
                  </a:lnTo>
                  <a:lnTo>
                    <a:pt x="0" y="167958"/>
                  </a:lnTo>
                  <a:lnTo>
                    <a:pt x="110" y="173251"/>
                  </a:lnTo>
                  <a:lnTo>
                    <a:pt x="388" y="178539"/>
                  </a:lnTo>
                  <a:lnTo>
                    <a:pt x="833" y="183816"/>
                  </a:lnTo>
                  <a:lnTo>
                    <a:pt x="1445" y="189075"/>
                  </a:lnTo>
                  <a:lnTo>
                    <a:pt x="2224" y="194313"/>
                  </a:lnTo>
                  <a:lnTo>
                    <a:pt x="3168" y="199523"/>
                  </a:lnTo>
                  <a:lnTo>
                    <a:pt x="4276" y="204701"/>
                  </a:lnTo>
                  <a:lnTo>
                    <a:pt x="5548" y="209841"/>
                  </a:lnTo>
                  <a:lnTo>
                    <a:pt x="6982" y="214938"/>
                  </a:lnTo>
                  <a:lnTo>
                    <a:pt x="8577" y="219987"/>
                  </a:lnTo>
                  <a:lnTo>
                    <a:pt x="10331" y="224984"/>
                  </a:lnTo>
                  <a:lnTo>
                    <a:pt x="12243" y="229922"/>
                  </a:lnTo>
                  <a:lnTo>
                    <a:pt x="14309" y="234797"/>
                  </a:lnTo>
                  <a:lnTo>
                    <a:pt x="16529" y="239604"/>
                  </a:lnTo>
                  <a:lnTo>
                    <a:pt x="18901" y="244339"/>
                  </a:lnTo>
                  <a:lnTo>
                    <a:pt x="21421" y="248996"/>
                  </a:lnTo>
                  <a:lnTo>
                    <a:pt x="24087" y="253571"/>
                  </a:lnTo>
                  <a:lnTo>
                    <a:pt x="26897" y="258059"/>
                  </a:lnTo>
                  <a:lnTo>
                    <a:pt x="29847" y="262456"/>
                  </a:lnTo>
                  <a:lnTo>
                    <a:pt x="32936" y="266757"/>
                  </a:lnTo>
                  <a:lnTo>
                    <a:pt x="36158" y="270958"/>
                  </a:lnTo>
                  <a:lnTo>
                    <a:pt x="39513" y="275055"/>
                  </a:lnTo>
                  <a:lnTo>
                    <a:pt x="42995" y="279044"/>
                  </a:lnTo>
                  <a:lnTo>
                    <a:pt x="46603" y="282920"/>
                  </a:lnTo>
                  <a:lnTo>
                    <a:pt x="50331" y="286681"/>
                  </a:lnTo>
                  <a:lnTo>
                    <a:pt x="54176" y="290321"/>
                  </a:lnTo>
                  <a:lnTo>
                    <a:pt x="58134" y="293838"/>
                  </a:lnTo>
                  <a:lnTo>
                    <a:pt x="62203" y="297227"/>
                  </a:lnTo>
                  <a:lnTo>
                    <a:pt x="66376" y="300486"/>
                  </a:lnTo>
                  <a:lnTo>
                    <a:pt x="70650" y="303612"/>
                  </a:lnTo>
                  <a:lnTo>
                    <a:pt x="75022" y="306600"/>
                  </a:lnTo>
                  <a:lnTo>
                    <a:pt x="79485" y="309448"/>
                  </a:lnTo>
                  <a:lnTo>
                    <a:pt x="84037" y="312154"/>
                  </a:lnTo>
                  <a:lnTo>
                    <a:pt x="88672" y="314714"/>
                  </a:lnTo>
                  <a:lnTo>
                    <a:pt x="93386" y="317126"/>
                  </a:lnTo>
                  <a:lnTo>
                    <a:pt x="98174" y="319387"/>
                  </a:lnTo>
                  <a:lnTo>
                    <a:pt x="103031" y="321496"/>
                  </a:lnTo>
                  <a:lnTo>
                    <a:pt x="107953" y="323450"/>
                  </a:lnTo>
                  <a:lnTo>
                    <a:pt x="112934" y="325247"/>
                  </a:lnTo>
                  <a:lnTo>
                    <a:pt x="117969" y="326885"/>
                  </a:lnTo>
                  <a:lnTo>
                    <a:pt x="123054" y="328363"/>
                  </a:lnTo>
                  <a:lnTo>
                    <a:pt x="128183" y="329679"/>
                  </a:lnTo>
                  <a:lnTo>
                    <a:pt x="133351" y="330832"/>
                  </a:lnTo>
                  <a:lnTo>
                    <a:pt x="138553" y="331821"/>
                  </a:lnTo>
                  <a:lnTo>
                    <a:pt x="143783" y="332644"/>
                  </a:lnTo>
                  <a:lnTo>
                    <a:pt x="149037" y="333302"/>
                  </a:lnTo>
                  <a:lnTo>
                    <a:pt x="154310" y="333793"/>
                  </a:lnTo>
                  <a:lnTo>
                    <a:pt x="159595" y="334116"/>
                  </a:lnTo>
                  <a:lnTo>
                    <a:pt x="164888" y="334272"/>
                  </a:lnTo>
                  <a:lnTo>
                    <a:pt x="170183" y="334260"/>
                  </a:lnTo>
                  <a:lnTo>
                    <a:pt x="175475" y="334081"/>
                  </a:lnTo>
                  <a:lnTo>
                    <a:pt x="180759" y="333734"/>
                  </a:lnTo>
                  <a:lnTo>
                    <a:pt x="186029" y="333220"/>
                  </a:lnTo>
                  <a:lnTo>
                    <a:pt x="191280" y="332539"/>
                  </a:lnTo>
                  <a:lnTo>
                    <a:pt x="196507" y="331692"/>
                  </a:lnTo>
                  <a:lnTo>
                    <a:pt x="201704" y="330681"/>
                  </a:lnTo>
                  <a:lnTo>
                    <a:pt x="206867" y="329505"/>
                  </a:lnTo>
                  <a:lnTo>
                    <a:pt x="211990" y="328166"/>
                  </a:lnTo>
                  <a:lnTo>
                    <a:pt x="217068" y="326665"/>
                  </a:lnTo>
                  <a:lnTo>
                    <a:pt x="222096" y="325005"/>
                  </a:lnTo>
                  <a:lnTo>
                    <a:pt x="227069" y="323186"/>
                  </a:lnTo>
                  <a:lnTo>
                    <a:pt x="231982" y="321210"/>
                  </a:lnTo>
                  <a:lnTo>
                    <a:pt x="236830" y="319080"/>
                  </a:lnTo>
                  <a:lnTo>
                    <a:pt x="241608" y="316797"/>
                  </a:lnTo>
                  <a:lnTo>
                    <a:pt x="246311" y="314364"/>
                  </a:lnTo>
                  <a:lnTo>
                    <a:pt x="250935" y="311784"/>
                  </a:lnTo>
                  <a:lnTo>
                    <a:pt x="255474" y="309058"/>
                  </a:lnTo>
                  <a:lnTo>
                    <a:pt x="259925" y="306190"/>
                  </a:lnTo>
                  <a:lnTo>
                    <a:pt x="264283" y="303182"/>
                  </a:lnTo>
                  <a:lnTo>
                    <a:pt x="268544" y="300038"/>
                  </a:lnTo>
                  <a:lnTo>
                    <a:pt x="272703" y="296761"/>
                  </a:lnTo>
                  <a:lnTo>
                    <a:pt x="276756" y="293353"/>
                  </a:lnTo>
                  <a:lnTo>
                    <a:pt x="280699" y="289819"/>
                  </a:lnTo>
                  <a:lnTo>
                    <a:pt x="284528" y="286162"/>
                  </a:lnTo>
                  <a:lnTo>
                    <a:pt x="288239" y="282385"/>
                  </a:lnTo>
                  <a:lnTo>
                    <a:pt x="291829" y="278492"/>
                  </a:lnTo>
                  <a:lnTo>
                    <a:pt x="295294" y="274488"/>
                  </a:lnTo>
                  <a:lnTo>
                    <a:pt x="298630" y="270376"/>
                  </a:lnTo>
                  <a:lnTo>
                    <a:pt x="301835" y="266161"/>
                  </a:lnTo>
                  <a:lnTo>
                    <a:pt x="304904" y="261846"/>
                  </a:lnTo>
                  <a:lnTo>
                    <a:pt x="307835" y="257436"/>
                  </a:lnTo>
                  <a:lnTo>
                    <a:pt x="310625" y="252935"/>
                  </a:lnTo>
                  <a:lnTo>
                    <a:pt x="313271" y="248349"/>
                  </a:lnTo>
                  <a:lnTo>
                    <a:pt x="315770" y="243681"/>
                  </a:lnTo>
                  <a:lnTo>
                    <a:pt x="318120" y="238936"/>
                  </a:lnTo>
                  <a:lnTo>
                    <a:pt x="320319" y="234119"/>
                  </a:lnTo>
                  <a:lnTo>
                    <a:pt x="322364" y="229234"/>
                  </a:lnTo>
                  <a:lnTo>
                    <a:pt x="324253" y="224288"/>
                  </a:lnTo>
                  <a:lnTo>
                    <a:pt x="325985" y="219284"/>
                  </a:lnTo>
                  <a:lnTo>
                    <a:pt x="327558" y="214228"/>
                  </a:lnTo>
                  <a:lnTo>
                    <a:pt x="328969" y="209124"/>
                  </a:lnTo>
                  <a:lnTo>
                    <a:pt x="330218" y="203978"/>
                  </a:lnTo>
                  <a:lnTo>
                    <a:pt x="331304" y="198796"/>
                  </a:lnTo>
                  <a:lnTo>
                    <a:pt x="332225" y="193581"/>
                  </a:lnTo>
                  <a:lnTo>
                    <a:pt x="332980" y="188340"/>
                  </a:lnTo>
                  <a:lnTo>
                    <a:pt x="333569" y="183078"/>
                  </a:lnTo>
                  <a:lnTo>
                    <a:pt x="333991" y="177800"/>
                  </a:lnTo>
                  <a:lnTo>
                    <a:pt x="334245" y="172511"/>
                  </a:lnTo>
                  <a:lnTo>
                    <a:pt x="334332" y="167216"/>
                  </a:lnTo>
                  <a:lnTo>
                    <a:pt x="334251" y="161922"/>
                  </a:lnTo>
                  <a:lnTo>
                    <a:pt x="334003" y="156633"/>
                  </a:lnTo>
                  <a:lnTo>
                    <a:pt x="333587" y="151354"/>
                  </a:lnTo>
                  <a:lnTo>
                    <a:pt x="333004" y="146091"/>
                  </a:lnTo>
                  <a:lnTo>
                    <a:pt x="332255" y="140849"/>
                  </a:lnTo>
                  <a:lnTo>
                    <a:pt x="331340" y="135634"/>
                  </a:lnTo>
                  <a:lnTo>
                    <a:pt x="330261" y="130450"/>
                  </a:lnTo>
                  <a:lnTo>
                    <a:pt x="329017" y="125303"/>
                  </a:lnTo>
                  <a:lnTo>
                    <a:pt x="327612" y="120198"/>
                  </a:lnTo>
                  <a:lnTo>
                    <a:pt x="326045" y="115139"/>
                  </a:lnTo>
                  <a:lnTo>
                    <a:pt x="324319" y="110134"/>
                  </a:lnTo>
                  <a:lnTo>
                    <a:pt x="322435" y="105185"/>
                  </a:lnTo>
                  <a:lnTo>
                    <a:pt x="320396" y="100298"/>
                  </a:lnTo>
                  <a:lnTo>
                    <a:pt x="318203" y="95479"/>
                  </a:lnTo>
                  <a:lnTo>
                    <a:pt x="315858" y="90731"/>
                  </a:lnTo>
                  <a:lnTo>
                    <a:pt x="313364" y="86060"/>
                  </a:lnTo>
                  <a:lnTo>
                    <a:pt x="310723" y="81470"/>
                  </a:lnTo>
                  <a:lnTo>
                    <a:pt x="307939" y="76967"/>
                  </a:lnTo>
                  <a:lnTo>
                    <a:pt x="305013" y="72553"/>
                  </a:lnTo>
                  <a:lnTo>
                    <a:pt x="301949" y="68235"/>
                  </a:lnTo>
                  <a:lnTo>
                    <a:pt x="298749" y="64016"/>
                  </a:lnTo>
                  <a:lnTo>
                    <a:pt x="295418" y="59900"/>
                  </a:lnTo>
                  <a:lnTo>
                    <a:pt x="291957" y="55892"/>
                  </a:lnTo>
                  <a:lnTo>
                    <a:pt x="288372" y="51995"/>
                  </a:lnTo>
                  <a:lnTo>
                    <a:pt x="284665" y="48214"/>
                  </a:lnTo>
                  <a:lnTo>
                    <a:pt x="280840" y="44552"/>
                  </a:lnTo>
                  <a:lnTo>
                    <a:pt x="276901" y="41014"/>
                  </a:lnTo>
                  <a:lnTo>
                    <a:pt x="272852" y="37601"/>
                  </a:lnTo>
                  <a:lnTo>
                    <a:pt x="268697" y="34319"/>
                  </a:lnTo>
                  <a:lnTo>
                    <a:pt x="264440" y="31170"/>
                  </a:lnTo>
                  <a:lnTo>
                    <a:pt x="260086" y="28157"/>
                  </a:lnTo>
                  <a:lnTo>
                    <a:pt x="255638" y="25284"/>
                  </a:lnTo>
                  <a:lnTo>
                    <a:pt x="251101" y="22553"/>
                  </a:lnTo>
                  <a:lnTo>
                    <a:pt x="246480" y="19967"/>
                  </a:lnTo>
                  <a:lnTo>
                    <a:pt x="241780" y="17529"/>
                  </a:lnTo>
                  <a:lnTo>
                    <a:pt x="237005" y="15241"/>
                  </a:lnTo>
                  <a:lnTo>
                    <a:pt x="232160" y="13105"/>
                  </a:lnTo>
                  <a:lnTo>
                    <a:pt x="227249" y="11124"/>
                  </a:lnTo>
                  <a:lnTo>
                    <a:pt x="222278" y="9299"/>
                  </a:lnTo>
                  <a:lnTo>
                    <a:pt x="217252" y="7633"/>
                  </a:lnTo>
                  <a:lnTo>
                    <a:pt x="212176" y="6127"/>
                  </a:lnTo>
                  <a:lnTo>
                    <a:pt x="167165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5010" cy="167167"/>
            </a:xfrm>
            <a:custGeom>
              <a:avLst/>
              <a:pathLst>
                <a:path w="45010" h="167167">
                  <a:moveTo>
                    <a:pt x="45010" y="6173"/>
                  </a:moveTo>
                  <a:lnTo>
                    <a:pt x="38708" y="4543"/>
                  </a:lnTo>
                  <a:lnTo>
                    <a:pt x="32347" y="3159"/>
                  </a:lnTo>
                  <a:lnTo>
                    <a:pt x="25936" y="2024"/>
                  </a:lnTo>
                  <a:lnTo>
                    <a:pt x="19487" y="1139"/>
                  </a:lnTo>
                  <a:lnTo>
                    <a:pt x="13007" y="506"/>
                  </a:lnTo>
                  <a:lnTo>
                    <a:pt x="6508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236" y="5399291"/>
              <a:ext cx="45307" cy="167167"/>
            </a:xfrm>
            <a:custGeom>
              <a:avLst/>
              <a:pathLst>
                <a:path w="45307" h="167167">
                  <a:moveTo>
                    <a:pt x="45307" y="0"/>
                  </a:moveTo>
                  <a:lnTo>
                    <a:pt x="38754" y="128"/>
                  </a:lnTo>
                  <a:lnTo>
                    <a:pt x="32211" y="513"/>
                  </a:lnTo>
                  <a:lnTo>
                    <a:pt x="25689" y="1155"/>
                  </a:lnTo>
                  <a:lnTo>
                    <a:pt x="19196" y="2051"/>
                  </a:lnTo>
                  <a:lnTo>
                    <a:pt x="12744" y="3202"/>
                  </a:lnTo>
                  <a:lnTo>
                    <a:pt x="6342" y="4604"/>
                  </a:lnTo>
                  <a:lnTo>
                    <a:pt x="0" y="6256"/>
                  </a:lnTo>
                  <a:lnTo>
                    <a:pt x="453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236" y="5405548"/>
              <a:ext cx="45307" cy="160910"/>
            </a:xfrm>
            <a:custGeom>
              <a:avLst/>
              <a:pathLst>
                <a:path w="45307" h="160910">
                  <a:moveTo>
                    <a:pt x="0" y="0"/>
                  </a:moveTo>
                  <a:lnTo>
                    <a:pt x="45307" y="160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236" y="5405548"/>
              <a:ext cx="45307" cy="160910"/>
            </a:xfrm>
            <a:custGeom>
              <a:avLst/>
              <a:pathLst>
                <a:path w="45307" h="160910">
                  <a:moveTo>
                    <a:pt x="0" y="0"/>
                  </a:moveTo>
                  <a:lnTo>
                    <a:pt x="45307" y="160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236" y="5405548"/>
              <a:ext cx="45307" cy="160910"/>
            </a:xfrm>
            <a:custGeom>
              <a:avLst/>
              <a:pathLst>
                <a:path w="45307" h="160910">
                  <a:moveTo>
                    <a:pt x="0" y="0"/>
                  </a:moveTo>
                  <a:lnTo>
                    <a:pt x="45307" y="160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236" y="5405548"/>
              <a:ext cx="45307" cy="160910"/>
            </a:xfrm>
            <a:custGeom>
              <a:avLst/>
              <a:pathLst>
                <a:path w="45307" h="160910">
                  <a:moveTo>
                    <a:pt x="0" y="0"/>
                  </a:moveTo>
                  <a:lnTo>
                    <a:pt x="45307" y="1609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8236" y="5405548"/>
              <a:ext cx="45307" cy="160910"/>
            </a:xfrm>
            <a:custGeom>
              <a:avLst/>
              <a:pathLst>
                <a:path w="45307" h="160910">
                  <a:moveTo>
                    <a:pt x="0" y="0"/>
                  </a:moveTo>
                  <a:lnTo>
                    <a:pt x="45307" y="1609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94" y="5405548"/>
              <a:ext cx="167150" cy="320446"/>
            </a:xfrm>
            <a:custGeom>
              <a:avLst/>
              <a:pathLst>
                <a:path w="167150" h="320446">
                  <a:moveTo>
                    <a:pt x="121842" y="0"/>
                  </a:moveTo>
                  <a:lnTo>
                    <a:pt x="116709" y="1534"/>
                  </a:lnTo>
                  <a:lnTo>
                    <a:pt x="111629" y="3232"/>
                  </a:lnTo>
                  <a:lnTo>
                    <a:pt x="106605" y="5092"/>
                  </a:lnTo>
                  <a:lnTo>
                    <a:pt x="101643" y="7112"/>
                  </a:lnTo>
                  <a:lnTo>
                    <a:pt x="96749" y="9290"/>
                  </a:lnTo>
                  <a:lnTo>
                    <a:pt x="91927" y="11623"/>
                  </a:lnTo>
                  <a:lnTo>
                    <a:pt x="87182" y="14110"/>
                  </a:lnTo>
                  <a:lnTo>
                    <a:pt x="82519" y="16748"/>
                  </a:lnTo>
                  <a:lnTo>
                    <a:pt x="77943" y="19534"/>
                  </a:lnTo>
                  <a:lnTo>
                    <a:pt x="73459" y="22465"/>
                  </a:lnTo>
                  <a:lnTo>
                    <a:pt x="69071" y="25538"/>
                  </a:lnTo>
                  <a:lnTo>
                    <a:pt x="64784" y="28750"/>
                  </a:lnTo>
                  <a:lnTo>
                    <a:pt x="60602" y="32098"/>
                  </a:lnTo>
                  <a:lnTo>
                    <a:pt x="56529" y="35578"/>
                  </a:lnTo>
                  <a:lnTo>
                    <a:pt x="52570" y="39187"/>
                  </a:lnTo>
                  <a:lnTo>
                    <a:pt x="48729" y="42921"/>
                  </a:lnTo>
                  <a:lnTo>
                    <a:pt x="45009" y="46776"/>
                  </a:lnTo>
                  <a:lnTo>
                    <a:pt x="41414" y="50748"/>
                  </a:lnTo>
                  <a:lnTo>
                    <a:pt x="37949" y="54834"/>
                  </a:lnTo>
                  <a:lnTo>
                    <a:pt x="34617" y="59028"/>
                  </a:lnTo>
                  <a:lnTo>
                    <a:pt x="31420" y="63327"/>
                  </a:lnTo>
                  <a:lnTo>
                    <a:pt x="28363" y="67726"/>
                  </a:lnTo>
                  <a:lnTo>
                    <a:pt x="25448" y="72221"/>
                  </a:lnTo>
                  <a:lnTo>
                    <a:pt x="22679" y="76807"/>
                  </a:lnTo>
                  <a:lnTo>
                    <a:pt x="20059" y="81479"/>
                  </a:lnTo>
                  <a:lnTo>
                    <a:pt x="17589" y="86233"/>
                  </a:lnTo>
                  <a:lnTo>
                    <a:pt x="15273" y="91064"/>
                  </a:lnTo>
                  <a:lnTo>
                    <a:pt x="13113" y="95966"/>
                  </a:lnTo>
                  <a:lnTo>
                    <a:pt x="11111" y="100935"/>
                  </a:lnTo>
                  <a:lnTo>
                    <a:pt x="9270" y="105965"/>
                  </a:lnTo>
                  <a:lnTo>
                    <a:pt x="7590" y="111052"/>
                  </a:lnTo>
                  <a:lnTo>
                    <a:pt x="6075" y="116191"/>
                  </a:lnTo>
                  <a:lnTo>
                    <a:pt x="4724" y="121375"/>
                  </a:lnTo>
                  <a:lnTo>
                    <a:pt x="3541" y="126600"/>
                  </a:lnTo>
                  <a:lnTo>
                    <a:pt x="2526" y="131860"/>
                  </a:lnTo>
                  <a:lnTo>
                    <a:pt x="1679" y="137149"/>
                  </a:lnTo>
                  <a:lnTo>
                    <a:pt x="1003" y="142464"/>
                  </a:lnTo>
                  <a:lnTo>
                    <a:pt x="497" y="147797"/>
                  </a:lnTo>
                  <a:lnTo>
                    <a:pt x="163" y="153143"/>
                  </a:lnTo>
                  <a:lnTo>
                    <a:pt x="0" y="158498"/>
                  </a:lnTo>
                  <a:lnTo>
                    <a:pt x="8" y="163855"/>
                  </a:lnTo>
                  <a:lnTo>
                    <a:pt x="188" y="169209"/>
                  </a:lnTo>
                  <a:lnTo>
                    <a:pt x="540" y="174555"/>
                  </a:lnTo>
                  <a:lnTo>
                    <a:pt x="1063" y="179886"/>
                  </a:lnTo>
                  <a:lnTo>
                    <a:pt x="1756" y="185198"/>
                  </a:lnTo>
                  <a:lnTo>
                    <a:pt x="2619" y="190485"/>
                  </a:lnTo>
                  <a:lnTo>
                    <a:pt x="3651" y="195742"/>
                  </a:lnTo>
                  <a:lnTo>
                    <a:pt x="4851" y="200963"/>
                  </a:lnTo>
                  <a:lnTo>
                    <a:pt x="6218" y="206143"/>
                  </a:lnTo>
                  <a:lnTo>
                    <a:pt x="7750" y="211276"/>
                  </a:lnTo>
                  <a:lnTo>
                    <a:pt x="9446" y="216358"/>
                  </a:lnTo>
                  <a:lnTo>
                    <a:pt x="11303" y="221382"/>
                  </a:lnTo>
                  <a:lnTo>
                    <a:pt x="13321" y="226345"/>
                  </a:lnTo>
                  <a:lnTo>
                    <a:pt x="15497" y="231240"/>
                  </a:lnTo>
                  <a:lnTo>
                    <a:pt x="17828" y="236064"/>
                  </a:lnTo>
                  <a:lnTo>
                    <a:pt x="20313" y="240810"/>
                  </a:lnTo>
                  <a:lnTo>
                    <a:pt x="22948" y="245473"/>
                  </a:lnTo>
                  <a:lnTo>
                    <a:pt x="25732" y="250051"/>
                  </a:lnTo>
                  <a:lnTo>
                    <a:pt x="28661" y="254536"/>
                  </a:lnTo>
                  <a:lnTo>
                    <a:pt x="31732" y="258926"/>
                  </a:lnTo>
                  <a:lnTo>
                    <a:pt x="34942" y="263214"/>
                  </a:lnTo>
                  <a:lnTo>
                    <a:pt x="38288" y="267398"/>
                  </a:lnTo>
                  <a:lnTo>
                    <a:pt x="41766" y="271472"/>
                  </a:lnTo>
                  <a:lnTo>
                    <a:pt x="45373" y="275433"/>
                  </a:lnTo>
                  <a:lnTo>
                    <a:pt x="49105" y="279276"/>
                  </a:lnTo>
                  <a:lnTo>
                    <a:pt x="52959" y="282998"/>
                  </a:lnTo>
                  <a:lnTo>
                    <a:pt x="56929" y="286594"/>
                  </a:lnTo>
                  <a:lnTo>
                    <a:pt x="61013" y="290061"/>
                  </a:lnTo>
                  <a:lnTo>
                    <a:pt x="65206" y="293396"/>
                  </a:lnTo>
                  <a:lnTo>
                    <a:pt x="69503" y="296594"/>
                  </a:lnTo>
                  <a:lnTo>
                    <a:pt x="73901" y="299653"/>
                  </a:lnTo>
                  <a:lnTo>
                    <a:pt x="78395" y="302570"/>
                  </a:lnTo>
                  <a:lnTo>
                    <a:pt x="82979" y="305341"/>
                  </a:lnTo>
                  <a:lnTo>
                    <a:pt x="87650" y="307964"/>
                  </a:lnTo>
                  <a:lnTo>
                    <a:pt x="92403" y="310436"/>
                  </a:lnTo>
                  <a:lnTo>
                    <a:pt x="97233" y="312754"/>
                  </a:lnTo>
                  <a:lnTo>
                    <a:pt x="102134" y="314916"/>
                  </a:lnTo>
                  <a:lnTo>
                    <a:pt x="107102" y="316920"/>
                  </a:lnTo>
                  <a:lnTo>
                    <a:pt x="112132" y="318764"/>
                  </a:lnTo>
                  <a:lnTo>
                    <a:pt x="117218" y="320446"/>
                  </a:lnTo>
                  <a:lnTo>
                    <a:pt x="167150" y="160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3612" y="5399291"/>
              <a:ext cx="217093" cy="334314"/>
            </a:xfrm>
            <a:custGeom>
              <a:avLst/>
              <a:pathLst>
                <a:path w="217093" h="334314">
                  <a:moveTo>
                    <a:pt x="0" y="326703"/>
                  </a:moveTo>
                  <a:lnTo>
                    <a:pt x="5113" y="328214"/>
                  </a:lnTo>
                  <a:lnTo>
                    <a:pt x="10272" y="329562"/>
                  </a:lnTo>
                  <a:lnTo>
                    <a:pt x="15471" y="330744"/>
                  </a:lnTo>
                  <a:lnTo>
                    <a:pt x="20705" y="331760"/>
                  </a:lnTo>
                  <a:lnTo>
                    <a:pt x="25969" y="332608"/>
                  </a:lnTo>
                  <a:lnTo>
                    <a:pt x="31258" y="333288"/>
                  </a:lnTo>
                  <a:lnTo>
                    <a:pt x="36565" y="333799"/>
                  </a:lnTo>
                  <a:lnTo>
                    <a:pt x="41886" y="334141"/>
                  </a:lnTo>
                  <a:lnTo>
                    <a:pt x="47215" y="334312"/>
                  </a:lnTo>
                  <a:lnTo>
                    <a:pt x="52547" y="334314"/>
                  </a:lnTo>
                  <a:lnTo>
                    <a:pt x="57877" y="334145"/>
                  </a:lnTo>
                  <a:lnTo>
                    <a:pt x="63198" y="333807"/>
                  </a:lnTo>
                  <a:lnTo>
                    <a:pt x="68506" y="333299"/>
                  </a:lnTo>
                  <a:lnTo>
                    <a:pt x="73795" y="332622"/>
                  </a:lnTo>
                  <a:lnTo>
                    <a:pt x="79059" y="331777"/>
                  </a:lnTo>
                  <a:lnTo>
                    <a:pt x="84294" y="330764"/>
                  </a:lnTo>
                  <a:lnTo>
                    <a:pt x="89494" y="329585"/>
                  </a:lnTo>
                  <a:lnTo>
                    <a:pt x="94654" y="328241"/>
                  </a:lnTo>
                  <a:lnTo>
                    <a:pt x="99768" y="326733"/>
                  </a:lnTo>
                  <a:lnTo>
                    <a:pt x="104831" y="325062"/>
                  </a:lnTo>
                  <a:lnTo>
                    <a:pt x="109839" y="323231"/>
                  </a:lnTo>
                  <a:lnTo>
                    <a:pt x="114786" y="321241"/>
                  </a:lnTo>
                  <a:lnTo>
                    <a:pt x="119667" y="319094"/>
                  </a:lnTo>
                  <a:lnTo>
                    <a:pt x="124476" y="316793"/>
                  </a:lnTo>
                  <a:lnTo>
                    <a:pt x="129210" y="314340"/>
                  </a:lnTo>
                  <a:lnTo>
                    <a:pt x="133864" y="311736"/>
                  </a:lnTo>
                  <a:lnTo>
                    <a:pt x="138431" y="308986"/>
                  </a:lnTo>
                  <a:lnTo>
                    <a:pt x="142909" y="306091"/>
                  </a:lnTo>
                  <a:lnTo>
                    <a:pt x="147293" y="303055"/>
                  </a:lnTo>
                  <a:lnTo>
                    <a:pt x="151577" y="299881"/>
                  </a:lnTo>
                  <a:lnTo>
                    <a:pt x="155758" y="296572"/>
                  </a:lnTo>
                  <a:lnTo>
                    <a:pt x="159831" y="293131"/>
                  </a:lnTo>
                  <a:lnTo>
                    <a:pt x="163792" y="289562"/>
                  </a:lnTo>
                  <a:lnTo>
                    <a:pt x="167638" y="285869"/>
                  </a:lnTo>
                  <a:lnTo>
                    <a:pt x="171363" y="282054"/>
                  </a:lnTo>
                  <a:lnTo>
                    <a:pt x="174966" y="278123"/>
                  </a:lnTo>
                  <a:lnTo>
                    <a:pt x="178441" y="274079"/>
                  </a:lnTo>
                  <a:lnTo>
                    <a:pt x="181785" y="269926"/>
                  </a:lnTo>
                  <a:lnTo>
                    <a:pt x="184995" y="265669"/>
                  </a:lnTo>
                  <a:lnTo>
                    <a:pt x="188068" y="261312"/>
                  </a:lnTo>
                  <a:lnTo>
                    <a:pt x="191000" y="256858"/>
                  </a:lnTo>
                  <a:lnTo>
                    <a:pt x="193789" y="252314"/>
                  </a:lnTo>
                  <a:lnTo>
                    <a:pt x="196431" y="247682"/>
                  </a:lnTo>
                  <a:lnTo>
                    <a:pt x="198924" y="242969"/>
                  </a:lnTo>
                  <a:lnTo>
                    <a:pt x="201266" y="238179"/>
                  </a:lnTo>
                  <a:lnTo>
                    <a:pt x="203454" y="233317"/>
                  </a:lnTo>
                  <a:lnTo>
                    <a:pt x="205485" y="228387"/>
                  </a:lnTo>
                  <a:lnTo>
                    <a:pt x="207358" y="223395"/>
                  </a:lnTo>
                  <a:lnTo>
                    <a:pt x="209072" y="218346"/>
                  </a:lnTo>
                  <a:lnTo>
                    <a:pt x="210623" y="213244"/>
                  </a:lnTo>
                  <a:lnTo>
                    <a:pt x="212011" y="208096"/>
                  </a:lnTo>
                  <a:lnTo>
                    <a:pt x="213233" y="202906"/>
                  </a:lnTo>
                  <a:lnTo>
                    <a:pt x="214290" y="197680"/>
                  </a:lnTo>
                  <a:lnTo>
                    <a:pt x="215180" y="192423"/>
                  </a:lnTo>
                  <a:lnTo>
                    <a:pt x="215901" y="187140"/>
                  </a:lnTo>
                  <a:lnTo>
                    <a:pt x="216454" y="181836"/>
                  </a:lnTo>
                  <a:lnTo>
                    <a:pt x="216837" y="176518"/>
                  </a:lnTo>
                  <a:lnTo>
                    <a:pt x="217050" y="171191"/>
                  </a:lnTo>
                  <a:lnTo>
                    <a:pt x="217093" y="165859"/>
                  </a:lnTo>
                  <a:lnTo>
                    <a:pt x="216967" y="160528"/>
                  </a:lnTo>
                  <a:lnTo>
                    <a:pt x="216670" y="155205"/>
                  </a:lnTo>
                  <a:lnTo>
                    <a:pt x="216204" y="149893"/>
                  </a:lnTo>
                  <a:lnTo>
                    <a:pt x="215568" y="144599"/>
                  </a:lnTo>
                  <a:lnTo>
                    <a:pt x="214764" y="139328"/>
                  </a:lnTo>
                  <a:lnTo>
                    <a:pt x="213793" y="134085"/>
                  </a:lnTo>
                  <a:lnTo>
                    <a:pt x="212654" y="128876"/>
                  </a:lnTo>
                  <a:lnTo>
                    <a:pt x="211350" y="123706"/>
                  </a:lnTo>
                  <a:lnTo>
                    <a:pt x="209882" y="118580"/>
                  </a:lnTo>
                  <a:lnTo>
                    <a:pt x="208251" y="113504"/>
                  </a:lnTo>
                  <a:lnTo>
                    <a:pt x="206459" y="108482"/>
                  </a:lnTo>
                  <a:lnTo>
                    <a:pt x="204508" y="103520"/>
                  </a:lnTo>
                  <a:lnTo>
                    <a:pt x="202400" y="98623"/>
                  </a:lnTo>
                  <a:lnTo>
                    <a:pt x="200136" y="93795"/>
                  </a:lnTo>
                  <a:lnTo>
                    <a:pt x="197720" y="89042"/>
                  </a:lnTo>
                  <a:lnTo>
                    <a:pt x="195153" y="84368"/>
                  </a:lnTo>
                  <a:lnTo>
                    <a:pt x="192438" y="79779"/>
                  </a:lnTo>
                  <a:lnTo>
                    <a:pt x="189579" y="75279"/>
                  </a:lnTo>
                  <a:lnTo>
                    <a:pt x="186577" y="70872"/>
                  </a:lnTo>
                  <a:lnTo>
                    <a:pt x="183437" y="66563"/>
                  </a:lnTo>
                  <a:lnTo>
                    <a:pt x="180160" y="62356"/>
                  </a:lnTo>
                  <a:lnTo>
                    <a:pt x="176752" y="58256"/>
                  </a:lnTo>
                  <a:lnTo>
                    <a:pt x="173214" y="54267"/>
                  </a:lnTo>
                  <a:lnTo>
                    <a:pt x="169550" y="50393"/>
                  </a:lnTo>
                  <a:lnTo>
                    <a:pt x="165765" y="46637"/>
                  </a:lnTo>
                  <a:lnTo>
                    <a:pt x="161863" y="43005"/>
                  </a:lnTo>
                  <a:lnTo>
                    <a:pt x="157846" y="39498"/>
                  </a:lnTo>
                  <a:lnTo>
                    <a:pt x="153719" y="36121"/>
                  </a:lnTo>
                  <a:lnTo>
                    <a:pt x="149487" y="32878"/>
                  </a:lnTo>
                  <a:lnTo>
                    <a:pt x="145154" y="29771"/>
                  </a:lnTo>
                  <a:lnTo>
                    <a:pt x="140724" y="26804"/>
                  </a:lnTo>
                  <a:lnTo>
                    <a:pt x="136201" y="23980"/>
                  </a:lnTo>
                  <a:lnTo>
                    <a:pt x="131591" y="21302"/>
                  </a:lnTo>
                  <a:lnTo>
                    <a:pt x="126897" y="18772"/>
                  </a:lnTo>
                  <a:lnTo>
                    <a:pt x="122125" y="16392"/>
                  </a:lnTo>
                  <a:lnTo>
                    <a:pt x="117280" y="14167"/>
                  </a:lnTo>
                  <a:lnTo>
                    <a:pt x="112366" y="12097"/>
                  </a:lnTo>
                  <a:lnTo>
                    <a:pt x="107389" y="10184"/>
                  </a:lnTo>
                  <a:lnTo>
                    <a:pt x="102353" y="8432"/>
                  </a:lnTo>
                  <a:lnTo>
                    <a:pt x="97264" y="6841"/>
                  </a:lnTo>
                  <a:lnTo>
                    <a:pt x="92127" y="5413"/>
                  </a:lnTo>
                  <a:lnTo>
                    <a:pt x="86947" y="4149"/>
                  </a:lnTo>
                  <a:lnTo>
                    <a:pt x="81729" y="3052"/>
                  </a:lnTo>
                  <a:lnTo>
                    <a:pt x="76479" y="2121"/>
                  </a:lnTo>
                  <a:lnTo>
                    <a:pt x="71202" y="1358"/>
                  </a:lnTo>
                  <a:lnTo>
                    <a:pt x="65903" y="764"/>
                  </a:lnTo>
                  <a:lnTo>
                    <a:pt x="60588" y="340"/>
                  </a:lnTo>
                  <a:lnTo>
                    <a:pt x="55262" y="85"/>
                  </a:lnTo>
                  <a:lnTo>
                    <a:pt x="49931" y="0"/>
                  </a:lnTo>
                  <a:lnTo>
                    <a:pt x="499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3259" y="5269756"/>
              <a:ext cx="11998" cy="167167"/>
            </a:xfrm>
            <a:custGeom>
              <a:avLst/>
              <a:pathLst>
                <a:path w="11998" h="167167">
                  <a:moveTo>
                    <a:pt x="11998" y="0"/>
                  </a:moveTo>
                  <a:lnTo>
                    <a:pt x="0" y="431"/>
                  </a:lnTo>
                  <a:lnTo>
                    <a:pt x="119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3259" y="5270187"/>
              <a:ext cx="11998" cy="166736"/>
            </a:xfrm>
            <a:custGeom>
              <a:avLst/>
              <a:pathLst>
                <a:path w="11998" h="166736">
                  <a:moveTo>
                    <a:pt x="0" y="0"/>
                  </a:moveTo>
                  <a:lnTo>
                    <a:pt x="11998" y="1667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3259" y="5270187"/>
              <a:ext cx="11998" cy="166736"/>
            </a:xfrm>
            <a:custGeom>
              <a:avLst/>
              <a:pathLst>
                <a:path w="11998" h="166736">
                  <a:moveTo>
                    <a:pt x="0" y="0"/>
                  </a:moveTo>
                  <a:lnTo>
                    <a:pt x="11998" y="1667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3259" y="5270187"/>
              <a:ext cx="11998" cy="166736"/>
            </a:xfrm>
            <a:custGeom>
              <a:avLst/>
              <a:pathLst>
                <a:path w="11998" h="166736">
                  <a:moveTo>
                    <a:pt x="0" y="0"/>
                  </a:moveTo>
                  <a:lnTo>
                    <a:pt x="11998" y="1667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3259" y="5270187"/>
              <a:ext cx="11998" cy="166736"/>
            </a:xfrm>
            <a:custGeom>
              <a:avLst/>
              <a:pathLst>
                <a:path w="11998" h="166736">
                  <a:moveTo>
                    <a:pt x="0" y="0"/>
                  </a:moveTo>
                  <a:lnTo>
                    <a:pt x="11998" y="1667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419083" y="5270187"/>
              <a:ext cx="126174" cy="166736"/>
            </a:xfrm>
            <a:custGeom>
              <a:avLst/>
              <a:pathLst>
                <a:path w="126174" h="166736">
                  <a:moveTo>
                    <a:pt x="114175" y="0"/>
                  </a:moveTo>
                  <a:lnTo>
                    <a:pt x="108504" y="505"/>
                  </a:lnTo>
                  <a:lnTo>
                    <a:pt x="102852" y="1203"/>
                  </a:lnTo>
                  <a:lnTo>
                    <a:pt x="97228" y="2093"/>
                  </a:lnTo>
                  <a:lnTo>
                    <a:pt x="91638" y="3175"/>
                  </a:lnTo>
                  <a:lnTo>
                    <a:pt x="86087" y="4446"/>
                  </a:lnTo>
                  <a:lnTo>
                    <a:pt x="80583" y="5905"/>
                  </a:lnTo>
                  <a:lnTo>
                    <a:pt x="75132" y="7551"/>
                  </a:lnTo>
                  <a:lnTo>
                    <a:pt x="69740" y="9382"/>
                  </a:lnTo>
                  <a:lnTo>
                    <a:pt x="64414" y="11395"/>
                  </a:lnTo>
                  <a:lnTo>
                    <a:pt x="59159" y="13589"/>
                  </a:lnTo>
                  <a:lnTo>
                    <a:pt x="53982" y="15960"/>
                  </a:lnTo>
                  <a:lnTo>
                    <a:pt x="48889" y="18506"/>
                  </a:lnTo>
                  <a:lnTo>
                    <a:pt x="43886" y="21224"/>
                  </a:lnTo>
                  <a:lnTo>
                    <a:pt x="38978" y="24111"/>
                  </a:lnTo>
                  <a:lnTo>
                    <a:pt x="34171" y="27164"/>
                  </a:lnTo>
                  <a:lnTo>
                    <a:pt x="29471" y="30378"/>
                  </a:lnTo>
                  <a:lnTo>
                    <a:pt x="24883" y="33751"/>
                  </a:lnTo>
                  <a:lnTo>
                    <a:pt x="20412" y="37278"/>
                  </a:lnTo>
                  <a:lnTo>
                    <a:pt x="16065" y="40955"/>
                  </a:lnTo>
                  <a:lnTo>
                    <a:pt x="11845" y="44778"/>
                  </a:lnTo>
                  <a:lnTo>
                    <a:pt x="7757" y="48743"/>
                  </a:lnTo>
                  <a:lnTo>
                    <a:pt x="3807" y="52844"/>
                  </a:lnTo>
                  <a:lnTo>
                    <a:pt x="0" y="57078"/>
                  </a:lnTo>
                  <a:lnTo>
                    <a:pt x="126174" y="1667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108" y="5269756"/>
              <a:ext cx="334297" cy="334334"/>
            </a:xfrm>
            <a:custGeom>
              <a:avLst/>
              <a:pathLst>
                <a:path w="334297" h="334334">
                  <a:moveTo>
                    <a:pt x="40975" y="57509"/>
                  </a:moveTo>
                  <a:lnTo>
                    <a:pt x="37558" y="61568"/>
                  </a:lnTo>
                  <a:lnTo>
                    <a:pt x="34272" y="65734"/>
                  </a:lnTo>
                  <a:lnTo>
                    <a:pt x="31120" y="70003"/>
                  </a:lnTo>
                  <a:lnTo>
                    <a:pt x="28104" y="74369"/>
                  </a:lnTo>
                  <a:lnTo>
                    <a:pt x="25229" y="78828"/>
                  </a:lnTo>
                  <a:lnTo>
                    <a:pt x="22497" y="83377"/>
                  </a:lnTo>
                  <a:lnTo>
                    <a:pt x="19911" y="88010"/>
                  </a:lnTo>
                  <a:lnTo>
                    <a:pt x="17473" y="92722"/>
                  </a:lnTo>
                  <a:lnTo>
                    <a:pt x="15186" y="97510"/>
                  </a:lnTo>
                  <a:lnTo>
                    <a:pt x="13052" y="102368"/>
                  </a:lnTo>
                  <a:lnTo>
                    <a:pt x="11073" y="107291"/>
                  </a:lnTo>
                  <a:lnTo>
                    <a:pt x="9251" y="112275"/>
                  </a:lnTo>
                  <a:lnTo>
                    <a:pt x="7589" y="117313"/>
                  </a:lnTo>
                  <a:lnTo>
                    <a:pt x="6087" y="122402"/>
                  </a:lnTo>
                  <a:lnTo>
                    <a:pt x="4747" y="127537"/>
                  </a:lnTo>
                  <a:lnTo>
                    <a:pt x="3571" y="132711"/>
                  </a:lnTo>
                  <a:lnTo>
                    <a:pt x="2560" y="137919"/>
                  </a:lnTo>
                  <a:lnTo>
                    <a:pt x="1715" y="143158"/>
                  </a:lnTo>
                  <a:lnTo>
                    <a:pt x="1036" y="148420"/>
                  </a:lnTo>
                  <a:lnTo>
                    <a:pt x="525" y="153701"/>
                  </a:lnTo>
                  <a:lnTo>
                    <a:pt x="182" y="158996"/>
                  </a:lnTo>
                  <a:lnTo>
                    <a:pt x="6" y="164299"/>
                  </a:lnTo>
                  <a:lnTo>
                    <a:pt x="0" y="169605"/>
                  </a:lnTo>
                  <a:lnTo>
                    <a:pt x="161" y="174909"/>
                  </a:lnTo>
                  <a:lnTo>
                    <a:pt x="491" y="180204"/>
                  </a:lnTo>
                  <a:lnTo>
                    <a:pt x="989" y="185487"/>
                  </a:lnTo>
                  <a:lnTo>
                    <a:pt x="1654" y="190751"/>
                  </a:lnTo>
                  <a:lnTo>
                    <a:pt x="2486" y="195992"/>
                  </a:lnTo>
                  <a:lnTo>
                    <a:pt x="3483" y="201203"/>
                  </a:lnTo>
                  <a:lnTo>
                    <a:pt x="4646" y="206380"/>
                  </a:lnTo>
                  <a:lnTo>
                    <a:pt x="5972" y="211518"/>
                  </a:lnTo>
                  <a:lnTo>
                    <a:pt x="7461" y="216610"/>
                  </a:lnTo>
                  <a:lnTo>
                    <a:pt x="9111" y="221653"/>
                  </a:lnTo>
                  <a:lnTo>
                    <a:pt x="10919" y="226642"/>
                  </a:lnTo>
                  <a:lnTo>
                    <a:pt x="12886" y="231570"/>
                  </a:lnTo>
                  <a:lnTo>
                    <a:pt x="15007" y="236433"/>
                  </a:lnTo>
                  <a:lnTo>
                    <a:pt x="17282" y="241227"/>
                  </a:lnTo>
                  <a:lnTo>
                    <a:pt x="19708" y="245946"/>
                  </a:lnTo>
                  <a:lnTo>
                    <a:pt x="22283" y="250585"/>
                  </a:lnTo>
                  <a:lnTo>
                    <a:pt x="25003" y="255141"/>
                  </a:lnTo>
                  <a:lnTo>
                    <a:pt x="27867" y="259608"/>
                  </a:lnTo>
                  <a:lnTo>
                    <a:pt x="30870" y="263982"/>
                  </a:lnTo>
                  <a:lnTo>
                    <a:pt x="34012" y="268258"/>
                  </a:lnTo>
                  <a:lnTo>
                    <a:pt x="37287" y="272432"/>
                  </a:lnTo>
                  <a:lnTo>
                    <a:pt x="40693" y="276501"/>
                  </a:lnTo>
                  <a:lnTo>
                    <a:pt x="44227" y="280459"/>
                  </a:lnTo>
                  <a:lnTo>
                    <a:pt x="47884" y="284303"/>
                  </a:lnTo>
                  <a:lnTo>
                    <a:pt x="51662" y="288029"/>
                  </a:lnTo>
                  <a:lnTo>
                    <a:pt x="55556" y="291633"/>
                  </a:lnTo>
                  <a:lnTo>
                    <a:pt x="59562" y="295112"/>
                  </a:lnTo>
                  <a:lnTo>
                    <a:pt x="63677" y="298462"/>
                  </a:lnTo>
                  <a:lnTo>
                    <a:pt x="67896" y="301680"/>
                  </a:lnTo>
                  <a:lnTo>
                    <a:pt x="72215" y="304762"/>
                  </a:lnTo>
                  <a:lnTo>
                    <a:pt x="76629" y="307706"/>
                  </a:lnTo>
                  <a:lnTo>
                    <a:pt x="81135" y="310508"/>
                  </a:lnTo>
                  <a:lnTo>
                    <a:pt x="85728" y="313165"/>
                  </a:lnTo>
                  <a:lnTo>
                    <a:pt x="90402" y="315676"/>
                  </a:lnTo>
                  <a:lnTo>
                    <a:pt x="95154" y="318037"/>
                  </a:lnTo>
                  <a:lnTo>
                    <a:pt x="99978" y="320245"/>
                  </a:lnTo>
                  <a:lnTo>
                    <a:pt x="104870" y="322300"/>
                  </a:lnTo>
                  <a:lnTo>
                    <a:pt x="109825" y="324198"/>
                  </a:lnTo>
                  <a:lnTo>
                    <a:pt x="114838" y="325939"/>
                  </a:lnTo>
                  <a:lnTo>
                    <a:pt x="119903" y="327519"/>
                  </a:lnTo>
                  <a:lnTo>
                    <a:pt x="125016" y="328938"/>
                  </a:lnTo>
                  <a:lnTo>
                    <a:pt x="130171" y="330193"/>
                  </a:lnTo>
                  <a:lnTo>
                    <a:pt x="135363" y="331285"/>
                  </a:lnTo>
                  <a:lnTo>
                    <a:pt x="140588" y="332211"/>
                  </a:lnTo>
                  <a:lnTo>
                    <a:pt x="145839" y="332971"/>
                  </a:lnTo>
                  <a:lnTo>
                    <a:pt x="151112" y="333563"/>
                  </a:lnTo>
                  <a:lnTo>
                    <a:pt x="156401" y="333988"/>
                  </a:lnTo>
                  <a:lnTo>
                    <a:pt x="161701" y="334246"/>
                  </a:lnTo>
                  <a:lnTo>
                    <a:pt x="167006" y="334334"/>
                  </a:lnTo>
                  <a:lnTo>
                    <a:pt x="172311" y="334255"/>
                  </a:lnTo>
                  <a:lnTo>
                    <a:pt x="177612" y="334007"/>
                  </a:lnTo>
                  <a:lnTo>
                    <a:pt x="182901" y="333591"/>
                  </a:lnTo>
                  <a:lnTo>
                    <a:pt x="188175" y="333007"/>
                  </a:lnTo>
                  <a:lnTo>
                    <a:pt x="193428" y="332256"/>
                  </a:lnTo>
                  <a:lnTo>
                    <a:pt x="198654" y="331339"/>
                  </a:lnTo>
                  <a:lnTo>
                    <a:pt x="203848" y="330256"/>
                  </a:lnTo>
                  <a:lnTo>
                    <a:pt x="209006" y="329009"/>
                  </a:lnTo>
                  <a:lnTo>
                    <a:pt x="214121" y="327600"/>
                  </a:lnTo>
                  <a:lnTo>
                    <a:pt x="219189" y="326028"/>
                  </a:lnTo>
                  <a:lnTo>
                    <a:pt x="224204" y="324296"/>
                  </a:lnTo>
                  <a:lnTo>
                    <a:pt x="229162" y="322407"/>
                  </a:lnTo>
                  <a:lnTo>
                    <a:pt x="234058" y="320360"/>
                  </a:lnTo>
                  <a:lnTo>
                    <a:pt x="238886" y="318160"/>
                  </a:lnTo>
                  <a:lnTo>
                    <a:pt x="243642" y="315807"/>
                  </a:lnTo>
                  <a:lnTo>
                    <a:pt x="248321" y="313304"/>
                  </a:lnTo>
                  <a:lnTo>
                    <a:pt x="252918" y="310655"/>
                  </a:lnTo>
                  <a:lnTo>
                    <a:pt x="257428" y="307860"/>
                  </a:lnTo>
                  <a:lnTo>
                    <a:pt x="261848" y="304924"/>
                  </a:lnTo>
                  <a:lnTo>
                    <a:pt x="266172" y="301850"/>
                  </a:lnTo>
                  <a:lnTo>
                    <a:pt x="270397" y="298639"/>
                  </a:lnTo>
                  <a:lnTo>
                    <a:pt x="274517" y="295296"/>
                  </a:lnTo>
                  <a:lnTo>
                    <a:pt x="278529" y="291824"/>
                  </a:lnTo>
                  <a:lnTo>
                    <a:pt x="282429" y="288227"/>
                  </a:lnTo>
                  <a:lnTo>
                    <a:pt x="286213" y="284507"/>
                  </a:lnTo>
                  <a:lnTo>
                    <a:pt x="289877" y="280669"/>
                  </a:lnTo>
                  <a:lnTo>
                    <a:pt x="293418" y="276717"/>
                  </a:lnTo>
                  <a:lnTo>
                    <a:pt x="296831" y="272654"/>
                  </a:lnTo>
                  <a:lnTo>
                    <a:pt x="300113" y="268486"/>
                  </a:lnTo>
                  <a:lnTo>
                    <a:pt x="303262" y="264215"/>
                  </a:lnTo>
                  <a:lnTo>
                    <a:pt x="306273" y="259846"/>
                  </a:lnTo>
                  <a:lnTo>
                    <a:pt x="309144" y="255384"/>
                  </a:lnTo>
                  <a:lnTo>
                    <a:pt x="311873" y="250833"/>
                  </a:lnTo>
                  <a:lnTo>
                    <a:pt x="314455" y="246198"/>
                  </a:lnTo>
                  <a:lnTo>
                    <a:pt x="316889" y="241483"/>
                  </a:lnTo>
                  <a:lnTo>
                    <a:pt x="319172" y="236694"/>
                  </a:lnTo>
                  <a:lnTo>
                    <a:pt x="321302" y="231834"/>
                  </a:lnTo>
                  <a:lnTo>
                    <a:pt x="323277" y="226909"/>
                  </a:lnTo>
                  <a:lnTo>
                    <a:pt x="325094" y="221924"/>
                  </a:lnTo>
                  <a:lnTo>
                    <a:pt x="326752" y="216884"/>
                  </a:lnTo>
                  <a:lnTo>
                    <a:pt x="328250" y="211794"/>
                  </a:lnTo>
                  <a:lnTo>
                    <a:pt x="329585" y="206658"/>
                  </a:lnTo>
                  <a:lnTo>
                    <a:pt x="330756" y="201483"/>
                  </a:lnTo>
                  <a:lnTo>
                    <a:pt x="331763" y="196274"/>
                  </a:lnTo>
                  <a:lnTo>
                    <a:pt x="332604" y="191035"/>
                  </a:lnTo>
                  <a:lnTo>
                    <a:pt x="333278" y="185772"/>
                  </a:lnTo>
                  <a:lnTo>
                    <a:pt x="333785" y="180490"/>
                  </a:lnTo>
                  <a:lnTo>
                    <a:pt x="334124" y="175195"/>
                  </a:lnTo>
                  <a:lnTo>
                    <a:pt x="334294" y="169892"/>
                  </a:lnTo>
                  <a:lnTo>
                    <a:pt x="334297" y="164586"/>
                  </a:lnTo>
                  <a:lnTo>
                    <a:pt x="334131" y="159282"/>
                  </a:lnTo>
                  <a:lnTo>
                    <a:pt x="333796" y="153987"/>
                  </a:lnTo>
                  <a:lnTo>
                    <a:pt x="333294" y="148705"/>
                  </a:lnTo>
                  <a:lnTo>
                    <a:pt x="332624" y="143441"/>
                  </a:lnTo>
                  <a:lnTo>
                    <a:pt x="331788" y="138201"/>
                  </a:lnTo>
                  <a:lnTo>
                    <a:pt x="330786" y="132991"/>
                  </a:lnTo>
                  <a:lnTo>
                    <a:pt x="329619" y="127815"/>
                  </a:lnTo>
                  <a:lnTo>
                    <a:pt x="328288" y="122678"/>
                  </a:lnTo>
                  <a:lnTo>
                    <a:pt x="326795" y="117587"/>
                  </a:lnTo>
                  <a:lnTo>
                    <a:pt x="325141" y="112545"/>
                  </a:lnTo>
                  <a:lnTo>
                    <a:pt x="323328" y="107559"/>
                  </a:lnTo>
                  <a:lnTo>
                    <a:pt x="321357" y="102632"/>
                  </a:lnTo>
                  <a:lnTo>
                    <a:pt x="319232" y="97770"/>
                  </a:lnTo>
                  <a:lnTo>
                    <a:pt x="316953" y="92979"/>
                  </a:lnTo>
                  <a:lnTo>
                    <a:pt x="314523" y="88262"/>
                  </a:lnTo>
                  <a:lnTo>
                    <a:pt x="311944" y="83625"/>
                  </a:lnTo>
                  <a:lnTo>
                    <a:pt x="309220" y="79071"/>
                  </a:lnTo>
                  <a:lnTo>
                    <a:pt x="306353" y="74607"/>
                  </a:lnTo>
                  <a:lnTo>
                    <a:pt x="303345" y="70236"/>
                  </a:lnTo>
                  <a:lnTo>
                    <a:pt x="300200" y="65962"/>
                  </a:lnTo>
                  <a:lnTo>
                    <a:pt x="296921" y="61790"/>
                  </a:lnTo>
                  <a:lnTo>
                    <a:pt x="293511" y="57725"/>
                  </a:lnTo>
                  <a:lnTo>
                    <a:pt x="289974" y="53770"/>
                  </a:lnTo>
                  <a:lnTo>
                    <a:pt x="286314" y="49929"/>
                  </a:lnTo>
                  <a:lnTo>
                    <a:pt x="282533" y="46206"/>
                  </a:lnTo>
                  <a:lnTo>
                    <a:pt x="278636" y="42605"/>
                  </a:lnTo>
                  <a:lnTo>
                    <a:pt x="274627" y="39130"/>
                  </a:lnTo>
                  <a:lnTo>
                    <a:pt x="270509" y="35783"/>
                  </a:lnTo>
                  <a:lnTo>
                    <a:pt x="266287" y="32569"/>
                  </a:lnTo>
                  <a:lnTo>
                    <a:pt x="261966" y="29491"/>
                  </a:lnTo>
                  <a:lnTo>
                    <a:pt x="257549" y="26551"/>
                  </a:lnTo>
                  <a:lnTo>
                    <a:pt x="253040" y="23753"/>
                  </a:lnTo>
                  <a:lnTo>
                    <a:pt x="248446" y="21099"/>
                  </a:lnTo>
                  <a:lnTo>
                    <a:pt x="243769" y="18593"/>
                  </a:lnTo>
                  <a:lnTo>
                    <a:pt x="239015" y="16236"/>
                  </a:lnTo>
                  <a:lnTo>
                    <a:pt x="234189" y="14031"/>
                  </a:lnTo>
                  <a:lnTo>
                    <a:pt x="229295" y="11980"/>
                  </a:lnTo>
                  <a:lnTo>
                    <a:pt x="224339" y="10086"/>
                  </a:lnTo>
                  <a:lnTo>
                    <a:pt x="219325" y="8350"/>
                  </a:lnTo>
                  <a:lnTo>
                    <a:pt x="214258" y="6775"/>
                  </a:lnTo>
                  <a:lnTo>
                    <a:pt x="209144" y="5360"/>
                  </a:lnTo>
                  <a:lnTo>
                    <a:pt x="203988" y="4109"/>
                  </a:lnTo>
                  <a:lnTo>
                    <a:pt x="198794" y="3022"/>
                  </a:lnTo>
                  <a:lnTo>
                    <a:pt x="193569" y="2100"/>
                  </a:lnTo>
                  <a:lnTo>
                    <a:pt x="188317" y="1345"/>
                  </a:lnTo>
                  <a:lnTo>
                    <a:pt x="183044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3806" y="5018213"/>
              <a:ext cx="27232" cy="167167"/>
            </a:xfrm>
            <a:custGeom>
              <a:avLst/>
              <a:pathLst>
                <a:path w="27232" h="167167">
                  <a:moveTo>
                    <a:pt x="27232" y="0"/>
                  </a:moveTo>
                  <a:lnTo>
                    <a:pt x="20395" y="139"/>
                  </a:lnTo>
                  <a:lnTo>
                    <a:pt x="13570" y="559"/>
                  </a:lnTo>
                  <a:lnTo>
                    <a:pt x="6768" y="1257"/>
                  </a:lnTo>
                  <a:lnTo>
                    <a:pt x="0" y="2233"/>
                  </a:lnTo>
                  <a:lnTo>
                    <a:pt x="272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3806" y="5020446"/>
              <a:ext cx="27232" cy="164934"/>
            </a:xfrm>
            <a:custGeom>
              <a:avLst/>
              <a:pathLst>
                <a:path w="27232" h="164934">
                  <a:moveTo>
                    <a:pt x="0" y="0"/>
                  </a:moveTo>
                  <a:lnTo>
                    <a:pt x="27232" y="164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3806" y="5020446"/>
              <a:ext cx="27232" cy="164934"/>
            </a:xfrm>
            <a:custGeom>
              <a:avLst/>
              <a:pathLst>
                <a:path w="27232" h="164934">
                  <a:moveTo>
                    <a:pt x="0" y="0"/>
                  </a:moveTo>
                  <a:lnTo>
                    <a:pt x="27232" y="164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3806" y="5020446"/>
              <a:ext cx="27232" cy="164934"/>
            </a:xfrm>
            <a:custGeom>
              <a:avLst/>
              <a:pathLst>
                <a:path w="27232" h="164934">
                  <a:moveTo>
                    <a:pt x="0" y="0"/>
                  </a:moveTo>
                  <a:lnTo>
                    <a:pt x="27232" y="164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4254" y="5020446"/>
              <a:ext cx="166784" cy="164934"/>
            </a:xfrm>
            <a:custGeom>
              <a:avLst/>
              <a:pathLst>
                <a:path w="166784" h="164934">
                  <a:moveTo>
                    <a:pt x="139552" y="0"/>
                  </a:moveTo>
                  <a:lnTo>
                    <a:pt x="134179" y="977"/>
                  </a:lnTo>
                  <a:lnTo>
                    <a:pt x="128841" y="2130"/>
                  </a:lnTo>
                  <a:lnTo>
                    <a:pt x="123543" y="3456"/>
                  </a:lnTo>
                  <a:lnTo>
                    <a:pt x="118292" y="4954"/>
                  </a:lnTo>
                  <a:lnTo>
                    <a:pt x="113092" y="6624"/>
                  </a:lnTo>
                  <a:lnTo>
                    <a:pt x="107949" y="8462"/>
                  </a:lnTo>
                  <a:lnTo>
                    <a:pt x="102870" y="10467"/>
                  </a:lnTo>
                  <a:lnTo>
                    <a:pt x="97858" y="12637"/>
                  </a:lnTo>
                  <a:lnTo>
                    <a:pt x="92921" y="14970"/>
                  </a:lnTo>
                  <a:lnTo>
                    <a:pt x="88062" y="17463"/>
                  </a:lnTo>
                  <a:lnTo>
                    <a:pt x="83287" y="20113"/>
                  </a:lnTo>
                  <a:lnTo>
                    <a:pt x="78601" y="22918"/>
                  </a:lnTo>
                  <a:lnTo>
                    <a:pt x="74009" y="25874"/>
                  </a:lnTo>
                  <a:lnTo>
                    <a:pt x="69516" y="28978"/>
                  </a:lnTo>
                  <a:lnTo>
                    <a:pt x="65127" y="32228"/>
                  </a:lnTo>
                  <a:lnTo>
                    <a:pt x="60847" y="35619"/>
                  </a:lnTo>
                  <a:lnTo>
                    <a:pt x="56679" y="39149"/>
                  </a:lnTo>
                  <a:lnTo>
                    <a:pt x="52629" y="42812"/>
                  </a:lnTo>
                  <a:lnTo>
                    <a:pt x="48701" y="46606"/>
                  </a:lnTo>
                  <a:lnTo>
                    <a:pt x="44899" y="50527"/>
                  </a:lnTo>
                  <a:lnTo>
                    <a:pt x="41227" y="54569"/>
                  </a:lnTo>
                  <a:lnTo>
                    <a:pt x="37689" y="58729"/>
                  </a:lnTo>
                  <a:lnTo>
                    <a:pt x="34289" y="63002"/>
                  </a:lnTo>
                  <a:lnTo>
                    <a:pt x="31030" y="67385"/>
                  </a:lnTo>
                  <a:lnTo>
                    <a:pt x="27916" y="71871"/>
                  </a:lnTo>
                  <a:lnTo>
                    <a:pt x="24951" y="76457"/>
                  </a:lnTo>
                  <a:lnTo>
                    <a:pt x="22136" y="81137"/>
                  </a:lnTo>
                  <a:lnTo>
                    <a:pt x="19476" y="85906"/>
                  </a:lnTo>
                  <a:lnTo>
                    <a:pt x="16974" y="90760"/>
                  </a:lnTo>
                  <a:lnTo>
                    <a:pt x="14631" y="95693"/>
                  </a:lnTo>
                  <a:lnTo>
                    <a:pt x="12450" y="100700"/>
                  </a:lnTo>
                  <a:lnTo>
                    <a:pt x="10434" y="105775"/>
                  </a:lnTo>
                  <a:lnTo>
                    <a:pt x="8585" y="110914"/>
                  </a:lnTo>
                  <a:lnTo>
                    <a:pt x="6905" y="116110"/>
                  </a:lnTo>
                  <a:lnTo>
                    <a:pt x="5396" y="121359"/>
                  </a:lnTo>
                  <a:lnTo>
                    <a:pt x="4059" y="126653"/>
                  </a:lnTo>
                  <a:lnTo>
                    <a:pt x="2895" y="131989"/>
                  </a:lnTo>
                  <a:lnTo>
                    <a:pt x="1906" y="137360"/>
                  </a:lnTo>
                  <a:lnTo>
                    <a:pt x="1094" y="142760"/>
                  </a:lnTo>
                  <a:lnTo>
                    <a:pt x="458" y="148184"/>
                  </a:lnTo>
                  <a:lnTo>
                    <a:pt x="0" y="153626"/>
                  </a:lnTo>
                  <a:lnTo>
                    <a:pt x="166784" y="164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3" y="5018213"/>
              <a:ext cx="334321" cy="334330"/>
            </a:xfrm>
            <a:custGeom>
              <a:avLst/>
              <a:pathLst>
                <a:path w="334321" h="334330">
                  <a:moveTo>
                    <a:pt x="381" y="155859"/>
                  </a:moveTo>
                  <a:lnTo>
                    <a:pt x="106" y="161144"/>
                  </a:lnTo>
                  <a:lnTo>
                    <a:pt x="0" y="166434"/>
                  </a:lnTo>
                  <a:lnTo>
                    <a:pt x="60" y="171726"/>
                  </a:lnTo>
                  <a:lnTo>
                    <a:pt x="288" y="177012"/>
                  </a:lnTo>
                  <a:lnTo>
                    <a:pt x="683" y="182289"/>
                  </a:lnTo>
                  <a:lnTo>
                    <a:pt x="1245" y="187551"/>
                  </a:lnTo>
                  <a:lnTo>
                    <a:pt x="1974" y="192792"/>
                  </a:lnTo>
                  <a:lnTo>
                    <a:pt x="2867" y="198008"/>
                  </a:lnTo>
                  <a:lnTo>
                    <a:pt x="3926" y="203193"/>
                  </a:lnTo>
                  <a:lnTo>
                    <a:pt x="5148" y="208341"/>
                  </a:lnTo>
                  <a:lnTo>
                    <a:pt x="6532" y="213449"/>
                  </a:lnTo>
                  <a:lnTo>
                    <a:pt x="8078" y="218510"/>
                  </a:lnTo>
                  <a:lnTo>
                    <a:pt x="9782" y="223519"/>
                  </a:lnTo>
                  <a:lnTo>
                    <a:pt x="11645" y="228472"/>
                  </a:lnTo>
                  <a:lnTo>
                    <a:pt x="13663" y="233364"/>
                  </a:lnTo>
                  <a:lnTo>
                    <a:pt x="15835" y="238189"/>
                  </a:lnTo>
                  <a:lnTo>
                    <a:pt x="18159" y="242943"/>
                  </a:lnTo>
                  <a:lnTo>
                    <a:pt x="20632" y="247622"/>
                  </a:lnTo>
                  <a:lnTo>
                    <a:pt x="23252" y="252219"/>
                  </a:lnTo>
                  <a:lnTo>
                    <a:pt x="26016" y="256732"/>
                  </a:lnTo>
                  <a:lnTo>
                    <a:pt x="28922" y="261154"/>
                  </a:lnTo>
                  <a:lnTo>
                    <a:pt x="31966" y="265483"/>
                  </a:lnTo>
                  <a:lnTo>
                    <a:pt x="35145" y="269713"/>
                  </a:lnTo>
                  <a:lnTo>
                    <a:pt x="38457" y="273840"/>
                  </a:lnTo>
                  <a:lnTo>
                    <a:pt x="41898" y="277860"/>
                  </a:lnTo>
                  <a:lnTo>
                    <a:pt x="45464" y="281769"/>
                  </a:lnTo>
                  <a:lnTo>
                    <a:pt x="49152" y="285564"/>
                  </a:lnTo>
                  <a:lnTo>
                    <a:pt x="52959" y="289240"/>
                  </a:lnTo>
                  <a:lnTo>
                    <a:pt x="56880" y="292793"/>
                  </a:lnTo>
                  <a:lnTo>
                    <a:pt x="60911" y="296221"/>
                  </a:lnTo>
                  <a:lnTo>
                    <a:pt x="65049" y="299520"/>
                  </a:lnTo>
                  <a:lnTo>
                    <a:pt x="69289" y="302685"/>
                  </a:lnTo>
                  <a:lnTo>
                    <a:pt x="73628" y="305715"/>
                  </a:lnTo>
                  <a:lnTo>
                    <a:pt x="78060" y="308606"/>
                  </a:lnTo>
                  <a:lnTo>
                    <a:pt x="82581" y="311356"/>
                  </a:lnTo>
                  <a:lnTo>
                    <a:pt x="87187" y="313961"/>
                  </a:lnTo>
                  <a:lnTo>
                    <a:pt x="91873" y="316419"/>
                  </a:lnTo>
                  <a:lnTo>
                    <a:pt x="96635" y="318727"/>
                  </a:lnTo>
                  <a:lnTo>
                    <a:pt x="101467" y="320883"/>
                  </a:lnTo>
                  <a:lnTo>
                    <a:pt x="106365" y="322886"/>
                  </a:lnTo>
                  <a:lnTo>
                    <a:pt x="111325" y="324732"/>
                  </a:lnTo>
                  <a:lnTo>
                    <a:pt x="116340" y="326421"/>
                  </a:lnTo>
                  <a:lnTo>
                    <a:pt x="121406" y="327949"/>
                  </a:lnTo>
                  <a:lnTo>
                    <a:pt x="126517" y="329317"/>
                  </a:lnTo>
                  <a:lnTo>
                    <a:pt x="131670" y="330522"/>
                  </a:lnTo>
                  <a:lnTo>
                    <a:pt x="136858" y="331564"/>
                  </a:lnTo>
                  <a:lnTo>
                    <a:pt x="142077" y="332441"/>
                  </a:lnTo>
                  <a:lnTo>
                    <a:pt x="147320" y="333152"/>
                  </a:lnTo>
                  <a:lnTo>
                    <a:pt x="152584" y="333697"/>
                  </a:lnTo>
                  <a:lnTo>
                    <a:pt x="157862" y="334075"/>
                  </a:lnTo>
                  <a:lnTo>
                    <a:pt x="163149" y="334286"/>
                  </a:lnTo>
                  <a:lnTo>
                    <a:pt x="168441" y="334330"/>
                  </a:lnTo>
                  <a:lnTo>
                    <a:pt x="173731" y="334205"/>
                  </a:lnTo>
                  <a:lnTo>
                    <a:pt x="179015" y="333914"/>
                  </a:lnTo>
                  <a:lnTo>
                    <a:pt x="184286" y="333455"/>
                  </a:lnTo>
                  <a:lnTo>
                    <a:pt x="189541" y="332830"/>
                  </a:lnTo>
                  <a:lnTo>
                    <a:pt x="194773" y="332039"/>
                  </a:lnTo>
                  <a:lnTo>
                    <a:pt x="199978" y="331082"/>
                  </a:lnTo>
                  <a:lnTo>
                    <a:pt x="205149" y="329962"/>
                  </a:lnTo>
                  <a:lnTo>
                    <a:pt x="210283" y="328678"/>
                  </a:lnTo>
                  <a:lnTo>
                    <a:pt x="215373" y="327232"/>
                  </a:lnTo>
                  <a:lnTo>
                    <a:pt x="220415" y="325626"/>
                  </a:lnTo>
                  <a:lnTo>
                    <a:pt x="225404" y="323862"/>
                  </a:lnTo>
                  <a:lnTo>
                    <a:pt x="230334" y="321940"/>
                  </a:lnTo>
                  <a:lnTo>
                    <a:pt x="235201" y="319863"/>
                  </a:lnTo>
                  <a:lnTo>
                    <a:pt x="240000" y="317633"/>
                  </a:lnTo>
                  <a:lnTo>
                    <a:pt x="244726" y="315252"/>
                  </a:lnTo>
                  <a:lnTo>
                    <a:pt x="249374" y="312723"/>
                  </a:lnTo>
                  <a:lnTo>
                    <a:pt x="253940" y="310048"/>
                  </a:lnTo>
                  <a:lnTo>
                    <a:pt x="258419" y="307230"/>
                  </a:lnTo>
                  <a:lnTo>
                    <a:pt x="262806" y="304272"/>
                  </a:lnTo>
                  <a:lnTo>
                    <a:pt x="267098" y="301176"/>
                  </a:lnTo>
                  <a:lnTo>
                    <a:pt x="271289" y="297946"/>
                  </a:lnTo>
                  <a:lnTo>
                    <a:pt x="275377" y="294585"/>
                  </a:lnTo>
                  <a:lnTo>
                    <a:pt x="279355" y="291096"/>
                  </a:lnTo>
                  <a:lnTo>
                    <a:pt x="283222" y="287483"/>
                  </a:lnTo>
                  <a:lnTo>
                    <a:pt x="286971" y="283749"/>
                  </a:lnTo>
                  <a:lnTo>
                    <a:pt x="290601" y="279899"/>
                  </a:lnTo>
                  <a:lnTo>
                    <a:pt x="294108" y="275936"/>
                  </a:lnTo>
                  <a:lnTo>
                    <a:pt x="297487" y="271863"/>
                  </a:lnTo>
                  <a:lnTo>
                    <a:pt x="300735" y="267686"/>
                  </a:lnTo>
                  <a:lnTo>
                    <a:pt x="303850" y="263408"/>
                  </a:lnTo>
                  <a:lnTo>
                    <a:pt x="306827" y="259034"/>
                  </a:lnTo>
                  <a:lnTo>
                    <a:pt x="309665" y="254567"/>
                  </a:lnTo>
                  <a:lnTo>
                    <a:pt x="312360" y="250013"/>
                  </a:lnTo>
                  <a:lnTo>
                    <a:pt x="314909" y="245376"/>
                  </a:lnTo>
                  <a:lnTo>
                    <a:pt x="317311" y="240661"/>
                  </a:lnTo>
                  <a:lnTo>
                    <a:pt x="319562" y="235872"/>
                  </a:lnTo>
                  <a:lnTo>
                    <a:pt x="321660" y="231014"/>
                  </a:lnTo>
                  <a:lnTo>
                    <a:pt x="323603" y="226092"/>
                  </a:lnTo>
                  <a:lnTo>
                    <a:pt x="325390" y="221111"/>
                  </a:lnTo>
                  <a:lnTo>
                    <a:pt x="327018" y="216076"/>
                  </a:lnTo>
                  <a:lnTo>
                    <a:pt x="328486" y="210992"/>
                  </a:lnTo>
                  <a:lnTo>
                    <a:pt x="329792" y="205864"/>
                  </a:lnTo>
                  <a:lnTo>
                    <a:pt x="330935" y="200697"/>
                  </a:lnTo>
                  <a:lnTo>
                    <a:pt x="331915" y="195497"/>
                  </a:lnTo>
                  <a:lnTo>
                    <a:pt x="332729" y="190268"/>
                  </a:lnTo>
                  <a:lnTo>
                    <a:pt x="333377" y="185017"/>
                  </a:lnTo>
                  <a:lnTo>
                    <a:pt x="333859" y="179747"/>
                  </a:lnTo>
                  <a:lnTo>
                    <a:pt x="334173" y="174465"/>
                  </a:lnTo>
                  <a:lnTo>
                    <a:pt x="334321" y="169175"/>
                  </a:lnTo>
                  <a:lnTo>
                    <a:pt x="334301" y="163883"/>
                  </a:lnTo>
                  <a:lnTo>
                    <a:pt x="334113" y="158595"/>
                  </a:lnTo>
                  <a:lnTo>
                    <a:pt x="333758" y="153315"/>
                  </a:lnTo>
                  <a:lnTo>
                    <a:pt x="333236" y="148049"/>
                  </a:lnTo>
                  <a:lnTo>
                    <a:pt x="332548" y="142803"/>
                  </a:lnTo>
                  <a:lnTo>
                    <a:pt x="331694" y="137580"/>
                  </a:lnTo>
                  <a:lnTo>
                    <a:pt x="330675" y="132388"/>
                  </a:lnTo>
                  <a:lnTo>
                    <a:pt x="329492" y="127230"/>
                  </a:lnTo>
                  <a:lnTo>
                    <a:pt x="328147" y="122112"/>
                  </a:lnTo>
                  <a:lnTo>
                    <a:pt x="326640" y="117040"/>
                  </a:lnTo>
                  <a:lnTo>
                    <a:pt x="324974" y="112017"/>
                  </a:lnTo>
                  <a:lnTo>
                    <a:pt x="323149" y="107050"/>
                  </a:lnTo>
                  <a:lnTo>
                    <a:pt x="321168" y="102143"/>
                  </a:lnTo>
                  <a:lnTo>
                    <a:pt x="319033" y="97301"/>
                  </a:lnTo>
                  <a:lnTo>
                    <a:pt x="316746" y="92530"/>
                  </a:lnTo>
                  <a:lnTo>
                    <a:pt x="314308" y="87833"/>
                  </a:lnTo>
                  <a:lnTo>
                    <a:pt x="311724" y="83215"/>
                  </a:lnTo>
                  <a:lnTo>
                    <a:pt x="308994" y="78682"/>
                  </a:lnTo>
                  <a:lnTo>
                    <a:pt x="306122" y="74237"/>
                  </a:lnTo>
                  <a:lnTo>
                    <a:pt x="303111" y="69886"/>
                  </a:lnTo>
                  <a:lnTo>
                    <a:pt x="299964" y="65632"/>
                  </a:lnTo>
                  <a:lnTo>
                    <a:pt x="296684" y="61479"/>
                  </a:lnTo>
                  <a:lnTo>
                    <a:pt x="293274" y="57433"/>
                  </a:lnTo>
                  <a:lnTo>
                    <a:pt x="289738" y="53496"/>
                  </a:lnTo>
                  <a:lnTo>
                    <a:pt x="286078" y="49674"/>
                  </a:lnTo>
                  <a:lnTo>
                    <a:pt x="282300" y="45969"/>
                  </a:lnTo>
                  <a:lnTo>
                    <a:pt x="278406" y="42386"/>
                  </a:lnTo>
                  <a:lnTo>
                    <a:pt x="274401" y="38927"/>
                  </a:lnTo>
                  <a:lnTo>
                    <a:pt x="270289" y="35597"/>
                  </a:lnTo>
                  <a:lnTo>
                    <a:pt x="266073" y="32399"/>
                  </a:lnTo>
                  <a:lnTo>
                    <a:pt x="261758" y="29336"/>
                  </a:lnTo>
                  <a:lnTo>
                    <a:pt x="257348" y="26411"/>
                  </a:lnTo>
                  <a:lnTo>
                    <a:pt x="252847" y="23628"/>
                  </a:lnTo>
                  <a:lnTo>
                    <a:pt x="248261" y="20988"/>
                  </a:lnTo>
                  <a:lnTo>
                    <a:pt x="243594" y="18494"/>
                  </a:lnTo>
                  <a:lnTo>
                    <a:pt x="238850" y="16150"/>
                  </a:lnTo>
                  <a:lnTo>
                    <a:pt x="234034" y="13956"/>
                  </a:lnTo>
                  <a:lnTo>
                    <a:pt x="229152" y="11917"/>
                  </a:lnTo>
                  <a:lnTo>
                    <a:pt x="224207" y="10033"/>
                  </a:lnTo>
                  <a:lnTo>
                    <a:pt x="219205" y="8306"/>
                  </a:lnTo>
                  <a:lnTo>
                    <a:pt x="214151" y="6738"/>
                  </a:lnTo>
                  <a:lnTo>
                    <a:pt x="209049" y="5332"/>
                  </a:lnTo>
                  <a:lnTo>
                    <a:pt x="203906" y="4087"/>
                  </a:lnTo>
                  <a:lnTo>
                    <a:pt x="198726" y="3006"/>
                  </a:lnTo>
                  <a:lnTo>
                    <a:pt x="193514" y="2089"/>
                  </a:lnTo>
                  <a:lnTo>
                    <a:pt x="188276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41234" y="4659281"/>
              <a:ext cx="82000" cy="167167"/>
            </a:xfrm>
            <a:custGeom>
              <a:avLst/>
              <a:pathLst>
                <a:path w="82000" h="167167">
                  <a:moveTo>
                    <a:pt x="82000" y="0"/>
                  </a:moveTo>
                  <a:lnTo>
                    <a:pt x="76288" y="97"/>
                  </a:lnTo>
                  <a:lnTo>
                    <a:pt x="70582" y="390"/>
                  </a:lnTo>
                  <a:lnTo>
                    <a:pt x="64889" y="878"/>
                  </a:lnTo>
                  <a:lnTo>
                    <a:pt x="59216" y="1559"/>
                  </a:lnTo>
                  <a:lnTo>
                    <a:pt x="53570" y="2435"/>
                  </a:lnTo>
                  <a:lnTo>
                    <a:pt x="47958" y="3503"/>
                  </a:lnTo>
                  <a:lnTo>
                    <a:pt x="42384" y="4761"/>
                  </a:lnTo>
                  <a:lnTo>
                    <a:pt x="36858" y="6210"/>
                  </a:lnTo>
                  <a:lnTo>
                    <a:pt x="31384" y="7847"/>
                  </a:lnTo>
                  <a:lnTo>
                    <a:pt x="25969" y="9670"/>
                  </a:lnTo>
                  <a:lnTo>
                    <a:pt x="20619" y="11676"/>
                  </a:lnTo>
                  <a:lnTo>
                    <a:pt x="15341" y="13865"/>
                  </a:lnTo>
                  <a:lnTo>
                    <a:pt x="10142" y="16232"/>
                  </a:lnTo>
                  <a:lnTo>
                    <a:pt x="5026" y="18776"/>
                  </a:lnTo>
                  <a:lnTo>
                    <a:pt x="0" y="21493"/>
                  </a:lnTo>
                  <a:lnTo>
                    <a:pt x="820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41234" y="4680775"/>
              <a:ext cx="82000" cy="145673"/>
            </a:xfrm>
            <a:custGeom>
              <a:avLst/>
              <a:pathLst>
                <a:path w="82000" h="145673">
                  <a:moveTo>
                    <a:pt x="0" y="0"/>
                  </a:moveTo>
                  <a:lnTo>
                    <a:pt x="82000" y="1456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41234" y="4680775"/>
              <a:ext cx="82000" cy="145673"/>
            </a:xfrm>
            <a:custGeom>
              <a:avLst/>
              <a:pathLst>
                <a:path w="82000" h="145673">
                  <a:moveTo>
                    <a:pt x="0" y="0"/>
                  </a:moveTo>
                  <a:lnTo>
                    <a:pt x="82000" y="1456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70" y="4680775"/>
              <a:ext cx="288651" cy="312821"/>
            </a:xfrm>
            <a:custGeom>
              <a:avLst/>
              <a:pathLst>
                <a:path w="288651" h="312821">
                  <a:moveTo>
                    <a:pt x="85163" y="0"/>
                  </a:moveTo>
                  <a:lnTo>
                    <a:pt x="80562" y="2687"/>
                  </a:lnTo>
                  <a:lnTo>
                    <a:pt x="76049" y="5519"/>
                  </a:lnTo>
                  <a:lnTo>
                    <a:pt x="71629" y="8494"/>
                  </a:lnTo>
                  <a:lnTo>
                    <a:pt x="67305" y="11609"/>
                  </a:lnTo>
                  <a:lnTo>
                    <a:pt x="63084" y="14859"/>
                  </a:lnTo>
                  <a:lnTo>
                    <a:pt x="58968" y="18243"/>
                  </a:lnTo>
                  <a:lnTo>
                    <a:pt x="54961" y="21755"/>
                  </a:lnTo>
                  <a:lnTo>
                    <a:pt x="51069" y="25394"/>
                  </a:lnTo>
                  <a:lnTo>
                    <a:pt x="47295" y="29155"/>
                  </a:lnTo>
                  <a:lnTo>
                    <a:pt x="43643" y="33034"/>
                  </a:lnTo>
                  <a:lnTo>
                    <a:pt x="40116" y="37028"/>
                  </a:lnTo>
                  <a:lnTo>
                    <a:pt x="36718" y="41132"/>
                  </a:lnTo>
                  <a:lnTo>
                    <a:pt x="33452" y="45343"/>
                  </a:lnTo>
                  <a:lnTo>
                    <a:pt x="30323" y="49655"/>
                  </a:lnTo>
                  <a:lnTo>
                    <a:pt x="27332" y="54065"/>
                  </a:lnTo>
                  <a:lnTo>
                    <a:pt x="24484" y="58567"/>
                  </a:lnTo>
                  <a:lnTo>
                    <a:pt x="21780" y="63159"/>
                  </a:lnTo>
                  <a:lnTo>
                    <a:pt x="19224" y="67834"/>
                  </a:lnTo>
                  <a:lnTo>
                    <a:pt x="16819" y="72588"/>
                  </a:lnTo>
                  <a:lnTo>
                    <a:pt x="14566" y="77417"/>
                  </a:lnTo>
                  <a:lnTo>
                    <a:pt x="12468" y="82314"/>
                  </a:lnTo>
                  <a:lnTo>
                    <a:pt x="10528" y="87277"/>
                  </a:lnTo>
                  <a:lnTo>
                    <a:pt x="8746" y="92298"/>
                  </a:lnTo>
                  <a:lnTo>
                    <a:pt x="7126" y="97374"/>
                  </a:lnTo>
                  <a:lnTo>
                    <a:pt x="5668" y="102499"/>
                  </a:lnTo>
                  <a:lnTo>
                    <a:pt x="4374" y="107667"/>
                  </a:lnTo>
                  <a:lnTo>
                    <a:pt x="3245" y="112875"/>
                  </a:lnTo>
                  <a:lnTo>
                    <a:pt x="2283" y="118115"/>
                  </a:lnTo>
                  <a:lnTo>
                    <a:pt x="1489" y="123384"/>
                  </a:lnTo>
                  <a:lnTo>
                    <a:pt x="863" y="128675"/>
                  </a:lnTo>
                  <a:lnTo>
                    <a:pt x="405" y="133984"/>
                  </a:lnTo>
                  <a:lnTo>
                    <a:pt x="118" y="139304"/>
                  </a:lnTo>
                  <a:lnTo>
                    <a:pt x="0" y="144631"/>
                  </a:lnTo>
                  <a:lnTo>
                    <a:pt x="51" y="149959"/>
                  </a:lnTo>
                  <a:lnTo>
                    <a:pt x="273" y="155282"/>
                  </a:lnTo>
                  <a:lnTo>
                    <a:pt x="664" y="160596"/>
                  </a:lnTo>
                  <a:lnTo>
                    <a:pt x="1224" y="165895"/>
                  </a:lnTo>
                  <a:lnTo>
                    <a:pt x="1953" y="171173"/>
                  </a:lnTo>
                  <a:lnTo>
                    <a:pt x="2849" y="176425"/>
                  </a:lnTo>
                  <a:lnTo>
                    <a:pt x="3913" y="181646"/>
                  </a:lnTo>
                  <a:lnTo>
                    <a:pt x="5142" y="186831"/>
                  </a:lnTo>
                  <a:lnTo>
                    <a:pt x="6536" y="191973"/>
                  </a:lnTo>
                  <a:lnTo>
                    <a:pt x="8093" y="197069"/>
                  </a:lnTo>
                  <a:lnTo>
                    <a:pt x="9812" y="202112"/>
                  </a:lnTo>
                  <a:lnTo>
                    <a:pt x="11690" y="207098"/>
                  </a:lnTo>
                  <a:lnTo>
                    <a:pt x="13727" y="212022"/>
                  </a:lnTo>
                  <a:lnTo>
                    <a:pt x="15919" y="216878"/>
                  </a:lnTo>
                  <a:lnTo>
                    <a:pt x="18266" y="221662"/>
                  </a:lnTo>
                  <a:lnTo>
                    <a:pt x="20763" y="226368"/>
                  </a:lnTo>
                  <a:lnTo>
                    <a:pt x="23409" y="230993"/>
                  </a:lnTo>
                  <a:lnTo>
                    <a:pt x="26201" y="235531"/>
                  </a:lnTo>
                  <a:lnTo>
                    <a:pt x="29136" y="239978"/>
                  </a:lnTo>
                  <a:lnTo>
                    <a:pt x="32212" y="244329"/>
                  </a:lnTo>
                  <a:lnTo>
                    <a:pt x="35424" y="248580"/>
                  </a:lnTo>
                  <a:lnTo>
                    <a:pt x="38771" y="252726"/>
                  </a:lnTo>
                  <a:lnTo>
                    <a:pt x="42248" y="256763"/>
                  </a:lnTo>
                  <a:lnTo>
                    <a:pt x="45852" y="260688"/>
                  </a:lnTo>
                  <a:lnTo>
                    <a:pt x="49579" y="264495"/>
                  </a:lnTo>
                  <a:lnTo>
                    <a:pt x="53425" y="268182"/>
                  </a:lnTo>
                  <a:lnTo>
                    <a:pt x="57387" y="271745"/>
                  </a:lnTo>
                  <a:lnTo>
                    <a:pt x="61461" y="275179"/>
                  </a:lnTo>
                  <a:lnTo>
                    <a:pt x="65642" y="278482"/>
                  </a:lnTo>
                  <a:lnTo>
                    <a:pt x="69926" y="281650"/>
                  </a:lnTo>
                  <a:lnTo>
                    <a:pt x="74309" y="284680"/>
                  </a:lnTo>
                  <a:lnTo>
                    <a:pt x="78786" y="287569"/>
                  </a:lnTo>
                  <a:lnTo>
                    <a:pt x="83353" y="290313"/>
                  </a:lnTo>
                  <a:lnTo>
                    <a:pt x="88005" y="292911"/>
                  </a:lnTo>
                  <a:lnTo>
                    <a:pt x="92738" y="295358"/>
                  </a:lnTo>
                  <a:lnTo>
                    <a:pt x="97546" y="297654"/>
                  </a:lnTo>
                  <a:lnTo>
                    <a:pt x="102425" y="299796"/>
                  </a:lnTo>
                  <a:lnTo>
                    <a:pt x="107369" y="301781"/>
                  </a:lnTo>
                  <a:lnTo>
                    <a:pt x="112375" y="303607"/>
                  </a:lnTo>
                  <a:lnTo>
                    <a:pt x="117436" y="305273"/>
                  </a:lnTo>
                  <a:lnTo>
                    <a:pt x="122547" y="306777"/>
                  </a:lnTo>
                  <a:lnTo>
                    <a:pt x="127704" y="308117"/>
                  </a:lnTo>
                  <a:lnTo>
                    <a:pt x="132901" y="309292"/>
                  </a:lnTo>
                  <a:lnTo>
                    <a:pt x="138133" y="310300"/>
                  </a:lnTo>
                  <a:lnTo>
                    <a:pt x="143394" y="311142"/>
                  </a:lnTo>
                  <a:lnTo>
                    <a:pt x="148680" y="311815"/>
                  </a:lnTo>
                  <a:lnTo>
                    <a:pt x="153984" y="312320"/>
                  </a:lnTo>
                  <a:lnTo>
                    <a:pt x="159302" y="312656"/>
                  </a:lnTo>
                  <a:lnTo>
                    <a:pt x="164627" y="312821"/>
                  </a:lnTo>
                  <a:lnTo>
                    <a:pt x="169955" y="312817"/>
                  </a:lnTo>
                  <a:lnTo>
                    <a:pt x="175281" y="312643"/>
                  </a:lnTo>
                  <a:lnTo>
                    <a:pt x="180598" y="312300"/>
                  </a:lnTo>
                  <a:lnTo>
                    <a:pt x="185901" y="311787"/>
                  </a:lnTo>
                  <a:lnTo>
                    <a:pt x="191186" y="311106"/>
                  </a:lnTo>
                  <a:lnTo>
                    <a:pt x="196446" y="310256"/>
                  </a:lnTo>
                  <a:lnTo>
                    <a:pt x="201676" y="309239"/>
                  </a:lnTo>
                  <a:lnTo>
                    <a:pt x="206871" y="308056"/>
                  </a:lnTo>
                  <a:lnTo>
                    <a:pt x="212026" y="306708"/>
                  </a:lnTo>
                  <a:lnTo>
                    <a:pt x="217135" y="305197"/>
                  </a:lnTo>
                  <a:lnTo>
                    <a:pt x="222194" y="303523"/>
                  </a:lnTo>
                  <a:lnTo>
                    <a:pt x="227196" y="301689"/>
                  </a:lnTo>
                  <a:lnTo>
                    <a:pt x="232138" y="299697"/>
                  </a:lnTo>
                  <a:lnTo>
                    <a:pt x="237014" y="297548"/>
                  </a:lnTo>
                  <a:lnTo>
                    <a:pt x="241818" y="295245"/>
                  </a:lnTo>
                  <a:lnTo>
                    <a:pt x="246547" y="292790"/>
                  </a:lnTo>
                  <a:lnTo>
                    <a:pt x="251195" y="290185"/>
                  </a:lnTo>
                  <a:lnTo>
                    <a:pt x="255758" y="287433"/>
                  </a:lnTo>
                  <a:lnTo>
                    <a:pt x="260231" y="284538"/>
                  </a:lnTo>
                  <a:lnTo>
                    <a:pt x="264609" y="281502"/>
                  </a:lnTo>
                  <a:lnTo>
                    <a:pt x="268888" y="278327"/>
                  </a:lnTo>
                  <a:lnTo>
                    <a:pt x="273064" y="275018"/>
                  </a:lnTo>
                  <a:lnTo>
                    <a:pt x="277132" y="271577"/>
                  </a:lnTo>
                  <a:lnTo>
                    <a:pt x="281089" y="268009"/>
                  </a:lnTo>
                  <a:lnTo>
                    <a:pt x="284930" y="264316"/>
                  </a:lnTo>
                  <a:lnTo>
                    <a:pt x="288651" y="260502"/>
                  </a:lnTo>
                  <a:lnTo>
                    <a:pt x="167164" y="145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1" cy="281996"/>
            </a:xfrm>
            <a:custGeom>
              <a:avLst/>
              <a:pathLst>
                <a:path w="167161" h="281996">
                  <a:moveTo>
                    <a:pt x="121487" y="281996"/>
                  </a:moveTo>
                  <a:lnTo>
                    <a:pt x="125087" y="278064"/>
                  </a:lnTo>
                  <a:lnTo>
                    <a:pt x="128559" y="274019"/>
                  </a:lnTo>
                  <a:lnTo>
                    <a:pt x="131901" y="269866"/>
                  </a:lnTo>
                  <a:lnTo>
                    <a:pt x="135108" y="265608"/>
                  </a:lnTo>
                  <a:lnTo>
                    <a:pt x="138178" y="261250"/>
                  </a:lnTo>
                  <a:lnTo>
                    <a:pt x="141108" y="256796"/>
                  </a:lnTo>
                  <a:lnTo>
                    <a:pt x="143894" y="252251"/>
                  </a:lnTo>
                  <a:lnTo>
                    <a:pt x="146534" y="247620"/>
                  </a:lnTo>
                  <a:lnTo>
                    <a:pt x="149025" y="242907"/>
                  </a:lnTo>
                  <a:lnTo>
                    <a:pt x="151364" y="238116"/>
                  </a:lnTo>
                  <a:lnTo>
                    <a:pt x="153549" y="233254"/>
                  </a:lnTo>
                  <a:lnTo>
                    <a:pt x="155578" y="228324"/>
                  </a:lnTo>
                  <a:lnTo>
                    <a:pt x="157449" y="223333"/>
                  </a:lnTo>
                  <a:lnTo>
                    <a:pt x="159160" y="218284"/>
                  </a:lnTo>
                  <a:lnTo>
                    <a:pt x="160709" y="213183"/>
                  </a:lnTo>
                  <a:lnTo>
                    <a:pt x="162094" y="208035"/>
                  </a:lnTo>
                  <a:lnTo>
                    <a:pt x="163315" y="202846"/>
                  </a:lnTo>
                  <a:lnTo>
                    <a:pt x="164370" y="197620"/>
                  </a:lnTo>
                  <a:lnTo>
                    <a:pt x="165257" y="192364"/>
                  </a:lnTo>
                  <a:lnTo>
                    <a:pt x="165976" y="187082"/>
                  </a:lnTo>
                  <a:lnTo>
                    <a:pt x="166527" y="181779"/>
                  </a:lnTo>
                  <a:lnTo>
                    <a:pt x="166908" y="176462"/>
                  </a:lnTo>
                  <a:lnTo>
                    <a:pt x="167120" y="171136"/>
                  </a:lnTo>
                  <a:lnTo>
                    <a:pt x="167161" y="165805"/>
                  </a:lnTo>
                  <a:lnTo>
                    <a:pt x="167033" y="160476"/>
                  </a:lnTo>
                  <a:lnTo>
                    <a:pt x="166735" y="155153"/>
                  </a:lnTo>
                  <a:lnTo>
                    <a:pt x="166267" y="149843"/>
                  </a:lnTo>
                  <a:lnTo>
                    <a:pt x="165630" y="144550"/>
                  </a:lnTo>
                  <a:lnTo>
                    <a:pt x="164825" y="139280"/>
                  </a:lnTo>
                  <a:lnTo>
                    <a:pt x="163852" y="134039"/>
                  </a:lnTo>
                  <a:lnTo>
                    <a:pt x="162712" y="128831"/>
                  </a:lnTo>
                  <a:lnTo>
                    <a:pt x="161407" y="123663"/>
                  </a:lnTo>
                  <a:lnTo>
                    <a:pt x="159938" y="118538"/>
                  </a:lnTo>
                  <a:lnTo>
                    <a:pt x="158306" y="113463"/>
                  </a:lnTo>
                  <a:lnTo>
                    <a:pt x="156513" y="108443"/>
                  </a:lnTo>
                  <a:lnTo>
                    <a:pt x="154561" y="103482"/>
                  </a:lnTo>
                  <a:lnTo>
                    <a:pt x="152452" y="98586"/>
                  </a:lnTo>
                  <a:lnTo>
                    <a:pt x="150187" y="93760"/>
                  </a:lnTo>
                  <a:lnTo>
                    <a:pt x="147771" y="89009"/>
                  </a:lnTo>
                  <a:lnTo>
                    <a:pt x="145203" y="84337"/>
                  </a:lnTo>
                  <a:lnTo>
                    <a:pt x="142488" y="79749"/>
                  </a:lnTo>
                  <a:lnTo>
                    <a:pt x="139629" y="75250"/>
                  </a:lnTo>
                  <a:lnTo>
                    <a:pt x="136627" y="70845"/>
                  </a:lnTo>
                  <a:lnTo>
                    <a:pt x="133486" y="66537"/>
                  </a:lnTo>
                  <a:lnTo>
                    <a:pt x="130210" y="62332"/>
                  </a:lnTo>
                  <a:lnTo>
                    <a:pt x="126801" y="58234"/>
                  </a:lnTo>
                  <a:lnTo>
                    <a:pt x="123263" y="54246"/>
                  </a:lnTo>
                  <a:lnTo>
                    <a:pt x="119600" y="50373"/>
                  </a:lnTo>
                  <a:lnTo>
                    <a:pt x="115815" y="46619"/>
                  </a:lnTo>
                  <a:lnTo>
                    <a:pt x="111912" y="42988"/>
                  </a:lnTo>
                  <a:lnTo>
                    <a:pt x="107896" y="39482"/>
                  </a:lnTo>
                  <a:lnTo>
                    <a:pt x="103770" y="36107"/>
                  </a:lnTo>
                  <a:lnTo>
                    <a:pt x="99538" y="32865"/>
                  </a:lnTo>
                  <a:lnTo>
                    <a:pt x="95205" y="29759"/>
                  </a:lnTo>
                  <a:lnTo>
                    <a:pt x="90775" y="26794"/>
                  </a:lnTo>
                  <a:lnTo>
                    <a:pt x="86253" y="23971"/>
                  </a:lnTo>
                  <a:lnTo>
                    <a:pt x="81644" y="21293"/>
                  </a:lnTo>
                  <a:lnTo>
                    <a:pt x="76951" y="18764"/>
                  </a:lnTo>
                  <a:lnTo>
                    <a:pt x="72180" y="16386"/>
                  </a:lnTo>
                  <a:lnTo>
                    <a:pt x="67335" y="14161"/>
                  </a:lnTo>
                  <a:lnTo>
                    <a:pt x="62423" y="12092"/>
                  </a:lnTo>
                  <a:lnTo>
                    <a:pt x="57446" y="10180"/>
                  </a:lnTo>
                  <a:lnTo>
                    <a:pt x="52411" y="8428"/>
                  </a:lnTo>
                  <a:lnTo>
                    <a:pt x="47323" y="6838"/>
                  </a:lnTo>
                  <a:lnTo>
                    <a:pt x="42187" y="5410"/>
                  </a:lnTo>
                  <a:lnTo>
                    <a:pt x="37008" y="4148"/>
                  </a:lnTo>
                  <a:lnTo>
                    <a:pt x="31791" y="3050"/>
                  </a:lnTo>
                  <a:lnTo>
                    <a:pt x="26542" y="2120"/>
                  </a:lnTo>
                  <a:lnTo>
                    <a:pt x="21266" y="1358"/>
                  </a:lnTo>
                  <a:lnTo>
                    <a:pt x="15968" y="764"/>
                  </a:lnTo>
                  <a:lnTo>
                    <a:pt x="10654" y="339"/>
                  </a:lnTo>
                  <a:lnTo>
                    <a:pt x="533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2639" y="4213821"/>
              <a:ext cx="105832" cy="167167"/>
            </a:xfrm>
            <a:custGeom>
              <a:avLst/>
              <a:pathLst>
                <a:path w="105832" h="167167">
                  <a:moveTo>
                    <a:pt x="105832" y="0"/>
                  </a:moveTo>
                  <a:lnTo>
                    <a:pt x="100103" y="98"/>
                  </a:lnTo>
                  <a:lnTo>
                    <a:pt x="94381" y="392"/>
                  </a:lnTo>
                  <a:lnTo>
                    <a:pt x="88672" y="883"/>
                  </a:lnTo>
                  <a:lnTo>
                    <a:pt x="82984" y="1568"/>
                  </a:lnTo>
                  <a:lnTo>
                    <a:pt x="77322" y="2449"/>
                  </a:lnTo>
                  <a:lnTo>
                    <a:pt x="71694" y="3522"/>
                  </a:lnTo>
                  <a:lnTo>
                    <a:pt x="66106" y="4788"/>
                  </a:lnTo>
                  <a:lnTo>
                    <a:pt x="60564" y="6245"/>
                  </a:lnTo>
                  <a:lnTo>
                    <a:pt x="55076" y="7891"/>
                  </a:lnTo>
                  <a:lnTo>
                    <a:pt x="49647" y="9724"/>
                  </a:lnTo>
                  <a:lnTo>
                    <a:pt x="44285" y="11742"/>
                  </a:lnTo>
                  <a:lnTo>
                    <a:pt x="38994" y="13943"/>
                  </a:lnTo>
                  <a:lnTo>
                    <a:pt x="33783" y="16323"/>
                  </a:lnTo>
                  <a:lnTo>
                    <a:pt x="28655" y="18881"/>
                  </a:lnTo>
                  <a:lnTo>
                    <a:pt x="23619" y="21613"/>
                  </a:lnTo>
                  <a:lnTo>
                    <a:pt x="18679" y="24516"/>
                  </a:lnTo>
                  <a:lnTo>
                    <a:pt x="13842" y="27587"/>
                  </a:lnTo>
                  <a:lnTo>
                    <a:pt x="9112" y="30821"/>
                  </a:lnTo>
                  <a:lnTo>
                    <a:pt x="4496" y="34216"/>
                  </a:lnTo>
                  <a:lnTo>
                    <a:pt x="0" y="37767"/>
                  </a:lnTo>
                  <a:lnTo>
                    <a:pt x="10583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2639" y="4251588"/>
              <a:ext cx="105832" cy="129400"/>
            </a:xfrm>
            <a:custGeom>
              <a:avLst/>
              <a:pathLst>
                <a:path w="105832" h="129400">
                  <a:moveTo>
                    <a:pt x="0" y="0"/>
                  </a:moveTo>
                  <a:lnTo>
                    <a:pt x="105832" y="1294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07" y="4251588"/>
              <a:ext cx="334321" cy="296562"/>
            </a:xfrm>
            <a:custGeom>
              <a:avLst/>
              <a:pathLst>
                <a:path w="334321" h="296562">
                  <a:moveTo>
                    <a:pt x="61332" y="0"/>
                  </a:moveTo>
                  <a:lnTo>
                    <a:pt x="57271" y="3430"/>
                  </a:lnTo>
                  <a:lnTo>
                    <a:pt x="53322" y="6988"/>
                  </a:lnTo>
                  <a:lnTo>
                    <a:pt x="49487" y="10669"/>
                  </a:lnTo>
                  <a:lnTo>
                    <a:pt x="45772" y="14471"/>
                  </a:lnTo>
                  <a:lnTo>
                    <a:pt x="42179" y="18388"/>
                  </a:lnTo>
                  <a:lnTo>
                    <a:pt x="38712" y="22418"/>
                  </a:lnTo>
                  <a:lnTo>
                    <a:pt x="35376" y="26557"/>
                  </a:lnTo>
                  <a:lnTo>
                    <a:pt x="32173" y="30799"/>
                  </a:lnTo>
                  <a:lnTo>
                    <a:pt x="29106" y="35141"/>
                  </a:lnTo>
                  <a:lnTo>
                    <a:pt x="26179" y="39578"/>
                  </a:lnTo>
                  <a:lnTo>
                    <a:pt x="23394" y="44106"/>
                  </a:lnTo>
                  <a:lnTo>
                    <a:pt x="20755" y="48720"/>
                  </a:lnTo>
                  <a:lnTo>
                    <a:pt x="18264" y="53416"/>
                  </a:lnTo>
                  <a:lnTo>
                    <a:pt x="15923" y="58189"/>
                  </a:lnTo>
                  <a:lnTo>
                    <a:pt x="13736" y="63034"/>
                  </a:lnTo>
                  <a:lnTo>
                    <a:pt x="11703" y="67945"/>
                  </a:lnTo>
                  <a:lnTo>
                    <a:pt x="9828" y="72919"/>
                  </a:lnTo>
                  <a:lnTo>
                    <a:pt x="8111" y="77950"/>
                  </a:lnTo>
                  <a:lnTo>
                    <a:pt x="6556" y="83033"/>
                  </a:lnTo>
                  <a:lnTo>
                    <a:pt x="5163" y="88163"/>
                  </a:lnTo>
                  <a:lnTo>
                    <a:pt x="3934" y="93335"/>
                  </a:lnTo>
                  <a:lnTo>
                    <a:pt x="2870" y="98543"/>
                  </a:lnTo>
                  <a:lnTo>
                    <a:pt x="1972" y="103782"/>
                  </a:lnTo>
                  <a:lnTo>
                    <a:pt x="1241" y="109048"/>
                  </a:lnTo>
                  <a:lnTo>
                    <a:pt x="678" y="114334"/>
                  </a:lnTo>
                  <a:lnTo>
                    <a:pt x="283" y="119635"/>
                  </a:lnTo>
                  <a:lnTo>
                    <a:pt x="57" y="124945"/>
                  </a:lnTo>
                  <a:lnTo>
                    <a:pt x="0" y="130261"/>
                  </a:lnTo>
                  <a:lnTo>
                    <a:pt x="111" y="135575"/>
                  </a:lnTo>
                  <a:lnTo>
                    <a:pt x="392" y="140884"/>
                  </a:lnTo>
                  <a:lnTo>
                    <a:pt x="842" y="146180"/>
                  </a:lnTo>
                  <a:lnTo>
                    <a:pt x="1459" y="151460"/>
                  </a:lnTo>
                  <a:lnTo>
                    <a:pt x="2245" y="156718"/>
                  </a:lnTo>
                  <a:lnTo>
                    <a:pt x="3196" y="161947"/>
                  </a:lnTo>
                  <a:lnTo>
                    <a:pt x="4314" y="167144"/>
                  </a:lnTo>
                  <a:lnTo>
                    <a:pt x="5597" y="172303"/>
                  </a:lnTo>
                  <a:lnTo>
                    <a:pt x="7042" y="177418"/>
                  </a:lnTo>
                  <a:lnTo>
                    <a:pt x="8650" y="182485"/>
                  </a:lnTo>
                  <a:lnTo>
                    <a:pt x="10418" y="187498"/>
                  </a:lnTo>
                  <a:lnTo>
                    <a:pt x="12345" y="192453"/>
                  </a:lnTo>
                  <a:lnTo>
                    <a:pt x="14428" y="197343"/>
                  </a:lnTo>
                  <a:lnTo>
                    <a:pt x="16665" y="202165"/>
                  </a:lnTo>
                  <a:lnTo>
                    <a:pt x="19055" y="206913"/>
                  </a:lnTo>
                  <a:lnTo>
                    <a:pt x="21594" y="211583"/>
                  </a:lnTo>
                  <a:lnTo>
                    <a:pt x="24281" y="216170"/>
                  </a:lnTo>
                  <a:lnTo>
                    <a:pt x="27112" y="220669"/>
                  </a:lnTo>
                  <a:lnTo>
                    <a:pt x="30085" y="225076"/>
                  </a:lnTo>
                  <a:lnTo>
                    <a:pt x="33196" y="229386"/>
                  </a:lnTo>
                  <a:lnTo>
                    <a:pt x="36443" y="233595"/>
                  </a:lnTo>
                  <a:lnTo>
                    <a:pt x="39822" y="237699"/>
                  </a:lnTo>
                  <a:lnTo>
                    <a:pt x="43329" y="241693"/>
                  </a:lnTo>
                  <a:lnTo>
                    <a:pt x="46962" y="245573"/>
                  </a:lnTo>
                  <a:lnTo>
                    <a:pt x="50717" y="249336"/>
                  </a:lnTo>
                  <a:lnTo>
                    <a:pt x="54589" y="252978"/>
                  </a:lnTo>
                  <a:lnTo>
                    <a:pt x="58575" y="256495"/>
                  </a:lnTo>
                  <a:lnTo>
                    <a:pt x="62671" y="259883"/>
                  </a:lnTo>
                  <a:lnTo>
                    <a:pt x="66873" y="263140"/>
                  </a:lnTo>
                  <a:lnTo>
                    <a:pt x="71176" y="266261"/>
                  </a:lnTo>
                  <a:lnTo>
                    <a:pt x="75576" y="269244"/>
                  </a:lnTo>
                  <a:lnTo>
                    <a:pt x="80068" y="272085"/>
                  </a:lnTo>
                  <a:lnTo>
                    <a:pt x="84649" y="274782"/>
                  </a:lnTo>
                  <a:lnTo>
                    <a:pt x="89313" y="277332"/>
                  </a:lnTo>
                  <a:lnTo>
                    <a:pt x="94056" y="279733"/>
                  </a:lnTo>
                  <a:lnTo>
                    <a:pt x="98873" y="281981"/>
                  </a:lnTo>
                  <a:lnTo>
                    <a:pt x="103758" y="284075"/>
                  </a:lnTo>
                  <a:lnTo>
                    <a:pt x="108708" y="286013"/>
                  </a:lnTo>
                  <a:lnTo>
                    <a:pt x="113717" y="287793"/>
                  </a:lnTo>
                  <a:lnTo>
                    <a:pt x="118781" y="289412"/>
                  </a:lnTo>
                  <a:lnTo>
                    <a:pt x="123893" y="290869"/>
                  </a:lnTo>
                  <a:lnTo>
                    <a:pt x="129048" y="292163"/>
                  </a:lnTo>
                  <a:lnTo>
                    <a:pt x="134243" y="293293"/>
                  </a:lnTo>
                  <a:lnTo>
                    <a:pt x="139470" y="294257"/>
                  </a:lnTo>
                  <a:lnTo>
                    <a:pt x="144726" y="295054"/>
                  </a:lnTo>
                  <a:lnTo>
                    <a:pt x="150004" y="295684"/>
                  </a:lnTo>
                  <a:lnTo>
                    <a:pt x="155300" y="296145"/>
                  </a:lnTo>
                  <a:lnTo>
                    <a:pt x="160607" y="296438"/>
                  </a:lnTo>
                  <a:lnTo>
                    <a:pt x="165922" y="296562"/>
                  </a:lnTo>
                  <a:lnTo>
                    <a:pt x="171237" y="296517"/>
                  </a:lnTo>
                  <a:lnTo>
                    <a:pt x="176549" y="296303"/>
                  </a:lnTo>
                  <a:lnTo>
                    <a:pt x="181851" y="295921"/>
                  </a:lnTo>
                  <a:lnTo>
                    <a:pt x="187138" y="295370"/>
                  </a:lnTo>
                  <a:lnTo>
                    <a:pt x="192405" y="294651"/>
                  </a:lnTo>
                  <a:lnTo>
                    <a:pt x="197646" y="293765"/>
                  </a:lnTo>
                  <a:lnTo>
                    <a:pt x="202856" y="292712"/>
                  </a:lnTo>
                  <a:lnTo>
                    <a:pt x="208031" y="291495"/>
                  </a:lnTo>
                  <a:lnTo>
                    <a:pt x="213164" y="290114"/>
                  </a:lnTo>
                  <a:lnTo>
                    <a:pt x="218251" y="288570"/>
                  </a:lnTo>
                  <a:lnTo>
                    <a:pt x="223286" y="286865"/>
                  </a:lnTo>
                  <a:lnTo>
                    <a:pt x="228264" y="285001"/>
                  </a:lnTo>
                  <a:lnTo>
                    <a:pt x="233180" y="282980"/>
                  </a:lnTo>
                  <a:lnTo>
                    <a:pt x="238030" y="280803"/>
                  </a:lnTo>
                  <a:lnTo>
                    <a:pt x="242808" y="278474"/>
                  </a:lnTo>
                  <a:lnTo>
                    <a:pt x="247510" y="275993"/>
                  </a:lnTo>
                  <a:lnTo>
                    <a:pt x="252130" y="273364"/>
                  </a:lnTo>
                  <a:lnTo>
                    <a:pt x="256664" y="270590"/>
                  </a:lnTo>
                  <a:lnTo>
                    <a:pt x="261108" y="267673"/>
                  </a:lnTo>
                  <a:lnTo>
                    <a:pt x="265457" y="264616"/>
                  </a:lnTo>
                  <a:lnTo>
                    <a:pt x="269706" y="261423"/>
                  </a:lnTo>
                  <a:lnTo>
                    <a:pt x="273852" y="258096"/>
                  </a:lnTo>
                  <a:lnTo>
                    <a:pt x="277890" y="254639"/>
                  </a:lnTo>
                  <a:lnTo>
                    <a:pt x="281816" y="251055"/>
                  </a:lnTo>
                  <a:lnTo>
                    <a:pt x="285626" y="247348"/>
                  </a:lnTo>
                  <a:lnTo>
                    <a:pt x="289316" y="243522"/>
                  </a:lnTo>
                  <a:lnTo>
                    <a:pt x="292883" y="239580"/>
                  </a:lnTo>
                  <a:lnTo>
                    <a:pt x="296323" y="235527"/>
                  </a:lnTo>
                  <a:lnTo>
                    <a:pt x="299632" y="231367"/>
                  </a:lnTo>
                  <a:lnTo>
                    <a:pt x="302807" y="227104"/>
                  </a:lnTo>
                  <a:lnTo>
                    <a:pt x="305845" y="222742"/>
                  </a:lnTo>
                  <a:lnTo>
                    <a:pt x="308743" y="218285"/>
                  </a:lnTo>
                  <a:lnTo>
                    <a:pt x="311497" y="213739"/>
                  </a:lnTo>
                  <a:lnTo>
                    <a:pt x="314106" y="209107"/>
                  </a:lnTo>
                  <a:lnTo>
                    <a:pt x="316566" y="204395"/>
                  </a:lnTo>
                  <a:lnTo>
                    <a:pt x="318875" y="199607"/>
                  </a:lnTo>
                  <a:lnTo>
                    <a:pt x="321030" y="194748"/>
                  </a:lnTo>
                  <a:lnTo>
                    <a:pt x="323030" y="189823"/>
                  </a:lnTo>
                  <a:lnTo>
                    <a:pt x="324872" y="184836"/>
                  </a:lnTo>
                  <a:lnTo>
                    <a:pt x="326555" y="179794"/>
                  </a:lnTo>
                  <a:lnTo>
                    <a:pt x="328077" y="174701"/>
                  </a:lnTo>
                  <a:lnTo>
                    <a:pt x="329436" y="169562"/>
                  </a:lnTo>
                  <a:lnTo>
                    <a:pt x="330631" y="164382"/>
                  </a:lnTo>
                  <a:lnTo>
                    <a:pt x="331660" y="159167"/>
                  </a:lnTo>
                  <a:lnTo>
                    <a:pt x="332524" y="153922"/>
                  </a:lnTo>
                  <a:lnTo>
                    <a:pt x="333220" y="148652"/>
                  </a:lnTo>
                  <a:lnTo>
                    <a:pt x="333748" y="143363"/>
                  </a:lnTo>
                  <a:lnTo>
                    <a:pt x="334108" y="138059"/>
                  </a:lnTo>
                  <a:lnTo>
                    <a:pt x="334299" y="132747"/>
                  </a:lnTo>
                  <a:lnTo>
                    <a:pt x="334321" y="127431"/>
                  </a:lnTo>
                  <a:lnTo>
                    <a:pt x="334173" y="122117"/>
                  </a:lnTo>
                  <a:lnTo>
                    <a:pt x="333857" y="116811"/>
                  </a:lnTo>
                  <a:lnTo>
                    <a:pt x="333373" y="111517"/>
                  </a:lnTo>
                  <a:lnTo>
                    <a:pt x="332720" y="106242"/>
                  </a:lnTo>
                  <a:lnTo>
                    <a:pt x="331900" y="100990"/>
                  </a:lnTo>
                  <a:lnTo>
                    <a:pt x="330914" y="95766"/>
                  </a:lnTo>
                  <a:lnTo>
                    <a:pt x="329762" y="90577"/>
                  </a:lnTo>
                  <a:lnTo>
                    <a:pt x="328445" y="85427"/>
                  </a:lnTo>
                  <a:lnTo>
                    <a:pt x="326965" y="80321"/>
                  </a:lnTo>
                  <a:lnTo>
                    <a:pt x="325324" y="75265"/>
                  </a:lnTo>
                  <a:lnTo>
                    <a:pt x="323523" y="70264"/>
                  </a:lnTo>
                  <a:lnTo>
                    <a:pt x="321564" y="65322"/>
                  </a:lnTo>
                  <a:lnTo>
                    <a:pt x="319448" y="60446"/>
                  </a:lnTo>
                  <a:lnTo>
                    <a:pt x="317179" y="55639"/>
                  </a:lnTo>
                  <a:lnTo>
                    <a:pt x="167165" y="1294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50014" cy="167167"/>
            </a:xfrm>
            <a:custGeom>
              <a:avLst/>
              <a:pathLst>
                <a:path w="150014" h="167167">
                  <a:moveTo>
                    <a:pt x="150014" y="93406"/>
                  </a:moveTo>
                  <a:lnTo>
                    <a:pt x="147517" y="88532"/>
                  </a:lnTo>
                  <a:lnTo>
                    <a:pt x="144863" y="83743"/>
                  </a:lnTo>
                  <a:lnTo>
                    <a:pt x="142053" y="79043"/>
                  </a:lnTo>
                  <a:lnTo>
                    <a:pt x="139090" y="74437"/>
                  </a:lnTo>
                  <a:lnTo>
                    <a:pt x="135978" y="69931"/>
                  </a:lnTo>
                  <a:lnTo>
                    <a:pt x="132720" y="65530"/>
                  </a:lnTo>
                  <a:lnTo>
                    <a:pt x="129320" y="61237"/>
                  </a:lnTo>
                  <a:lnTo>
                    <a:pt x="125781" y="57058"/>
                  </a:lnTo>
                  <a:lnTo>
                    <a:pt x="122107" y="52998"/>
                  </a:lnTo>
                  <a:lnTo>
                    <a:pt x="118302" y="49059"/>
                  </a:lnTo>
                  <a:lnTo>
                    <a:pt x="114370" y="45248"/>
                  </a:lnTo>
                  <a:lnTo>
                    <a:pt x="110316" y="41567"/>
                  </a:lnTo>
                  <a:lnTo>
                    <a:pt x="106143" y="38021"/>
                  </a:lnTo>
                  <a:lnTo>
                    <a:pt x="101856" y="34614"/>
                  </a:lnTo>
                  <a:lnTo>
                    <a:pt x="97460" y="31349"/>
                  </a:lnTo>
                  <a:lnTo>
                    <a:pt x="92959" y="28230"/>
                  </a:lnTo>
                  <a:lnTo>
                    <a:pt x="88358" y="25260"/>
                  </a:lnTo>
                  <a:lnTo>
                    <a:pt x="83663" y="22442"/>
                  </a:lnTo>
                  <a:lnTo>
                    <a:pt x="78878" y="19779"/>
                  </a:lnTo>
                  <a:lnTo>
                    <a:pt x="74008" y="17275"/>
                  </a:lnTo>
                  <a:lnTo>
                    <a:pt x="69059" y="14931"/>
                  </a:lnTo>
                  <a:lnTo>
                    <a:pt x="64036" y="12751"/>
                  </a:lnTo>
                  <a:lnTo>
                    <a:pt x="58943" y="10736"/>
                  </a:lnTo>
                  <a:lnTo>
                    <a:pt x="53788" y="8890"/>
                  </a:lnTo>
                  <a:lnTo>
                    <a:pt x="48575" y="7213"/>
                  </a:lnTo>
                  <a:lnTo>
                    <a:pt x="43310" y="5708"/>
                  </a:lnTo>
                  <a:lnTo>
                    <a:pt x="37998" y="4376"/>
                  </a:lnTo>
                  <a:lnTo>
                    <a:pt x="32646" y="3218"/>
                  </a:lnTo>
                  <a:lnTo>
                    <a:pt x="27259" y="2237"/>
                  </a:lnTo>
                  <a:lnTo>
                    <a:pt x="21842" y="1433"/>
                  </a:lnTo>
                  <a:lnTo>
                    <a:pt x="16402" y="806"/>
                  </a:lnTo>
                  <a:lnTo>
                    <a:pt x="10944" y="358"/>
                  </a:lnTo>
                  <a:lnTo>
                    <a:pt x="547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64952" y="3707720"/>
              <a:ext cx="154059" cy="167167"/>
            </a:xfrm>
            <a:custGeom>
              <a:avLst/>
              <a:pathLst>
                <a:path w="154059" h="167167">
                  <a:moveTo>
                    <a:pt x="154059" y="0"/>
                  </a:moveTo>
                  <a:lnTo>
                    <a:pt x="148617" y="88"/>
                  </a:lnTo>
                  <a:lnTo>
                    <a:pt x="143181" y="354"/>
                  </a:lnTo>
                  <a:lnTo>
                    <a:pt x="137756" y="796"/>
                  </a:lnTo>
                  <a:lnTo>
                    <a:pt x="132349" y="1415"/>
                  </a:lnTo>
                  <a:lnTo>
                    <a:pt x="126964" y="2210"/>
                  </a:lnTo>
                  <a:lnTo>
                    <a:pt x="121609" y="3179"/>
                  </a:lnTo>
                  <a:lnTo>
                    <a:pt x="116287" y="4323"/>
                  </a:lnTo>
                  <a:lnTo>
                    <a:pt x="111006" y="5639"/>
                  </a:lnTo>
                  <a:lnTo>
                    <a:pt x="105771" y="7126"/>
                  </a:lnTo>
                  <a:lnTo>
                    <a:pt x="100586" y="8782"/>
                  </a:lnTo>
                  <a:lnTo>
                    <a:pt x="95459" y="10607"/>
                  </a:lnTo>
                  <a:lnTo>
                    <a:pt x="90393" y="12598"/>
                  </a:lnTo>
                  <a:lnTo>
                    <a:pt x="85395" y="14752"/>
                  </a:lnTo>
                  <a:lnTo>
                    <a:pt x="80470" y="17068"/>
                  </a:lnTo>
                  <a:lnTo>
                    <a:pt x="75622" y="19544"/>
                  </a:lnTo>
                  <a:lnTo>
                    <a:pt x="70858" y="22175"/>
                  </a:lnTo>
                  <a:lnTo>
                    <a:pt x="66182" y="24961"/>
                  </a:lnTo>
                  <a:lnTo>
                    <a:pt x="61599" y="27897"/>
                  </a:lnTo>
                  <a:lnTo>
                    <a:pt x="57115" y="30980"/>
                  </a:lnTo>
                  <a:lnTo>
                    <a:pt x="52733" y="34209"/>
                  </a:lnTo>
                  <a:lnTo>
                    <a:pt x="48458" y="37578"/>
                  </a:lnTo>
                  <a:lnTo>
                    <a:pt x="44295" y="41084"/>
                  </a:lnTo>
                  <a:lnTo>
                    <a:pt x="40249" y="44724"/>
                  </a:lnTo>
                  <a:lnTo>
                    <a:pt x="36323" y="48494"/>
                  </a:lnTo>
                  <a:lnTo>
                    <a:pt x="32522" y="52390"/>
                  </a:lnTo>
                  <a:lnTo>
                    <a:pt x="28850" y="56407"/>
                  </a:lnTo>
                  <a:lnTo>
                    <a:pt x="25311" y="60542"/>
                  </a:lnTo>
                  <a:lnTo>
                    <a:pt x="21908" y="64789"/>
                  </a:lnTo>
                  <a:lnTo>
                    <a:pt x="18645" y="69146"/>
                  </a:lnTo>
                  <a:lnTo>
                    <a:pt x="15526" y="73606"/>
                  </a:lnTo>
                  <a:lnTo>
                    <a:pt x="12554" y="78165"/>
                  </a:lnTo>
                  <a:lnTo>
                    <a:pt x="9732" y="82819"/>
                  </a:lnTo>
                  <a:lnTo>
                    <a:pt x="7062" y="87562"/>
                  </a:lnTo>
                  <a:lnTo>
                    <a:pt x="4549" y="92390"/>
                  </a:lnTo>
                  <a:lnTo>
                    <a:pt x="2194" y="97296"/>
                  </a:lnTo>
                  <a:lnTo>
                    <a:pt x="0" y="102277"/>
                  </a:lnTo>
                  <a:lnTo>
                    <a:pt x="1540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59" y="3709903"/>
              <a:ext cx="334304" cy="332151"/>
            </a:xfrm>
            <a:custGeom>
              <a:avLst/>
              <a:pathLst>
                <a:path w="334304" h="332151">
                  <a:moveTo>
                    <a:pt x="13092" y="100094"/>
                  </a:moveTo>
                  <a:lnTo>
                    <a:pt x="11111" y="105014"/>
                  </a:lnTo>
                  <a:lnTo>
                    <a:pt x="9287" y="109993"/>
                  </a:lnTo>
                  <a:lnTo>
                    <a:pt x="7622" y="115029"/>
                  </a:lnTo>
                  <a:lnTo>
                    <a:pt x="6118" y="120114"/>
                  </a:lnTo>
                  <a:lnTo>
                    <a:pt x="4776" y="125245"/>
                  </a:lnTo>
                  <a:lnTo>
                    <a:pt x="3597" y="130415"/>
                  </a:lnTo>
                  <a:lnTo>
                    <a:pt x="2583" y="135621"/>
                  </a:lnTo>
                  <a:lnTo>
                    <a:pt x="1734" y="140856"/>
                  </a:lnTo>
                  <a:lnTo>
                    <a:pt x="1052" y="146115"/>
                  </a:lnTo>
                  <a:lnTo>
                    <a:pt x="537" y="151393"/>
                  </a:lnTo>
                  <a:lnTo>
                    <a:pt x="190" y="156685"/>
                  </a:lnTo>
                  <a:lnTo>
                    <a:pt x="10" y="161986"/>
                  </a:lnTo>
                  <a:lnTo>
                    <a:pt x="0" y="167289"/>
                  </a:lnTo>
                  <a:lnTo>
                    <a:pt x="157" y="172590"/>
                  </a:lnTo>
                  <a:lnTo>
                    <a:pt x="482" y="177883"/>
                  </a:lnTo>
                  <a:lnTo>
                    <a:pt x="975" y="183164"/>
                  </a:lnTo>
                  <a:lnTo>
                    <a:pt x="1635" y="188426"/>
                  </a:lnTo>
                  <a:lnTo>
                    <a:pt x="2462" y="193664"/>
                  </a:lnTo>
                  <a:lnTo>
                    <a:pt x="3455" y="198874"/>
                  </a:lnTo>
                  <a:lnTo>
                    <a:pt x="4612" y="204049"/>
                  </a:lnTo>
                  <a:lnTo>
                    <a:pt x="5933" y="209185"/>
                  </a:lnTo>
                  <a:lnTo>
                    <a:pt x="7416" y="214277"/>
                  </a:lnTo>
                  <a:lnTo>
                    <a:pt x="9060" y="219319"/>
                  </a:lnTo>
                  <a:lnTo>
                    <a:pt x="10864" y="224306"/>
                  </a:lnTo>
                  <a:lnTo>
                    <a:pt x="12824" y="229234"/>
                  </a:lnTo>
                  <a:lnTo>
                    <a:pt x="14940" y="234097"/>
                  </a:lnTo>
                  <a:lnTo>
                    <a:pt x="17209" y="238891"/>
                  </a:lnTo>
                  <a:lnTo>
                    <a:pt x="19628" y="243610"/>
                  </a:lnTo>
                  <a:lnTo>
                    <a:pt x="22197" y="248250"/>
                  </a:lnTo>
                  <a:lnTo>
                    <a:pt x="24911" y="252806"/>
                  </a:lnTo>
                  <a:lnTo>
                    <a:pt x="27768" y="257273"/>
                  </a:lnTo>
                  <a:lnTo>
                    <a:pt x="30766" y="261648"/>
                  </a:lnTo>
                  <a:lnTo>
                    <a:pt x="33901" y="265926"/>
                  </a:lnTo>
                  <a:lnTo>
                    <a:pt x="37170" y="270102"/>
                  </a:lnTo>
                  <a:lnTo>
                    <a:pt x="40570" y="274172"/>
                  </a:lnTo>
                  <a:lnTo>
                    <a:pt x="44097" y="278132"/>
                  </a:lnTo>
                  <a:lnTo>
                    <a:pt x="47748" y="281979"/>
                  </a:lnTo>
                  <a:lnTo>
                    <a:pt x="51519" y="285707"/>
                  </a:lnTo>
                  <a:lnTo>
                    <a:pt x="55407" y="289315"/>
                  </a:lnTo>
                  <a:lnTo>
                    <a:pt x="59407" y="292797"/>
                  </a:lnTo>
                  <a:lnTo>
                    <a:pt x="63515" y="296150"/>
                  </a:lnTo>
                  <a:lnTo>
                    <a:pt x="67728" y="299371"/>
                  </a:lnTo>
                  <a:lnTo>
                    <a:pt x="72041" y="302458"/>
                  </a:lnTo>
                  <a:lnTo>
                    <a:pt x="76450" y="305405"/>
                  </a:lnTo>
                  <a:lnTo>
                    <a:pt x="80950" y="308212"/>
                  </a:lnTo>
                  <a:lnTo>
                    <a:pt x="85536" y="310874"/>
                  </a:lnTo>
                  <a:lnTo>
                    <a:pt x="90205" y="313390"/>
                  </a:lnTo>
                  <a:lnTo>
                    <a:pt x="94951" y="315756"/>
                  </a:lnTo>
                  <a:lnTo>
                    <a:pt x="99770" y="317970"/>
                  </a:lnTo>
                  <a:lnTo>
                    <a:pt x="104657" y="320030"/>
                  </a:lnTo>
                  <a:lnTo>
                    <a:pt x="109607" y="321935"/>
                  </a:lnTo>
                  <a:lnTo>
                    <a:pt x="114614" y="323681"/>
                  </a:lnTo>
                  <a:lnTo>
                    <a:pt x="119674" y="325268"/>
                  </a:lnTo>
                  <a:lnTo>
                    <a:pt x="124783" y="326693"/>
                  </a:lnTo>
                  <a:lnTo>
                    <a:pt x="129934" y="327956"/>
                  </a:lnTo>
                  <a:lnTo>
                    <a:pt x="135122" y="329054"/>
                  </a:lnTo>
                  <a:lnTo>
                    <a:pt x="140342" y="329988"/>
                  </a:lnTo>
                  <a:lnTo>
                    <a:pt x="145590" y="330755"/>
                  </a:lnTo>
                  <a:lnTo>
                    <a:pt x="150859" y="331355"/>
                  </a:lnTo>
                  <a:lnTo>
                    <a:pt x="156145" y="331788"/>
                  </a:lnTo>
                  <a:lnTo>
                    <a:pt x="161441" y="332054"/>
                  </a:lnTo>
                  <a:lnTo>
                    <a:pt x="166744" y="332151"/>
                  </a:lnTo>
                  <a:lnTo>
                    <a:pt x="172047" y="332080"/>
                  </a:lnTo>
                  <a:lnTo>
                    <a:pt x="177345" y="331840"/>
                  </a:lnTo>
                  <a:lnTo>
                    <a:pt x="182632" y="331433"/>
                  </a:lnTo>
                  <a:lnTo>
                    <a:pt x="187904" y="330858"/>
                  </a:lnTo>
                  <a:lnTo>
                    <a:pt x="193155" y="330116"/>
                  </a:lnTo>
                  <a:lnTo>
                    <a:pt x="198380" y="329208"/>
                  </a:lnTo>
                  <a:lnTo>
                    <a:pt x="203574" y="328135"/>
                  </a:lnTo>
                  <a:lnTo>
                    <a:pt x="208731" y="326898"/>
                  </a:lnTo>
                  <a:lnTo>
                    <a:pt x="213846" y="325497"/>
                  </a:lnTo>
                  <a:lnTo>
                    <a:pt x="218914" y="323935"/>
                  </a:lnTo>
                  <a:lnTo>
                    <a:pt x="223930" y="322213"/>
                  </a:lnTo>
                  <a:lnTo>
                    <a:pt x="228889" y="320333"/>
                  </a:lnTo>
                  <a:lnTo>
                    <a:pt x="233786" y="318296"/>
                  </a:lnTo>
                  <a:lnTo>
                    <a:pt x="238615" y="316106"/>
                  </a:lnTo>
                  <a:lnTo>
                    <a:pt x="243373" y="313763"/>
                  </a:lnTo>
                  <a:lnTo>
                    <a:pt x="248054" y="311270"/>
                  </a:lnTo>
                  <a:lnTo>
                    <a:pt x="252654" y="308630"/>
                  </a:lnTo>
                  <a:lnTo>
                    <a:pt x="257167" y="305846"/>
                  </a:lnTo>
                  <a:lnTo>
                    <a:pt x="261590" y="302919"/>
                  </a:lnTo>
                  <a:lnTo>
                    <a:pt x="265918" y="299854"/>
                  </a:lnTo>
                  <a:lnTo>
                    <a:pt x="270146" y="296653"/>
                  </a:lnTo>
                  <a:lnTo>
                    <a:pt x="274271" y="293320"/>
                  </a:lnTo>
                  <a:lnTo>
                    <a:pt x="278288" y="289858"/>
                  </a:lnTo>
                  <a:lnTo>
                    <a:pt x="282193" y="286269"/>
                  </a:lnTo>
                  <a:lnTo>
                    <a:pt x="285983" y="282559"/>
                  </a:lnTo>
                  <a:lnTo>
                    <a:pt x="289652" y="278731"/>
                  </a:lnTo>
                  <a:lnTo>
                    <a:pt x="293199" y="274788"/>
                  </a:lnTo>
                  <a:lnTo>
                    <a:pt x="296619" y="270734"/>
                  </a:lnTo>
                  <a:lnTo>
                    <a:pt x="299908" y="266574"/>
                  </a:lnTo>
                  <a:lnTo>
                    <a:pt x="303064" y="262312"/>
                  </a:lnTo>
                  <a:lnTo>
                    <a:pt x="306082" y="257952"/>
                  </a:lnTo>
                  <a:lnTo>
                    <a:pt x="308962" y="253498"/>
                  </a:lnTo>
                  <a:lnTo>
                    <a:pt x="311698" y="248955"/>
                  </a:lnTo>
                  <a:lnTo>
                    <a:pt x="314289" y="244328"/>
                  </a:lnTo>
                  <a:lnTo>
                    <a:pt x="316732" y="239620"/>
                  </a:lnTo>
                  <a:lnTo>
                    <a:pt x="319024" y="234838"/>
                  </a:lnTo>
                  <a:lnTo>
                    <a:pt x="321163" y="229985"/>
                  </a:lnTo>
                  <a:lnTo>
                    <a:pt x="323148" y="225067"/>
                  </a:lnTo>
                  <a:lnTo>
                    <a:pt x="324975" y="220089"/>
                  </a:lnTo>
                  <a:lnTo>
                    <a:pt x="326644" y="215055"/>
                  </a:lnTo>
                  <a:lnTo>
                    <a:pt x="328152" y="209970"/>
                  </a:lnTo>
                  <a:lnTo>
                    <a:pt x="329498" y="204841"/>
                  </a:lnTo>
                  <a:lnTo>
                    <a:pt x="330680" y="199671"/>
                  </a:lnTo>
                  <a:lnTo>
                    <a:pt x="331698" y="194466"/>
                  </a:lnTo>
                  <a:lnTo>
                    <a:pt x="332551" y="189232"/>
                  </a:lnTo>
                  <a:lnTo>
                    <a:pt x="333236" y="183973"/>
                  </a:lnTo>
                  <a:lnTo>
                    <a:pt x="333755" y="178695"/>
                  </a:lnTo>
                  <a:lnTo>
                    <a:pt x="334106" y="173403"/>
                  </a:lnTo>
                  <a:lnTo>
                    <a:pt x="334289" y="168103"/>
                  </a:lnTo>
                  <a:lnTo>
                    <a:pt x="334304" y="162800"/>
                  </a:lnTo>
                  <a:lnTo>
                    <a:pt x="334151" y="157499"/>
                  </a:lnTo>
                  <a:lnTo>
                    <a:pt x="333829" y="152205"/>
                  </a:lnTo>
                  <a:lnTo>
                    <a:pt x="333340" y="146925"/>
                  </a:lnTo>
                  <a:lnTo>
                    <a:pt x="332684" y="141662"/>
                  </a:lnTo>
                  <a:lnTo>
                    <a:pt x="331861" y="136423"/>
                  </a:lnTo>
                  <a:lnTo>
                    <a:pt x="330872" y="131213"/>
                  </a:lnTo>
                  <a:lnTo>
                    <a:pt x="329718" y="126036"/>
                  </a:lnTo>
                  <a:lnTo>
                    <a:pt x="328401" y="120899"/>
                  </a:lnTo>
                  <a:lnTo>
                    <a:pt x="326921" y="115807"/>
                  </a:lnTo>
                  <a:lnTo>
                    <a:pt x="325281" y="110763"/>
                  </a:lnTo>
                  <a:lnTo>
                    <a:pt x="323482" y="105775"/>
                  </a:lnTo>
                  <a:lnTo>
                    <a:pt x="321525" y="100845"/>
                  </a:lnTo>
                  <a:lnTo>
                    <a:pt x="319413" y="95981"/>
                  </a:lnTo>
                  <a:lnTo>
                    <a:pt x="317147" y="91186"/>
                  </a:lnTo>
                  <a:lnTo>
                    <a:pt x="314731" y="86465"/>
                  </a:lnTo>
                  <a:lnTo>
                    <a:pt x="312166" y="81823"/>
                  </a:lnTo>
                  <a:lnTo>
                    <a:pt x="309455" y="77265"/>
                  </a:lnTo>
                  <a:lnTo>
                    <a:pt x="306601" y="72795"/>
                  </a:lnTo>
                  <a:lnTo>
                    <a:pt x="303606" y="68418"/>
                  </a:lnTo>
                  <a:lnTo>
                    <a:pt x="300475" y="64138"/>
                  </a:lnTo>
                  <a:lnTo>
                    <a:pt x="297209" y="59960"/>
                  </a:lnTo>
                  <a:lnTo>
                    <a:pt x="293812" y="55887"/>
                  </a:lnTo>
                  <a:lnTo>
                    <a:pt x="290287" y="51925"/>
                  </a:lnTo>
                  <a:lnTo>
                    <a:pt x="286639" y="48075"/>
                  </a:lnTo>
                  <a:lnTo>
                    <a:pt x="282871" y="44344"/>
                  </a:lnTo>
                  <a:lnTo>
                    <a:pt x="278986" y="40734"/>
                  </a:lnTo>
                  <a:lnTo>
                    <a:pt x="274988" y="37249"/>
                  </a:lnTo>
                  <a:lnTo>
                    <a:pt x="270882" y="33893"/>
                  </a:lnTo>
                  <a:lnTo>
                    <a:pt x="266671" y="30668"/>
                  </a:lnTo>
                  <a:lnTo>
                    <a:pt x="262361" y="27579"/>
                  </a:lnTo>
                  <a:lnTo>
                    <a:pt x="257954" y="24628"/>
                  </a:lnTo>
                  <a:lnTo>
                    <a:pt x="253456" y="21818"/>
                  </a:lnTo>
                  <a:lnTo>
                    <a:pt x="248872" y="19153"/>
                  </a:lnTo>
                  <a:lnTo>
                    <a:pt x="244205" y="16634"/>
                  </a:lnTo>
                  <a:lnTo>
                    <a:pt x="239460" y="14264"/>
                  </a:lnTo>
                  <a:lnTo>
                    <a:pt x="234643" y="12047"/>
                  </a:lnTo>
                  <a:lnTo>
                    <a:pt x="229758" y="9983"/>
                  </a:lnTo>
                  <a:lnTo>
                    <a:pt x="224810" y="8075"/>
                  </a:lnTo>
                  <a:lnTo>
                    <a:pt x="219803" y="6325"/>
                  </a:lnTo>
                  <a:lnTo>
                    <a:pt x="214744" y="4734"/>
                  </a:lnTo>
                  <a:lnTo>
                    <a:pt x="209637" y="3305"/>
                  </a:lnTo>
                  <a:lnTo>
                    <a:pt x="204487" y="2039"/>
                  </a:lnTo>
                  <a:lnTo>
                    <a:pt x="199299" y="937"/>
                  </a:lnTo>
                  <a:lnTo>
                    <a:pt x="194080" y="0"/>
                  </a:lnTo>
                  <a:lnTo>
                    <a:pt x="167151" y="1649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6928" cy="167167"/>
            </a:xfrm>
            <a:custGeom>
              <a:avLst/>
              <a:pathLst>
                <a:path w="26928" h="167167">
                  <a:moveTo>
                    <a:pt x="26928" y="2183"/>
                  </a:moveTo>
                  <a:lnTo>
                    <a:pt x="20235" y="1229"/>
                  </a:lnTo>
                  <a:lnTo>
                    <a:pt x="13508" y="546"/>
                  </a:lnTo>
                  <a:lnTo>
                    <a:pt x="6759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2025-06-05T22:55:31Z</dcterms:modified>
  <cp:category/>
</cp:coreProperties>
</file>