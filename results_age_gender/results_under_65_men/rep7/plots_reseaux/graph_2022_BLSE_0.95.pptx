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1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94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12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1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98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51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51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1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66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51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95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51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66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58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75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66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95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98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1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190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775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069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580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15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1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49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23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1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55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31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1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66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42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1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66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42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1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70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49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1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15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58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069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77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195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76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62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12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25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98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51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51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194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12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256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1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66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51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12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25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31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690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1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62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194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25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5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51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66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62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194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12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95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98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33409" y="3170392"/>
              <a:ext cx="50369" cy="167167"/>
            </a:xfrm>
            <a:custGeom>
              <a:avLst/>
              <a:pathLst>
                <a:path w="50369" h="167167">
                  <a:moveTo>
                    <a:pt x="50369" y="0"/>
                  </a:moveTo>
                  <a:lnTo>
                    <a:pt x="43975" y="122"/>
                  </a:lnTo>
                  <a:lnTo>
                    <a:pt x="37590" y="489"/>
                  </a:lnTo>
                  <a:lnTo>
                    <a:pt x="31224" y="1099"/>
                  </a:lnTo>
                  <a:lnTo>
                    <a:pt x="24886" y="1953"/>
                  </a:lnTo>
                  <a:lnTo>
                    <a:pt x="18586" y="3049"/>
                  </a:lnTo>
                  <a:lnTo>
                    <a:pt x="12332" y="4385"/>
                  </a:lnTo>
                  <a:lnTo>
                    <a:pt x="6133" y="5959"/>
                  </a:lnTo>
                  <a:lnTo>
                    <a:pt x="0" y="7768"/>
                  </a:lnTo>
                  <a:lnTo>
                    <a:pt x="5036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3409" y="3178161"/>
              <a:ext cx="50369" cy="159398"/>
            </a:xfrm>
            <a:custGeom>
              <a:avLst/>
              <a:pathLst>
                <a:path w="50369" h="159398">
                  <a:moveTo>
                    <a:pt x="0" y="0"/>
                  </a:moveTo>
                  <a:lnTo>
                    <a:pt x="50369" y="1593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816612" y="3170418"/>
              <a:ext cx="334333" cy="334292"/>
            </a:xfrm>
            <a:custGeom>
              <a:avLst/>
              <a:pathLst>
                <a:path w="334333" h="334292">
                  <a:moveTo>
                    <a:pt x="116797" y="7743"/>
                  </a:moveTo>
                  <a:lnTo>
                    <a:pt x="111770" y="9419"/>
                  </a:lnTo>
                  <a:lnTo>
                    <a:pt x="106799" y="11254"/>
                  </a:lnTo>
                  <a:lnTo>
                    <a:pt x="101888" y="13246"/>
                  </a:lnTo>
                  <a:lnTo>
                    <a:pt x="97044" y="15392"/>
                  </a:lnTo>
                  <a:lnTo>
                    <a:pt x="92269" y="17691"/>
                  </a:lnTo>
                  <a:lnTo>
                    <a:pt x="87570" y="20140"/>
                  </a:lnTo>
                  <a:lnTo>
                    <a:pt x="82951" y="22736"/>
                  </a:lnTo>
                  <a:lnTo>
                    <a:pt x="78417" y="25478"/>
                  </a:lnTo>
                  <a:lnTo>
                    <a:pt x="73971" y="28362"/>
                  </a:lnTo>
                  <a:lnTo>
                    <a:pt x="69619" y="31385"/>
                  </a:lnTo>
                  <a:lnTo>
                    <a:pt x="65366" y="34545"/>
                  </a:lnTo>
                  <a:lnTo>
                    <a:pt x="61214" y="37838"/>
                  </a:lnTo>
                  <a:lnTo>
                    <a:pt x="57169" y="41261"/>
                  </a:lnTo>
                  <a:lnTo>
                    <a:pt x="53235" y="44811"/>
                  </a:lnTo>
                  <a:lnTo>
                    <a:pt x="49415" y="48483"/>
                  </a:lnTo>
                  <a:lnTo>
                    <a:pt x="45714" y="52275"/>
                  </a:lnTo>
                  <a:lnTo>
                    <a:pt x="42134" y="56182"/>
                  </a:lnTo>
                  <a:lnTo>
                    <a:pt x="38680" y="60201"/>
                  </a:lnTo>
                  <a:lnTo>
                    <a:pt x="35355" y="64327"/>
                  </a:lnTo>
                  <a:lnTo>
                    <a:pt x="32163" y="68556"/>
                  </a:lnTo>
                  <a:lnTo>
                    <a:pt x="29106" y="72884"/>
                  </a:lnTo>
                  <a:lnTo>
                    <a:pt x="26188" y="77307"/>
                  </a:lnTo>
                  <a:lnTo>
                    <a:pt x="23412" y="81821"/>
                  </a:lnTo>
                  <a:lnTo>
                    <a:pt x="20780" y="86420"/>
                  </a:lnTo>
                  <a:lnTo>
                    <a:pt x="18295" y="91100"/>
                  </a:lnTo>
                  <a:lnTo>
                    <a:pt x="15959" y="95856"/>
                  </a:lnTo>
                  <a:lnTo>
                    <a:pt x="13776" y="100685"/>
                  </a:lnTo>
                  <a:lnTo>
                    <a:pt x="11747" y="105580"/>
                  </a:lnTo>
                  <a:lnTo>
                    <a:pt x="9874" y="110536"/>
                  </a:lnTo>
                  <a:lnTo>
                    <a:pt x="8159" y="115550"/>
                  </a:lnTo>
                  <a:lnTo>
                    <a:pt x="6603" y="120616"/>
                  </a:lnTo>
                  <a:lnTo>
                    <a:pt x="5210" y="125728"/>
                  </a:lnTo>
                  <a:lnTo>
                    <a:pt x="3978" y="130882"/>
                  </a:lnTo>
                  <a:lnTo>
                    <a:pt x="2911" y="136072"/>
                  </a:lnTo>
                  <a:lnTo>
                    <a:pt x="2009" y="141294"/>
                  </a:lnTo>
                  <a:lnTo>
                    <a:pt x="1273" y="146541"/>
                  </a:lnTo>
                  <a:lnTo>
                    <a:pt x="703" y="151810"/>
                  </a:lnTo>
                  <a:lnTo>
                    <a:pt x="301" y="157093"/>
                  </a:lnTo>
                  <a:lnTo>
                    <a:pt x="66" y="162387"/>
                  </a:lnTo>
                  <a:lnTo>
                    <a:pt x="0" y="167685"/>
                  </a:lnTo>
                  <a:lnTo>
                    <a:pt x="101" y="172983"/>
                  </a:lnTo>
                  <a:lnTo>
                    <a:pt x="370" y="178275"/>
                  </a:lnTo>
                  <a:lnTo>
                    <a:pt x="807" y="183556"/>
                  </a:lnTo>
                  <a:lnTo>
                    <a:pt x="1410" y="188821"/>
                  </a:lnTo>
                  <a:lnTo>
                    <a:pt x="2181" y="194063"/>
                  </a:lnTo>
                  <a:lnTo>
                    <a:pt x="3117" y="199279"/>
                  </a:lnTo>
                  <a:lnTo>
                    <a:pt x="4218" y="204462"/>
                  </a:lnTo>
                  <a:lnTo>
                    <a:pt x="5483" y="209608"/>
                  </a:lnTo>
                  <a:lnTo>
                    <a:pt x="6910" y="214711"/>
                  </a:lnTo>
                  <a:lnTo>
                    <a:pt x="8498" y="219766"/>
                  </a:lnTo>
                  <a:lnTo>
                    <a:pt x="10246" y="224769"/>
                  </a:lnTo>
                  <a:lnTo>
                    <a:pt x="12151" y="229713"/>
                  </a:lnTo>
                  <a:lnTo>
                    <a:pt x="14212" y="234595"/>
                  </a:lnTo>
                  <a:lnTo>
                    <a:pt x="16427" y="239409"/>
                  </a:lnTo>
                  <a:lnTo>
                    <a:pt x="18793" y="244150"/>
                  </a:lnTo>
                  <a:lnTo>
                    <a:pt x="21308" y="248814"/>
                  </a:lnTo>
                  <a:lnTo>
                    <a:pt x="23970" y="253396"/>
                  </a:lnTo>
                  <a:lnTo>
                    <a:pt x="26776" y="257891"/>
                  </a:lnTo>
                  <a:lnTo>
                    <a:pt x="29723" y="262295"/>
                  </a:lnTo>
                  <a:lnTo>
                    <a:pt x="32808" y="266603"/>
                  </a:lnTo>
                  <a:lnTo>
                    <a:pt x="36027" y="270812"/>
                  </a:lnTo>
                  <a:lnTo>
                    <a:pt x="39379" y="274916"/>
                  </a:lnTo>
                  <a:lnTo>
                    <a:pt x="42859" y="278912"/>
                  </a:lnTo>
                  <a:lnTo>
                    <a:pt x="46464" y="282796"/>
                  </a:lnTo>
                  <a:lnTo>
                    <a:pt x="50190" y="286563"/>
                  </a:lnTo>
                  <a:lnTo>
                    <a:pt x="54034" y="290211"/>
                  </a:lnTo>
                  <a:lnTo>
                    <a:pt x="57992" y="293734"/>
                  </a:lnTo>
                  <a:lnTo>
                    <a:pt x="62059" y="297131"/>
                  </a:lnTo>
                  <a:lnTo>
                    <a:pt x="66231" y="300397"/>
                  </a:lnTo>
                  <a:lnTo>
                    <a:pt x="70506" y="303529"/>
                  </a:lnTo>
                  <a:lnTo>
                    <a:pt x="74877" y="306524"/>
                  </a:lnTo>
                  <a:lnTo>
                    <a:pt x="79341" y="309379"/>
                  </a:lnTo>
                  <a:lnTo>
                    <a:pt x="83893" y="312091"/>
                  </a:lnTo>
                  <a:lnTo>
                    <a:pt x="88529" y="314658"/>
                  </a:lnTo>
                  <a:lnTo>
                    <a:pt x="93244" y="317076"/>
                  </a:lnTo>
                  <a:lnTo>
                    <a:pt x="98033" y="319344"/>
                  </a:lnTo>
                  <a:lnTo>
                    <a:pt x="102892" y="321458"/>
                  </a:lnTo>
                  <a:lnTo>
                    <a:pt x="107815" y="323418"/>
                  </a:lnTo>
                  <a:lnTo>
                    <a:pt x="112798" y="325220"/>
                  </a:lnTo>
                  <a:lnTo>
                    <a:pt x="117836" y="326864"/>
                  </a:lnTo>
                  <a:lnTo>
                    <a:pt x="122923" y="328347"/>
                  </a:lnTo>
                  <a:lnTo>
                    <a:pt x="128054" y="329669"/>
                  </a:lnTo>
                  <a:lnTo>
                    <a:pt x="133225" y="330827"/>
                  </a:lnTo>
                  <a:lnTo>
                    <a:pt x="138430" y="331820"/>
                  </a:lnTo>
                  <a:lnTo>
                    <a:pt x="143664" y="332648"/>
                  </a:lnTo>
                  <a:lnTo>
                    <a:pt x="148921" y="333310"/>
                  </a:lnTo>
                  <a:lnTo>
                    <a:pt x="154197" y="333805"/>
                  </a:lnTo>
                  <a:lnTo>
                    <a:pt x="159486" y="334132"/>
                  </a:lnTo>
                  <a:lnTo>
                    <a:pt x="164782" y="334292"/>
                  </a:lnTo>
                  <a:lnTo>
                    <a:pt x="170081" y="334283"/>
                  </a:lnTo>
                  <a:lnTo>
                    <a:pt x="175377" y="334107"/>
                  </a:lnTo>
                  <a:lnTo>
                    <a:pt x="180665" y="333763"/>
                  </a:lnTo>
                  <a:lnTo>
                    <a:pt x="185939" y="333251"/>
                  </a:lnTo>
                  <a:lnTo>
                    <a:pt x="191195" y="332573"/>
                  </a:lnTo>
                  <a:lnTo>
                    <a:pt x="196426" y="331728"/>
                  </a:lnTo>
                  <a:lnTo>
                    <a:pt x="201628" y="330718"/>
                  </a:lnTo>
                  <a:lnTo>
                    <a:pt x="206795" y="329543"/>
                  </a:lnTo>
                  <a:lnTo>
                    <a:pt x="211922" y="328206"/>
                  </a:lnTo>
                  <a:lnTo>
                    <a:pt x="217004" y="326706"/>
                  </a:lnTo>
                  <a:lnTo>
                    <a:pt x="222037" y="325047"/>
                  </a:lnTo>
                  <a:lnTo>
                    <a:pt x="227014" y="323228"/>
                  </a:lnTo>
                  <a:lnTo>
                    <a:pt x="231931" y="321253"/>
                  </a:lnTo>
                  <a:lnTo>
                    <a:pt x="236783" y="319123"/>
                  </a:lnTo>
                  <a:lnTo>
                    <a:pt x="241565" y="316840"/>
                  </a:lnTo>
                  <a:lnTo>
                    <a:pt x="246272" y="314407"/>
                  </a:lnTo>
                  <a:lnTo>
                    <a:pt x="250900" y="311826"/>
                  </a:lnTo>
                  <a:lnTo>
                    <a:pt x="255443" y="309099"/>
                  </a:lnTo>
                  <a:lnTo>
                    <a:pt x="259898" y="306230"/>
                  </a:lnTo>
                  <a:lnTo>
                    <a:pt x="264260" y="303221"/>
                  </a:lnTo>
                  <a:lnTo>
                    <a:pt x="268524" y="300075"/>
                  </a:lnTo>
                  <a:lnTo>
                    <a:pt x="272686" y="296796"/>
                  </a:lnTo>
                  <a:lnTo>
                    <a:pt x="276743" y="293387"/>
                  </a:lnTo>
                  <a:lnTo>
                    <a:pt x="280689" y="289850"/>
                  </a:lnTo>
                  <a:lnTo>
                    <a:pt x="284521" y="286190"/>
                  </a:lnTo>
                  <a:lnTo>
                    <a:pt x="288235" y="282411"/>
                  </a:lnTo>
                  <a:lnTo>
                    <a:pt x="291828" y="278516"/>
                  </a:lnTo>
                  <a:lnTo>
                    <a:pt x="295295" y="274509"/>
                  </a:lnTo>
                  <a:lnTo>
                    <a:pt x="298634" y="270394"/>
                  </a:lnTo>
                  <a:lnTo>
                    <a:pt x="301840" y="266175"/>
                  </a:lnTo>
                  <a:lnTo>
                    <a:pt x="304911" y="261857"/>
                  </a:lnTo>
                  <a:lnTo>
                    <a:pt x="307844" y="257444"/>
                  </a:lnTo>
                  <a:lnTo>
                    <a:pt x="310636" y="252940"/>
                  </a:lnTo>
                  <a:lnTo>
                    <a:pt x="313283" y="248350"/>
                  </a:lnTo>
                  <a:lnTo>
                    <a:pt x="315783" y="243678"/>
                  </a:lnTo>
                  <a:lnTo>
                    <a:pt x="318134" y="238929"/>
                  </a:lnTo>
                  <a:lnTo>
                    <a:pt x="320334" y="234108"/>
                  </a:lnTo>
                  <a:lnTo>
                    <a:pt x="322379" y="229220"/>
                  </a:lnTo>
                  <a:lnTo>
                    <a:pt x="324269" y="224269"/>
                  </a:lnTo>
                  <a:lnTo>
                    <a:pt x="326001" y="219261"/>
                  </a:lnTo>
                  <a:lnTo>
                    <a:pt x="327573" y="214201"/>
                  </a:lnTo>
                  <a:lnTo>
                    <a:pt x="328984" y="209093"/>
                  </a:lnTo>
                  <a:lnTo>
                    <a:pt x="330232" y="203944"/>
                  </a:lnTo>
                  <a:lnTo>
                    <a:pt x="331317" y="198757"/>
                  </a:lnTo>
                  <a:lnTo>
                    <a:pt x="332236" y="193538"/>
                  </a:lnTo>
                  <a:lnTo>
                    <a:pt x="332990" y="188293"/>
                  </a:lnTo>
                  <a:lnTo>
                    <a:pt x="333577" y="183027"/>
                  </a:lnTo>
                  <a:lnTo>
                    <a:pt x="333997" y="177745"/>
                  </a:lnTo>
                  <a:lnTo>
                    <a:pt x="334249" y="172452"/>
                  </a:lnTo>
                  <a:lnTo>
                    <a:pt x="334333" y="167154"/>
                  </a:lnTo>
                  <a:lnTo>
                    <a:pt x="334250" y="161855"/>
                  </a:lnTo>
                  <a:lnTo>
                    <a:pt x="333998" y="156562"/>
                  </a:lnTo>
                  <a:lnTo>
                    <a:pt x="333579" y="151280"/>
                  </a:lnTo>
                  <a:lnTo>
                    <a:pt x="332993" y="146014"/>
                  </a:lnTo>
                  <a:lnTo>
                    <a:pt x="332240" y="140769"/>
                  </a:lnTo>
                  <a:lnTo>
                    <a:pt x="331321" y="135550"/>
                  </a:lnTo>
                  <a:lnTo>
                    <a:pt x="330238" y="130363"/>
                  </a:lnTo>
                  <a:lnTo>
                    <a:pt x="328990" y="125213"/>
                  </a:lnTo>
                  <a:lnTo>
                    <a:pt x="327580" y="120105"/>
                  </a:lnTo>
                  <a:lnTo>
                    <a:pt x="326008" y="115045"/>
                  </a:lnTo>
                  <a:lnTo>
                    <a:pt x="324277" y="110036"/>
                  </a:lnTo>
                  <a:lnTo>
                    <a:pt x="322389" y="105086"/>
                  </a:lnTo>
                  <a:lnTo>
                    <a:pt x="320344" y="100197"/>
                  </a:lnTo>
                  <a:lnTo>
                    <a:pt x="318145" y="95376"/>
                  </a:lnTo>
                  <a:lnTo>
                    <a:pt x="315795" y="90627"/>
                  </a:lnTo>
                  <a:lnTo>
                    <a:pt x="313295" y="85954"/>
                  </a:lnTo>
                  <a:lnTo>
                    <a:pt x="310648" y="81364"/>
                  </a:lnTo>
                  <a:lnTo>
                    <a:pt x="307858" y="76859"/>
                  </a:lnTo>
                  <a:lnTo>
                    <a:pt x="304926" y="72445"/>
                  </a:lnTo>
                  <a:lnTo>
                    <a:pt x="301855" y="68127"/>
                  </a:lnTo>
                  <a:lnTo>
                    <a:pt x="298649" y="63908"/>
                  </a:lnTo>
                  <a:lnTo>
                    <a:pt x="295311" y="59792"/>
                  </a:lnTo>
                  <a:lnTo>
                    <a:pt x="291845" y="55785"/>
                  </a:lnTo>
                  <a:lnTo>
                    <a:pt x="288253" y="51889"/>
                  </a:lnTo>
                  <a:lnTo>
                    <a:pt x="284539" y="48109"/>
                  </a:lnTo>
                  <a:lnTo>
                    <a:pt x="280707" y="44449"/>
                  </a:lnTo>
                  <a:lnTo>
                    <a:pt x="276762" y="40912"/>
                  </a:lnTo>
                  <a:lnTo>
                    <a:pt x="272706" y="37502"/>
                  </a:lnTo>
                  <a:lnTo>
                    <a:pt x="268544" y="34222"/>
                  </a:lnTo>
                  <a:lnTo>
                    <a:pt x="264280" y="31076"/>
                  </a:lnTo>
                  <a:lnTo>
                    <a:pt x="259919" y="28066"/>
                  </a:lnTo>
                  <a:lnTo>
                    <a:pt x="255464" y="25196"/>
                  </a:lnTo>
                  <a:lnTo>
                    <a:pt x="250921" y="22469"/>
                  </a:lnTo>
                  <a:lnTo>
                    <a:pt x="246294" y="19887"/>
                  </a:lnTo>
                  <a:lnTo>
                    <a:pt x="241587" y="17453"/>
                  </a:lnTo>
                  <a:lnTo>
                    <a:pt x="236805" y="15170"/>
                  </a:lnTo>
                  <a:lnTo>
                    <a:pt x="231954" y="13039"/>
                  </a:lnTo>
                  <a:lnTo>
                    <a:pt x="227037" y="11063"/>
                  </a:lnTo>
                  <a:lnTo>
                    <a:pt x="222060" y="9244"/>
                  </a:lnTo>
                  <a:lnTo>
                    <a:pt x="217028" y="7583"/>
                  </a:lnTo>
                  <a:lnTo>
                    <a:pt x="211946" y="6083"/>
                  </a:lnTo>
                  <a:lnTo>
                    <a:pt x="206819" y="4745"/>
                  </a:lnTo>
                  <a:lnTo>
                    <a:pt x="201652" y="3569"/>
                  </a:lnTo>
                  <a:lnTo>
                    <a:pt x="196450" y="2559"/>
                  </a:lnTo>
                  <a:lnTo>
                    <a:pt x="191219" y="1713"/>
                  </a:lnTo>
                  <a:lnTo>
                    <a:pt x="185964" y="1034"/>
                  </a:lnTo>
                  <a:lnTo>
                    <a:pt x="180690" y="522"/>
                  </a:lnTo>
                  <a:lnTo>
                    <a:pt x="175402" y="177"/>
                  </a:lnTo>
                  <a:lnTo>
                    <a:pt x="170106" y="0"/>
                  </a:lnTo>
                  <a:lnTo>
                    <a:pt x="167166" y="167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83779" y="3170392"/>
              <a:ext cx="2940" cy="167167"/>
            </a:xfrm>
            <a:custGeom>
              <a:avLst/>
              <a:pathLst>
                <a:path w="2940" h="167167">
                  <a:moveTo>
                    <a:pt x="2940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1845" y="2633064"/>
              <a:ext cx="167166" cy="177452"/>
            </a:xfrm>
            <a:custGeom>
              <a:avLst/>
              <a:pathLst>
                <a:path w="167166" h="177452">
                  <a:moveTo>
                    <a:pt x="167166" y="0"/>
                  </a:moveTo>
                  <a:lnTo>
                    <a:pt x="161709" y="89"/>
                  </a:lnTo>
                  <a:lnTo>
                    <a:pt x="156258" y="356"/>
                  </a:lnTo>
                  <a:lnTo>
                    <a:pt x="150819" y="801"/>
                  </a:lnTo>
                  <a:lnTo>
                    <a:pt x="145398" y="1423"/>
                  </a:lnTo>
                  <a:lnTo>
                    <a:pt x="139999" y="2222"/>
                  </a:lnTo>
                  <a:lnTo>
                    <a:pt x="134629" y="3196"/>
                  </a:lnTo>
                  <a:lnTo>
                    <a:pt x="129295" y="4346"/>
                  </a:lnTo>
                  <a:lnTo>
                    <a:pt x="124000" y="5669"/>
                  </a:lnTo>
                  <a:lnTo>
                    <a:pt x="118751" y="7164"/>
                  </a:lnTo>
                  <a:lnTo>
                    <a:pt x="113555" y="8829"/>
                  </a:lnTo>
                  <a:lnTo>
                    <a:pt x="108415" y="10664"/>
                  </a:lnTo>
                  <a:lnTo>
                    <a:pt x="103338" y="12665"/>
                  </a:lnTo>
                  <a:lnTo>
                    <a:pt x="98328" y="14831"/>
                  </a:lnTo>
                  <a:lnTo>
                    <a:pt x="93393" y="17159"/>
                  </a:lnTo>
                  <a:lnTo>
                    <a:pt x="88535" y="19647"/>
                  </a:lnTo>
                  <a:lnTo>
                    <a:pt x="83762" y="22292"/>
                  </a:lnTo>
                  <a:lnTo>
                    <a:pt x="79078" y="25092"/>
                  </a:lnTo>
                  <a:lnTo>
                    <a:pt x="74487" y="28043"/>
                  </a:lnTo>
                  <a:lnTo>
                    <a:pt x="69995" y="31142"/>
                  </a:lnTo>
                  <a:lnTo>
                    <a:pt x="65607" y="34386"/>
                  </a:lnTo>
                  <a:lnTo>
                    <a:pt x="61327" y="37772"/>
                  </a:lnTo>
                  <a:lnTo>
                    <a:pt x="57160" y="41296"/>
                  </a:lnTo>
                  <a:lnTo>
                    <a:pt x="53110" y="44953"/>
                  </a:lnTo>
                  <a:lnTo>
                    <a:pt x="49181" y="48742"/>
                  </a:lnTo>
                  <a:lnTo>
                    <a:pt x="45378" y="52656"/>
                  </a:lnTo>
                  <a:lnTo>
                    <a:pt x="41706" y="56692"/>
                  </a:lnTo>
                  <a:lnTo>
                    <a:pt x="38166" y="60846"/>
                  </a:lnTo>
                  <a:lnTo>
                    <a:pt x="34765" y="65114"/>
                  </a:lnTo>
                  <a:lnTo>
                    <a:pt x="31504" y="69490"/>
                  </a:lnTo>
                  <a:lnTo>
                    <a:pt x="28388" y="73970"/>
                  </a:lnTo>
                  <a:lnTo>
                    <a:pt x="25420" y="78550"/>
                  </a:lnTo>
                  <a:lnTo>
                    <a:pt x="22603" y="83224"/>
                  </a:lnTo>
                  <a:lnTo>
                    <a:pt x="19940" y="87987"/>
                  </a:lnTo>
                  <a:lnTo>
                    <a:pt x="17434" y="92835"/>
                  </a:lnTo>
                  <a:lnTo>
                    <a:pt x="15087" y="97762"/>
                  </a:lnTo>
                  <a:lnTo>
                    <a:pt x="12903" y="102763"/>
                  </a:lnTo>
                  <a:lnTo>
                    <a:pt x="10883" y="107833"/>
                  </a:lnTo>
                  <a:lnTo>
                    <a:pt x="9029" y="112966"/>
                  </a:lnTo>
                  <a:lnTo>
                    <a:pt x="7344" y="118156"/>
                  </a:lnTo>
                  <a:lnTo>
                    <a:pt x="5830" y="123399"/>
                  </a:lnTo>
                  <a:lnTo>
                    <a:pt x="4487" y="128689"/>
                  </a:lnTo>
                  <a:lnTo>
                    <a:pt x="3318" y="134019"/>
                  </a:lnTo>
                  <a:lnTo>
                    <a:pt x="2323" y="139385"/>
                  </a:lnTo>
                  <a:lnTo>
                    <a:pt x="1504" y="144781"/>
                  </a:lnTo>
                  <a:lnTo>
                    <a:pt x="862" y="150200"/>
                  </a:lnTo>
                  <a:lnTo>
                    <a:pt x="396" y="155638"/>
                  </a:lnTo>
                  <a:lnTo>
                    <a:pt x="109" y="161087"/>
                  </a:lnTo>
                  <a:lnTo>
                    <a:pt x="0" y="166544"/>
                  </a:lnTo>
                  <a:lnTo>
                    <a:pt x="68" y="172000"/>
                  </a:lnTo>
                  <a:lnTo>
                    <a:pt x="315" y="17745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160" y="2637550"/>
              <a:ext cx="334017" cy="329829"/>
            </a:xfrm>
            <a:custGeom>
              <a:avLst/>
              <a:pathLst>
                <a:path w="334017" h="329829">
                  <a:moveTo>
                    <a:pt x="0" y="172966"/>
                  </a:moveTo>
                  <a:lnTo>
                    <a:pt x="411" y="178264"/>
                  </a:lnTo>
                  <a:lnTo>
                    <a:pt x="990" y="183546"/>
                  </a:lnTo>
                  <a:lnTo>
                    <a:pt x="1737" y="188807"/>
                  </a:lnTo>
                  <a:lnTo>
                    <a:pt x="2651" y="194042"/>
                  </a:lnTo>
                  <a:lnTo>
                    <a:pt x="3731" y="199245"/>
                  </a:lnTo>
                  <a:lnTo>
                    <a:pt x="4975" y="204411"/>
                  </a:lnTo>
                  <a:lnTo>
                    <a:pt x="6383" y="209535"/>
                  </a:lnTo>
                  <a:lnTo>
                    <a:pt x="7953" y="214611"/>
                  </a:lnTo>
                  <a:lnTo>
                    <a:pt x="9684" y="219635"/>
                  </a:lnTo>
                  <a:lnTo>
                    <a:pt x="11574" y="224602"/>
                  </a:lnTo>
                  <a:lnTo>
                    <a:pt x="13620" y="229506"/>
                  </a:lnTo>
                  <a:lnTo>
                    <a:pt x="15822" y="234342"/>
                  </a:lnTo>
                  <a:lnTo>
                    <a:pt x="18176" y="239106"/>
                  </a:lnTo>
                  <a:lnTo>
                    <a:pt x="20680" y="243793"/>
                  </a:lnTo>
                  <a:lnTo>
                    <a:pt x="23332" y="248398"/>
                  </a:lnTo>
                  <a:lnTo>
                    <a:pt x="26129" y="252916"/>
                  </a:lnTo>
                  <a:lnTo>
                    <a:pt x="29068" y="257343"/>
                  </a:lnTo>
                  <a:lnTo>
                    <a:pt x="32146" y="261674"/>
                  </a:lnTo>
                  <a:lnTo>
                    <a:pt x="35360" y="265906"/>
                  </a:lnTo>
                  <a:lnTo>
                    <a:pt x="38708" y="270033"/>
                  </a:lnTo>
                  <a:lnTo>
                    <a:pt x="42184" y="274051"/>
                  </a:lnTo>
                  <a:lnTo>
                    <a:pt x="45787" y="277957"/>
                  </a:lnTo>
                  <a:lnTo>
                    <a:pt x="49512" y="281747"/>
                  </a:lnTo>
                  <a:lnTo>
                    <a:pt x="53356" y="285416"/>
                  </a:lnTo>
                  <a:lnTo>
                    <a:pt x="57314" y="288961"/>
                  </a:lnTo>
                  <a:lnTo>
                    <a:pt x="61383" y="292379"/>
                  </a:lnTo>
                  <a:lnTo>
                    <a:pt x="65558" y="295666"/>
                  </a:lnTo>
                  <a:lnTo>
                    <a:pt x="69836" y="298818"/>
                  </a:lnTo>
                  <a:lnTo>
                    <a:pt x="74212" y="301832"/>
                  </a:lnTo>
                  <a:lnTo>
                    <a:pt x="78682" y="304707"/>
                  </a:lnTo>
                  <a:lnTo>
                    <a:pt x="83240" y="307437"/>
                  </a:lnTo>
                  <a:lnTo>
                    <a:pt x="87883" y="310021"/>
                  </a:lnTo>
                  <a:lnTo>
                    <a:pt x="92606" y="312457"/>
                  </a:lnTo>
                  <a:lnTo>
                    <a:pt x="97404" y="314741"/>
                  </a:lnTo>
                  <a:lnTo>
                    <a:pt x="102272" y="316871"/>
                  </a:lnTo>
                  <a:lnTo>
                    <a:pt x="107205" y="318846"/>
                  </a:lnTo>
                  <a:lnTo>
                    <a:pt x="112199" y="320663"/>
                  </a:lnTo>
                  <a:lnTo>
                    <a:pt x="117248" y="322320"/>
                  </a:lnTo>
                  <a:lnTo>
                    <a:pt x="122347" y="323816"/>
                  </a:lnTo>
                  <a:lnTo>
                    <a:pt x="127491" y="325149"/>
                  </a:lnTo>
                  <a:lnTo>
                    <a:pt x="132674" y="326318"/>
                  </a:lnTo>
                  <a:lnTo>
                    <a:pt x="137893" y="327321"/>
                  </a:lnTo>
                  <a:lnTo>
                    <a:pt x="143140" y="328158"/>
                  </a:lnTo>
                  <a:lnTo>
                    <a:pt x="148411" y="328828"/>
                  </a:lnTo>
                  <a:lnTo>
                    <a:pt x="153701" y="329331"/>
                  </a:lnTo>
                  <a:lnTo>
                    <a:pt x="159005" y="329664"/>
                  </a:lnTo>
                  <a:lnTo>
                    <a:pt x="164316" y="329829"/>
                  </a:lnTo>
                  <a:lnTo>
                    <a:pt x="169630" y="329825"/>
                  </a:lnTo>
                  <a:lnTo>
                    <a:pt x="174941" y="329653"/>
                  </a:lnTo>
                  <a:lnTo>
                    <a:pt x="180244" y="329311"/>
                  </a:lnTo>
                  <a:lnTo>
                    <a:pt x="185533" y="328801"/>
                  </a:lnTo>
                  <a:lnTo>
                    <a:pt x="190803" y="328123"/>
                  </a:lnTo>
                  <a:lnTo>
                    <a:pt x="196050" y="327279"/>
                  </a:lnTo>
                  <a:lnTo>
                    <a:pt x="201266" y="326267"/>
                  </a:lnTo>
                  <a:lnTo>
                    <a:pt x="206448" y="325091"/>
                  </a:lnTo>
                  <a:lnTo>
                    <a:pt x="211590" y="323750"/>
                  </a:lnTo>
                  <a:lnTo>
                    <a:pt x="216687" y="322247"/>
                  </a:lnTo>
                  <a:lnTo>
                    <a:pt x="221733" y="320582"/>
                  </a:lnTo>
                  <a:lnTo>
                    <a:pt x="226724" y="318758"/>
                  </a:lnTo>
                  <a:lnTo>
                    <a:pt x="231655" y="316776"/>
                  </a:lnTo>
                  <a:lnTo>
                    <a:pt x="236520" y="314639"/>
                  </a:lnTo>
                  <a:lnTo>
                    <a:pt x="241314" y="312348"/>
                  </a:lnTo>
                  <a:lnTo>
                    <a:pt x="246033" y="309905"/>
                  </a:lnTo>
                  <a:lnTo>
                    <a:pt x="250673" y="307314"/>
                  </a:lnTo>
                  <a:lnTo>
                    <a:pt x="255227" y="304577"/>
                  </a:lnTo>
                  <a:lnTo>
                    <a:pt x="259692" y="301696"/>
                  </a:lnTo>
                  <a:lnTo>
                    <a:pt x="264064" y="298675"/>
                  </a:lnTo>
                  <a:lnTo>
                    <a:pt x="268337" y="295517"/>
                  </a:lnTo>
                  <a:lnTo>
                    <a:pt x="272508" y="292224"/>
                  </a:lnTo>
                  <a:lnTo>
                    <a:pt x="276572" y="288800"/>
                  </a:lnTo>
                  <a:lnTo>
                    <a:pt x="280525" y="285249"/>
                  </a:lnTo>
                  <a:lnTo>
                    <a:pt x="284363" y="281575"/>
                  </a:lnTo>
                  <a:lnTo>
                    <a:pt x="288083" y="277780"/>
                  </a:lnTo>
                  <a:lnTo>
                    <a:pt x="291680" y="273868"/>
                  </a:lnTo>
                  <a:lnTo>
                    <a:pt x="295150" y="269845"/>
                  </a:lnTo>
                  <a:lnTo>
                    <a:pt x="298492" y="265713"/>
                  </a:lnTo>
                  <a:lnTo>
                    <a:pt x="301700" y="261477"/>
                  </a:lnTo>
                  <a:lnTo>
                    <a:pt x="304772" y="257141"/>
                  </a:lnTo>
                  <a:lnTo>
                    <a:pt x="307704" y="252709"/>
                  </a:lnTo>
                  <a:lnTo>
                    <a:pt x="310495" y="248187"/>
                  </a:lnTo>
                  <a:lnTo>
                    <a:pt x="313140" y="243578"/>
                  </a:lnTo>
                  <a:lnTo>
                    <a:pt x="315637" y="238888"/>
                  </a:lnTo>
                  <a:lnTo>
                    <a:pt x="317984" y="234120"/>
                  </a:lnTo>
                  <a:lnTo>
                    <a:pt x="320178" y="229281"/>
                  </a:lnTo>
                  <a:lnTo>
                    <a:pt x="322217" y="224374"/>
                  </a:lnTo>
                  <a:lnTo>
                    <a:pt x="324100" y="219405"/>
                  </a:lnTo>
                  <a:lnTo>
                    <a:pt x="325823" y="214378"/>
                  </a:lnTo>
                  <a:lnTo>
                    <a:pt x="327386" y="209299"/>
                  </a:lnTo>
                  <a:lnTo>
                    <a:pt x="328786" y="204173"/>
                  </a:lnTo>
                  <a:lnTo>
                    <a:pt x="330023" y="199005"/>
                  </a:lnTo>
                  <a:lnTo>
                    <a:pt x="331095" y="193801"/>
                  </a:lnTo>
                  <a:lnTo>
                    <a:pt x="332002" y="188565"/>
                  </a:lnTo>
                  <a:lnTo>
                    <a:pt x="332741" y="183303"/>
                  </a:lnTo>
                  <a:lnTo>
                    <a:pt x="333312" y="178020"/>
                  </a:lnTo>
                  <a:lnTo>
                    <a:pt x="333716" y="172721"/>
                  </a:lnTo>
                  <a:lnTo>
                    <a:pt x="333951" y="167413"/>
                  </a:lnTo>
                  <a:lnTo>
                    <a:pt x="334017" y="162099"/>
                  </a:lnTo>
                  <a:lnTo>
                    <a:pt x="333914" y="156786"/>
                  </a:lnTo>
                  <a:lnTo>
                    <a:pt x="333642" y="151480"/>
                  </a:lnTo>
                  <a:lnTo>
                    <a:pt x="333202" y="146184"/>
                  </a:lnTo>
                  <a:lnTo>
                    <a:pt x="332593" y="140905"/>
                  </a:lnTo>
                  <a:lnTo>
                    <a:pt x="331817" y="135648"/>
                  </a:lnTo>
                  <a:lnTo>
                    <a:pt x="330875" y="130419"/>
                  </a:lnTo>
                  <a:lnTo>
                    <a:pt x="329767" y="125222"/>
                  </a:lnTo>
                  <a:lnTo>
                    <a:pt x="328494" y="120063"/>
                  </a:lnTo>
                  <a:lnTo>
                    <a:pt x="327058" y="114947"/>
                  </a:lnTo>
                  <a:lnTo>
                    <a:pt x="325459" y="109879"/>
                  </a:lnTo>
                  <a:lnTo>
                    <a:pt x="323701" y="104864"/>
                  </a:lnTo>
                  <a:lnTo>
                    <a:pt x="321784" y="99908"/>
                  </a:lnTo>
                  <a:lnTo>
                    <a:pt x="319711" y="95016"/>
                  </a:lnTo>
                  <a:lnTo>
                    <a:pt x="317483" y="90191"/>
                  </a:lnTo>
                  <a:lnTo>
                    <a:pt x="315103" y="85440"/>
                  </a:lnTo>
                  <a:lnTo>
                    <a:pt x="312573" y="80767"/>
                  </a:lnTo>
                  <a:lnTo>
                    <a:pt x="309896" y="76177"/>
                  </a:lnTo>
                  <a:lnTo>
                    <a:pt x="307074" y="71675"/>
                  </a:lnTo>
                  <a:lnTo>
                    <a:pt x="304111" y="67264"/>
                  </a:lnTo>
                  <a:lnTo>
                    <a:pt x="301009" y="62949"/>
                  </a:lnTo>
                  <a:lnTo>
                    <a:pt x="297771" y="58736"/>
                  </a:lnTo>
                  <a:lnTo>
                    <a:pt x="294401" y="54627"/>
                  </a:lnTo>
                  <a:lnTo>
                    <a:pt x="290903" y="50628"/>
                  </a:lnTo>
                  <a:lnTo>
                    <a:pt x="287279" y="46741"/>
                  </a:lnTo>
                  <a:lnTo>
                    <a:pt x="283533" y="42972"/>
                  </a:lnTo>
                  <a:lnTo>
                    <a:pt x="279669" y="39324"/>
                  </a:lnTo>
                  <a:lnTo>
                    <a:pt x="275691" y="35801"/>
                  </a:lnTo>
                  <a:lnTo>
                    <a:pt x="271604" y="32406"/>
                  </a:lnTo>
                  <a:lnTo>
                    <a:pt x="267410" y="29142"/>
                  </a:lnTo>
                  <a:lnTo>
                    <a:pt x="263115" y="26013"/>
                  </a:lnTo>
                  <a:lnTo>
                    <a:pt x="258723" y="23023"/>
                  </a:lnTo>
                  <a:lnTo>
                    <a:pt x="254237" y="20173"/>
                  </a:lnTo>
                  <a:lnTo>
                    <a:pt x="249664" y="17468"/>
                  </a:lnTo>
                  <a:lnTo>
                    <a:pt x="245007" y="14909"/>
                  </a:lnTo>
                  <a:lnTo>
                    <a:pt x="240271" y="12500"/>
                  </a:lnTo>
                  <a:lnTo>
                    <a:pt x="235460" y="10242"/>
                  </a:lnTo>
                  <a:lnTo>
                    <a:pt x="230581" y="8138"/>
                  </a:lnTo>
                  <a:lnTo>
                    <a:pt x="225636" y="6191"/>
                  </a:lnTo>
                  <a:lnTo>
                    <a:pt x="220633" y="4402"/>
                  </a:lnTo>
                  <a:lnTo>
                    <a:pt x="215575" y="2772"/>
                  </a:lnTo>
                  <a:lnTo>
                    <a:pt x="210468" y="1304"/>
                  </a:lnTo>
                  <a:lnTo>
                    <a:pt x="205317" y="0"/>
                  </a:lnTo>
                  <a:lnTo>
                    <a:pt x="166850" y="1626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919011" y="2633064"/>
              <a:ext cx="38466" cy="167167"/>
            </a:xfrm>
            <a:custGeom>
              <a:avLst/>
              <a:pathLst>
                <a:path w="38466" h="167167">
                  <a:moveTo>
                    <a:pt x="38466" y="4485"/>
                  </a:moveTo>
                  <a:lnTo>
                    <a:pt x="32143" y="3119"/>
                  </a:lnTo>
                  <a:lnTo>
                    <a:pt x="25773" y="1998"/>
                  </a:lnTo>
                  <a:lnTo>
                    <a:pt x="19363" y="1125"/>
                  </a:lnTo>
                  <a:lnTo>
                    <a:pt x="12925" y="500"/>
                  </a:lnTo>
                  <a:lnTo>
                    <a:pt x="6467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5184" y="2126963"/>
              <a:ext cx="73287" cy="167167"/>
            </a:xfrm>
            <a:custGeom>
              <a:avLst/>
              <a:pathLst>
                <a:path w="73287" h="167167">
                  <a:moveTo>
                    <a:pt x="73287" y="0"/>
                  </a:moveTo>
                  <a:lnTo>
                    <a:pt x="67452" y="101"/>
                  </a:lnTo>
                  <a:lnTo>
                    <a:pt x="61625" y="407"/>
                  </a:lnTo>
                  <a:lnTo>
                    <a:pt x="55812" y="915"/>
                  </a:lnTo>
                  <a:lnTo>
                    <a:pt x="50020" y="1627"/>
                  </a:lnTo>
                  <a:lnTo>
                    <a:pt x="44256" y="2540"/>
                  </a:lnTo>
                  <a:lnTo>
                    <a:pt x="38528" y="3653"/>
                  </a:lnTo>
                  <a:lnTo>
                    <a:pt x="32842" y="4966"/>
                  </a:lnTo>
                  <a:lnTo>
                    <a:pt x="27205" y="6476"/>
                  </a:lnTo>
                  <a:lnTo>
                    <a:pt x="21625" y="8183"/>
                  </a:lnTo>
                  <a:lnTo>
                    <a:pt x="16107" y="10083"/>
                  </a:lnTo>
                  <a:lnTo>
                    <a:pt x="10660" y="12174"/>
                  </a:lnTo>
                  <a:lnTo>
                    <a:pt x="5288" y="14454"/>
                  </a:lnTo>
                  <a:lnTo>
                    <a:pt x="0" y="16921"/>
                  </a:lnTo>
                  <a:lnTo>
                    <a:pt x="7328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55184" y="2143884"/>
              <a:ext cx="73287" cy="150246"/>
            </a:xfrm>
            <a:custGeom>
              <a:avLst/>
              <a:pathLst>
                <a:path w="73287" h="150246">
                  <a:moveTo>
                    <a:pt x="0" y="0"/>
                  </a:moveTo>
                  <a:lnTo>
                    <a:pt x="73287" y="1502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561324" y="2143884"/>
              <a:ext cx="167147" cy="292556"/>
            </a:xfrm>
            <a:custGeom>
              <a:avLst/>
              <a:pathLst>
                <a:path w="167147" h="292556">
                  <a:moveTo>
                    <a:pt x="93860" y="0"/>
                  </a:moveTo>
                  <a:lnTo>
                    <a:pt x="89038" y="2449"/>
                  </a:lnTo>
                  <a:lnTo>
                    <a:pt x="84297" y="5053"/>
                  </a:lnTo>
                  <a:lnTo>
                    <a:pt x="79644" y="7809"/>
                  </a:lnTo>
                  <a:lnTo>
                    <a:pt x="75082" y="10714"/>
                  </a:lnTo>
                  <a:lnTo>
                    <a:pt x="70616" y="13766"/>
                  </a:lnTo>
                  <a:lnTo>
                    <a:pt x="66252" y="16960"/>
                  </a:lnTo>
                  <a:lnTo>
                    <a:pt x="61993" y="20294"/>
                  </a:lnTo>
                  <a:lnTo>
                    <a:pt x="57844" y="23763"/>
                  </a:lnTo>
                  <a:lnTo>
                    <a:pt x="53810" y="27365"/>
                  </a:lnTo>
                  <a:lnTo>
                    <a:pt x="49894" y="31096"/>
                  </a:lnTo>
                  <a:lnTo>
                    <a:pt x="46101" y="34951"/>
                  </a:lnTo>
                  <a:lnTo>
                    <a:pt x="42434" y="38928"/>
                  </a:lnTo>
                  <a:lnTo>
                    <a:pt x="38899" y="43020"/>
                  </a:lnTo>
                  <a:lnTo>
                    <a:pt x="35497" y="47225"/>
                  </a:lnTo>
                  <a:lnTo>
                    <a:pt x="32233" y="51538"/>
                  </a:lnTo>
                  <a:lnTo>
                    <a:pt x="29111" y="55954"/>
                  </a:lnTo>
                  <a:lnTo>
                    <a:pt x="26133" y="60469"/>
                  </a:lnTo>
                  <a:lnTo>
                    <a:pt x="23302" y="65077"/>
                  </a:lnTo>
                  <a:lnTo>
                    <a:pt x="20622" y="69775"/>
                  </a:lnTo>
                  <a:lnTo>
                    <a:pt x="18096" y="74557"/>
                  </a:lnTo>
                  <a:lnTo>
                    <a:pt x="15725" y="79419"/>
                  </a:lnTo>
                  <a:lnTo>
                    <a:pt x="13513" y="84354"/>
                  </a:lnTo>
                  <a:lnTo>
                    <a:pt x="11462" y="89359"/>
                  </a:lnTo>
                  <a:lnTo>
                    <a:pt x="9574" y="94427"/>
                  </a:lnTo>
                  <a:lnTo>
                    <a:pt x="7851" y="99553"/>
                  </a:lnTo>
                  <a:lnTo>
                    <a:pt x="6294" y="104733"/>
                  </a:lnTo>
                  <a:lnTo>
                    <a:pt x="4906" y="109960"/>
                  </a:lnTo>
                  <a:lnTo>
                    <a:pt x="3688" y="115230"/>
                  </a:lnTo>
                  <a:lnTo>
                    <a:pt x="2641" y="120536"/>
                  </a:lnTo>
                  <a:lnTo>
                    <a:pt x="1766" y="125873"/>
                  </a:lnTo>
                  <a:lnTo>
                    <a:pt x="1064" y="131236"/>
                  </a:lnTo>
                  <a:lnTo>
                    <a:pt x="536" y="136619"/>
                  </a:lnTo>
                  <a:lnTo>
                    <a:pt x="182" y="142016"/>
                  </a:lnTo>
                  <a:lnTo>
                    <a:pt x="3" y="147421"/>
                  </a:lnTo>
                  <a:lnTo>
                    <a:pt x="0" y="152830"/>
                  </a:lnTo>
                  <a:lnTo>
                    <a:pt x="171" y="158235"/>
                  </a:lnTo>
                  <a:lnTo>
                    <a:pt x="516" y="163633"/>
                  </a:lnTo>
                  <a:lnTo>
                    <a:pt x="1037" y="169016"/>
                  </a:lnTo>
                  <a:lnTo>
                    <a:pt x="1731" y="174380"/>
                  </a:lnTo>
                  <a:lnTo>
                    <a:pt x="2598" y="179719"/>
                  </a:lnTo>
                  <a:lnTo>
                    <a:pt x="3638" y="185026"/>
                  </a:lnTo>
                  <a:lnTo>
                    <a:pt x="4848" y="190297"/>
                  </a:lnTo>
                  <a:lnTo>
                    <a:pt x="6229" y="195527"/>
                  </a:lnTo>
                  <a:lnTo>
                    <a:pt x="7778" y="200709"/>
                  </a:lnTo>
                  <a:lnTo>
                    <a:pt x="9494" y="205838"/>
                  </a:lnTo>
                  <a:lnTo>
                    <a:pt x="11375" y="210909"/>
                  </a:lnTo>
                  <a:lnTo>
                    <a:pt x="13419" y="215916"/>
                  </a:lnTo>
                  <a:lnTo>
                    <a:pt x="15624" y="220855"/>
                  </a:lnTo>
                  <a:lnTo>
                    <a:pt x="17987" y="225719"/>
                  </a:lnTo>
                  <a:lnTo>
                    <a:pt x="20507" y="230505"/>
                  </a:lnTo>
                  <a:lnTo>
                    <a:pt x="23180" y="235207"/>
                  </a:lnTo>
                  <a:lnTo>
                    <a:pt x="26004" y="239820"/>
                  </a:lnTo>
                  <a:lnTo>
                    <a:pt x="28975" y="244339"/>
                  </a:lnTo>
                  <a:lnTo>
                    <a:pt x="32091" y="248759"/>
                  </a:lnTo>
                  <a:lnTo>
                    <a:pt x="35349" y="253077"/>
                  </a:lnTo>
                  <a:lnTo>
                    <a:pt x="38744" y="257287"/>
                  </a:lnTo>
                  <a:lnTo>
                    <a:pt x="42274" y="261384"/>
                  </a:lnTo>
                  <a:lnTo>
                    <a:pt x="45935" y="265366"/>
                  </a:lnTo>
                  <a:lnTo>
                    <a:pt x="49722" y="269227"/>
                  </a:lnTo>
                  <a:lnTo>
                    <a:pt x="53633" y="272963"/>
                  </a:lnTo>
                  <a:lnTo>
                    <a:pt x="57662" y="276571"/>
                  </a:lnTo>
                  <a:lnTo>
                    <a:pt x="61806" y="280046"/>
                  </a:lnTo>
                  <a:lnTo>
                    <a:pt x="66060" y="283386"/>
                  </a:lnTo>
                  <a:lnTo>
                    <a:pt x="70420" y="286587"/>
                  </a:lnTo>
                  <a:lnTo>
                    <a:pt x="74881" y="289644"/>
                  </a:lnTo>
                  <a:lnTo>
                    <a:pt x="79439" y="292556"/>
                  </a:lnTo>
                  <a:lnTo>
                    <a:pt x="167147" y="1502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40764" y="2126963"/>
              <a:ext cx="254866" cy="334324"/>
            </a:xfrm>
            <a:custGeom>
              <a:avLst/>
              <a:pathLst>
                <a:path w="254866" h="334324">
                  <a:moveTo>
                    <a:pt x="0" y="309477"/>
                  </a:moveTo>
                  <a:lnTo>
                    <a:pt x="4575" y="312198"/>
                  </a:lnTo>
                  <a:lnTo>
                    <a:pt x="9235" y="314771"/>
                  </a:lnTo>
                  <a:lnTo>
                    <a:pt x="13974" y="317195"/>
                  </a:lnTo>
                  <a:lnTo>
                    <a:pt x="18788" y="319466"/>
                  </a:lnTo>
                  <a:lnTo>
                    <a:pt x="23672" y="321583"/>
                  </a:lnTo>
                  <a:lnTo>
                    <a:pt x="28621" y="323544"/>
                  </a:lnTo>
                  <a:lnTo>
                    <a:pt x="33630" y="325346"/>
                  </a:lnTo>
                  <a:lnTo>
                    <a:pt x="38693" y="326987"/>
                  </a:lnTo>
                  <a:lnTo>
                    <a:pt x="43807" y="328467"/>
                  </a:lnTo>
                  <a:lnTo>
                    <a:pt x="48965" y="329783"/>
                  </a:lnTo>
                  <a:lnTo>
                    <a:pt x="54162" y="330934"/>
                  </a:lnTo>
                  <a:lnTo>
                    <a:pt x="59393" y="331919"/>
                  </a:lnTo>
                  <a:lnTo>
                    <a:pt x="64653" y="332737"/>
                  </a:lnTo>
                  <a:lnTo>
                    <a:pt x="69936" y="333387"/>
                  </a:lnTo>
                  <a:lnTo>
                    <a:pt x="75237" y="333869"/>
                  </a:lnTo>
                  <a:lnTo>
                    <a:pt x="80551" y="334181"/>
                  </a:lnTo>
                  <a:lnTo>
                    <a:pt x="85872" y="334324"/>
                  </a:lnTo>
                  <a:lnTo>
                    <a:pt x="91195" y="334298"/>
                  </a:lnTo>
                  <a:lnTo>
                    <a:pt x="96515" y="334102"/>
                  </a:lnTo>
                  <a:lnTo>
                    <a:pt x="101825" y="333737"/>
                  </a:lnTo>
                  <a:lnTo>
                    <a:pt x="107122" y="333203"/>
                  </a:lnTo>
                  <a:lnTo>
                    <a:pt x="112398" y="332501"/>
                  </a:lnTo>
                  <a:lnTo>
                    <a:pt x="117650" y="331631"/>
                  </a:lnTo>
                  <a:lnTo>
                    <a:pt x="122871" y="330594"/>
                  </a:lnTo>
                  <a:lnTo>
                    <a:pt x="128056" y="329392"/>
                  </a:lnTo>
                  <a:lnTo>
                    <a:pt x="133201" y="328025"/>
                  </a:lnTo>
                  <a:lnTo>
                    <a:pt x="138299" y="326495"/>
                  </a:lnTo>
                  <a:lnTo>
                    <a:pt x="143346" y="324803"/>
                  </a:lnTo>
                  <a:lnTo>
                    <a:pt x="148337" y="322952"/>
                  </a:lnTo>
                  <a:lnTo>
                    <a:pt x="153266" y="320943"/>
                  </a:lnTo>
                  <a:lnTo>
                    <a:pt x="158129" y="318777"/>
                  </a:lnTo>
                  <a:lnTo>
                    <a:pt x="162921" y="316458"/>
                  </a:lnTo>
                  <a:lnTo>
                    <a:pt x="167636" y="313988"/>
                  </a:lnTo>
                  <a:lnTo>
                    <a:pt x="172270" y="311369"/>
                  </a:lnTo>
                  <a:lnTo>
                    <a:pt x="176818" y="308603"/>
                  </a:lnTo>
                  <a:lnTo>
                    <a:pt x="181276" y="305694"/>
                  </a:lnTo>
                  <a:lnTo>
                    <a:pt x="185639" y="302645"/>
                  </a:lnTo>
                  <a:lnTo>
                    <a:pt x="189903" y="299458"/>
                  </a:lnTo>
                  <a:lnTo>
                    <a:pt x="194063" y="296137"/>
                  </a:lnTo>
                  <a:lnTo>
                    <a:pt x="198116" y="292686"/>
                  </a:lnTo>
                  <a:lnTo>
                    <a:pt x="202056" y="289107"/>
                  </a:lnTo>
                  <a:lnTo>
                    <a:pt x="205880" y="285404"/>
                  </a:lnTo>
                  <a:lnTo>
                    <a:pt x="209585" y="281582"/>
                  </a:lnTo>
                  <a:lnTo>
                    <a:pt x="213166" y="277644"/>
                  </a:lnTo>
                  <a:lnTo>
                    <a:pt x="216620" y="273593"/>
                  </a:lnTo>
                  <a:lnTo>
                    <a:pt x="219943" y="269435"/>
                  </a:lnTo>
                  <a:lnTo>
                    <a:pt x="223132" y="265173"/>
                  </a:lnTo>
                  <a:lnTo>
                    <a:pt x="226184" y="260811"/>
                  </a:lnTo>
                  <a:lnTo>
                    <a:pt x="229095" y="256355"/>
                  </a:lnTo>
                  <a:lnTo>
                    <a:pt x="231863" y="251808"/>
                  </a:lnTo>
                  <a:lnTo>
                    <a:pt x="234485" y="247175"/>
                  </a:lnTo>
                  <a:lnTo>
                    <a:pt x="236958" y="242462"/>
                  </a:lnTo>
                  <a:lnTo>
                    <a:pt x="239279" y="237671"/>
                  </a:lnTo>
                  <a:lnTo>
                    <a:pt x="241447" y="232810"/>
                  </a:lnTo>
                  <a:lnTo>
                    <a:pt x="243459" y="227882"/>
                  </a:lnTo>
                  <a:lnTo>
                    <a:pt x="245314" y="222892"/>
                  </a:lnTo>
                  <a:lnTo>
                    <a:pt x="247008" y="217846"/>
                  </a:lnTo>
                  <a:lnTo>
                    <a:pt x="248541" y="212748"/>
                  </a:lnTo>
                  <a:lnTo>
                    <a:pt x="249910" y="207604"/>
                  </a:lnTo>
                  <a:lnTo>
                    <a:pt x="251116" y="202419"/>
                  </a:lnTo>
                  <a:lnTo>
                    <a:pt x="252155" y="197199"/>
                  </a:lnTo>
                  <a:lnTo>
                    <a:pt x="253028" y="191948"/>
                  </a:lnTo>
                  <a:lnTo>
                    <a:pt x="253733" y="186672"/>
                  </a:lnTo>
                  <a:lnTo>
                    <a:pt x="254270" y="181376"/>
                  </a:lnTo>
                  <a:lnTo>
                    <a:pt x="254638" y="176065"/>
                  </a:lnTo>
                  <a:lnTo>
                    <a:pt x="254837" y="170746"/>
                  </a:lnTo>
                  <a:lnTo>
                    <a:pt x="254866" y="165423"/>
                  </a:lnTo>
                  <a:lnTo>
                    <a:pt x="254726" y="160102"/>
                  </a:lnTo>
                  <a:lnTo>
                    <a:pt x="254416" y="154788"/>
                  </a:lnTo>
                  <a:lnTo>
                    <a:pt x="253937" y="149486"/>
                  </a:lnTo>
                  <a:lnTo>
                    <a:pt x="253290" y="144203"/>
                  </a:lnTo>
                  <a:lnTo>
                    <a:pt x="252475" y="138942"/>
                  </a:lnTo>
                  <a:lnTo>
                    <a:pt x="251493" y="133711"/>
                  </a:lnTo>
                  <a:lnTo>
                    <a:pt x="250345" y="128513"/>
                  </a:lnTo>
                  <a:lnTo>
                    <a:pt x="249031" y="123354"/>
                  </a:lnTo>
                  <a:lnTo>
                    <a:pt x="247555" y="118240"/>
                  </a:lnTo>
                  <a:lnTo>
                    <a:pt x="245916" y="113176"/>
                  </a:lnTo>
                  <a:lnTo>
                    <a:pt x="244117" y="108166"/>
                  </a:lnTo>
                  <a:lnTo>
                    <a:pt x="242159" y="103216"/>
                  </a:lnTo>
                  <a:lnTo>
                    <a:pt x="240044" y="98331"/>
                  </a:lnTo>
                  <a:lnTo>
                    <a:pt x="237775" y="93515"/>
                  </a:lnTo>
                  <a:lnTo>
                    <a:pt x="235354" y="88775"/>
                  </a:lnTo>
                  <a:lnTo>
                    <a:pt x="232784" y="84114"/>
                  </a:lnTo>
                  <a:lnTo>
                    <a:pt x="230066" y="79537"/>
                  </a:lnTo>
                  <a:lnTo>
                    <a:pt x="227204" y="75049"/>
                  </a:lnTo>
                  <a:lnTo>
                    <a:pt x="224200" y="70654"/>
                  </a:lnTo>
                  <a:lnTo>
                    <a:pt x="221058" y="66357"/>
                  </a:lnTo>
                  <a:lnTo>
                    <a:pt x="217781" y="62162"/>
                  </a:lnTo>
                  <a:lnTo>
                    <a:pt x="214371" y="58074"/>
                  </a:lnTo>
                  <a:lnTo>
                    <a:pt x="210834" y="54097"/>
                  </a:lnTo>
                  <a:lnTo>
                    <a:pt x="207171" y="50234"/>
                  </a:lnTo>
                  <a:lnTo>
                    <a:pt x="203388" y="46490"/>
                  </a:lnTo>
                  <a:lnTo>
                    <a:pt x="199487" y="42868"/>
                  </a:lnTo>
                  <a:lnTo>
                    <a:pt x="195473" y="39372"/>
                  </a:lnTo>
                  <a:lnTo>
                    <a:pt x="191349" y="36005"/>
                  </a:lnTo>
                  <a:lnTo>
                    <a:pt x="187121" y="32772"/>
                  </a:lnTo>
                  <a:lnTo>
                    <a:pt x="182791" y="29675"/>
                  </a:lnTo>
                  <a:lnTo>
                    <a:pt x="178366" y="26717"/>
                  </a:lnTo>
                  <a:lnTo>
                    <a:pt x="173848" y="23902"/>
                  </a:lnTo>
                  <a:lnTo>
                    <a:pt x="169243" y="21232"/>
                  </a:lnTo>
                  <a:lnTo>
                    <a:pt x="164555" y="18710"/>
                  </a:lnTo>
                  <a:lnTo>
                    <a:pt x="159789" y="16339"/>
                  </a:lnTo>
                  <a:lnTo>
                    <a:pt x="154951" y="14120"/>
                  </a:lnTo>
                  <a:lnTo>
                    <a:pt x="150044" y="12057"/>
                  </a:lnTo>
                  <a:lnTo>
                    <a:pt x="145074" y="10151"/>
                  </a:lnTo>
                  <a:lnTo>
                    <a:pt x="140045" y="8404"/>
                  </a:lnTo>
                  <a:lnTo>
                    <a:pt x="134964" y="6818"/>
                  </a:lnTo>
                  <a:lnTo>
                    <a:pt x="129835" y="5395"/>
                  </a:lnTo>
                  <a:lnTo>
                    <a:pt x="124663" y="4135"/>
                  </a:lnTo>
                  <a:lnTo>
                    <a:pt x="119453" y="3042"/>
                  </a:lnTo>
                  <a:lnTo>
                    <a:pt x="114212" y="2114"/>
                  </a:lnTo>
                  <a:lnTo>
                    <a:pt x="108943" y="1354"/>
                  </a:lnTo>
                  <a:lnTo>
                    <a:pt x="103653" y="762"/>
                  </a:lnTo>
                  <a:lnTo>
                    <a:pt x="98347" y="338"/>
                  </a:lnTo>
                  <a:lnTo>
                    <a:pt x="93030" y="84"/>
                  </a:lnTo>
                  <a:lnTo>
                    <a:pt x="87708" y="0"/>
                  </a:lnTo>
                  <a:lnTo>
                    <a:pt x="8770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89937" y="1681503"/>
              <a:ext cx="33297" cy="167167"/>
            </a:xfrm>
            <a:custGeom>
              <a:avLst/>
              <a:pathLst>
                <a:path w="33297" h="167167">
                  <a:moveTo>
                    <a:pt x="33297" y="0"/>
                  </a:moveTo>
                  <a:lnTo>
                    <a:pt x="26594" y="134"/>
                  </a:lnTo>
                  <a:lnTo>
                    <a:pt x="19903" y="537"/>
                  </a:lnTo>
                  <a:lnTo>
                    <a:pt x="13232" y="1208"/>
                  </a:lnTo>
                  <a:lnTo>
                    <a:pt x="6594" y="2146"/>
                  </a:lnTo>
                  <a:lnTo>
                    <a:pt x="0" y="3349"/>
                  </a:lnTo>
                  <a:lnTo>
                    <a:pt x="3329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9937" y="1684853"/>
              <a:ext cx="33297" cy="163817"/>
            </a:xfrm>
            <a:custGeom>
              <a:avLst/>
              <a:pathLst>
                <a:path w="33297" h="163817">
                  <a:moveTo>
                    <a:pt x="0" y="0"/>
                  </a:moveTo>
                  <a:lnTo>
                    <a:pt x="33297" y="1638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256076" y="1684853"/>
              <a:ext cx="334317" cy="330985"/>
            </a:xfrm>
            <a:custGeom>
              <a:avLst/>
              <a:pathLst>
                <a:path w="334317" h="330985">
                  <a:moveTo>
                    <a:pt x="133860" y="0"/>
                  </a:moveTo>
                  <a:lnTo>
                    <a:pt x="128698" y="1134"/>
                  </a:lnTo>
                  <a:lnTo>
                    <a:pt x="123573" y="2431"/>
                  </a:lnTo>
                  <a:lnTo>
                    <a:pt x="118492" y="3890"/>
                  </a:lnTo>
                  <a:lnTo>
                    <a:pt x="113460" y="5509"/>
                  </a:lnTo>
                  <a:lnTo>
                    <a:pt x="108482" y="7286"/>
                  </a:lnTo>
                  <a:lnTo>
                    <a:pt x="103562" y="9219"/>
                  </a:lnTo>
                  <a:lnTo>
                    <a:pt x="98706" y="11307"/>
                  </a:lnTo>
                  <a:lnTo>
                    <a:pt x="93919" y="13548"/>
                  </a:lnTo>
                  <a:lnTo>
                    <a:pt x="89204" y="15938"/>
                  </a:lnTo>
                  <a:lnTo>
                    <a:pt x="84568" y="18477"/>
                  </a:lnTo>
                  <a:lnTo>
                    <a:pt x="80014" y="21161"/>
                  </a:lnTo>
                  <a:lnTo>
                    <a:pt x="75547" y="23987"/>
                  </a:lnTo>
                  <a:lnTo>
                    <a:pt x="71172" y="26954"/>
                  </a:lnTo>
                  <a:lnTo>
                    <a:pt x="66892" y="30057"/>
                  </a:lnTo>
                  <a:lnTo>
                    <a:pt x="62713" y="33294"/>
                  </a:lnTo>
                  <a:lnTo>
                    <a:pt x="58639" y="36661"/>
                  </a:lnTo>
                  <a:lnTo>
                    <a:pt x="54673" y="40156"/>
                  </a:lnTo>
                  <a:lnTo>
                    <a:pt x="50819" y="43774"/>
                  </a:lnTo>
                  <a:lnTo>
                    <a:pt x="47082" y="47512"/>
                  </a:lnTo>
                  <a:lnTo>
                    <a:pt x="43465" y="51367"/>
                  </a:lnTo>
                  <a:lnTo>
                    <a:pt x="39971" y="55334"/>
                  </a:lnTo>
                  <a:lnTo>
                    <a:pt x="36605" y="59409"/>
                  </a:lnTo>
                  <a:lnTo>
                    <a:pt x="33369" y="63589"/>
                  </a:lnTo>
                  <a:lnTo>
                    <a:pt x="30267" y="67869"/>
                  </a:lnTo>
                  <a:lnTo>
                    <a:pt x="27302" y="72245"/>
                  </a:lnTo>
                  <a:lnTo>
                    <a:pt x="24477" y="76713"/>
                  </a:lnTo>
                  <a:lnTo>
                    <a:pt x="21794" y="81268"/>
                  </a:lnTo>
                  <a:lnTo>
                    <a:pt x="19257" y="85905"/>
                  </a:lnTo>
                  <a:lnTo>
                    <a:pt x="16868" y="90620"/>
                  </a:lnTo>
                  <a:lnTo>
                    <a:pt x="14628" y="95408"/>
                  </a:lnTo>
                  <a:lnTo>
                    <a:pt x="12542" y="100265"/>
                  </a:lnTo>
                  <a:lnTo>
                    <a:pt x="10610" y="105185"/>
                  </a:lnTo>
                  <a:lnTo>
                    <a:pt x="8834" y="110164"/>
                  </a:lnTo>
                  <a:lnTo>
                    <a:pt x="7217" y="115197"/>
                  </a:lnTo>
                  <a:lnTo>
                    <a:pt x="5760" y="120278"/>
                  </a:lnTo>
                  <a:lnTo>
                    <a:pt x="4464" y="125403"/>
                  </a:lnTo>
                  <a:lnTo>
                    <a:pt x="3331" y="130566"/>
                  </a:lnTo>
                  <a:lnTo>
                    <a:pt x="2361" y="135762"/>
                  </a:lnTo>
                  <a:lnTo>
                    <a:pt x="1557" y="140986"/>
                  </a:lnTo>
                  <a:lnTo>
                    <a:pt x="918" y="146234"/>
                  </a:lnTo>
                  <a:lnTo>
                    <a:pt x="445" y="151498"/>
                  </a:lnTo>
                  <a:lnTo>
                    <a:pt x="139" y="156775"/>
                  </a:lnTo>
                  <a:lnTo>
                    <a:pt x="0" y="162060"/>
                  </a:lnTo>
                  <a:lnTo>
                    <a:pt x="27" y="167346"/>
                  </a:lnTo>
                  <a:lnTo>
                    <a:pt x="223" y="172628"/>
                  </a:lnTo>
                  <a:lnTo>
                    <a:pt x="585" y="177901"/>
                  </a:lnTo>
                  <a:lnTo>
                    <a:pt x="1113" y="183161"/>
                  </a:lnTo>
                  <a:lnTo>
                    <a:pt x="1808" y="188401"/>
                  </a:lnTo>
                  <a:lnTo>
                    <a:pt x="2668" y="193617"/>
                  </a:lnTo>
                  <a:lnTo>
                    <a:pt x="3692" y="198802"/>
                  </a:lnTo>
                  <a:lnTo>
                    <a:pt x="4880" y="203953"/>
                  </a:lnTo>
                  <a:lnTo>
                    <a:pt x="6230" y="209064"/>
                  </a:lnTo>
                  <a:lnTo>
                    <a:pt x="7741" y="214129"/>
                  </a:lnTo>
                  <a:lnTo>
                    <a:pt x="9412" y="219144"/>
                  </a:lnTo>
                  <a:lnTo>
                    <a:pt x="11240" y="224104"/>
                  </a:lnTo>
                  <a:lnTo>
                    <a:pt x="13224" y="229004"/>
                  </a:lnTo>
                  <a:lnTo>
                    <a:pt x="15362" y="233838"/>
                  </a:lnTo>
                  <a:lnTo>
                    <a:pt x="17651" y="238602"/>
                  </a:lnTo>
                  <a:lnTo>
                    <a:pt x="20091" y="243292"/>
                  </a:lnTo>
                  <a:lnTo>
                    <a:pt x="22677" y="247902"/>
                  </a:lnTo>
                  <a:lnTo>
                    <a:pt x="25408" y="252428"/>
                  </a:lnTo>
                  <a:lnTo>
                    <a:pt x="28280" y="256865"/>
                  </a:lnTo>
                  <a:lnTo>
                    <a:pt x="31291" y="261210"/>
                  </a:lnTo>
                  <a:lnTo>
                    <a:pt x="34439" y="265457"/>
                  </a:lnTo>
                  <a:lnTo>
                    <a:pt x="37719" y="269602"/>
                  </a:lnTo>
                  <a:lnTo>
                    <a:pt x="41128" y="273642"/>
                  </a:lnTo>
                  <a:lnTo>
                    <a:pt x="44663" y="277571"/>
                  </a:lnTo>
                  <a:lnTo>
                    <a:pt x="48321" y="281388"/>
                  </a:lnTo>
                  <a:lnTo>
                    <a:pt x="52098" y="285086"/>
                  </a:lnTo>
                  <a:lnTo>
                    <a:pt x="55989" y="288663"/>
                  </a:lnTo>
                  <a:lnTo>
                    <a:pt x="59992" y="292116"/>
                  </a:lnTo>
                  <a:lnTo>
                    <a:pt x="64102" y="295440"/>
                  </a:lnTo>
                  <a:lnTo>
                    <a:pt x="68315" y="298632"/>
                  </a:lnTo>
                  <a:lnTo>
                    <a:pt x="72627" y="301690"/>
                  </a:lnTo>
                  <a:lnTo>
                    <a:pt x="77033" y="304610"/>
                  </a:lnTo>
                  <a:lnTo>
                    <a:pt x="81530" y="307389"/>
                  </a:lnTo>
                  <a:lnTo>
                    <a:pt x="86112" y="310024"/>
                  </a:lnTo>
                  <a:lnTo>
                    <a:pt x="90775" y="312514"/>
                  </a:lnTo>
                  <a:lnTo>
                    <a:pt x="95515" y="314854"/>
                  </a:lnTo>
                  <a:lnTo>
                    <a:pt x="100326" y="317044"/>
                  </a:lnTo>
                  <a:lnTo>
                    <a:pt x="105204" y="319080"/>
                  </a:lnTo>
                  <a:lnTo>
                    <a:pt x="110144" y="320962"/>
                  </a:lnTo>
                  <a:lnTo>
                    <a:pt x="115141" y="322686"/>
                  </a:lnTo>
                  <a:lnTo>
                    <a:pt x="120189" y="324251"/>
                  </a:lnTo>
                  <a:lnTo>
                    <a:pt x="125285" y="325656"/>
                  </a:lnTo>
                  <a:lnTo>
                    <a:pt x="130423" y="326899"/>
                  </a:lnTo>
                  <a:lnTo>
                    <a:pt x="135598" y="327978"/>
                  </a:lnTo>
                  <a:lnTo>
                    <a:pt x="140804" y="328894"/>
                  </a:lnTo>
                  <a:lnTo>
                    <a:pt x="146036" y="329645"/>
                  </a:lnTo>
                  <a:lnTo>
                    <a:pt x="151290" y="330230"/>
                  </a:lnTo>
                  <a:lnTo>
                    <a:pt x="156559" y="330648"/>
                  </a:lnTo>
                  <a:lnTo>
                    <a:pt x="161839" y="330900"/>
                  </a:lnTo>
                  <a:lnTo>
                    <a:pt x="167124" y="330985"/>
                  </a:lnTo>
                  <a:lnTo>
                    <a:pt x="172410" y="330902"/>
                  </a:lnTo>
                  <a:lnTo>
                    <a:pt x="177690" y="330653"/>
                  </a:lnTo>
                  <a:lnTo>
                    <a:pt x="182959" y="330236"/>
                  </a:lnTo>
                  <a:lnTo>
                    <a:pt x="188213" y="329653"/>
                  </a:lnTo>
                  <a:lnTo>
                    <a:pt x="193446" y="328905"/>
                  </a:lnTo>
                  <a:lnTo>
                    <a:pt x="198652" y="327991"/>
                  </a:lnTo>
                  <a:lnTo>
                    <a:pt x="203827" y="326913"/>
                  </a:lnTo>
                  <a:lnTo>
                    <a:pt x="208965" y="325672"/>
                  </a:lnTo>
                  <a:lnTo>
                    <a:pt x="214062" y="324270"/>
                  </a:lnTo>
                  <a:lnTo>
                    <a:pt x="219111" y="322706"/>
                  </a:lnTo>
                  <a:lnTo>
                    <a:pt x="224109" y="320984"/>
                  </a:lnTo>
                  <a:lnTo>
                    <a:pt x="229050" y="319105"/>
                  </a:lnTo>
                  <a:lnTo>
                    <a:pt x="233928" y="317071"/>
                  </a:lnTo>
                  <a:lnTo>
                    <a:pt x="238740" y="314883"/>
                  </a:lnTo>
                  <a:lnTo>
                    <a:pt x="243481" y="312544"/>
                  </a:lnTo>
                  <a:lnTo>
                    <a:pt x="248145" y="310057"/>
                  </a:lnTo>
                  <a:lnTo>
                    <a:pt x="252728" y="307423"/>
                  </a:lnTo>
                  <a:lnTo>
                    <a:pt x="257226" y="304646"/>
                  </a:lnTo>
                  <a:lnTo>
                    <a:pt x="261633" y="301728"/>
                  </a:lnTo>
                  <a:lnTo>
                    <a:pt x="265946" y="298672"/>
                  </a:lnTo>
                  <a:lnTo>
                    <a:pt x="270161" y="295481"/>
                  </a:lnTo>
                  <a:lnTo>
                    <a:pt x="274272" y="292158"/>
                  </a:lnTo>
                  <a:lnTo>
                    <a:pt x="278276" y="288708"/>
                  </a:lnTo>
                  <a:lnTo>
                    <a:pt x="282169" y="285132"/>
                  </a:lnTo>
                  <a:lnTo>
                    <a:pt x="285947" y="281435"/>
                  </a:lnTo>
                  <a:lnTo>
                    <a:pt x="289607" y="277620"/>
                  </a:lnTo>
                  <a:lnTo>
                    <a:pt x="293144" y="273692"/>
                  </a:lnTo>
                  <a:lnTo>
                    <a:pt x="296555" y="269654"/>
                  </a:lnTo>
                  <a:lnTo>
                    <a:pt x="299836" y="265510"/>
                  </a:lnTo>
                  <a:lnTo>
                    <a:pt x="302985" y="261264"/>
                  </a:lnTo>
                  <a:lnTo>
                    <a:pt x="305998" y="256921"/>
                  </a:lnTo>
                  <a:lnTo>
                    <a:pt x="308872" y="252485"/>
                  </a:lnTo>
                  <a:lnTo>
                    <a:pt x="311605" y="247960"/>
                  </a:lnTo>
                  <a:lnTo>
                    <a:pt x="314193" y="243351"/>
                  </a:lnTo>
                  <a:lnTo>
                    <a:pt x="316634" y="238662"/>
                  </a:lnTo>
                  <a:lnTo>
                    <a:pt x="318926" y="233899"/>
                  </a:lnTo>
                  <a:lnTo>
                    <a:pt x="321066" y="229065"/>
                  </a:lnTo>
                  <a:lnTo>
                    <a:pt x="323052" y="224167"/>
                  </a:lnTo>
                  <a:lnTo>
                    <a:pt x="324882" y="219207"/>
                  </a:lnTo>
                  <a:lnTo>
                    <a:pt x="326554" y="214193"/>
                  </a:lnTo>
                  <a:lnTo>
                    <a:pt x="328067" y="209128"/>
                  </a:lnTo>
                  <a:lnTo>
                    <a:pt x="329419" y="204018"/>
                  </a:lnTo>
                  <a:lnTo>
                    <a:pt x="330609" y="198868"/>
                  </a:lnTo>
                  <a:lnTo>
                    <a:pt x="331636" y="193682"/>
                  </a:lnTo>
                  <a:lnTo>
                    <a:pt x="332498" y="188467"/>
                  </a:lnTo>
                  <a:lnTo>
                    <a:pt x="333194" y="183227"/>
                  </a:lnTo>
                  <a:lnTo>
                    <a:pt x="333725" y="177968"/>
                  </a:lnTo>
                  <a:lnTo>
                    <a:pt x="334089" y="172695"/>
                  </a:lnTo>
                  <a:lnTo>
                    <a:pt x="334286" y="167412"/>
                  </a:lnTo>
                  <a:lnTo>
                    <a:pt x="334317" y="162126"/>
                  </a:lnTo>
                  <a:lnTo>
                    <a:pt x="334180" y="156842"/>
                  </a:lnTo>
                  <a:lnTo>
                    <a:pt x="333876" y="151565"/>
                  </a:lnTo>
                  <a:lnTo>
                    <a:pt x="333405" y="146300"/>
                  </a:lnTo>
                  <a:lnTo>
                    <a:pt x="332768" y="141053"/>
                  </a:lnTo>
                  <a:lnTo>
                    <a:pt x="331965" y="135828"/>
                  </a:lnTo>
                  <a:lnTo>
                    <a:pt x="330998" y="130631"/>
                  </a:lnTo>
                  <a:lnTo>
                    <a:pt x="329867" y="125468"/>
                  </a:lnTo>
                  <a:lnTo>
                    <a:pt x="328573" y="120342"/>
                  </a:lnTo>
                  <a:lnTo>
                    <a:pt x="327118" y="115261"/>
                  </a:lnTo>
                  <a:lnTo>
                    <a:pt x="325503" y="110227"/>
                  </a:lnTo>
                  <a:lnTo>
                    <a:pt x="323729" y="105248"/>
                  </a:lnTo>
                  <a:lnTo>
                    <a:pt x="321799" y="100327"/>
                  </a:lnTo>
                  <a:lnTo>
                    <a:pt x="319714" y="95469"/>
                  </a:lnTo>
                  <a:lnTo>
                    <a:pt x="317477" y="90680"/>
                  </a:lnTo>
                  <a:lnTo>
                    <a:pt x="315090" y="85964"/>
                  </a:lnTo>
                  <a:lnTo>
                    <a:pt x="312554" y="81326"/>
                  </a:lnTo>
                  <a:lnTo>
                    <a:pt x="309873" y="76770"/>
                  </a:lnTo>
                  <a:lnTo>
                    <a:pt x="307050" y="72301"/>
                  </a:lnTo>
                  <a:lnTo>
                    <a:pt x="304086" y="67924"/>
                  </a:lnTo>
                  <a:lnTo>
                    <a:pt x="300986" y="63643"/>
                  </a:lnTo>
                  <a:lnTo>
                    <a:pt x="297752" y="59462"/>
                  </a:lnTo>
                  <a:lnTo>
                    <a:pt x="294387" y="55385"/>
                  </a:lnTo>
                  <a:lnTo>
                    <a:pt x="290895" y="51416"/>
                  </a:lnTo>
                  <a:lnTo>
                    <a:pt x="287280" y="47560"/>
                  </a:lnTo>
                  <a:lnTo>
                    <a:pt x="283544" y="43821"/>
                  </a:lnTo>
                  <a:lnTo>
                    <a:pt x="279692" y="40201"/>
                  </a:lnTo>
                  <a:lnTo>
                    <a:pt x="275727" y="36705"/>
                  </a:lnTo>
                  <a:lnTo>
                    <a:pt x="271654" y="33336"/>
                  </a:lnTo>
                  <a:lnTo>
                    <a:pt x="267476" y="30097"/>
                  </a:lnTo>
                  <a:lnTo>
                    <a:pt x="263198" y="26992"/>
                  </a:lnTo>
                  <a:lnTo>
                    <a:pt x="258824" y="24024"/>
                  </a:lnTo>
                  <a:lnTo>
                    <a:pt x="254359" y="21196"/>
                  </a:lnTo>
                  <a:lnTo>
                    <a:pt x="249806" y="18510"/>
                  </a:lnTo>
                  <a:lnTo>
                    <a:pt x="167158" y="1638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423235" y="1681503"/>
              <a:ext cx="82648" cy="167167"/>
            </a:xfrm>
            <a:custGeom>
              <a:avLst/>
              <a:pathLst>
                <a:path w="82648" h="167167">
                  <a:moveTo>
                    <a:pt x="82648" y="21860"/>
                  </a:moveTo>
                  <a:lnTo>
                    <a:pt x="77590" y="19097"/>
                  </a:lnTo>
                  <a:lnTo>
                    <a:pt x="72440" y="16511"/>
                  </a:lnTo>
                  <a:lnTo>
                    <a:pt x="67204" y="14103"/>
                  </a:lnTo>
                  <a:lnTo>
                    <a:pt x="61888" y="11878"/>
                  </a:lnTo>
                  <a:lnTo>
                    <a:pt x="56498" y="9837"/>
                  </a:lnTo>
                  <a:lnTo>
                    <a:pt x="51041" y="7983"/>
                  </a:lnTo>
                  <a:lnTo>
                    <a:pt x="45524" y="6318"/>
                  </a:lnTo>
                  <a:lnTo>
                    <a:pt x="39953" y="4844"/>
                  </a:lnTo>
                  <a:lnTo>
                    <a:pt x="34334" y="3563"/>
                  </a:lnTo>
                  <a:lnTo>
                    <a:pt x="28674" y="2477"/>
                  </a:lnTo>
                  <a:lnTo>
                    <a:pt x="22980" y="1587"/>
                  </a:lnTo>
                  <a:lnTo>
                    <a:pt x="17259" y="893"/>
                  </a:lnTo>
                  <a:lnTo>
                    <a:pt x="11517" y="397"/>
                  </a:lnTo>
                  <a:lnTo>
                    <a:pt x="5762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853879" y="1322571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6" y="83"/>
                  </a:lnTo>
                  <a:lnTo>
                    <a:pt x="156598" y="333"/>
                  </a:lnTo>
                  <a:lnTo>
                    <a:pt x="151331" y="751"/>
                  </a:lnTo>
                  <a:lnTo>
                    <a:pt x="146080" y="1334"/>
                  </a:lnTo>
                  <a:lnTo>
                    <a:pt x="140849" y="2083"/>
                  </a:lnTo>
                  <a:lnTo>
                    <a:pt x="135645" y="2997"/>
                  </a:lnTo>
                  <a:lnTo>
                    <a:pt x="130472" y="4075"/>
                  </a:lnTo>
                  <a:lnTo>
                    <a:pt x="125336" y="5316"/>
                  </a:lnTo>
                  <a:lnTo>
                    <a:pt x="120242" y="6718"/>
                  </a:lnTo>
                  <a:lnTo>
                    <a:pt x="115195" y="8281"/>
                  </a:lnTo>
                  <a:lnTo>
                    <a:pt x="110199" y="10003"/>
                  </a:lnTo>
                  <a:lnTo>
                    <a:pt x="105261" y="11881"/>
                  </a:lnTo>
                  <a:lnTo>
                    <a:pt x="100384" y="13915"/>
                  </a:lnTo>
                  <a:lnTo>
                    <a:pt x="95574" y="16102"/>
                  </a:lnTo>
                  <a:lnTo>
                    <a:pt x="90836" y="18440"/>
                  </a:lnTo>
                  <a:lnTo>
                    <a:pt x="86174" y="20926"/>
                  </a:lnTo>
                  <a:lnTo>
                    <a:pt x="81592" y="23559"/>
                  </a:lnTo>
                  <a:lnTo>
                    <a:pt x="77097" y="26335"/>
                  </a:lnTo>
                  <a:lnTo>
                    <a:pt x="72691" y="29251"/>
                  </a:lnTo>
                  <a:lnTo>
                    <a:pt x="68379" y="32306"/>
                  </a:lnTo>
                  <a:lnTo>
                    <a:pt x="64167" y="35495"/>
                  </a:lnTo>
                  <a:lnTo>
                    <a:pt x="60057" y="38816"/>
                  </a:lnTo>
                  <a:lnTo>
                    <a:pt x="56054" y="42265"/>
                  </a:lnTo>
                  <a:lnTo>
                    <a:pt x="52162" y="45838"/>
                  </a:lnTo>
                  <a:lnTo>
                    <a:pt x="48385" y="49533"/>
                  </a:lnTo>
                  <a:lnTo>
                    <a:pt x="44727" y="53346"/>
                  </a:lnTo>
                  <a:lnTo>
                    <a:pt x="41191" y="57272"/>
                  </a:lnTo>
                  <a:lnTo>
                    <a:pt x="37781" y="61308"/>
                  </a:lnTo>
                  <a:lnTo>
                    <a:pt x="34500" y="65450"/>
                  </a:lnTo>
                  <a:lnTo>
                    <a:pt x="31351" y="69693"/>
                  </a:lnTo>
                  <a:lnTo>
                    <a:pt x="28339" y="74034"/>
                  </a:lnTo>
                  <a:lnTo>
                    <a:pt x="25465" y="78467"/>
                  </a:lnTo>
                  <a:lnTo>
                    <a:pt x="22732" y="82990"/>
                  </a:lnTo>
                  <a:lnTo>
                    <a:pt x="20144" y="87596"/>
                  </a:lnTo>
                  <a:lnTo>
                    <a:pt x="17703" y="92282"/>
                  </a:lnTo>
                  <a:lnTo>
                    <a:pt x="15411" y="97043"/>
                  </a:lnTo>
                  <a:lnTo>
                    <a:pt x="13270" y="101874"/>
                  </a:lnTo>
                  <a:lnTo>
                    <a:pt x="11284" y="106770"/>
                  </a:lnTo>
                  <a:lnTo>
                    <a:pt x="9453" y="111726"/>
                  </a:lnTo>
                  <a:lnTo>
                    <a:pt x="7780" y="116738"/>
                  </a:lnTo>
                  <a:lnTo>
                    <a:pt x="6265" y="121800"/>
                  </a:lnTo>
                  <a:lnTo>
                    <a:pt x="4912" y="126908"/>
                  </a:lnTo>
                  <a:lnTo>
                    <a:pt x="3721" y="132055"/>
                  </a:lnTo>
                  <a:lnTo>
                    <a:pt x="2693" y="137238"/>
                  </a:lnTo>
                  <a:lnTo>
                    <a:pt x="1829" y="142451"/>
                  </a:lnTo>
                  <a:lnTo>
                    <a:pt x="1130" y="147688"/>
                  </a:lnTo>
                  <a:lnTo>
                    <a:pt x="598" y="152945"/>
                  </a:lnTo>
                  <a:lnTo>
                    <a:pt x="232" y="158216"/>
                  </a:lnTo>
                  <a:lnTo>
                    <a:pt x="32" y="163496"/>
                  </a:lnTo>
                  <a:lnTo>
                    <a:pt x="0" y="168780"/>
                  </a:lnTo>
                  <a:lnTo>
                    <a:pt x="134" y="174062"/>
                  </a:lnTo>
                  <a:lnTo>
                    <a:pt x="435" y="179337"/>
                  </a:lnTo>
                  <a:lnTo>
                    <a:pt x="903" y="184600"/>
                  </a:lnTo>
                  <a:lnTo>
                    <a:pt x="1537" y="189846"/>
                  </a:lnTo>
                  <a:lnTo>
                    <a:pt x="2337" y="195068"/>
                  </a:lnTo>
                  <a:lnTo>
                    <a:pt x="3301" y="200263"/>
                  </a:lnTo>
                  <a:lnTo>
                    <a:pt x="4429" y="205425"/>
                  </a:lnTo>
                  <a:lnTo>
                    <a:pt x="5719" y="210549"/>
                  </a:lnTo>
                  <a:lnTo>
                    <a:pt x="7171" y="215630"/>
                  </a:lnTo>
                  <a:lnTo>
                    <a:pt x="8782" y="220662"/>
                  </a:lnTo>
                  <a:lnTo>
                    <a:pt x="10552" y="225640"/>
                  </a:lnTo>
                  <a:lnTo>
                    <a:pt x="12478" y="230560"/>
                  </a:lnTo>
                  <a:lnTo>
                    <a:pt x="14559" y="235417"/>
                  </a:lnTo>
                  <a:lnTo>
                    <a:pt x="16792" y="240206"/>
                  </a:lnTo>
                  <a:lnTo>
                    <a:pt x="19175" y="244921"/>
                  </a:lnTo>
                  <a:lnTo>
                    <a:pt x="21707" y="249559"/>
                  </a:lnTo>
                  <a:lnTo>
                    <a:pt x="24383" y="254115"/>
                  </a:lnTo>
                  <a:lnTo>
                    <a:pt x="27202" y="258584"/>
                  </a:lnTo>
                  <a:lnTo>
                    <a:pt x="30161" y="262961"/>
                  </a:lnTo>
                  <a:lnTo>
                    <a:pt x="33257" y="267243"/>
                  </a:lnTo>
                  <a:lnTo>
                    <a:pt x="36487" y="271425"/>
                  </a:lnTo>
                  <a:lnTo>
                    <a:pt x="39847" y="275503"/>
                  </a:lnTo>
                  <a:lnTo>
                    <a:pt x="43335" y="279472"/>
                  </a:lnTo>
                  <a:lnTo>
                    <a:pt x="46946" y="283329"/>
                  </a:lnTo>
                  <a:lnTo>
                    <a:pt x="50677" y="287070"/>
                  </a:lnTo>
                  <a:lnTo>
                    <a:pt x="54524" y="290692"/>
                  </a:lnTo>
                  <a:lnTo>
                    <a:pt x="58485" y="294190"/>
                  </a:lnTo>
                  <a:lnTo>
                    <a:pt x="62553" y="297561"/>
                  </a:lnTo>
                  <a:lnTo>
                    <a:pt x="66726" y="300802"/>
                  </a:lnTo>
                  <a:lnTo>
                    <a:pt x="71000" y="303909"/>
                  </a:lnTo>
                  <a:lnTo>
                    <a:pt x="75369" y="306880"/>
                  </a:lnTo>
                  <a:lnTo>
                    <a:pt x="79831" y="309711"/>
                  </a:lnTo>
                  <a:lnTo>
                    <a:pt x="84379" y="312399"/>
                  </a:lnTo>
                  <a:lnTo>
                    <a:pt x="89010" y="314943"/>
                  </a:lnTo>
                  <a:lnTo>
                    <a:pt x="93720" y="317339"/>
                  </a:lnTo>
                  <a:lnTo>
                    <a:pt x="98502" y="319585"/>
                  </a:lnTo>
                  <a:lnTo>
                    <a:pt x="103354" y="321678"/>
                  </a:lnTo>
                  <a:lnTo>
                    <a:pt x="108269" y="323618"/>
                  </a:lnTo>
                  <a:lnTo>
                    <a:pt x="113243" y="325401"/>
                  </a:lnTo>
                  <a:lnTo>
                    <a:pt x="118270" y="327026"/>
                  </a:lnTo>
                  <a:lnTo>
                    <a:pt x="123347" y="328491"/>
                  </a:lnTo>
                  <a:lnTo>
                    <a:pt x="128467" y="329795"/>
                  </a:lnTo>
                  <a:lnTo>
                    <a:pt x="133626" y="330937"/>
                  </a:lnTo>
                  <a:lnTo>
                    <a:pt x="138818" y="331915"/>
                  </a:lnTo>
                  <a:lnTo>
                    <a:pt x="144039" y="332728"/>
                  </a:lnTo>
                  <a:lnTo>
                    <a:pt x="149283" y="333376"/>
                  </a:lnTo>
                  <a:lnTo>
                    <a:pt x="154545" y="333858"/>
                  </a:lnTo>
                  <a:lnTo>
                    <a:pt x="159819" y="334173"/>
                  </a:lnTo>
                  <a:lnTo>
                    <a:pt x="165101" y="334322"/>
                  </a:lnTo>
                  <a:lnTo>
                    <a:pt x="170385" y="334303"/>
                  </a:lnTo>
                  <a:lnTo>
                    <a:pt x="175665" y="334118"/>
                  </a:lnTo>
                  <a:lnTo>
                    <a:pt x="180937" y="333766"/>
                  </a:lnTo>
                  <a:lnTo>
                    <a:pt x="186195" y="333247"/>
                  </a:lnTo>
                  <a:lnTo>
                    <a:pt x="191435" y="332562"/>
                  </a:lnTo>
                  <a:lnTo>
                    <a:pt x="196650" y="331713"/>
                  </a:lnTo>
                  <a:lnTo>
                    <a:pt x="201835" y="330698"/>
                  </a:lnTo>
                  <a:lnTo>
                    <a:pt x="206986" y="329521"/>
                  </a:lnTo>
                  <a:lnTo>
                    <a:pt x="212097" y="328181"/>
                  </a:lnTo>
                  <a:lnTo>
                    <a:pt x="217163" y="326680"/>
                  </a:lnTo>
                  <a:lnTo>
                    <a:pt x="222179" y="325020"/>
                  </a:lnTo>
                  <a:lnTo>
                    <a:pt x="227141" y="323203"/>
                  </a:lnTo>
                  <a:lnTo>
                    <a:pt x="232042" y="321229"/>
                  </a:lnTo>
                  <a:lnTo>
                    <a:pt x="236878" y="319102"/>
                  </a:lnTo>
                  <a:lnTo>
                    <a:pt x="241645" y="316822"/>
                  </a:lnTo>
                  <a:lnTo>
                    <a:pt x="246338" y="314394"/>
                  </a:lnTo>
                  <a:lnTo>
                    <a:pt x="250951" y="311818"/>
                  </a:lnTo>
                  <a:lnTo>
                    <a:pt x="255481" y="309097"/>
                  </a:lnTo>
                  <a:lnTo>
                    <a:pt x="259922" y="306235"/>
                  </a:lnTo>
                  <a:lnTo>
                    <a:pt x="264271" y="303234"/>
                  </a:lnTo>
                  <a:lnTo>
                    <a:pt x="268523" y="300097"/>
                  </a:lnTo>
                  <a:lnTo>
                    <a:pt x="272673" y="296827"/>
                  </a:lnTo>
                  <a:lnTo>
                    <a:pt x="276718" y="293428"/>
                  </a:lnTo>
                  <a:lnTo>
                    <a:pt x="280654" y="289902"/>
                  </a:lnTo>
                  <a:lnTo>
                    <a:pt x="284476" y="286254"/>
                  </a:lnTo>
                  <a:lnTo>
                    <a:pt x="288181" y="282487"/>
                  </a:lnTo>
                  <a:lnTo>
                    <a:pt x="291765" y="278605"/>
                  </a:lnTo>
                  <a:lnTo>
                    <a:pt x="295224" y="274611"/>
                  </a:lnTo>
                  <a:lnTo>
                    <a:pt x="298556" y="270510"/>
                  </a:lnTo>
                  <a:lnTo>
                    <a:pt x="301757" y="266306"/>
                  </a:lnTo>
                  <a:lnTo>
                    <a:pt x="304822" y="262002"/>
                  </a:lnTo>
                  <a:lnTo>
                    <a:pt x="307751" y="257604"/>
                  </a:lnTo>
                  <a:lnTo>
                    <a:pt x="310539" y="253116"/>
                  </a:lnTo>
                  <a:lnTo>
                    <a:pt x="313183" y="248542"/>
                  </a:lnTo>
                  <a:lnTo>
                    <a:pt x="315682" y="243886"/>
                  </a:lnTo>
                  <a:lnTo>
                    <a:pt x="318033" y="239154"/>
                  </a:lnTo>
                  <a:lnTo>
                    <a:pt x="320232" y="234350"/>
                  </a:lnTo>
                  <a:lnTo>
                    <a:pt x="322279" y="229479"/>
                  </a:lnTo>
                  <a:lnTo>
                    <a:pt x="324171" y="224545"/>
                  </a:lnTo>
                  <a:lnTo>
                    <a:pt x="325906" y="219554"/>
                  </a:lnTo>
                  <a:lnTo>
                    <a:pt x="327482" y="214511"/>
                  </a:lnTo>
                  <a:lnTo>
                    <a:pt x="328898" y="209421"/>
                  </a:lnTo>
                  <a:lnTo>
                    <a:pt x="330153" y="204288"/>
                  </a:lnTo>
                  <a:lnTo>
                    <a:pt x="331245" y="199119"/>
                  </a:lnTo>
                  <a:lnTo>
                    <a:pt x="332172" y="193917"/>
                  </a:lnTo>
                  <a:lnTo>
                    <a:pt x="332935" y="188688"/>
                  </a:lnTo>
                  <a:lnTo>
                    <a:pt x="333533" y="183439"/>
                  </a:lnTo>
                  <a:lnTo>
                    <a:pt x="333964" y="178172"/>
                  </a:lnTo>
                  <a:lnTo>
                    <a:pt x="334228" y="172895"/>
                  </a:lnTo>
                  <a:lnTo>
                    <a:pt x="334326" y="167612"/>
                  </a:lnTo>
                  <a:lnTo>
                    <a:pt x="334257" y="162329"/>
                  </a:lnTo>
                  <a:lnTo>
                    <a:pt x="334020" y="157051"/>
                  </a:lnTo>
                  <a:lnTo>
                    <a:pt x="333617" y="151782"/>
                  </a:lnTo>
                  <a:lnTo>
                    <a:pt x="333048" y="146529"/>
                  </a:lnTo>
                  <a:lnTo>
                    <a:pt x="332313" y="141297"/>
                  </a:lnTo>
                  <a:lnTo>
                    <a:pt x="331413" y="136090"/>
                  </a:lnTo>
                  <a:lnTo>
                    <a:pt x="330348" y="130915"/>
                  </a:lnTo>
                  <a:lnTo>
                    <a:pt x="329121" y="125776"/>
                  </a:lnTo>
                  <a:lnTo>
                    <a:pt x="327732" y="120678"/>
                  </a:lnTo>
                  <a:lnTo>
                    <a:pt x="326183" y="115626"/>
                  </a:lnTo>
                  <a:lnTo>
                    <a:pt x="324474" y="110626"/>
                  </a:lnTo>
                  <a:lnTo>
                    <a:pt x="322609" y="105683"/>
                  </a:lnTo>
                  <a:lnTo>
                    <a:pt x="320588" y="100801"/>
                  </a:lnTo>
                  <a:lnTo>
                    <a:pt x="318414" y="95985"/>
                  </a:lnTo>
                  <a:lnTo>
                    <a:pt x="316089" y="91240"/>
                  </a:lnTo>
                  <a:lnTo>
                    <a:pt x="313615" y="86572"/>
                  </a:lnTo>
                  <a:lnTo>
                    <a:pt x="310995" y="81983"/>
                  </a:lnTo>
                  <a:lnTo>
                    <a:pt x="308231" y="77480"/>
                  </a:lnTo>
                  <a:lnTo>
                    <a:pt x="305326" y="73067"/>
                  </a:lnTo>
                  <a:lnTo>
                    <a:pt x="302283" y="68747"/>
                  </a:lnTo>
                  <a:lnTo>
                    <a:pt x="299105" y="64526"/>
                  </a:lnTo>
                  <a:lnTo>
                    <a:pt x="295795" y="60407"/>
                  </a:lnTo>
                  <a:lnTo>
                    <a:pt x="292357" y="56395"/>
                  </a:lnTo>
                  <a:lnTo>
                    <a:pt x="288794" y="52494"/>
                  </a:lnTo>
                  <a:lnTo>
                    <a:pt x="285109" y="48707"/>
                  </a:lnTo>
                  <a:lnTo>
                    <a:pt x="281306" y="45038"/>
                  </a:lnTo>
                  <a:lnTo>
                    <a:pt x="277390" y="41492"/>
                  </a:lnTo>
                  <a:lnTo>
                    <a:pt x="273363" y="38071"/>
                  </a:lnTo>
                  <a:lnTo>
                    <a:pt x="269230" y="34779"/>
                  </a:lnTo>
                  <a:lnTo>
                    <a:pt x="264995" y="31619"/>
                  </a:lnTo>
                  <a:lnTo>
                    <a:pt x="260662" y="28595"/>
                  </a:lnTo>
                  <a:lnTo>
                    <a:pt x="256236" y="25709"/>
                  </a:lnTo>
                  <a:lnTo>
                    <a:pt x="251721" y="22965"/>
                  </a:lnTo>
                  <a:lnTo>
                    <a:pt x="247121" y="20364"/>
                  </a:lnTo>
                  <a:lnTo>
                    <a:pt x="242442" y="17911"/>
                  </a:lnTo>
                  <a:lnTo>
                    <a:pt x="237687" y="15606"/>
                  </a:lnTo>
                  <a:lnTo>
                    <a:pt x="232862" y="13453"/>
                  </a:lnTo>
                  <a:lnTo>
                    <a:pt x="227972" y="11453"/>
                  </a:lnTo>
                  <a:lnTo>
                    <a:pt x="223020" y="9609"/>
                  </a:lnTo>
                  <a:lnTo>
                    <a:pt x="218013" y="7922"/>
                  </a:lnTo>
                  <a:lnTo>
                    <a:pt x="212955" y="6395"/>
                  </a:lnTo>
                  <a:lnTo>
                    <a:pt x="207851" y="5028"/>
                  </a:lnTo>
                  <a:lnTo>
                    <a:pt x="202706" y="3823"/>
                  </a:lnTo>
                  <a:lnTo>
                    <a:pt x="197526" y="2781"/>
                  </a:lnTo>
                  <a:lnTo>
                    <a:pt x="192316" y="1903"/>
                  </a:lnTo>
                  <a:lnTo>
                    <a:pt x="187080" y="1191"/>
                  </a:lnTo>
                  <a:lnTo>
                    <a:pt x="181825" y="644"/>
                  </a:lnTo>
                  <a:lnTo>
                    <a:pt x="176555" y="264"/>
                  </a:lnTo>
                  <a:lnTo>
                    <a:pt x="171275" y="5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71"/>
              <a:ext cx="4116" cy="167167"/>
            </a:xfrm>
            <a:custGeom>
              <a:avLst/>
              <a:pathLst>
                <a:path w="4116" h="167167">
                  <a:moveTo>
                    <a:pt x="4116" y="5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378105" y="1071028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7" y="335"/>
                  </a:lnTo>
                  <a:lnTo>
                    <a:pt x="151287" y="754"/>
                  </a:lnTo>
                  <a:lnTo>
                    <a:pt x="146024" y="1340"/>
                  </a:lnTo>
                  <a:lnTo>
                    <a:pt x="140782" y="2093"/>
                  </a:lnTo>
                  <a:lnTo>
                    <a:pt x="135566" y="3011"/>
                  </a:lnTo>
                  <a:lnTo>
                    <a:pt x="130382" y="4094"/>
                  </a:lnTo>
                  <a:lnTo>
                    <a:pt x="125234" y="5340"/>
                  </a:lnTo>
                  <a:lnTo>
                    <a:pt x="120129" y="6749"/>
                  </a:lnTo>
                  <a:lnTo>
                    <a:pt x="115071" y="8319"/>
                  </a:lnTo>
                  <a:lnTo>
                    <a:pt x="110066" y="10049"/>
                  </a:lnTo>
                  <a:lnTo>
                    <a:pt x="105117" y="11936"/>
                  </a:lnTo>
                  <a:lnTo>
                    <a:pt x="100231" y="13979"/>
                  </a:lnTo>
                  <a:lnTo>
                    <a:pt x="95412" y="16176"/>
                  </a:lnTo>
                  <a:lnTo>
                    <a:pt x="90665" y="18524"/>
                  </a:lnTo>
                  <a:lnTo>
                    <a:pt x="85995" y="21021"/>
                  </a:lnTo>
                  <a:lnTo>
                    <a:pt x="81407" y="23666"/>
                  </a:lnTo>
                  <a:lnTo>
                    <a:pt x="76904" y="26454"/>
                  </a:lnTo>
                  <a:lnTo>
                    <a:pt x="72492" y="29383"/>
                  </a:lnTo>
                  <a:lnTo>
                    <a:pt x="68175" y="32451"/>
                  </a:lnTo>
                  <a:lnTo>
                    <a:pt x="63957" y="35654"/>
                  </a:lnTo>
                  <a:lnTo>
                    <a:pt x="59843" y="38989"/>
                  </a:lnTo>
                  <a:lnTo>
                    <a:pt x="55837" y="42452"/>
                  </a:lnTo>
                  <a:lnTo>
                    <a:pt x="51942" y="46041"/>
                  </a:lnTo>
                  <a:lnTo>
                    <a:pt x="48163" y="49751"/>
                  </a:lnTo>
                  <a:lnTo>
                    <a:pt x="44503" y="53579"/>
                  </a:lnTo>
                  <a:lnTo>
                    <a:pt x="40967" y="57521"/>
                  </a:lnTo>
                  <a:lnTo>
                    <a:pt x="37557" y="61574"/>
                  </a:lnTo>
                  <a:lnTo>
                    <a:pt x="34277" y="65732"/>
                  </a:lnTo>
                  <a:lnTo>
                    <a:pt x="31130" y="69992"/>
                  </a:lnTo>
                  <a:lnTo>
                    <a:pt x="28120" y="74349"/>
                  </a:lnTo>
                  <a:lnTo>
                    <a:pt x="25250" y="78800"/>
                  </a:lnTo>
                  <a:lnTo>
                    <a:pt x="22522" y="83339"/>
                  </a:lnTo>
                  <a:lnTo>
                    <a:pt x="19939" y="87963"/>
                  </a:lnTo>
                  <a:lnTo>
                    <a:pt x="17504" y="92666"/>
                  </a:lnTo>
                  <a:lnTo>
                    <a:pt x="15219" y="97444"/>
                  </a:lnTo>
                  <a:lnTo>
                    <a:pt x="13087" y="102291"/>
                  </a:lnTo>
                  <a:lnTo>
                    <a:pt x="11109" y="107204"/>
                  </a:lnTo>
                  <a:lnTo>
                    <a:pt x="9288" y="112177"/>
                  </a:lnTo>
                  <a:lnTo>
                    <a:pt x="7625" y="117205"/>
                  </a:lnTo>
                  <a:lnTo>
                    <a:pt x="6123" y="122284"/>
                  </a:lnTo>
                  <a:lnTo>
                    <a:pt x="4782" y="127407"/>
                  </a:lnTo>
                  <a:lnTo>
                    <a:pt x="3604" y="132571"/>
                  </a:lnTo>
                  <a:lnTo>
                    <a:pt x="2590" y="137769"/>
                  </a:lnTo>
                  <a:lnTo>
                    <a:pt x="1741" y="142996"/>
                  </a:lnTo>
                  <a:lnTo>
                    <a:pt x="1059" y="148248"/>
                  </a:lnTo>
                  <a:lnTo>
                    <a:pt x="543" y="153519"/>
                  </a:lnTo>
                  <a:lnTo>
                    <a:pt x="194" y="158803"/>
                  </a:lnTo>
                  <a:lnTo>
                    <a:pt x="13" y="164096"/>
                  </a:lnTo>
                  <a:lnTo>
                    <a:pt x="0" y="169392"/>
                  </a:lnTo>
                  <a:lnTo>
                    <a:pt x="154" y="174686"/>
                  </a:lnTo>
                  <a:lnTo>
                    <a:pt x="476" y="179972"/>
                  </a:lnTo>
                  <a:lnTo>
                    <a:pt x="965" y="185246"/>
                  </a:lnTo>
                  <a:lnTo>
                    <a:pt x="1621" y="190501"/>
                  </a:lnTo>
                  <a:lnTo>
                    <a:pt x="2443" y="195733"/>
                  </a:lnTo>
                  <a:lnTo>
                    <a:pt x="3431" y="200936"/>
                  </a:lnTo>
                  <a:lnTo>
                    <a:pt x="4583" y="206105"/>
                  </a:lnTo>
                  <a:lnTo>
                    <a:pt x="5898" y="211235"/>
                  </a:lnTo>
                  <a:lnTo>
                    <a:pt x="7375" y="216321"/>
                  </a:lnTo>
                  <a:lnTo>
                    <a:pt x="9012" y="221358"/>
                  </a:lnTo>
                  <a:lnTo>
                    <a:pt x="10808" y="226340"/>
                  </a:lnTo>
                  <a:lnTo>
                    <a:pt x="12761" y="231263"/>
                  </a:lnTo>
                  <a:lnTo>
                    <a:pt x="14869" y="236121"/>
                  </a:lnTo>
                  <a:lnTo>
                    <a:pt x="17129" y="240910"/>
                  </a:lnTo>
                  <a:lnTo>
                    <a:pt x="19541" y="245626"/>
                  </a:lnTo>
                  <a:lnTo>
                    <a:pt x="22100" y="250262"/>
                  </a:lnTo>
                  <a:lnTo>
                    <a:pt x="24805" y="254815"/>
                  </a:lnTo>
                  <a:lnTo>
                    <a:pt x="27653" y="259280"/>
                  </a:lnTo>
                  <a:lnTo>
                    <a:pt x="30641" y="263653"/>
                  </a:lnTo>
                  <a:lnTo>
                    <a:pt x="33766" y="267929"/>
                  </a:lnTo>
                  <a:lnTo>
                    <a:pt x="37024" y="272104"/>
                  </a:lnTo>
                  <a:lnTo>
                    <a:pt x="40414" y="276173"/>
                  </a:lnTo>
                  <a:lnTo>
                    <a:pt x="43930" y="280133"/>
                  </a:lnTo>
                  <a:lnTo>
                    <a:pt x="47570" y="283980"/>
                  </a:lnTo>
                  <a:lnTo>
                    <a:pt x="51331" y="287709"/>
                  </a:lnTo>
                  <a:lnTo>
                    <a:pt x="55207" y="291317"/>
                  </a:lnTo>
                  <a:lnTo>
                    <a:pt x="59196" y="294801"/>
                  </a:lnTo>
                  <a:lnTo>
                    <a:pt x="63293" y="298157"/>
                  </a:lnTo>
                  <a:lnTo>
                    <a:pt x="67495" y="301381"/>
                  </a:lnTo>
                  <a:lnTo>
                    <a:pt x="71796" y="304470"/>
                  </a:lnTo>
                  <a:lnTo>
                    <a:pt x="76193" y="307422"/>
                  </a:lnTo>
                  <a:lnTo>
                    <a:pt x="80682" y="310233"/>
                  </a:lnTo>
                  <a:lnTo>
                    <a:pt x="85257" y="312900"/>
                  </a:lnTo>
                  <a:lnTo>
                    <a:pt x="89915" y="315421"/>
                  </a:lnTo>
                  <a:lnTo>
                    <a:pt x="94650" y="317793"/>
                  </a:lnTo>
                  <a:lnTo>
                    <a:pt x="99457" y="320015"/>
                  </a:lnTo>
                  <a:lnTo>
                    <a:pt x="104333" y="322082"/>
                  </a:lnTo>
                  <a:lnTo>
                    <a:pt x="109272" y="323994"/>
                  </a:lnTo>
                  <a:lnTo>
                    <a:pt x="114269" y="325749"/>
                  </a:lnTo>
                  <a:lnTo>
                    <a:pt x="119319" y="327345"/>
                  </a:lnTo>
                  <a:lnTo>
                    <a:pt x="124417" y="328780"/>
                  </a:lnTo>
                  <a:lnTo>
                    <a:pt x="129557" y="330052"/>
                  </a:lnTo>
                  <a:lnTo>
                    <a:pt x="134736" y="331161"/>
                  </a:lnTo>
                  <a:lnTo>
                    <a:pt x="139947" y="332106"/>
                  </a:lnTo>
                  <a:lnTo>
                    <a:pt x="145186" y="332885"/>
                  </a:lnTo>
                  <a:lnTo>
                    <a:pt x="150446" y="333498"/>
                  </a:lnTo>
                  <a:lnTo>
                    <a:pt x="155723" y="333943"/>
                  </a:lnTo>
                  <a:lnTo>
                    <a:pt x="161012" y="334222"/>
                  </a:lnTo>
                  <a:lnTo>
                    <a:pt x="166307" y="334332"/>
                  </a:lnTo>
                  <a:lnTo>
                    <a:pt x="171602" y="334275"/>
                  </a:lnTo>
                  <a:lnTo>
                    <a:pt x="176894" y="334050"/>
                  </a:lnTo>
                  <a:lnTo>
                    <a:pt x="182175" y="333658"/>
                  </a:lnTo>
                  <a:lnTo>
                    <a:pt x="187442" y="333099"/>
                  </a:lnTo>
                  <a:lnTo>
                    <a:pt x="192688" y="332373"/>
                  </a:lnTo>
                  <a:lnTo>
                    <a:pt x="197908" y="331481"/>
                  </a:lnTo>
                  <a:lnTo>
                    <a:pt x="203097" y="330424"/>
                  </a:lnTo>
                  <a:lnTo>
                    <a:pt x="208251" y="329204"/>
                  </a:lnTo>
                  <a:lnTo>
                    <a:pt x="213363" y="327820"/>
                  </a:lnTo>
                  <a:lnTo>
                    <a:pt x="218429" y="326276"/>
                  </a:lnTo>
                  <a:lnTo>
                    <a:pt x="223443" y="324572"/>
                  </a:lnTo>
                  <a:lnTo>
                    <a:pt x="228401" y="322710"/>
                  </a:lnTo>
                  <a:lnTo>
                    <a:pt x="233297" y="320691"/>
                  </a:lnTo>
                  <a:lnTo>
                    <a:pt x="238127" y="318519"/>
                  </a:lnTo>
                  <a:lnTo>
                    <a:pt x="242886" y="316195"/>
                  </a:lnTo>
                  <a:lnTo>
                    <a:pt x="247569" y="313721"/>
                  </a:lnTo>
                  <a:lnTo>
                    <a:pt x="252171" y="311100"/>
                  </a:lnTo>
                  <a:lnTo>
                    <a:pt x="256688" y="308335"/>
                  </a:lnTo>
                  <a:lnTo>
                    <a:pt x="261114" y="305428"/>
                  </a:lnTo>
                  <a:lnTo>
                    <a:pt x="265447" y="302382"/>
                  </a:lnTo>
                  <a:lnTo>
                    <a:pt x="269681" y="299200"/>
                  </a:lnTo>
                  <a:lnTo>
                    <a:pt x="273812" y="295886"/>
                  </a:lnTo>
                  <a:lnTo>
                    <a:pt x="277836" y="292443"/>
                  </a:lnTo>
                  <a:lnTo>
                    <a:pt x="281748" y="288874"/>
                  </a:lnTo>
                  <a:lnTo>
                    <a:pt x="285546" y="285183"/>
                  </a:lnTo>
                  <a:lnTo>
                    <a:pt x="289225" y="281373"/>
                  </a:lnTo>
                  <a:lnTo>
                    <a:pt x="292782" y="277449"/>
                  </a:lnTo>
                  <a:lnTo>
                    <a:pt x="296212" y="273414"/>
                  </a:lnTo>
                  <a:lnTo>
                    <a:pt x="299513" y="269273"/>
                  </a:lnTo>
                  <a:lnTo>
                    <a:pt x="302681" y="265029"/>
                  </a:lnTo>
                  <a:lnTo>
                    <a:pt x="305713" y="260687"/>
                  </a:lnTo>
                  <a:lnTo>
                    <a:pt x="308606" y="256250"/>
                  </a:lnTo>
                  <a:lnTo>
                    <a:pt x="311356" y="251725"/>
                  </a:lnTo>
                  <a:lnTo>
                    <a:pt x="313963" y="247115"/>
                  </a:lnTo>
                  <a:lnTo>
                    <a:pt x="316421" y="242424"/>
                  </a:lnTo>
                  <a:lnTo>
                    <a:pt x="318730" y="237658"/>
                  </a:lnTo>
                  <a:lnTo>
                    <a:pt x="320887" y="232821"/>
                  </a:lnTo>
                  <a:lnTo>
                    <a:pt x="322890" y="227918"/>
                  </a:lnTo>
                  <a:lnTo>
                    <a:pt x="324736" y="222954"/>
                  </a:lnTo>
                  <a:lnTo>
                    <a:pt x="326424" y="217935"/>
                  </a:lnTo>
                  <a:lnTo>
                    <a:pt x="327952" y="212864"/>
                  </a:lnTo>
                  <a:lnTo>
                    <a:pt x="329319" y="207747"/>
                  </a:lnTo>
                  <a:lnTo>
                    <a:pt x="330523" y="202590"/>
                  </a:lnTo>
                  <a:lnTo>
                    <a:pt x="331563" y="197397"/>
                  </a:lnTo>
                  <a:lnTo>
                    <a:pt x="332439" y="192174"/>
                  </a:lnTo>
                  <a:lnTo>
                    <a:pt x="333148" y="186926"/>
                  </a:lnTo>
                  <a:lnTo>
                    <a:pt x="333690" y="181657"/>
                  </a:lnTo>
                  <a:lnTo>
                    <a:pt x="334066" y="176375"/>
                  </a:lnTo>
                  <a:lnTo>
                    <a:pt x="334274" y="171083"/>
                  </a:lnTo>
                  <a:lnTo>
                    <a:pt x="334314" y="165787"/>
                  </a:lnTo>
                  <a:lnTo>
                    <a:pt x="334186" y="160492"/>
                  </a:lnTo>
                  <a:lnTo>
                    <a:pt x="333891" y="155205"/>
                  </a:lnTo>
                  <a:lnTo>
                    <a:pt x="333428" y="149929"/>
                  </a:lnTo>
                  <a:lnTo>
                    <a:pt x="332799" y="144670"/>
                  </a:lnTo>
                  <a:lnTo>
                    <a:pt x="332003" y="139435"/>
                  </a:lnTo>
                  <a:lnTo>
                    <a:pt x="331042" y="134227"/>
                  </a:lnTo>
                  <a:lnTo>
                    <a:pt x="329916" y="129052"/>
                  </a:lnTo>
                  <a:lnTo>
                    <a:pt x="328627" y="123915"/>
                  </a:lnTo>
                  <a:lnTo>
                    <a:pt x="327176" y="118821"/>
                  </a:lnTo>
                  <a:lnTo>
                    <a:pt x="325564" y="113777"/>
                  </a:lnTo>
                  <a:lnTo>
                    <a:pt x="323794" y="108785"/>
                  </a:lnTo>
                  <a:lnTo>
                    <a:pt x="321866" y="103853"/>
                  </a:lnTo>
                  <a:lnTo>
                    <a:pt x="319782" y="98984"/>
                  </a:lnTo>
                  <a:lnTo>
                    <a:pt x="317546" y="94183"/>
                  </a:lnTo>
                  <a:lnTo>
                    <a:pt x="315159" y="89456"/>
                  </a:lnTo>
                  <a:lnTo>
                    <a:pt x="312623" y="84806"/>
                  </a:lnTo>
                  <a:lnTo>
                    <a:pt x="309941" y="80240"/>
                  </a:lnTo>
                  <a:lnTo>
                    <a:pt x="307116" y="75760"/>
                  </a:lnTo>
                  <a:lnTo>
                    <a:pt x="304150" y="71372"/>
                  </a:lnTo>
                  <a:lnTo>
                    <a:pt x="301047" y="67081"/>
                  </a:lnTo>
                  <a:lnTo>
                    <a:pt x="297809" y="62890"/>
                  </a:lnTo>
                  <a:lnTo>
                    <a:pt x="294440" y="58803"/>
                  </a:lnTo>
                  <a:lnTo>
                    <a:pt x="290944" y="54826"/>
                  </a:lnTo>
                  <a:lnTo>
                    <a:pt x="287323" y="50961"/>
                  </a:lnTo>
                  <a:lnTo>
                    <a:pt x="283582" y="47212"/>
                  </a:lnTo>
                  <a:lnTo>
                    <a:pt x="279723" y="43584"/>
                  </a:lnTo>
                  <a:lnTo>
                    <a:pt x="275752" y="4008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11109"/>
              <a:ext cx="108600" cy="127086"/>
            </a:xfrm>
            <a:custGeom>
              <a:avLst/>
              <a:pathLst>
                <a:path w="108600" h="127086">
                  <a:moveTo>
                    <a:pt x="108600" y="0"/>
                  </a:moveTo>
                  <a:lnTo>
                    <a:pt x="0" y="1270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10348"/>
              <a:ext cx="108600" cy="127847"/>
            </a:xfrm>
            <a:custGeom>
              <a:avLst/>
              <a:pathLst>
                <a:path w="108600" h="127847">
                  <a:moveTo>
                    <a:pt x="108600" y="760"/>
                  </a:moveTo>
                  <a:lnTo>
                    <a:pt x="107703" y="0"/>
                  </a:lnTo>
                  <a:lnTo>
                    <a:pt x="0" y="1278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071028"/>
              <a:ext cx="107703" cy="167167"/>
            </a:xfrm>
            <a:custGeom>
              <a:avLst/>
              <a:pathLst>
                <a:path w="107703" h="167167">
                  <a:moveTo>
                    <a:pt x="107703" y="39320"/>
                  </a:moveTo>
                  <a:lnTo>
                    <a:pt x="103382" y="35801"/>
                  </a:lnTo>
                  <a:lnTo>
                    <a:pt x="98946" y="32428"/>
                  </a:lnTo>
                  <a:lnTo>
                    <a:pt x="94400" y="29205"/>
                  </a:lnTo>
                  <a:lnTo>
                    <a:pt x="89749" y="26135"/>
                  </a:lnTo>
                  <a:lnTo>
                    <a:pt x="84998" y="23222"/>
                  </a:lnTo>
                  <a:lnTo>
                    <a:pt x="80153" y="20469"/>
                  </a:lnTo>
                  <a:lnTo>
                    <a:pt x="75219" y="17879"/>
                  </a:lnTo>
                  <a:lnTo>
                    <a:pt x="70201" y="15454"/>
                  </a:lnTo>
                  <a:lnTo>
                    <a:pt x="65105" y="13199"/>
                  </a:lnTo>
                  <a:lnTo>
                    <a:pt x="59937" y="11114"/>
                  </a:lnTo>
                  <a:lnTo>
                    <a:pt x="54702" y="9203"/>
                  </a:lnTo>
                  <a:lnTo>
                    <a:pt x="49407" y="7468"/>
                  </a:lnTo>
                  <a:lnTo>
                    <a:pt x="44056" y="5910"/>
                  </a:lnTo>
                  <a:lnTo>
                    <a:pt x="38657" y="4531"/>
                  </a:lnTo>
                  <a:lnTo>
                    <a:pt x="33215" y="3333"/>
                  </a:lnTo>
                  <a:lnTo>
                    <a:pt x="27735" y="2316"/>
                  </a:lnTo>
                  <a:lnTo>
                    <a:pt x="22225" y="1484"/>
                  </a:lnTo>
                  <a:lnTo>
                    <a:pt x="16690" y="835"/>
                  </a:lnTo>
                  <a:lnTo>
                    <a:pt x="11137" y="371"/>
                  </a:lnTo>
                  <a:lnTo>
                    <a:pt x="5571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25095" y="941493"/>
              <a:ext cx="98448" cy="167167"/>
            </a:xfrm>
            <a:custGeom>
              <a:avLst/>
              <a:pathLst>
                <a:path w="98448" h="167167">
                  <a:moveTo>
                    <a:pt x="98448" y="0"/>
                  </a:moveTo>
                  <a:lnTo>
                    <a:pt x="92909" y="91"/>
                  </a:lnTo>
                  <a:lnTo>
                    <a:pt x="87375" y="367"/>
                  </a:lnTo>
                  <a:lnTo>
                    <a:pt x="81854" y="825"/>
                  </a:lnTo>
                  <a:lnTo>
                    <a:pt x="76351" y="1466"/>
                  </a:lnTo>
                  <a:lnTo>
                    <a:pt x="70872" y="2290"/>
                  </a:lnTo>
                  <a:lnTo>
                    <a:pt x="65424" y="3294"/>
                  </a:lnTo>
                  <a:lnTo>
                    <a:pt x="60012" y="4478"/>
                  </a:lnTo>
                  <a:lnTo>
                    <a:pt x="54642" y="5841"/>
                  </a:lnTo>
                  <a:lnTo>
                    <a:pt x="49320" y="7382"/>
                  </a:lnTo>
                  <a:lnTo>
                    <a:pt x="44052" y="9097"/>
                  </a:lnTo>
                  <a:lnTo>
                    <a:pt x="38844" y="10987"/>
                  </a:lnTo>
                  <a:lnTo>
                    <a:pt x="33701" y="13048"/>
                  </a:lnTo>
                  <a:lnTo>
                    <a:pt x="28630" y="15278"/>
                  </a:lnTo>
                  <a:lnTo>
                    <a:pt x="23635" y="17675"/>
                  </a:lnTo>
                  <a:lnTo>
                    <a:pt x="18722" y="20236"/>
                  </a:lnTo>
                  <a:lnTo>
                    <a:pt x="13897" y="22959"/>
                  </a:lnTo>
                  <a:lnTo>
                    <a:pt x="9165" y="25840"/>
                  </a:lnTo>
                  <a:lnTo>
                    <a:pt x="4531" y="28876"/>
                  </a:lnTo>
                  <a:lnTo>
                    <a:pt x="0" y="32064"/>
                  </a:lnTo>
                  <a:lnTo>
                    <a:pt x="984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25095" y="97355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56384" y="973557"/>
              <a:ext cx="334325" cy="302263"/>
            </a:xfrm>
            <a:custGeom>
              <a:avLst/>
              <a:pathLst>
                <a:path w="334325" h="302263">
                  <a:moveTo>
                    <a:pt x="68711" y="0"/>
                  </a:moveTo>
                  <a:lnTo>
                    <a:pt x="64480" y="3186"/>
                  </a:lnTo>
                  <a:lnTo>
                    <a:pt x="60353" y="6505"/>
                  </a:lnTo>
                  <a:lnTo>
                    <a:pt x="56332" y="9953"/>
                  </a:lnTo>
                  <a:lnTo>
                    <a:pt x="52423" y="13527"/>
                  </a:lnTo>
                  <a:lnTo>
                    <a:pt x="48629" y="17223"/>
                  </a:lnTo>
                  <a:lnTo>
                    <a:pt x="44954" y="21037"/>
                  </a:lnTo>
                  <a:lnTo>
                    <a:pt x="41402" y="24966"/>
                  </a:lnTo>
                  <a:lnTo>
                    <a:pt x="37976" y="29005"/>
                  </a:lnTo>
                  <a:lnTo>
                    <a:pt x="34680" y="33151"/>
                  </a:lnTo>
                  <a:lnTo>
                    <a:pt x="31517" y="37399"/>
                  </a:lnTo>
                  <a:lnTo>
                    <a:pt x="28489" y="41745"/>
                  </a:lnTo>
                  <a:lnTo>
                    <a:pt x="25602" y="46185"/>
                  </a:lnTo>
                  <a:lnTo>
                    <a:pt x="22856" y="50714"/>
                  </a:lnTo>
                  <a:lnTo>
                    <a:pt x="20255" y="55328"/>
                  </a:lnTo>
                  <a:lnTo>
                    <a:pt x="17801" y="60022"/>
                  </a:lnTo>
                  <a:lnTo>
                    <a:pt x="15498" y="64791"/>
                  </a:lnTo>
                  <a:lnTo>
                    <a:pt x="13346" y="69631"/>
                  </a:lnTo>
                  <a:lnTo>
                    <a:pt x="11349" y="74537"/>
                  </a:lnTo>
                  <a:lnTo>
                    <a:pt x="9509" y="79503"/>
                  </a:lnTo>
                  <a:lnTo>
                    <a:pt x="7827" y="84525"/>
                  </a:lnTo>
                  <a:lnTo>
                    <a:pt x="6304" y="89598"/>
                  </a:lnTo>
                  <a:lnTo>
                    <a:pt x="4944" y="94717"/>
                  </a:lnTo>
                  <a:lnTo>
                    <a:pt x="3746" y="99876"/>
                  </a:lnTo>
                  <a:lnTo>
                    <a:pt x="2712" y="105071"/>
                  </a:lnTo>
                  <a:lnTo>
                    <a:pt x="1843" y="110296"/>
                  </a:lnTo>
                  <a:lnTo>
                    <a:pt x="1140" y="115545"/>
                  </a:lnTo>
                  <a:lnTo>
                    <a:pt x="604" y="120815"/>
                  </a:lnTo>
                  <a:lnTo>
                    <a:pt x="235" y="126098"/>
                  </a:lnTo>
                  <a:lnTo>
                    <a:pt x="33" y="131391"/>
                  </a:lnTo>
                  <a:lnTo>
                    <a:pt x="0" y="136687"/>
                  </a:lnTo>
                  <a:lnTo>
                    <a:pt x="134" y="141982"/>
                  </a:lnTo>
                  <a:lnTo>
                    <a:pt x="435" y="147270"/>
                  </a:lnTo>
                  <a:lnTo>
                    <a:pt x="905" y="152546"/>
                  </a:lnTo>
                  <a:lnTo>
                    <a:pt x="1541" y="157804"/>
                  </a:lnTo>
                  <a:lnTo>
                    <a:pt x="2343" y="163039"/>
                  </a:lnTo>
                  <a:lnTo>
                    <a:pt x="3311" y="168246"/>
                  </a:lnTo>
                  <a:lnTo>
                    <a:pt x="4443" y="173420"/>
                  </a:lnTo>
                  <a:lnTo>
                    <a:pt x="5738" y="178556"/>
                  </a:lnTo>
                  <a:lnTo>
                    <a:pt x="7196" y="183648"/>
                  </a:lnTo>
                  <a:lnTo>
                    <a:pt x="8814" y="188691"/>
                  </a:lnTo>
                  <a:lnTo>
                    <a:pt x="10591" y="193681"/>
                  </a:lnTo>
                  <a:lnTo>
                    <a:pt x="12526" y="198611"/>
                  </a:lnTo>
                  <a:lnTo>
                    <a:pt x="14615" y="203478"/>
                  </a:lnTo>
                  <a:lnTo>
                    <a:pt x="16858" y="208276"/>
                  </a:lnTo>
                  <a:lnTo>
                    <a:pt x="19252" y="213001"/>
                  </a:lnTo>
                  <a:lnTo>
                    <a:pt x="21794" y="217648"/>
                  </a:lnTo>
                  <a:lnTo>
                    <a:pt x="24482" y="222211"/>
                  </a:lnTo>
                  <a:lnTo>
                    <a:pt x="27313" y="226688"/>
                  </a:lnTo>
                  <a:lnTo>
                    <a:pt x="30284" y="231072"/>
                  </a:lnTo>
                  <a:lnTo>
                    <a:pt x="33393" y="235360"/>
                  </a:lnTo>
                  <a:lnTo>
                    <a:pt x="36637" y="239547"/>
                  </a:lnTo>
                  <a:lnTo>
                    <a:pt x="40011" y="243630"/>
                  </a:lnTo>
                  <a:lnTo>
                    <a:pt x="43513" y="247603"/>
                  </a:lnTo>
                  <a:lnTo>
                    <a:pt x="47139" y="251464"/>
                  </a:lnTo>
                  <a:lnTo>
                    <a:pt x="50886" y="255208"/>
                  </a:lnTo>
                  <a:lnTo>
                    <a:pt x="54749" y="258831"/>
                  </a:lnTo>
                  <a:lnTo>
                    <a:pt x="58725" y="262330"/>
                  </a:lnTo>
                  <a:lnTo>
                    <a:pt x="62810" y="265701"/>
                  </a:lnTo>
                  <a:lnTo>
                    <a:pt x="67000" y="268942"/>
                  </a:lnTo>
                  <a:lnTo>
                    <a:pt x="71290" y="272048"/>
                  </a:lnTo>
                  <a:lnTo>
                    <a:pt x="75676" y="275016"/>
                  </a:lnTo>
                  <a:lnTo>
                    <a:pt x="80155" y="277844"/>
                  </a:lnTo>
                  <a:lnTo>
                    <a:pt x="84720" y="280529"/>
                  </a:lnTo>
                  <a:lnTo>
                    <a:pt x="89369" y="283067"/>
                  </a:lnTo>
                  <a:lnTo>
                    <a:pt x="94095" y="285457"/>
                  </a:lnTo>
                  <a:lnTo>
                    <a:pt x="98895" y="287696"/>
                  </a:lnTo>
                  <a:lnTo>
                    <a:pt x="103764" y="289782"/>
                  </a:lnTo>
                  <a:lnTo>
                    <a:pt x="108696" y="291713"/>
                  </a:lnTo>
                  <a:lnTo>
                    <a:pt x="113686" y="293487"/>
                  </a:lnTo>
                  <a:lnTo>
                    <a:pt x="118731" y="295101"/>
                  </a:lnTo>
                  <a:lnTo>
                    <a:pt x="123824" y="296555"/>
                  </a:lnTo>
                  <a:lnTo>
                    <a:pt x="128960" y="297847"/>
                  </a:lnTo>
                  <a:lnTo>
                    <a:pt x="134135" y="298975"/>
                  </a:lnTo>
                  <a:lnTo>
                    <a:pt x="139343" y="299939"/>
                  </a:lnTo>
                  <a:lnTo>
                    <a:pt x="144579" y="300738"/>
                  </a:lnTo>
                  <a:lnTo>
                    <a:pt x="149838" y="301370"/>
                  </a:lnTo>
                  <a:lnTo>
                    <a:pt x="155114" y="301835"/>
                  </a:lnTo>
                  <a:lnTo>
                    <a:pt x="160402" y="302133"/>
                  </a:lnTo>
                  <a:lnTo>
                    <a:pt x="165697" y="302263"/>
                  </a:lnTo>
                  <a:lnTo>
                    <a:pt x="170993" y="302226"/>
                  </a:lnTo>
                  <a:lnTo>
                    <a:pt x="176286" y="302021"/>
                  </a:lnTo>
                  <a:lnTo>
                    <a:pt x="181569" y="301648"/>
                  </a:lnTo>
                  <a:lnTo>
                    <a:pt x="186838" y="301108"/>
                  </a:lnTo>
                  <a:lnTo>
                    <a:pt x="192087" y="300401"/>
                  </a:lnTo>
                  <a:lnTo>
                    <a:pt x="197311" y="299528"/>
                  </a:lnTo>
                  <a:lnTo>
                    <a:pt x="202505" y="298490"/>
                  </a:lnTo>
                  <a:lnTo>
                    <a:pt x="207663" y="297289"/>
                  </a:lnTo>
                  <a:lnTo>
                    <a:pt x="212781" y="295924"/>
                  </a:lnTo>
                  <a:lnTo>
                    <a:pt x="217853" y="294398"/>
                  </a:lnTo>
                  <a:lnTo>
                    <a:pt x="222874" y="292712"/>
                  </a:lnTo>
                  <a:lnTo>
                    <a:pt x="227839" y="290868"/>
                  </a:lnTo>
                  <a:lnTo>
                    <a:pt x="232743" y="288868"/>
                  </a:lnTo>
                  <a:lnTo>
                    <a:pt x="237581" y="286713"/>
                  </a:lnTo>
                  <a:lnTo>
                    <a:pt x="242349" y="284406"/>
                  </a:lnTo>
                  <a:lnTo>
                    <a:pt x="247041" y="281949"/>
                  </a:lnTo>
                  <a:lnTo>
                    <a:pt x="251653" y="279344"/>
                  </a:lnTo>
                  <a:lnTo>
                    <a:pt x="256180" y="276595"/>
                  </a:lnTo>
                  <a:lnTo>
                    <a:pt x="260618" y="273704"/>
                  </a:lnTo>
                  <a:lnTo>
                    <a:pt x="264962" y="270674"/>
                  </a:lnTo>
                  <a:lnTo>
                    <a:pt x="269208" y="267507"/>
                  </a:lnTo>
                  <a:lnTo>
                    <a:pt x="273351" y="264208"/>
                  </a:lnTo>
                  <a:lnTo>
                    <a:pt x="277388" y="260779"/>
                  </a:lnTo>
                  <a:lnTo>
                    <a:pt x="281314" y="257224"/>
                  </a:lnTo>
                  <a:lnTo>
                    <a:pt x="285125" y="253546"/>
                  </a:lnTo>
                  <a:lnTo>
                    <a:pt x="288819" y="249750"/>
                  </a:lnTo>
                  <a:lnTo>
                    <a:pt x="292389" y="245838"/>
                  </a:lnTo>
                  <a:lnTo>
                    <a:pt x="295835" y="241815"/>
                  </a:lnTo>
                  <a:lnTo>
                    <a:pt x="299151" y="237685"/>
                  </a:lnTo>
                  <a:lnTo>
                    <a:pt x="302334" y="233452"/>
                  </a:lnTo>
                  <a:lnTo>
                    <a:pt x="305382" y="229121"/>
                  </a:lnTo>
                  <a:lnTo>
                    <a:pt x="308291" y="224695"/>
                  </a:lnTo>
                  <a:lnTo>
                    <a:pt x="311059" y="220179"/>
                  </a:lnTo>
                  <a:lnTo>
                    <a:pt x="313682" y="215577"/>
                  </a:lnTo>
                  <a:lnTo>
                    <a:pt x="316157" y="210895"/>
                  </a:lnTo>
                  <a:lnTo>
                    <a:pt x="318484" y="206137"/>
                  </a:lnTo>
                  <a:lnTo>
                    <a:pt x="320658" y="201307"/>
                  </a:lnTo>
                  <a:lnTo>
                    <a:pt x="322678" y="196411"/>
                  </a:lnTo>
                  <a:lnTo>
                    <a:pt x="324543" y="191454"/>
                  </a:lnTo>
                  <a:lnTo>
                    <a:pt x="326249" y="186440"/>
                  </a:lnTo>
                  <a:lnTo>
                    <a:pt x="327795" y="181374"/>
                  </a:lnTo>
                  <a:lnTo>
                    <a:pt x="329181" y="176262"/>
                  </a:lnTo>
                  <a:lnTo>
                    <a:pt x="330403" y="171108"/>
                  </a:lnTo>
                  <a:lnTo>
                    <a:pt x="331462" y="165919"/>
                  </a:lnTo>
                  <a:lnTo>
                    <a:pt x="332356" y="160698"/>
                  </a:lnTo>
                  <a:lnTo>
                    <a:pt x="333084" y="155452"/>
                  </a:lnTo>
                  <a:lnTo>
                    <a:pt x="333645" y="150185"/>
                  </a:lnTo>
                  <a:lnTo>
                    <a:pt x="334039" y="144904"/>
                  </a:lnTo>
                  <a:lnTo>
                    <a:pt x="334266" y="139612"/>
                  </a:lnTo>
                  <a:lnTo>
                    <a:pt x="334325" y="134316"/>
                  </a:lnTo>
                  <a:lnTo>
                    <a:pt x="334216" y="129020"/>
                  </a:lnTo>
                  <a:lnTo>
                    <a:pt x="333940" y="123731"/>
                  </a:lnTo>
                  <a:lnTo>
                    <a:pt x="333496" y="118453"/>
                  </a:lnTo>
                  <a:lnTo>
                    <a:pt x="332885" y="113192"/>
                  </a:lnTo>
                  <a:lnTo>
                    <a:pt x="332107" y="107953"/>
                  </a:lnTo>
                  <a:lnTo>
                    <a:pt x="331165" y="102741"/>
                  </a:lnTo>
                  <a:lnTo>
                    <a:pt x="330057" y="97562"/>
                  </a:lnTo>
                  <a:lnTo>
                    <a:pt x="328786" y="92420"/>
                  </a:lnTo>
                  <a:lnTo>
                    <a:pt x="327353" y="87321"/>
                  </a:lnTo>
                  <a:lnTo>
                    <a:pt x="325759" y="82270"/>
                  </a:lnTo>
                  <a:lnTo>
                    <a:pt x="324005" y="77272"/>
                  </a:lnTo>
                  <a:lnTo>
                    <a:pt x="322095" y="72333"/>
                  </a:lnTo>
                  <a:lnTo>
                    <a:pt x="320028" y="67456"/>
                  </a:lnTo>
                  <a:lnTo>
                    <a:pt x="317809" y="62647"/>
                  </a:lnTo>
                  <a:lnTo>
                    <a:pt x="315438" y="57911"/>
                  </a:lnTo>
                  <a:lnTo>
                    <a:pt x="312918" y="53252"/>
                  </a:lnTo>
                  <a:lnTo>
                    <a:pt x="310252" y="48676"/>
                  </a:lnTo>
                  <a:lnTo>
                    <a:pt x="307442" y="44186"/>
                  </a:lnTo>
                  <a:lnTo>
                    <a:pt x="304491" y="39787"/>
                  </a:lnTo>
                  <a:lnTo>
                    <a:pt x="301403" y="35485"/>
                  </a:lnTo>
                  <a:lnTo>
                    <a:pt x="298179" y="31282"/>
                  </a:lnTo>
                  <a:lnTo>
                    <a:pt x="294825" y="27183"/>
                  </a:lnTo>
                  <a:lnTo>
                    <a:pt x="291342" y="23193"/>
                  </a:lnTo>
                  <a:lnTo>
                    <a:pt x="287734" y="19315"/>
                  </a:lnTo>
                  <a:lnTo>
                    <a:pt x="284005" y="15553"/>
                  </a:lnTo>
                  <a:lnTo>
                    <a:pt x="167159" y="1351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5023544" y="941493"/>
              <a:ext cx="116846" cy="167167"/>
            </a:xfrm>
            <a:custGeom>
              <a:avLst/>
              <a:pathLst>
                <a:path w="116846" h="167167">
                  <a:moveTo>
                    <a:pt x="116846" y="47618"/>
                  </a:moveTo>
                  <a:lnTo>
                    <a:pt x="112757" y="43754"/>
                  </a:lnTo>
                  <a:lnTo>
                    <a:pt x="108541" y="40031"/>
                  </a:lnTo>
                  <a:lnTo>
                    <a:pt x="104202" y="36451"/>
                  </a:lnTo>
                  <a:lnTo>
                    <a:pt x="99746" y="33019"/>
                  </a:lnTo>
                  <a:lnTo>
                    <a:pt x="95176" y="29739"/>
                  </a:lnTo>
                  <a:lnTo>
                    <a:pt x="90498" y="26615"/>
                  </a:lnTo>
                  <a:lnTo>
                    <a:pt x="85718" y="23650"/>
                  </a:lnTo>
                  <a:lnTo>
                    <a:pt x="80841" y="20847"/>
                  </a:lnTo>
                  <a:lnTo>
                    <a:pt x="75873" y="18210"/>
                  </a:lnTo>
                  <a:lnTo>
                    <a:pt x="70818" y="15741"/>
                  </a:lnTo>
                  <a:lnTo>
                    <a:pt x="65683" y="13445"/>
                  </a:lnTo>
                  <a:lnTo>
                    <a:pt x="60474" y="11322"/>
                  </a:lnTo>
                  <a:lnTo>
                    <a:pt x="55197" y="9375"/>
                  </a:lnTo>
                  <a:lnTo>
                    <a:pt x="49857" y="7608"/>
                  </a:lnTo>
                  <a:lnTo>
                    <a:pt x="44460" y="6020"/>
                  </a:lnTo>
                  <a:lnTo>
                    <a:pt x="39013" y="4616"/>
                  </a:lnTo>
                  <a:lnTo>
                    <a:pt x="33522" y="3395"/>
                  </a:lnTo>
                  <a:lnTo>
                    <a:pt x="27993" y="2360"/>
                  </a:lnTo>
                  <a:lnTo>
                    <a:pt x="22433" y="1512"/>
                  </a:lnTo>
                  <a:lnTo>
                    <a:pt x="16847" y="851"/>
                  </a:lnTo>
                  <a:lnTo>
                    <a:pt x="11242" y="378"/>
                  </a:lnTo>
                  <a:lnTo>
                    <a:pt x="5624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19060" y="941493"/>
              <a:ext cx="167155" cy="186823"/>
            </a:xfrm>
            <a:custGeom>
              <a:avLst/>
              <a:pathLst>
                <a:path w="167155" h="186823">
                  <a:moveTo>
                    <a:pt x="167155" y="0"/>
                  </a:moveTo>
                  <a:lnTo>
                    <a:pt x="161727" y="88"/>
                  </a:lnTo>
                  <a:lnTo>
                    <a:pt x="156305" y="352"/>
                  </a:lnTo>
                  <a:lnTo>
                    <a:pt x="150895" y="792"/>
                  </a:lnTo>
                  <a:lnTo>
                    <a:pt x="145501" y="1408"/>
                  </a:lnTo>
                  <a:lnTo>
                    <a:pt x="140131" y="2198"/>
                  </a:lnTo>
                  <a:lnTo>
                    <a:pt x="134789" y="3163"/>
                  </a:lnTo>
                  <a:lnTo>
                    <a:pt x="129481" y="4300"/>
                  </a:lnTo>
                  <a:lnTo>
                    <a:pt x="124213" y="5609"/>
                  </a:lnTo>
                  <a:lnTo>
                    <a:pt x="118990" y="7089"/>
                  </a:lnTo>
                  <a:lnTo>
                    <a:pt x="113818" y="8737"/>
                  </a:lnTo>
                  <a:lnTo>
                    <a:pt x="108702" y="10552"/>
                  </a:lnTo>
                  <a:lnTo>
                    <a:pt x="103648" y="12532"/>
                  </a:lnTo>
                  <a:lnTo>
                    <a:pt x="98661" y="14676"/>
                  </a:lnTo>
                  <a:lnTo>
                    <a:pt x="93746" y="16980"/>
                  </a:lnTo>
                  <a:lnTo>
                    <a:pt x="88908" y="19443"/>
                  </a:lnTo>
                  <a:lnTo>
                    <a:pt x="84153" y="22061"/>
                  </a:lnTo>
                  <a:lnTo>
                    <a:pt x="79485" y="24833"/>
                  </a:lnTo>
                  <a:lnTo>
                    <a:pt x="74910" y="27754"/>
                  </a:lnTo>
                  <a:lnTo>
                    <a:pt x="70432" y="30823"/>
                  </a:lnTo>
                  <a:lnTo>
                    <a:pt x="66056" y="34035"/>
                  </a:lnTo>
                  <a:lnTo>
                    <a:pt x="61787" y="37388"/>
                  </a:lnTo>
                  <a:lnTo>
                    <a:pt x="57629" y="40877"/>
                  </a:lnTo>
                  <a:lnTo>
                    <a:pt x="53586" y="44500"/>
                  </a:lnTo>
                  <a:lnTo>
                    <a:pt x="49663" y="48252"/>
                  </a:lnTo>
                  <a:lnTo>
                    <a:pt x="45864" y="52130"/>
                  </a:lnTo>
                  <a:lnTo>
                    <a:pt x="42193" y="56128"/>
                  </a:lnTo>
                  <a:lnTo>
                    <a:pt x="38654" y="60244"/>
                  </a:lnTo>
                  <a:lnTo>
                    <a:pt x="35250" y="64473"/>
                  </a:lnTo>
                  <a:lnTo>
                    <a:pt x="31985" y="68810"/>
                  </a:lnTo>
                  <a:lnTo>
                    <a:pt x="28863" y="73250"/>
                  </a:lnTo>
                  <a:lnTo>
                    <a:pt x="25887" y="77790"/>
                  </a:lnTo>
                  <a:lnTo>
                    <a:pt x="23059" y="82424"/>
                  </a:lnTo>
                  <a:lnTo>
                    <a:pt x="20384" y="87147"/>
                  </a:lnTo>
                  <a:lnTo>
                    <a:pt x="17863" y="91954"/>
                  </a:lnTo>
                  <a:lnTo>
                    <a:pt x="15500" y="96841"/>
                  </a:lnTo>
                  <a:lnTo>
                    <a:pt x="13296" y="101802"/>
                  </a:lnTo>
                  <a:lnTo>
                    <a:pt x="11255" y="106832"/>
                  </a:lnTo>
                  <a:lnTo>
                    <a:pt x="9378" y="111926"/>
                  </a:lnTo>
                  <a:lnTo>
                    <a:pt x="7668" y="117078"/>
                  </a:lnTo>
                  <a:lnTo>
                    <a:pt x="6126" y="122283"/>
                  </a:lnTo>
                  <a:lnTo>
                    <a:pt x="4753" y="127535"/>
                  </a:lnTo>
                  <a:lnTo>
                    <a:pt x="3552" y="132828"/>
                  </a:lnTo>
                  <a:lnTo>
                    <a:pt x="2524" y="138158"/>
                  </a:lnTo>
                  <a:lnTo>
                    <a:pt x="1668" y="143519"/>
                  </a:lnTo>
                  <a:lnTo>
                    <a:pt x="988" y="148905"/>
                  </a:lnTo>
                  <a:lnTo>
                    <a:pt x="483" y="154309"/>
                  </a:lnTo>
                  <a:lnTo>
                    <a:pt x="153" y="159728"/>
                  </a:lnTo>
                  <a:lnTo>
                    <a:pt x="0" y="165154"/>
                  </a:lnTo>
                  <a:lnTo>
                    <a:pt x="22" y="170582"/>
                  </a:lnTo>
                  <a:lnTo>
                    <a:pt x="221" y="176007"/>
                  </a:lnTo>
                  <a:lnTo>
                    <a:pt x="596" y="181422"/>
                  </a:lnTo>
                  <a:lnTo>
                    <a:pt x="1147" y="186823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20208" y="1108660"/>
              <a:ext cx="166007" cy="19655"/>
            </a:xfrm>
            <a:custGeom>
              <a:avLst/>
              <a:pathLst>
                <a:path w="166007" h="19655">
                  <a:moveTo>
                    <a:pt x="0" y="19655"/>
                  </a:moveTo>
                  <a:lnTo>
                    <a:pt x="16600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20208" y="1108660"/>
              <a:ext cx="166007" cy="162266"/>
            </a:xfrm>
            <a:custGeom>
              <a:avLst/>
              <a:pathLst>
                <a:path w="166007" h="162266">
                  <a:moveTo>
                    <a:pt x="0" y="19655"/>
                  </a:moveTo>
                  <a:lnTo>
                    <a:pt x="731" y="25074"/>
                  </a:lnTo>
                  <a:lnTo>
                    <a:pt x="1639" y="30465"/>
                  </a:lnTo>
                  <a:lnTo>
                    <a:pt x="2724" y="35824"/>
                  </a:lnTo>
                  <a:lnTo>
                    <a:pt x="3983" y="41145"/>
                  </a:lnTo>
                  <a:lnTo>
                    <a:pt x="5415" y="46421"/>
                  </a:lnTo>
                  <a:lnTo>
                    <a:pt x="7019" y="51648"/>
                  </a:lnTo>
                  <a:lnTo>
                    <a:pt x="8793" y="56820"/>
                  </a:lnTo>
                  <a:lnTo>
                    <a:pt x="10735" y="61931"/>
                  </a:lnTo>
                  <a:lnTo>
                    <a:pt x="12843" y="66975"/>
                  </a:lnTo>
                  <a:lnTo>
                    <a:pt x="15116" y="71948"/>
                  </a:lnTo>
                  <a:lnTo>
                    <a:pt x="17549" y="76844"/>
                  </a:lnTo>
                  <a:lnTo>
                    <a:pt x="20142" y="81658"/>
                  </a:lnTo>
                  <a:lnTo>
                    <a:pt x="22890" y="86384"/>
                  </a:lnTo>
                  <a:lnTo>
                    <a:pt x="25791" y="91019"/>
                  </a:lnTo>
                  <a:lnTo>
                    <a:pt x="28843" y="95555"/>
                  </a:lnTo>
                  <a:lnTo>
                    <a:pt x="32041" y="99990"/>
                  </a:lnTo>
                  <a:lnTo>
                    <a:pt x="35383" y="104317"/>
                  </a:lnTo>
                  <a:lnTo>
                    <a:pt x="38864" y="108533"/>
                  </a:lnTo>
                  <a:lnTo>
                    <a:pt x="42481" y="112633"/>
                  </a:lnTo>
                  <a:lnTo>
                    <a:pt x="46231" y="116612"/>
                  </a:lnTo>
                  <a:lnTo>
                    <a:pt x="50108" y="120467"/>
                  </a:lnTo>
                  <a:lnTo>
                    <a:pt x="54110" y="124193"/>
                  </a:lnTo>
                  <a:lnTo>
                    <a:pt x="58231" y="127785"/>
                  </a:lnTo>
                  <a:lnTo>
                    <a:pt x="62468" y="131242"/>
                  </a:lnTo>
                  <a:lnTo>
                    <a:pt x="66815" y="134557"/>
                  </a:lnTo>
                  <a:lnTo>
                    <a:pt x="71268" y="137729"/>
                  </a:lnTo>
                  <a:lnTo>
                    <a:pt x="75823" y="140754"/>
                  </a:lnTo>
                  <a:lnTo>
                    <a:pt x="80474" y="143628"/>
                  </a:lnTo>
                  <a:lnTo>
                    <a:pt x="85217" y="146348"/>
                  </a:lnTo>
                  <a:lnTo>
                    <a:pt x="90046" y="148912"/>
                  </a:lnTo>
                  <a:lnTo>
                    <a:pt x="94957" y="151316"/>
                  </a:lnTo>
                  <a:lnTo>
                    <a:pt x="99943" y="153559"/>
                  </a:lnTo>
                  <a:lnTo>
                    <a:pt x="105000" y="155637"/>
                  </a:lnTo>
                  <a:lnTo>
                    <a:pt x="110122" y="157549"/>
                  </a:lnTo>
                  <a:lnTo>
                    <a:pt x="115305" y="159292"/>
                  </a:lnTo>
                  <a:lnTo>
                    <a:pt x="120541" y="160865"/>
                  </a:lnTo>
                  <a:lnTo>
                    <a:pt x="125826" y="162266"/>
                  </a:lnTo>
                  <a:lnTo>
                    <a:pt x="16600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446034" y="941493"/>
              <a:ext cx="207345" cy="334321"/>
            </a:xfrm>
            <a:custGeom>
              <a:avLst/>
              <a:pathLst>
                <a:path w="207345" h="334321">
                  <a:moveTo>
                    <a:pt x="0" y="329433"/>
                  </a:moveTo>
                  <a:lnTo>
                    <a:pt x="5200" y="330633"/>
                  </a:lnTo>
                  <a:lnTo>
                    <a:pt x="10436" y="331667"/>
                  </a:lnTo>
                  <a:lnTo>
                    <a:pt x="15702" y="332532"/>
                  </a:lnTo>
                  <a:lnTo>
                    <a:pt x="20994" y="333230"/>
                  </a:lnTo>
                  <a:lnTo>
                    <a:pt x="26305" y="333757"/>
                  </a:lnTo>
                  <a:lnTo>
                    <a:pt x="31630" y="334116"/>
                  </a:lnTo>
                  <a:lnTo>
                    <a:pt x="36963" y="334303"/>
                  </a:lnTo>
                  <a:lnTo>
                    <a:pt x="42300" y="334321"/>
                  </a:lnTo>
                  <a:lnTo>
                    <a:pt x="47635" y="334168"/>
                  </a:lnTo>
                  <a:lnTo>
                    <a:pt x="52962" y="333845"/>
                  </a:lnTo>
                  <a:lnTo>
                    <a:pt x="58277" y="333352"/>
                  </a:lnTo>
                  <a:lnTo>
                    <a:pt x="63572" y="332690"/>
                  </a:lnTo>
                  <a:lnTo>
                    <a:pt x="68844" y="331859"/>
                  </a:lnTo>
                  <a:lnTo>
                    <a:pt x="74087" y="330860"/>
                  </a:lnTo>
                  <a:lnTo>
                    <a:pt x="79295" y="329694"/>
                  </a:lnTo>
                  <a:lnTo>
                    <a:pt x="84464" y="328362"/>
                  </a:lnTo>
                  <a:lnTo>
                    <a:pt x="89587" y="326867"/>
                  </a:lnTo>
                  <a:lnTo>
                    <a:pt x="94660" y="325208"/>
                  </a:lnTo>
                  <a:lnTo>
                    <a:pt x="99677" y="323389"/>
                  </a:lnTo>
                  <a:lnTo>
                    <a:pt x="104633" y="321410"/>
                  </a:lnTo>
                  <a:lnTo>
                    <a:pt x="109524" y="319274"/>
                  </a:lnTo>
                  <a:lnTo>
                    <a:pt x="114345" y="316983"/>
                  </a:lnTo>
                  <a:lnTo>
                    <a:pt x="119089" y="314539"/>
                  </a:lnTo>
                  <a:lnTo>
                    <a:pt x="123753" y="311945"/>
                  </a:lnTo>
                  <a:lnTo>
                    <a:pt x="128333" y="309203"/>
                  </a:lnTo>
                  <a:lnTo>
                    <a:pt x="132822" y="306317"/>
                  </a:lnTo>
                  <a:lnTo>
                    <a:pt x="137216" y="303288"/>
                  </a:lnTo>
                  <a:lnTo>
                    <a:pt x="141512" y="300121"/>
                  </a:lnTo>
                  <a:lnTo>
                    <a:pt x="145705" y="296819"/>
                  </a:lnTo>
                  <a:lnTo>
                    <a:pt x="149790" y="293384"/>
                  </a:lnTo>
                  <a:lnTo>
                    <a:pt x="153763" y="289821"/>
                  </a:lnTo>
                  <a:lnTo>
                    <a:pt x="157621" y="286133"/>
                  </a:lnTo>
                  <a:lnTo>
                    <a:pt x="161358" y="282323"/>
                  </a:lnTo>
                  <a:lnTo>
                    <a:pt x="164973" y="278396"/>
                  </a:lnTo>
                  <a:lnTo>
                    <a:pt x="168460" y="274356"/>
                  </a:lnTo>
                  <a:lnTo>
                    <a:pt x="171816" y="270206"/>
                  </a:lnTo>
                  <a:lnTo>
                    <a:pt x="175038" y="265952"/>
                  </a:lnTo>
                  <a:lnTo>
                    <a:pt x="178123" y="261596"/>
                  </a:lnTo>
                  <a:lnTo>
                    <a:pt x="181067" y="257145"/>
                  </a:lnTo>
                  <a:lnTo>
                    <a:pt x="183868" y="252602"/>
                  </a:lnTo>
                  <a:lnTo>
                    <a:pt x="186522" y="247971"/>
                  </a:lnTo>
                  <a:lnTo>
                    <a:pt x="189027" y="243259"/>
                  </a:lnTo>
                  <a:lnTo>
                    <a:pt x="191380" y="238468"/>
                  </a:lnTo>
                  <a:lnTo>
                    <a:pt x="193579" y="233605"/>
                  </a:lnTo>
                  <a:lnTo>
                    <a:pt x="195621" y="228675"/>
                  </a:lnTo>
                  <a:lnTo>
                    <a:pt x="197506" y="223681"/>
                  </a:lnTo>
                  <a:lnTo>
                    <a:pt x="199230" y="218630"/>
                  </a:lnTo>
                  <a:lnTo>
                    <a:pt x="200791" y="213527"/>
                  </a:lnTo>
                  <a:lnTo>
                    <a:pt x="202189" y="208376"/>
                  </a:lnTo>
                  <a:lnTo>
                    <a:pt x="203422" y="203184"/>
                  </a:lnTo>
                  <a:lnTo>
                    <a:pt x="204489" y="197954"/>
                  </a:lnTo>
                  <a:lnTo>
                    <a:pt x="205388" y="192693"/>
                  </a:lnTo>
                  <a:lnTo>
                    <a:pt x="206119" y="187407"/>
                  </a:lnTo>
                  <a:lnTo>
                    <a:pt x="206680" y="182099"/>
                  </a:lnTo>
                  <a:lnTo>
                    <a:pt x="207072" y="176776"/>
                  </a:lnTo>
                  <a:lnTo>
                    <a:pt x="207294" y="171444"/>
                  </a:lnTo>
                  <a:lnTo>
                    <a:pt x="207345" y="166107"/>
                  </a:lnTo>
                  <a:lnTo>
                    <a:pt x="207226" y="160772"/>
                  </a:lnTo>
                  <a:lnTo>
                    <a:pt x="206937" y="155442"/>
                  </a:lnTo>
                  <a:lnTo>
                    <a:pt x="206477" y="150125"/>
                  </a:lnTo>
                  <a:lnTo>
                    <a:pt x="205849" y="144825"/>
                  </a:lnTo>
                  <a:lnTo>
                    <a:pt x="205051" y="139548"/>
                  </a:lnTo>
                  <a:lnTo>
                    <a:pt x="204085" y="134299"/>
                  </a:lnTo>
                  <a:lnTo>
                    <a:pt x="202953" y="129084"/>
                  </a:lnTo>
                  <a:lnTo>
                    <a:pt x="201654" y="123907"/>
                  </a:lnTo>
                  <a:lnTo>
                    <a:pt x="200191" y="118775"/>
                  </a:lnTo>
                  <a:lnTo>
                    <a:pt x="198564" y="113691"/>
                  </a:lnTo>
                  <a:lnTo>
                    <a:pt x="196777" y="108663"/>
                  </a:lnTo>
                  <a:lnTo>
                    <a:pt x="194829" y="103694"/>
                  </a:lnTo>
                  <a:lnTo>
                    <a:pt x="192724" y="98789"/>
                  </a:lnTo>
                  <a:lnTo>
                    <a:pt x="190464" y="93954"/>
                  </a:lnTo>
                  <a:lnTo>
                    <a:pt x="188050" y="89194"/>
                  </a:lnTo>
                  <a:lnTo>
                    <a:pt x="185486" y="84514"/>
                  </a:lnTo>
                  <a:lnTo>
                    <a:pt x="182773" y="79918"/>
                  </a:lnTo>
                  <a:lnTo>
                    <a:pt x="179915" y="75410"/>
                  </a:lnTo>
                  <a:lnTo>
                    <a:pt x="176915" y="70996"/>
                  </a:lnTo>
                  <a:lnTo>
                    <a:pt x="173775" y="66680"/>
                  </a:lnTo>
                  <a:lnTo>
                    <a:pt x="170499" y="62467"/>
                  </a:lnTo>
                  <a:lnTo>
                    <a:pt x="167091" y="58360"/>
                  </a:lnTo>
                  <a:lnTo>
                    <a:pt x="163553" y="54365"/>
                  </a:lnTo>
                  <a:lnTo>
                    <a:pt x="159889" y="50484"/>
                  </a:lnTo>
                  <a:lnTo>
                    <a:pt x="156103" y="46722"/>
                  </a:lnTo>
                  <a:lnTo>
                    <a:pt x="152199" y="43083"/>
                  </a:lnTo>
                  <a:lnTo>
                    <a:pt x="148181" y="39570"/>
                  </a:lnTo>
                  <a:lnTo>
                    <a:pt x="144053" y="36187"/>
                  </a:lnTo>
                  <a:lnTo>
                    <a:pt x="139819" y="32938"/>
                  </a:lnTo>
                  <a:lnTo>
                    <a:pt x="135483" y="29826"/>
                  </a:lnTo>
                  <a:lnTo>
                    <a:pt x="131050" y="26854"/>
                  </a:lnTo>
                  <a:lnTo>
                    <a:pt x="126525" y="24025"/>
                  </a:lnTo>
                  <a:lnTo>
                    <a:pt x="121911" y="21341"/>
                  </a:lnTo>
                  <a:lnTo>
                    <a:pt x="117215" y="18807"/>
                  </a:lnTo>
                  <a:lnTo>
                    <a:pt x="112439" y="16423"/>
                  </a:lnTo>
                  <a:lnTo>
                    <a:pt x="107590" y="14193"/>
                  </a:lnTo>
                  <a:lnTo>
                    <a:pt x="102673" y="12119"/>
                  </a:lnTo>
                  <a:lnTo>
                    <a:pt x="97691" y="10204"/>
                  </a:lnTo>
                  <a:lnTo>
                    <a:pt x="92652" y="8448"/>
                  </a:lnTo>
                  <a:lnTo>
                    <a:pt x="87558" y="6854"/>
                  </a:lnTo>
                  <a:lnTo>
                    <a:pt x="82416" y="5423"/>
                  </a:lnTo>
                  <a:lnTo>
                    <a:pt x="77232" y="4157"/>
                  </a:lnTo>
                  <a:lnTo>
                    <a:pt x="72009" y="3057"/>
                  </a:lnTo>
                  <a:lnTo>
                    <a:pt x="66754" y="2125"/>
                  </a:lnTo>
                  <a:lnTo>
                    <a:pt x="61472" y="1361"/>
                  </a:lnTo>
                  <a:lnTo>
                    <a:pt x="56168" y="766"/>
                  </a:lnTo>
                  <a:lnTo>
                    <a:pt x="50848" y="340"/>
                  </a:lnTo>
                  <a:lnTo>
                    <a:pt x="45517" y="85"/>
                  </a:lnTo>
                  <a:lnTo>
                    <a:pt x="40181" y="0"/>
                  </a:lnTo>
                  <a:lnTo>
                    <a:pt x="4018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797338" y="1071028"/>
              <a:ext cx="180674" cy="334316"/>
            </a:xfrm>
            <a:custGeom>
              <a:avLst/>
              <a:pathLst>
                <a:path w="180674" h="334316">
                  <a:moveTo>
                    <a:pt x="167162" y="0"/>
                  </a:moveTo>
                  <a:lnTo>
                    <a:pt x="161830" y="85"/>
                  </a:lnTo>
                  <a:lnTo>
                    <a:pt x="156502" y="340"/>
                  </a:lnTo>
                  <a:lnTo>
                    <a:pt x="151186" y="765"/>
                  </a:lnTo>
                  <a:lnTo>
                    <a:pt x="145886" y="1359"/>
                  </a:lnTo>
                  <a:lnTo>
                    <a:pt x="140607" y="2122"/>
                  </a:lnTo>
                  <a:lnTo>
                    <a:pt x="135356" y="3053"/>
                  </a:lnTo>
                  <a:lnTo>
                    <a:pt x="130136" y="4151"/>
                  </a:lnTo>
                  <a:lnTo>
                    <a:pt x="124955" y="5416"/>
                  </a:lnTo>
                  <a:lnTo>
                    <a:pt x="119817" y="6844"/>
                  </a:lnTo>
                  <a:lnTo>
                    <a:pt x="114726" y="8436"/>
                  </a:lnTo>
                  <a:lnTo>
                    <a:pt x="109689" y="10190"/>
                  </a:lnTo>
                  <a:lnTo>
                    <a:pt x="104711" y="12103"/>
                  </a:lnTo>
                  <a:lnTo>
                    <a:pt x="99796" y="14174"/>
                  </a:lnTo>
                  <a:lnTo>
                    <a:pt x="94950" y="16401"/>
                  </a:lnTo>
                  <a:lnTo>
                    <a:pt x="90177" y="18782"/>
                  </a:lnTo>
                  <a:lnTo>
                    <a:pt x="85483" y="21313"/>
                  </a:lnTo>
                  <a:lnTo>
                    <a:pt x="80871" y="23993"/>
                  </a:lnTo>
                  <a:lnTo>
                    <a:pt x="76348" y="26818"/>
                  </a:lnTo>
                  <a:lnTo>
                    <a:pt x="71917" y="29787"/>
                  </a:lnTo>
                  <a:lnTo>
                    <a:pt x="67583" y="32895"/>
                  </a:lnTo>
                  <a:lnTo>
                    <a:pt x="63350" y="36140"/>
                  </a:lnTo>
                  <a:lnTo>
                    <a:pt x="59223" y="39519"/>
                  </a:lnTo>
                  <a:lnTo>
                    <a:pt x="55206" y="43027"/>
                  </a:lnTo>
                  <a:lnTo>
                    <a:pt x="51303" y="46661"/>
                  </a:lnTo>
                  <a:lnTo>
                    <a:pt x="47518" y="50419"/>
                  </a:lnTo>
                  <a:lnTo>
                    <a:pt x="43854" y="54295"/>
                  </a:lnTo>
                  <a:lnTo>
                    <a:pt x="40316" y="58286"/>
                  </a:lnTo>
                  <a:lnTo>
                    <a:pt x="36908" y="62388"/>
                  </a:lnTo>
                  <a:lnTo>
                    <a:pt x="33631" y="66596"/>
                  </a:lnTo>
                  <a:lnTo>
                    <a:pt x="30491" y="70907"/>
                  </a:lnTo>
                  <a:lnTo>
                    <a:pt x="27490" y="75316"/>
                  </a:lnTo>
                  <a:lnTo>
                    <a:pt x="24631" y="79819"/>
                  </a:lnTo>
                  <a:lnTo>
                    <a:pt x="21917" y="84410"/>
                  </a:lnTo>
                  <a:lnTo>
                    <a:pt x="19351" y="89085"/>
                  </a:lnTo>
                  <a:lnTo>
                    <a:pt x="16935" y="93840"/>
                  </a:lnTo>
                  <a:lnTo>
                    <a:pt x="14673" y="98670"/>
                  </a:lnTo>
                  <a:lnTo>
                    <a:pt x="12565" y="103569"/>
                  </a:lnTo>
                  <a:lnTo>
                    <a:pt x="10615" y="108534"/>
                  </a:lnTo>
                  <a:lnTo>
                    <a:pt x="8824" y="113557"/>
                  </a:lnTo>
                  <a:lnTo>
                    <a:pt x="7195" y="118636"/>
                  </a:lnTo>
                  <a:lnTo>
                    <a:pt x="5728" y="123764"/>
                  </a:lnTo>
                  <a:lnTo>
                    <a:pt x="4425" y="128935"/>
                  </a:lnTo>
                  <a:lnTo>
                    <a:pt x="3289" y="134146"/>
                  </a:lnTo>
                  <a:lnTo>
                    <a:pt x="2319" y="139391"/>
                  </a:lnTo>
                  <a:lnTo>
                    <a:pt x="1517" y="144664"/>
                  </a:lnTo>
                  <a:lnTo>
                    <a:pt x="883" y="149959"/>
                  </a:lnTo>
                  <a:lnTo>
                    <a:pt x="419" y="155272"/>
                  </a:lnTo>
                  <a:lnTo>
                    <a:pt x="124" y="160598"/>
                  </a:lnTo>
                  <a:lnTo>
                    <a:pt x="0" y="165930"/>
                  </a:lnTo>
                  <a:lnTo>
                    <a:pt x="45" y="171263"/>
                  </a:lnTo>
                  <a:lnTo>
                    <a:pt x="261" y="176592"/>
                  </a:lnTo>
                  <a:lnTo>
                    <a:pt x="646" y="181911"/>
                  </a:lnTo>
                  <a:lnTo>
                    <a:pt x="1202" y="187216"/>
                  </a:lnTo>
                  <a:lnTo>
                    <a:pt x="1926" y="192500"/>
                  </a:lnTo>
                  <a:lnTo>
                    <a:pt x="2818" y="197758"/>
                  </a:lnTo>
                  <a:lnTo>
                    <a:pt x="3877" y="202985"/>
                  </a:lnTo>
                  <a:lnTo>
                    <a:pt x="5103" y="208176"/>
                  </a:lnTo>
                  <a:lnTo>
                    <a:pt x="6494" y="213325"/>
                  </a:lnTo>
                  <a:lnTo>
                    <a:pt x="8048" y="218427"/>
                  </a:lnTo>
                  <a:lnTo>
                    <a:pt x="9764" y="223477"/>
                  </a:lnTo>
                  <a:lnTo>
                    <a:pt x="11641" y="228469"/>
                  </a:lnTo>
                  <a:lnTo>
                    <a:pt x="13675" y="233399"/>
                  </a:lnTo>
                  <a:lnTo>
                    <a:pt x="15866" y="238262"/>
                  </a:lnTo>
                  <a:lnTo>
                    <a:pt x="18211" y="243052"/>
                  </a:lnTo>
                  <a:lnTo>
                    <a:pt x="20708" y="247765"/>
                  </a:lnTo>
                  <a:lnTo>
                    <a:pt x="23353" y="252396"/>
                  </a:lnTo>
                  <a:lnTo>
                    <a:pt x="26146" y="256940"/>
                  </a:lnTo>
                  <a:lnTo>
                    <a:pt x="29081" y="261393"/>
                  </a:lnTo>
                  <a:lnTo>
                    <a:pt x="32157" y="265750"/>
                  </a:lnTo>
                  <a:lnTo>
                    <a:pt x="35371" y="270006"/>
                  </a:lnTo>
                  <a:lnTo>
                    <a:pt x="38719" y="274158"/>
                  </a:lnTo>
                  <a:lnTo>
                    <a:pt x="42197" y="278201"/>
                  </a:lnTo>
                  <a:lnTo>
                    <a:pt x="45803" y="282131"/>
                  </a:lnTo>
                  <a:lnTo>
                    <a:pt x="49532" y="285944"/>
                  </a:lnTo>
                  <a:lnTo>
                    <a:pt x="53381" y="289636"/>
                  </a:lnTo>
                  <a:lnTo>
                    <a:pt x="57346" y="293204"/>
                  </a:lnTo>
                  <a:lnTo>
                    <a:pt x="61422" y="296643"/>
                  </a:lnTo>
                  <a:lnTo>
                    <a:pt x="65606" y="299950"/>
                  </a:lnTo>
                  <a:lnTo>
                    <a:pt x="69894" y="303122"/>
                  </a:lnTo>
                  <a:lnTo>
                    <a:pt x="74280" y="306156"/>
                  </a:lnTo>
                  <a:lnTo>
                    <a:pt x="78761" y="309048"/>
                  </a:lnTo>
                  <a:lnTo>
                    <a:pt x="83333" y="311796"/>
                  </a:lnTo>
                  <a:lnTo>
                    <a:pt x="87989" y="314396"/>
                  </a:lnTo>
                  <a:lnTo>
                    <a:pt x="92726" y="316847"/>
                  </a:lnTo>
                  <a:lnTo>
                    <a:pt x="97539" y="319146"/>
                  </a:lnTo>
                  <a:lnTo>
                    <a:pt x="102422" y="321289"/>
                  </a:lnTo>
                  <a:lnTo>
                    <a:pt x="107372" y="323276"/>
                  </a:lnTo>
                  <a:lnTo>
                    <a:pt x="112382" y="325104"/>
                  </a:lnTo>
                  <a:lnTo>
                    <a:pt x="117448" y="326771"/>
                  </a:lnTo>
                  <a:lnTo>
                    <a:pt x="122565" y="328276"/>
                  </a:lnTo>
                  <a:lnTo>
                    <a:pt x="127727" y="329616"/>
                  </a:lnTo>
                  <a:lnTo>
                    <a:pt x="132930" y="330792"/>
                  </a:lnTo>
                  <a:lnTo>
                    <a:pt x="138167" y="331801"/>
                  </a:lnTo>
                  <a:lnTo>
                    <a:pt x="143434" y="332642"/>
                  </a:lnTo>
                  <a:lnTo>
                    <a:pt x="148724" y="333314"/>
                  </a:lnTo>
                  <a:lnTo>
                    <a:pt x="154034" y="333818"/>
                  </a:lnTo>
                  <a:lnTo>
                    <a:pt x="159357" y="334152"/>
                  </a:lnTo>
                  <a:lnTo>
                    <a:pt x="164688" y="334316"/>
                  </a:lnTo>
                  <a:lnTo>
                    <a:pt x="170021" y="334310"/>
                  </a:lnTo>
                  <a:lnTo>
                    <a:pt x="175352" y="334134"/>
                  </a:lnTo>
                  <a:lnTo>
                    <a:pt x="180674" y="333787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3511" cy="166620"/>
            </a:xfrm>
            <a:custGeom>
              <a:avLst/>
              <a:pathLst>
                <a:path w="13511" h="166620">
                  <a:moveTo>
                    <a:pt x="13511" y="1666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072223"/>
              <a:ext cx="167154" cy="332593"/>
            </a:xfrm>
            <a:custGeom>
              <a:avLst/>
              <a:pathLst>
                <a:path w="167154" h="332593">
                  <a:moveTo>
                    <a:pt x="13511" y="332593"/>
                  </a:moveTo>
                  <a:lnTo>
                    <a:pt x="18830" y="332076"/>
                  </a:lnTo>
                  <a:lnTo>
                    <a:pt x="24129" y="331389"/>
                  </a:lnTo>
                  <a:lnTo>
                    <a:pt x="29404" y="330534"/>
                  </a:lnTo>
                  <a:lnTo>
                    <a:pt x="34649" y="329510"/>
                  </a:lnTo>
                  <a:lnTo>
                    <a:pt x="39858" y="328319"/>
                  </a:lnTo>
                  <a:lnTo>
                    <a:pt x="45027" y="326962"/>
                  </a:lnTo>
                  <a:lnTo>
                    <a:pt x="50150" y="325440"/>
                  </a:lnTo>
                  <a:lnTo>
                    <a:pt x="55221" y="323756"/>
                  </a:lnTo>
                  <a:lnTo>
                    <a:pt x="60236" y="321910"/>
                  </a:lnTo>
                  <a:lnTo>
                    <a:pt x="65189" y="319905"/>
                  </a:lnTo>
                  <a:lnTo>
                    <a:pt x="70076" y="317743"/>
                  </a:lnTo>
                  <a:lnTo>
                    <a:pt x="74891" y="315425"/>
                  </a:lnTo>
                  <a:lnTo>
                    <a:pt x="79630" y="312955"/>
                  </a:lnTo>
                  <a:lnTo>
                    <a:pt x="84287" y="310335"/>
                  </a:lnTo>
                  <a:lnTo>
                    <a:pt x="88858" y="307567"/>
                  </a:lnTo>
                  <a:lnTo>
                    <a:pt x="93339" y="304655"/>
                  </a:lnTo>
                  <a:lnTo>
                    <a:pt x="97724" y="301601"/>
                  </a:lnTo>
                  <a:lnTo>
                    <a:pt x="102009" y="298408"/>
                  </a:lnTo>
                  <a:lnTo>
                    <a:pt x="106190" y="295080"/>
                  </a:lnTo>
                  <a:lnTo>
                    <a:pt x="110262" y="291619"/>
                  </a:lnTo>
                  <a:lnTo>
                    <a:pt x="114222" y="288031"/>
                  </a:lnTo>
                  <a:lnTo>
                    <a:pt x="118065" y="284318"/>
                  </a:lnTo>
                  <a:lnTo>
                    <a:pt x="121787" y="280484"/>
                  </a:lnTo>
                  <a:lnTo>
                    <a:pt x="125385" y="276532"/>
                  </a:lnTo>
                  <a:lnTo>
                    <a:pt x="128854" y="272468"/>
                  </a:lnTo>
                  <a:lnTo>
                    <a:pt x="132192" y="268295"/>
                  </a:lnTo>
                  <a:lnTo>
                    <a:pt x="135395" y="264018"/>
                  </a:lnTo>
                  <a:lnTo>
                    <a:pt x="138460" y="259640"/>
                  </a:lnTo>
                  <a:lnTo>
                    <a:pt x="141383" y="255167"/>
                  </a:lnTo>
                  <a:lnTo>
                    <a:pt x="144162" y="250602"/>
                  </a:lnTo>
                  <a:lnTo>
                    <a:pt x="146793" y="245951"/>
                  </a:lnTo>
                  <a:lnTo>
                    <a:pt x="149274" y="241218"/>
                  </a:lnTo>
                  <a:lnTo>
                    <a:pt x="151603" y="236409"/>
                  </a:lnTo>
                  <a:lnTo>
                    <a:pt x="153777" y="231527"/>
                  </a:lnTo>
                  <a:lnTo>
                    <a:pt x="155794" y="226578"/>
                  </a:lnTo>
                  <a:lnTo>
                    <a:pt x="157651" y="221568"/>
                  </a:lnTo>
                  <a:lnTo>
                    <a:pt x="159348" y="216500"/>
                  </a:lnTo>
                  <a:lnTo>
                    <a:pt x="160881" y="211381"/>
                  </a:lnTo>
                  <a:lnTo>
                    <a:pt x="162251" y="206216"/>
                  </a:lnTo>
                  <a:lnTo>
                    <a:pt x="163454" y="201009"/>
                  </a:lnTo>
                  <a:lnTo>
                    <a:pt x="164490" y="195767"/>
                  </a:lnTo>
                  <a:lnTo>
                    <a:pt x="165359" y="190494"/>
                  </a:lnTo>
                  <a:lnTo>
                    <a:pt x="166058" y="185197"/>
                  </a:lnTo>
                  <a:lnTo>
                    <a:pt x="166588" y="179879"/>
                  </a:lnTo>
                  <a:lnTo>
                    <a:pt x="166947" y="174547"/>
                  </a:lnTo>
                  <a:lnTo>
                    <a:pt x="167136" y="169207"/>
                  </a:lnTo>
                  <a:lnTo>
                    <a:pt x="167154" y="163863"/>
                  </a:lnTo>
                  <a:lnTo>
                    <a:pt x="167001" y="158521"/>
                  </a:lnTo>
                  <a:lnTo>
                    <a:pt x="166677" y="153187"/>
                  </a:lnTo>
                  <a:lnTo>
                    <a:pt x="166184" y="147867"/>
                  </a:lnTo>
                  <a:lnTo>
                    <a:pt x="165520" y="142564"/>
                  </a:lnTo>
                  <a:lnTo>
                    <a:pt x="164687" y="137286"/>
                  </a:lnTo>
                  <a:lnTo>
                    <a:pt x="163686" y="132036"/>
                  </a:lnTo>
                  <a:lnTo>
                    <a:pt x="162518" y="126822"/>
                  </a:lnTo>
                  <a:lnTo>
                    <a:pt x="161183" y="121647"/>
                  </a:lnTo>
                  <a:lnTo>
                    <a:pt x="159684" y="116518"/>
                  </a:lnTo>
                  <a:lnTo>
                    <a:pt x="158022" y="111439"/>
                  </a:lnTo>
                  <a:lnTo>
                    <a:pt x="156198" y="106417"/>
                  </a:lnTo>
                  <a:lnTo>
                    <a:pt x="154215" y="101454"/>
                  </a:lnTo>
                  <a:lnTo>
                    <a:pt x="152074" y="96558"/>
                  </a:lnTo>
                  <a:lnTo>
                    <a:pt x="149778" y="91733"/>
                  </a:lnTo>
                  <a:lnTo>
                    <a:pt x="147328" y="86984"/>
                  </a:lnTo>
                  <a:lnTo>
                    <a:pt x="144728" y="82315"/>
                  </a:lnTo>
                  <a:lnTo>
                    <a:pt x="141980" y="77732"/>
                  </a:lnTo>
                  <a:lnTo>
                    <a:pt x="139087" y="73239"/>
                  </a:lnTo>
                  <a:lnTo>
                    <a:pt x="136052" y="68841"/>
                  </a:lnTo>
                  <a:lnTo>
                    <a:pt x="132878" y="64542"/>
                  </a:lnTo>
                  <a:lnTo>
                    <a:pt x="129568" y="60346"/>
                  </a:lnTo>
                  <a:lnTo>
                    <a:pt x="126126" y="56259"/>
                  </a:lnTo>
                  <a:lnTo>
                    <a:pt x="122555" y="52284"/>
                  </a:lnTo>
                  <a:lnTo>
                    <a:pt x="118858" y="48425"/>
                  </a:lnTo>
                  <a:lnTo>
                    <a:pt x="115040" y="44686"/>
                  </a:lnTo>
                  <a:lnTo>
                    <a:pt x="111105" y="41070"/>
                  </a:lnTo>
                  <a:lnTo>
                    <a:pt x="107056" y="37583"/>
                  </a:lnTo>
                  <a:lnTo>
                    <a:pt x="102898" y="34227"/>
                  </a:lnTo>
                  <a:lnTo>
                    <a:pt x="98634" y="31005"/>
                  </a:lnTo>
                  <a:lnTo>
                    <a:pt x="94270" y="27922"/>
                  </a:lnTo>
                  <a:lnTo>
                    <a:pt x="89809" y="24979"/>
                  </a:lnTo>
                  <a:lnTo>
                    <a:pt x="85257" y="22180"/>
                  </a:lnTo>
                  <a:lnTo>
                    <a:pt x="80617" y="19529"/>
                  </a:lnTo>
                  <a:lnTo>
                    <a:pt x="75895" y="17027"/>
                  </a:lnTo>
                  <a:lnTo>
                    <a:pt x="71096" y="14677"/>
                  </a:lnTo>
                  <a:lnTo>
                    <a:pt x="66224" y="12482"/>
                  </a:lnTo>
                  <a:lnTo>
                    <a:pt x="61284" y="10444"/>
                  </a:lnTo>
                  <a:lnTo>
                    <a:pt x="56282" y="8564"/>
                  </a:lnTo>
                  <a:lnTo>
                    <a:pt x="51222" y="6846"/>
                  </a:lnTo>
                  <a:lnTo>
                    <a:pt x="46109" y="5290"/>
                  </a:lnTo>
                  <a:lnTo>
                    <a:pt x="40950" y="3898"/>
                  </a:lnTo>
                  <a:lnTo>
                    <a:pt x="35749" y="2672"/>
                  </a:lnTo>
                  <a:lnTo>
                    <a:pt x="30511" y="1613"/>
                  </a:lnTo>
                  <a:lnTo>
                    <a:pt x="25242" y="722"/>
                  </a:lnTo>
                  <a:lnTo>
                    <a:pt x="19947" y="0"/>
                  </a:lnTo>
                  <a:lnTo>
                    <a:pt x="0" y="1659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071028"/>
              <a:ext cx="19947" cy="167167"/>
            </a:xfrm>
            <a:custGeom>
              <a:avLst/>
              <a:pathLst>
                <a:path w="19947" h="167167">
                  <a:moveTo>
                    <a:pt x="19947" y="1194"/>
                  </a:moveTo>
                  <a:lnTo>
                    <a:pt x="9991" y="2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81017" y="1322571"/>
              <a:ext cx="107703" cy="167167"/>
            </a:xfrm>
            <a:custGeom>
              <a:avLst/>
              <a:pathLst>
                <a:path w="107703" h="167167">
                  <a:moveTo>
                    <a:pt x="107703" y="0"/>
                  </a:moveTo>
                  <a:lnTo>
                    <a:pt x="102131" y="92"/>
                  </a:lnTo>
                  <a:lnTo>
                    <a:pt x="96565" y="371"/>
                  </a:lnTo>
                  <a:lnTo>
                    <a:pt x="91012" y="835"/>
                  </a:lnTo>
                  <a:lnTo>
                    <a:pt x="85477" y="1484"/>
                  </a:lnTo>
                  <a:lnTo>
                    <a:pt x="79967" y="2316"/>
                  </a:lnTo>
                  <a:lnTo>
                    <a:pt x="74488" y="3333"/>
                  </a:lnTo>
                  <a:lnTo>
                    <a:pt x="69045" y="4531"/>
                  </a:lnTo>
                  <a:lnTo>
                    <a:pt x="63646" y="5910"/>
                  </a:lnTo>
                  <a:lnTo>
                    <a:pt x="58295" y="7468"/>
                  </a:lnTo>
                  <a:lnTo>
                    <a:pt x="53000" y="9203"/>
                  </a:lnTo>
                  <a:lnTo>
                    <a:pt x="47765" y="11114"/>
                  </a:lnTo>
                  <a:lnTo>
                    <a:pt x="42597" y="13199"/>
                  </a:lnTo>
                  <a:lnTo>
                    <a:pt x="37501" y="15454"/>
                  </a:lnTo>
                  <a:lnTo>
                    <a:pt x="32484" y="17879"/>
                  </a:lnTo>
                  <a:lnTo>
                    <a:pt x="27549" y="20469"/>
                  </a:lnTo>
                  <a:lnTo>
                    <a:pt x="22704" y="23222"/>
                  </a:lnTo>
                  <a:lnTo>
                    <a:pt x="17954" y="26135"/>
                  </a:lnTo>
                  <a:lnTo>
                    <a:pt x="13303" y="29205"/>
                  </a:lnTo>
                  <a:lnTo>
                    <a:pt x="8757" y="32428"/>
                  </a:lnTo>
                  <a:lnTo>
                    <a:pt x="4321" y="35801"/>
                  </a:lnTo>
                  <a:lnTo>
                    <a:pt x="0" y="39320"/>
                  </a:lnTo>
                  <a:lnTo>
                    <a:pt x="10770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81017" y="1361891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21572" y="1359647"/>
              <a:ext cx="334312" cy="297257"/>
            </a:xfrm>
            <a:custGeom>
              <a:avLst/>
              <a:pathLst>
                <a:path w="334312" h="297257">
                  <a:moveTo>
                    <a:pt x="59444" y="2244"/>
                  </a:moveTo>
                  <a:lnTo>
                    <a:pt x="55454" y="5715"/>
                  </a:lnTo>
                  <a:lnTo>
                    <a:pt x="51575" y="9311"/>
                  </a:lnTo>
                  <a:lnTo>
                    <a:pt x="47812" y="13027"/>
                  </a:lnTo>
                  <a:lnTo>
                    <a:pt x="44169" y="16861"/>
                  </a:lnTo>
                  <a:lnTo>
                    <a:pt x="40648" y="20808"/>
                  </a:lnTo>
                  <a:lnTo>
                    <a:pt x="37255" y="24865"/>
                  </a:lnTo>
                  <a:lnTo>
                    <a:pt x="33991" y="29026"/>
                  </a:lnTo>
                  <a:lnTo>
                    <a:pt x="30860" y="33289"/>
                  </a:lnTo>
                  <a:lnTo>
                    <a:pt x="27866" y="37649"/>
                  </a:lnTo>
                  <a:lnTo>
                    <a:pt x="25012" y="42101"/>
                  </a:lnTo>
                  <a:lnTo>
                    <a:pt x="22299" y="46642"/>
                  </a:lnTo>
                  <a:lnTo>
                    <a:pt x="19732" y="51266"/>
                  </a:lnTo>
                  <a:lnTo>
                    <a:pt x="17312" y="55968"/>
                  </a:lnTo>
                  <a:lnTo>
                    <a:pt x="15042" y="60745"/>
                  </a:lnTo>
                  <a:lnTo>
                    <a:pt x="12925" y="65592"/>
                  </a:lnTo>
                  <a:lnTo>
                    <a:pt x="10961" y="70503"/>
                  </a:lnTo>
                  <a:lnTo>
                    <a:pt x="9155" y="75474"/>
                  </a:lnTo>
                  <a:lnTo>
                    <a:pt x="7506" y="80499"/>
                  </a:lnTo>
                  <a:lnTo>
                    <a:pt x="6017" y="85574"/>
                  </a:lnTo>
                  <a:lnTo>
                    <a:pt x="4689" y="90693"/>
                  </a:lnTo>
                  <a:lnTo>
                    <a:pt x="3524" y="95852"/>
                  </a:lnTo>
                  <a:lnTo>
                    <a:pt x="2523" y="101046"/>
                  </a:lnTo>
                  <a:lnTo>
                    <a:pt x="1687" y="106268"/>
                  </a:lnTo>
                  <a:lnTo>
                    <a:pt x="1016" y="111514"/>
                  </a:lnTo>
                  <a:lnTo>
                    <a:pt x="511" y="116779"/>
                  </a:lnTo>
                  <a:lnTo>
                    <a:pt x="173" y="122057"/>
                  </a:lnTo>
                  <a:lnTo>
                    <a:pt x="3" y="127343"/>
                  </a:lnTo>
                  <a:lnTo>
                    <a:pt x="0" y="132632"/>
                  </a:lnTo>
                  <a:lnTo>
                    <a:pt x="164" y="137918"/>
                  </a:lnTo>
                  <a:lnTo>
                    <a:pt x="495" y="143197"/>
                  </a:lnTo>
                  <a:lnTo>
                    <a:pt x="993" y="148462"/>
                  </a:lnTo>
                  <a:lnTo>
                    <a:pt x="1657" y="153709"/>
                  </a:lnTo>
                  <a:lnTo>
                    <a:pt x="2487" y="158932"/>
                  </a:lnTo>
                  <a:lnTo>
                    <a:pt x="3482" y="164127"/>
                  </a:lnTo>
                  <a:lnTo>
                    <a:pt x="4640" y="169287"/>
                  </a:lnTo>
                  <a:lnTo>
                    <a:pt x="5961" y="174408"/>
                  </a:lnTo>
                  <a:lnTo>
                    <a:pt x="7444" y="179485"/>
                  </a:lnTo>
                  <a:lnTo>
                    <a:pt x="9087" y="184513"/>
                  </a:lnTo>
                  <a:lnTo>
                    <a:pt x="10887" y="189486"/>
                  </a:lnTo>
                  <a:lnTo>
                    <a:pt x="12844" y="194399"/>
                  </a:lnTo>
                  <a:lnTo>
                    <a:pt x="14956" y="199248"/>
                  </a:lnTo>
                  <a:lnTo>
                    <a:pt x="17220" y="204028"/>
                  </a:lnTo>
                  <a:lnTo>
                    <a:pt x="19634" y="208734"/>
                  </a:lnTo>
                  <a:lnTo>
                    <a:pt x="22195" y="213361"/>
                  </a:lnTo>
                  <a:lnTo>
                    <a:pt x="24902" y="217905"/>
                  </a:lnTo>
                  <a:lnTo>
                    <a:pt x="27751" y="222361"/>
                  </a:lnTo>
                  <a:lnTo>
                    <a:pt x="30740" y="226724"/>
                  </a:lnTo>
                  <a:lnTo>
                    <a:pt x="33865" y="230991"/>
                  </a:lnTo>
                  <a:lnTo>
                    <a:pt x="37123" y="235157"/>
                  </a:lnTo>
                  <a:lnTo>
                    <a:pt x="40512" y="239217"/>
                  </a:lnTo>
                  <a:lnTo>
                    <a:pt x="44028" y="243169"/>
                  </a:lnTo>
                  <a:lnTo>
                    <a:pt x="47666" y="247007"/>
                  </a:lnTo>
                  <a:lnTo>
                    <a:pt x="51425" y="250728"/>
                  </a:lnTo>
                  <a:lnTo>
                    <a:pt x="55299" y="254329"/>
                  </a:lnTo>
                  <a:lnTo>
                    <a:pt x="59285" y="257805"/>
                  </a:lnTo>
                  <a:lnTo>
                    <a:pt x="63379" y="261153"/>
                  </a:lnTo>
                  <a:lnTo>
                    <a:pt x="67577" y="264370"/>
                  </a:lnTo>
                  <a:lnTo>
                    <a:pt x="71875" y="267452"/>
                  </a:lnTo>
                  <a:lnTo>
                    <a:pt x="76268" y="270398"/>
                  </a:lnTo>
                  <a:lnTo>
                    <a:pt x="80751" y="273202"/>
                  </a:lnTo>
                  <a:lnTo>
                    <a:pt x="85322" y="275864"/>
                  </a:lnTo>
                  <a:lnTo>
                    <a:pt x="89974" y="278379"/>
                  </a:lnTo>
                  <a:lnTo>
                    <a:pt x="94704" y="280746"/>
                  </a:lnTo>
                  <a:lnTo>
                    <a:pt x="99506" y="282963"/>
                  </a:lnTo>
                  <a:lnTo>
                    <a:pt x="104376" y="285026"/>
                  </a:lnTo>
                  <a:lnTo>
                    <a:pt x="109308" y="286934"/>
                  </a:lnTo>
                  <a:lnTo>
                    <a:pt x="114299" y="288685"/>
                  </a:lnTo>
                  <a:lnTo>
                    <a:pt x="119342" y="290278"/>
                  </a:lnTo>
                  <a:lnTo>
                    <a:pt x="124434" y="291710"/>
                  </a:lnTo>
                  <a:lnTo>
                    <a:pt x="129568" y="292980"/>
                  </a:lnTo>
                  <a:lnTo>
                    <a:pt x="134739" y="294088"/>
                  </a:lnTo>
                  <a:lnTo>
                    <a:pt x="139943" y="295031"/>
                  </a:lnTo>
                  <a:lnTo>
                    <a:pt x="145175" y="295809"/>
                  </a:lnTo>
                  <a:lnTo>
                    <a:pt x="150428" y="296421"/>
                  </a:lnTo>
                  <a:lnTo>
                    <a:pt x="155698" y="296867"/>
                  </a:lnTo>
                  <a:lnTo>
                    <a:pt x="160980" y="297145"/>
                  </a:lnTo>
                  <a:lnTo>
                    <a:pt x="166267" y="297257"/>
                  </a:lnTo>
                  <a:lnTo>
                    <a:pt x="171556" y="297201"/>
                  </a:lnTo>
                  <a:lnTo>
                    <a:pt x="176840" y="296978"/>
                  </a:lnTo>
                  <a:lnTo>
                    <a:pt x="182115" y="296588"/>
                  </a:lnTo>
                  <a:lnTo>
                    <a:pt x="187374" y="296031"/>
                  </a:lnTo>
                  <a:lnTo>
                    <a:pt x="192613" y="295308"/>
                  </a:lnTo>
                  <a:lnTo>
                    <a:pt x="197827" y="294420"/>
                  </a:lnTo>
                  <a:lnTo>
                    <a:pt x="203010" y="293367"/>
                  </a:lnTo>
                  <a:lnTo>
                    <a:pt x="208157" y="292151"/>
                  </a:lnTo>
                  <a:lnTo>
                    <a:pt x="213263" y="290772"/>
                  </a:lnTo>
                  <a:lnTo>
                    <a:pt x="218323" y="289233"/>
                  </a:lnTo>
                  <a:lnTo>
                    <a:pt x="223332" y="287535"/>
                  </a:lnTo>
                  <a:lnTo>
                    <a:pt x="228284" y="285678"/>
                  </a:lnTo>
                  <a:lnTo>
                    <a:pt x="233176" y="283667"/>
                  </a:lnTo>
                  <a:lnTo>
                    <a:pt x="238001" y="281501"/>
                  </a:lnTo>
                  <a:lnTo>
                    <a:pt x="242755" y="279184"/>
                  </a:lnTo>
                  <a:lnTo>
                    <a:pt x="247434" y="276717"/>
                  </a:lnTo>
                  <a:lnTo>
                    <a:pt x="252032" y="274104"/>
                  </a:lnTo>
                  <a:lnTo>
                    <a:pt x="256545" y="271347"/>
                  </a:lnTo>
                  <a:lnTo>
                    <a:pt x="260969" y="268448"/>
                  </a:lnTo>
                  <a:lnTo>
                    <a:pt x="265299" y="265411"/>
                  </a:lnTo>
                  <a:lnTo>
                    <a:pt x="269530" y="262238"/>
                  </a:lnTo>
                  <a:lnTo>
                    <a:pt x="273659" y="258933"/>
                  </a:lnTo>
                  <a:lnTo>
                    <a:pt x="277682" y="255500"/>
                  </a:lnTo>
                  <a:lnTo>
                    <a:pt x="281594" y="251940"/>
                  </a:lnTo>
                  <a:lnTo>
                    <a:pt x="285391" y="248259"/>
                  </a:lnTo>
                  <a:lnTo>
                    <a:pt x="289070" y="244459"/>
                  </a:lnTo>
                  <a:lnTo>
                    <a:pt x="292627" y="240545"/>
                  </a:lnTo>
                  <a:lnTo>
                    <a:pt x="296058" y="236520"/>
                  </a:lnTo>
                  <a:lnTo>
                    <a:pt x="299360" y="232389"/>
                  </a:lnTo>
                  <a:lnTo>
                    <a:pt x="302530" y="228155"/>
                  </a:lnTo>
                  <a:lnTo>
                    <a:pt x="305565" y="223823"/>
                  </a:lnTo>
                  <a:lnTo>
                    <a:pt x="308461" y="219398"/>
                  </a:lnTo>
                  <a:lnTo>
                    <a:pt x="311215" y="214883"/>
                  </a:lnTo>
                  <a:lnTo>
                    <a:pt x="313825" y="210283"/>
                  </a:lnTo>
                  <a:lnTo>
                    <a:pt x="316289" y="205603"/>
                  </a:lnTo>
                  <a:lnTo>
                    <a:pt x="318603" y="200847"/>
                  </a:lnTo>
                  <a:lnTo>
                    <a:pt x="320765" y="196020"/>
                  </a:lnTo>
                  <a:lnTo>
                    <a:pt x="322774" y="191128"/>
                  </a:lnTo>
                  <a:lnTo>
                    <a:pt x="324627" y="186174"/>
                  </a:lnTo>
                  <a:lnTo>
                    <a:pt x="326322" y="181164"/>
                  </a:lnTo>
                  <a:lnTo>
                    <a:pt x="327858" y="176103"/>
                  </a:lnTo>
                  <a:lnTo>
                    <a:pt x="329233" y="170996"/>
                  </a:lnTo>
                  <a:lnTo>
                    <a:pt x="330446" y="165849"/>
                  </a:lnTo>
                  <a:lnTo>
                    <a:pt x="331496" y="160665"/>
                  </a:lnTo>
                  <a:lnTo>
                    <a:pt x="332380" y="155450"/>
                  </a:lnTo>
                  <a:lnTo>
                    <a:pt x="333100" y="150211"/>
                  </a:lnTo>
                  <a:lnTo>
                    <a:pt x="333653" y="144951"/>
                  </a:lnTo>
                  <a:lnTo>
                    <a:pt x="334040" y="139676"/>
                  </a:lnTo>
                  <a:lnTo>
                    <a:pt x="334260" y="134392"/>
                  </a:lnTo>
                  <a:lnTo>
                    <a:pt x="334312" y="129103"/>
                  </a:lnTo>
                  <a:lnTo>
                    <a:pt x="334197" y="123816"/>
                  </a:lnTo>
                  <a:lnTo>
                    <a:pt x="333915" y="118534"/>
                  </a:lnTo>
                  <a:lnTo>
                    <a:pt x="333466" y="113265"/>
                  </a:lnTo>
                  <a:lnTo>
                    <a:pt x="332850" y="108012"/>
                  </a:lnTo>
                  <a:lnTo>
                    <a:pt x="332069" y="102781"/>
                  </a:lnTo>
                  <a:lnTo>
                    <a:pt x="331123" y="97577"/>
                  </a:lnTo>
                  <a:lnTo>
                    <a:pt x="330012" y="92406"/>
                  </a:lnTo>
                  <a:lnTo>
                    <a:pt x="328738" y="87273"/>
                  </a:lnTo>
                  <a:lnTo>
                    <a:pt x="327303" y="82183"/>
                  </a:lnTo>
                  <a:lnTo>
                    <a:pt x="325707" y="77140"/>
                  </a:lnTo>
                  <a:lnTo>
                    <a:pt x="323953" y="72151"/>
                  </a:lnTo>
                  <a:lnTo>
                    <a:pt x="322041" y="67220"/>
                  </a:lnTo>
                  <a:lnTo>
                    <a:pt x="319975" y="62351"/>
                  </a:lnTo>
                  <a:lnTo>
                    <a:pt x="317755" y="57550"/>
                  </a:lnTo>
                  <a:lnTo>
                    <a:pt x="315385" y="52822"/>
                  </a:lnTo>
                  <a:lnTo>
                    <a:pt x="312867" y="48172"/>
                  </a:lnTo>
                  <a:lnTo>
                    <a:pt x="310202" y="43603"/>
                  </a:lnTo>
                  <a:lnTo>
                    <a:pt x="307395" y="39121"/>
                  </a:lnTo>
                  <a:lnTo>
                    <a:pt x="304447" y="34730"/>
                  </a:lnTo>
                  <a:lnTo>
                    <a:pt x="301361" y="30434"/>
                  </a:lnTo>
                  <a:lnTo>
                    <a:pt x="298142" y="26238"/>
                  </a:lnTo>
                  <a:lnTo>
                    <a:pt x="294791" y="22146"/>
                  </a:lnTo>
                  <a:lnTo>
                    <a:pt x="291312" y="18162"/>
                  </a:lnTo>
                  <a:lnTo>
                    <a:pt x="287709" y="14291"/>
                  </a:lnTo>
                  <a:lnTo>
                    <a:pt x="283986" y="10535"/>
                  </a:lnTo>
                  <a:lnTo>
                    <a:pt x="280145" y="6899"/>
                  </a:lnTo>
                  <a:lnTo>
                    <a:pt x="276191" y="3386"/>
                  </a:lnTo>
                  <a:lnTo>
                    <a:pt x="272128" y="0"/>
                  </a:lnTo>
                  <a:lnTo>
                    <a:pt x="167148" y="1300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488720" y="1322571"/>
              <a:ext cx="104980" cy="167167"/>
            </a:xfrm>
            <a:custGeom>
              <a:avLst/>
              <a:pathLst>
                <a:path w="104980" h="167167">
                  <a:moveTo>
                    <a:pt x="104980" y="37075"/>
                  </a:moveTo>
                  <a:lnTo>
                    <a:pt x="100504" y="33586"/>
                  </a:lnTo>
                  <a:lnTo>
                    <a:pt x="95912" y="30252"/>
                  </a:lnTo>
                  <a:lnTo>
                    <a:pt x="91210" y="27075"/>
                  </a:lnTo>
                  <a:lnTo>
                    <a:pt x="86402" y="24060"/>
                  </a:lnTo>
                  <a:lnTo>
                    <a:pt x="81495" y="21210"/>
                  </a:lnTo>
                  <a:lnTo>
                    <a:pt x="76494" y="18528"/>
                  </a:lnTo>
                  <a:lnTo>
                    <a:pt x="71405" y="16017"/>
                  </a:lnTo>
                  <a:lnTo>
                    <a:pt x="66233" y="13681"/>
                  </a:lnTo>
                  <a:lnTo>
                    <a:pt x="60985" y="11521"/>
                  </a:lnTo>
                  <a:lnTo>
                    <a:pt x="55667" y="9541"/>
                  </a:lnTo>
                  <a:lnTo>
                    <a:pt x="50285" y="7742"/>
                  </a:lnTo>
                  <a:lnTo>
                    <a:pt x="44845" y="6127"/>
                  </a:lnTo>
                  <a:lnTo>
                    <a:pt x="39353" y="4698"/>
                  </a:lnTo>
                  <a:lnTo>
                    <a:pt x="33815" y="3455"/>
                  </a:lnTo>
                  <a:lnTo>
                    <a:pt x="28239" y="2402"/>
                  </a:lnTo>
                  <a:lnTo>
                    <a:pt x="22630" y="1538"/>
                  </a:lnTo>
                  <a:lnTo>
                    <a:pt x="16996" y="866"/>
                  </a:lnTo>
                  <a:lnTo>
                    <a:pt x="11341" y="385"/>
                  </a:lnTo>
                  <a:lnTo>
                    <a:pt x="5674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02856" y="1681503"/>
              <a:ext cx="83668" cy="167167"/>
            </a:xfrm>
            <a:custGeom>
              <a:avLst/>
              <a:pathLst>
                <a:path w="83668" h="167167">
                  <a:moveTo>
                    <a:pt x="83668" y="0"/>
                  </a:moveTo>
                  <a:lnTo>
                    <a:pt x="77828" y="102"/>
                  </a:lnTo>
                  <a:lnTo>
                    <a:pt x="71994" y="408"/>
                  </a:lnTo>
                  <a:lnTo>
                    <a:pt x="66175" y="917"/>
                  </a:lnTo>
                  <a:lnTo>
                    <a:pt x="60377" y="1630"/>
                  </a:lnTo>
                  <a:lnTo>
                    <a:pt x="54608" y="2545"/>
                  </a:lnTo>
                  <a:lnTo>
                    <a:pt x="48874" y="3661"/>
                  </a:lnTo>
                  <a:lnTo>
                    <a:pt x="43182" y="4976"/>
                  </a:lnTo>
                  <a:lnTo>
                    <a:pt x="37540" y="6490"/>
                  </a:lnTo>
                  <a:lnTo>
                    <a:pt x="31955" y="8199"/>
                  </a:lnTo>
                  <a:lnTo>
                    <a:pt x="26432" y="10103"/>
                  </a:lnTo>
                  <a:lnTo>
                    <a:pt x="20979" y="12199"/>
                  </a:lnTo>
                  <a:lnTo>
                    <a:pt x="15603" y="14484"/>
                  </a:lnTo>
                  <a:lnTo>
                    <a:pt x="10310" y="16955"/>
                  </a:lnTo>
                  <a:lnTo>
                    <a:pt x="5107" y="19610"/>
                  </a:lnTo>
                  <a:lnTo>
                    <a:pt x="0" y="22445"/>
                  </a:lnTo>
                  <a:lnTo>
                    <a:pt x="8366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02856" y="170394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19358" y="1681503"/>
              <a:ext cx="334323" cy="334328"/>
            </a:xfrm>
            <a:custGeom>
              <a:avLst/>
              <a:pathLst>
                <a:path w="334323" h="334328">
                  <a:moveTo>
                    <a:pt x="83498" y="22445"/>
                  </a:moveTo>
                  <a:lnTo>
                    <a:pt x="78961" y="25164"/>
                  </a:lnTo>
                  <a:lnTo>
                    <a:pt x="74513" y="28026"/>
                  </a:lnTo>
                  <a:lnTo>
                    <a:pt x="70157" y="31027"/>
                  </a:lnTo>
                  <a:lnTo>
                    <a:pt x="65898" y="34164"/>
                  </a:lnTo>
                  <a:lnTo>
                    <a:pt x="61741" y="37435"/>
                  </a:lnTo>
                  <a:lnTo>
                    <a:pt x="57690" y="40835"/>
                  </a:lnTo>
                  <a:lnTo>
                    <a:pt x="53747" y="44362"/>
                  </a:lnTo>
                  <a:lnTo>
                    <a:pt x="49919" y="48012"/>
                  </a:lnTo>
                  <a:lnTo>
                    <a:pt x="46208" y="51781"/>
                  </a:lnTo>
                  <a:lnTo>
                    <a:pt x="42618" y="55665"/>
                  </a:lnTo>
                  <a:lnTo>
                    <a:pt x="39153" y="59662"/>
                  </a:lnTo>
                  <a:lnTo>
                    <a:pt x="35816" y="63765"/>
                  </a:lnTo>
                  <a:lnTo>
                    <a:pt x="32610" y="67973"/>
                  </a:lnTo>
                  <a:lnTo>
                    <a:pt x="29539" y="72279"/>
                  </a:lnTo>
                  <a:lnTo>
                    <a:pt x="26606" y="76681"/>
                  </a:lnTo>
                  <a:lnTo>
                    <a:pt x="23813" y="81173"/>
                  </a:lnTo>
                  <a:lnTo>
                    <a:pt x="21165" y="85752"/>
                  </a:lnTo>
                  <a:lnTo>
                    <a:pt x="18662" y="90412"/>
                  </a:lnTo>
                  <a:lnTo>
                    <a:pt x="16308" y="95149"/>
                  </a:lnTo>
                  <a:lnTo>
                    <a:pt x="14105" y="99957"/>
                  </a:lnTo>
                  <a:lnTo>
                    <a:pt x="12055" y="104834"/>
                  </a:lnTo>
                  <a:lnTo>
                    <a:pt x="10161" y="109772"/>
                  </a:lnTo>
                  <a:lnTo>
                    <a:pt x="8424" y="114768"/>
                  </a:lnTo>
                  <a:lnTo>
                    <a:pt x="6845" y="119817"/>
                  </a:lnTo>
                  <a:lnTo>
                    <a:pt x="5427" y="124912"/>
                  </a:lnTo>
                  <a:lnTo>
                    <a:pt x="4172" y="130051"/>
                  </a:lnTo>
                  <a:lnTo>
                    <a:pt x="3079" y="135226"/>
                  </a:lnTo>
                  <a:lnTo>
                    <a:pt x="2151" y="140433"/>
                  </a:lnTo>
                  <a:lnTo>
                    <a:pt x="1387" y="145667"/>
                  </a:lnTo>
                  <a:lnTo>
                    <a:pt x="790" y="150923"/>
                  </a:lnTo>
                  <a:lnTo>
                    <a:pt x="359" y="156195"/>
                  </a:lnTo>
                  <a:lnTo>
                    <a:pt x="96" y="161478"/>
                  </a:lnTo>
                  <a:lnTo>
                    <a:pt x="0" y="166766"/>
                  </a:lnTo>
                  <a:lnTo>
                    <a:pt x="71" y="172055"/>
                  </a:lnTo>
                  <a:lnTo>
                    <a:pt x="309" y="177339"/>
                  </a:lnTo>
                  <a:lnTo>
                    <a:pt x="714" y="182613"/>
                  </a:lnTo>
                  <a:lnTo>
                    <a:pt x="1286" y="187872"/>
                  </a:lnTo>
                  <a:lnTo>
                    <a:pt x="2024" y="193109"/>
                  </a:lnTo>
                  <a:lnTo>
                    <a:pt x="2928" y="198321"/>
                  </a:lnTo>
                  <a:lnTo>
                    <a:pt x="3996" y="203501"/>
                  </a:lnTo>
                  <a:lnTo>
                    <a:pt x="5227" y="208646"/>
                  </a:lnTo>
                  <a:lnTo>
                    <a:pt x="6620" y="213748"/>
                  </a:lnTo>
                  <a:lnTo>
                    <a:pt x="8174" y="218804"/>
                  </a:lnTo>
                  <a:lnTo>
                    <a:pt x="9887" y="223809"/>
                  </a:lnTo>
                  <a:lnTo>
                    <a:pt x="11758" y="228756"/>
                  </a:lnTo>
                  <a:lnTo>
                    <a:pt x="13785" y="233642"/>
                  </a:lnTo>
                  <a:lnTo>
                    <a:pt x="15964" y="238461"/>
                  </a:lnTo>
                  <a:lnTo>
                    <a:pt x="18296" y="243209"/>
                  </a:lnTo>
                  <a:lnTo>
                    <a:pt x="20776" y="247881"/>
                  </a:lnTo>
                  <a:lnTo>
                    <a:pt x="23403" y="252472"/>
                  </a:lnTo>
                  <a:lnTo>
                    <a:pt x="26174" y="256978"/>
                  </a:lnTo>
                  <a:lnTo>
                    <a:pt x="29086" y="261394"/>
                  </a:lnTo>
                  <a:lnTo>
                    <a:pt x="32136" y="265715"/>
                  </a:lnTo>
                  <a:lnTo>
                    <a:pt x="35321" y="269938"/>
                  </a:lnTo>
                  <a:lnTo>
                    <a:pt x="38639" y="274057"/>
                  </a:lnTo>
                  <a:lnTo>
                    <a:pt x="42085" y="278070"/>
                  </a:lnTo>
                  <a:lnTo>
                    <a:pt x="45656" y="281972"/>
                  </a:lnTo>
                  <a:lnTo>
                    <a:pt x="49349" y="285759"/>
                  </a:lnTo>
                  <a:lnTo>
                    <a:pt x="53160" y="289427"/>
                  </a:lnTo>
                  <a:lnTo>
                    <a:pt x="57085" y="292973"/>
                  </a:lnTo>
                  <a:lnTo>
                    <a:pt x="61120" y="296392"/>
                  </a:lnTo>
                  <a:lnTo>
                    <a:pt x="65262" y="299683"/>
                  </a:lnTo>
                  <a:lnTo>
                    <a:pt x="69505" y="302840"/>
                  </a:lnTo>
                  <a:lnTo>
                    <a:pt x="73847" y="305862"/>
                  </a:lnTo>
                  <a:lnTo>
                    <a:pt x="78281" y="308745"/>
                  </a:lnTo>
                  <a:lnTo>
                    <a:pt x="82805" y="311486"/>
                  </a:lnTo>
                  <a:lnTo>
                    <a:pt x="87413" y="314083"/>
                  </a:lnTo>
                  <a:lnTo>
                    <a:pt x="92101" y="316533"/>
                  </a:lnTo>
                  <a:lnTo>
                    <a:pt x="96864" y="318833"/>
                  </a:lnTo>
                  <a:lnTo>
                    <a:pt x="101698" y="320981"/>
                  </a:lnTo>
                  <a:lnTo>
                    <a:pt x="106597" y="322975"/>
                  </a:lnTo>
                  <a:lnTo>
                    <a:pt x="111557" y="324814"/>
                  </a:lnTo>
                  <a:lnTo>
                    <a:pt x="116572" y="326494"/>
                  </a:lnTo>
                  <a:lnTo>
                    <a:pt x="121638" y="328015"/>
                  </a:lnTo>
                  <a:lnTo>
                    <a:pt x="126750" y="329375"/>
                  </a:lnTo>
                  <a:lnTo>
                    <a:pt x="131902" y="330572"/>
                  </a:lnTo>
                  <a:lnTo>
                    <a:pt x="137089" y="331606"/>
                  </a:lnTo>
                  <a:lnTo>
                    <a:pt x="142307" y="332476"/>
                  </a:lnTo>
                  <a:lnTo>
                    <a:pt x="147549" y="333179"/>
                  </a:lnTo>
                  <a:lnTo>
                    <a:pt x="152811" y="333717"/>
                  </a:lnTo>
                  <a:lnTo>
                    <a:pt x="158088" y="334088"/>
                  </a:lnTo>
                  <a:lnTo>
                    <a:pt x="163373" y="334291"/>
                  </a:lnTo>
                  <a:lnTo>
                    <a:pt x="168663" y="334328"/>
                  </a:lnTo>
                  <a:lnTo>
                    <a:pt x="173950" y="334197"/>
                  </a:lnTo>
                  <a:lnTo>
                    <a:pt x="179231" y="333898"/>
                  </a:lnTo>
                  <a:lnTo>
                    <a:pt x="184500" y="333433"/>
                  </a:lnTo>
                  <a:lnTo>
                    <a:pt x="189752" y="332802"/>
                  </a:lnTo>
                  <a:lnTo>
                    <a:pt x="194981" y="332004"/>
                  </a:lnTo>
                  <a:lnTo>
                    <a:pt x="200182" y="331042"/>
                  </a:lnTo>
                  <a:lnTo>
                    <a:pt x="205350" y="329915"/>
                  </a:lnTo>
                  <a:lnTo>
                    <a:pt x="210480" y="328626"/>
                  </a:lnTo>
                  <a:lnTo>
                    <a:pt x="215566" y="327174"/>
                  </a:lnTo>
                  <a:lnTo>
                    <a:pt x="220604" y="325563"/>
                  </a:lnTo>
                  <a:lnTo>
                    <a:pt x="225589" y="323793"/>
                  </a:lnTo>
                  <a:lnTo>
                    <a:pt x="230515" y="321866"/>
                  </a:lnTo>
                  <a:lnTo>
                    <a:pt x="235378" y="319785"/>
                  </a:lnTo>
                  <a:lnTo>
                    <a:pt x="240172" y="317550"/>
                  </a:lnTo>
                  <a:lnTo>
                    <a:pt x="244893" y="315165"/>
                  </a:lnTo>
                  <a:lnTo>
                    <a:pt x="249537" y="312632"/>
                  </a:lnTo>
                  <a:lnTo>
                    <a:pt x="254097" y="309953"/>
                  </a:lnTo>
                  <a:lnTo>
                    <a:pt x="258571" y="307132"/>
                  </a:lnTo>
                  <a:lnTo>
                    <a:pt x="262954" y="304170"/>
                  </a:lnTo>
                  <a:lnTo>
                    <a:pt x="267240" y="301071"/>
                  </a:lnTo>
                  <a:lnTo>
                    <a:pt x="271426" y="297838"/>
                  </a:lnTo>
                  <a:lnTo>
                    <a:pt x="275508" y="294474"/>
                  </a:lnTo>
                  <a:lnTo>
                    <a:pt x="279482" y="290982"/>
                  </a:lnTo>
                  <a:lnTo>
                    <a:pt x="283343" y="287367"/>
                  </a:lnTo>
                  <a:lnTo>
                    <a:pt x="287088" y="283631"/>
                  </a:lnTo>
                  <a:lnTo>
                    <a:pt x="290712" y="279779"/>
                  </a:lnTo>
                  <a:lnTo>
                    <a:pt x="294213" y="275814"/>
                  </a:lnTo>
                  <a:lnTo>
                    <a:pt x="297587" y="271740"/>
                  </a:lnTo>
                  <a:lnTo>
                    <a:pt x="300830" y="267561"/>
                  </a:lnTo>
                  <a:lnTo>
                    <a:pt x="303939" y="263282"/>
                  </a:lnTo>
                  <a:lnTo>
                    <a:pt x="306912" y="258907"/>
                  </a:lnTo>
                  <a:lnTo>
                    <a:pt x="309744" y="254440"/>
                  </a:lnTo>
                  <a:lnTo>
                    <a:pt x="312434" y="249885"/>
                  </a:lnTo>
                  <a:lnTo>
                    <a:pt x="314978" y="245248"/>
                  </a:lnTo>
                  <a:lnTo>
                    <a:pt x="317374" y="240533"/>
                  </a:lnTo>
                  <a:lnTo>
                    <a:pt x="319620" y="235744"/>
                  </a:lnTo>
                  <a:lnTo>
                    <a:pt x="321714" y="230886"/>
                  </a:lnTo>
                  <a:lnTo>
                    <a:pt x="323652" y="225965"/>
                  </a:lnTo>
                  <a:lnTo>
                    <a:pt x="325434" y="220984"/>
                  </a:lnTo>
                  <a:lnTo>
                    <a:pt x="327057" y="215950"/>
                  </a:lnTo>
                  <a:lnTo>
                    <a:pt x="328521" y="210867"/>
                  </a:lnTo>
                  <a:lnTo>
                    <a:pt x="329823" y="205741"/>
                  </a:lnTo>
                  <a:lnTo>
                    <a:pt x="330962" y="200575"/>
                  </a:lnTo>
                  <a:lnTo>
                    <a:pt x="331937" y="195376"/>
                  </a:lnTo>
                  <a:lnTo>
                    <a:pt x="332747" y="190149"/>
                  </a:lnTo>
                  <a:lnTo>
                    <a:pt x="333391" y="184899"/>
                  </a:lnTo>
                  <a:lnTo>
                    <a:pt x="333869" y="179631"/>
                  </a:lnTo>
                  <a:lnTo>
                    <a:pt x="334179" y="174351"/>
                  </a:lnTo>
                  <a:lnTo>
                    <a:pt x="334323" y="169064"/>
                  </a:lnTo>
                  <a:lnTo>
                    <a:pt x="334299" y="163774"/>
                  </a:lnTo>
                  <a:lnTo>
                    <a:pt x="334108" y="158488"/>
                  </a:lnTo>
                  <a:lnTo>
                    <a:pt x="333750" y="153211"/>
                  </a:lnTo>
                  <a:lnTo>
                    <a:pt x="333225" y="147948"/>
                  </a:lnTo>
                  <a:lnTo>
                    <a:pt x="332534" y="142704"/>
                  </a:lnTo>
                  <a:lnTo>
                    <a:pt x="331677" y="137484"/>
                  </a:lnTo>
                  <a:lnTo>
                    <a:pt x="330656" y="132294"/>
                  </a:lnTo>
                  <a:lnTo>
                    <a:pt x="329471" y="127139"/>
                  </a:lnTo>
                  <a:lnTo>
                    <a:pt x="328123" y="122024"/>
                  </a:lnTo>
                  <a:lnTo>
                    <a:pt x="326614" y="116955"/>
                  </a:lnTo>
                  <a:lnTo>
                    <a:pt x="324946" y="111935"/>
                  </a:lnTo>
                  <a:lnTo>
                    <a:pt x="323120" y="106971"/>
                  </a:lnTo>
                  <a:lnTo>
                    <a:pt x="321137" y="102067"/>
                  </a:lnTo>
                  <a:lnTo>
                    <a:pt x="319001" y="97229"/>
                  </a:lnTo>
                  <a:lnTo>
                    <a:pt x="316712" y="92460"/>
                  </a:lnTo>
                  <a:lnTo>
                    <a:pt x="314273" y="87766"/>
                  </a:lnTo>
                  <a:lnTo>
                    <a:pt x="311688" y="83152"/>
                  </a:lnTo>
                  <a:lnTo>
                    <a:pt x="308957" y="78621"/>
                  </a:lnTo>
                  <a:lnTo>
                    <a:pt x="306085" y="74180"/>
                  </a:lnTo>
                  <a:lnTo>
                    <a:pt x="303074" y="69831"/>
                  </a:lnTo>
                  <a:lnTo>
                    <a:pt x="299926" y="65580"/>
                  </a:lnTo>
                  <a:lnTo>
                    <a:pt x="296646" y="61431"/>
                  </a:lnTo>
                  <a:lnTo>
                    <a:pt x="293236" y="57388"/>
                  </a:lnTo>
                  <a:lnTo>
                    <a:pt x="289699" y="53454"/>
                  </a:lnTo>
                  <a:lnTo>
                    <a:pt x="286040" y="49634"/>
                  </a:lnTo>
                  <a:lnTo>
                    <a:pt x="282262" y="45932"/>
                  </a:lnTo>
                  <a:lnTo>
                    <a:pt x="278369" y="42352"/>
                  </a:lnTo>
                  <a:lnTo>
                    <a:pt x="274365" y="38896"/>
                  </a:lnTo>
                  <a:lnTo>
                    <a:pt x="270253" y="35569"/>
                  </a:lnTo>
                  <a:lnTo>
                    <a:pt x="266038" y="32373"/>
                  </a:lnTo>
                  <a:lnTo>
                    <a:pt x="261724" y="29312"/>
                  </a:lnTo>
                  <a:lnTo>
                    <a:pt x="257315" y="26390"/>
                  </a:lnTo>
                  <a:lnTo>
                    <a:pt x="252816" y="23608"/>
                  </a:lnTo>
                  <a:lnTo>
                    <a:pt x="248231" y="20970"/>
                  </a:lnTo>
                  <a:lnTo>
                    <a:pt x="243565" y="18479"/>
                  </a:lnTo>
                  <a:lnTo>
                    <a:pt x="238823" y="16136"/>
                  </a:lnTo>
                  <a:lnTo>
                    <a:pt x="234009" y="13945"/>
                  </a:lnTo>
                  <a:lnTo>
                    <a:pt x="229128" y="11907"/>
                  </a:lnTo>
                  <a:lnTo>
                    <a:pt x="224185" y="10024"/>
                  </a:lnTo>
                  <a:lnTo>
                    <a:pt x="219185" y="8299"/>
                  </a:lnTo>
                  <a:lnTo>
                    <a:pt x="214132" y="6733"/>
                  </a:lnTo>
                  <a:lnTo>
                    <a:pt x="209033" y="5327"/>
                  </a:lnTo>
                  <a:lnTo>
                    <a:pt x="203892" y="4084"/>
                  </a:lnTo>
                  <a:lnTo>
                    <a:pt x="198714" y="3003"/>
                  </a:lnTo>
                  <a:lnTo>
                    <a:pt x="193505" y="2087"/>
                  </a:lnTo>
                  <a:lnTo>
                    <a:pt x="188269" y="1337"/>
                  </a:lnTo>
                  <a:lnTo>
                    <a:pt x="183012" y="752"/>
                  </a:lnTo>
                  <a:lnTo>
                    <a:pt x="177739" y="334"/>
                  </a:lnTo>
                  <a:lnTo>
                    <a:pt x="172455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84749" y="2126963"/>
              <a:ext cx="96537" cy="167167"/>
            </a:xfrm>
            <a:custGeom>
              <a:avLst/>
              <a:pathLst>
                <a:path w="96537" h="167167">
                  <a:moveTo>
                    <a:pt x="96537" y="0"/>
                  </a:moveTo>
                  <a:lnTo>
                    <a:pt x="90821" y="97"/>
                  </a:lnTo>
                  <a:lnTo>
                    <a:pt x="85111" y="390"/>
                  </a:lnTo>
                  <a:lnTo>
                    <a:pt x="79415" y="879"/>
                  </a:lnTo>
                  <a:lnTo>
                    <a:pt x="73738" y="1562"/>
                  </a:lnTo>
                  <a:lnTo>
                    <a:pt x="68088" y="2438"/>
                  </a:lnTo>
                  <a:lnTo>
                    <a:pt x="62472" y="3507"/>
                  </a:lnTo>
                  <a:lnTo>
                    <a:pt x="56895" y="4768"/>
                  </a:lnTo>
                  <a:lnTo>
                    <a:pt x="51365" y="6218"/>
                  </a:lnTo>
                  <a:lnTo>
                    <a:pt x="45888" y="7857"/>
                  </a:lnTo>
                  <a:lnTo>
                    <a:pt x="40469" y="9683"/>
                  </a:lnTo>
                  <a:lnTo>
                    <a:pt x="35117" y="11692"/>
                  </a:lnTo>
                  <a:lnTo>
                    <a:pt x="29836" y="13883"/>
                  </a:lnTo>
                  <a:lnTo>
                    <a:pt x="24633" y="16254"/>
                  </a:lnTo>
                  <a:lnTo>
                    <a:pt x="19515" y="18801"/>
                  </a:lnTo>
                  <a:lnTo>
                    <a:pt x="14486" y="21522"/>
                  </a:lnTo>
                  <a:lnTo>
                    <a:pt x="9554" y="24413"/>
                  </a:lnTo>
                  <a:lnTo>
                    <a:pt x="4723" y="27471"/>
                  </a:lnTo>
                  <a:lnTo>
                    <a:pt x="0" y="30692"/>
                  </a:lnTo>
                  <a:lnTo>
                    <a:pt x="9653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84749" y="2157656"/>
              <a:ext cx="96537" cy="136474"/>
            </a:xfrm>
            <a:custGeom>
              <a:avLst/>
              <a:pathLst>
                <a:path w="96537" h="136474">
                  <a:moveTo>
                    <a:pt x="0" y="0"/>
                  </a:moveTo>
                  <a:lnTo>
                    <a:pt x="96537" y="1364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84749" y="2157656"/>
              <a:ext cx="96537" cy="136474"/>
            </a:xfrm>
            <a:custGeom>
              <a:avLst/>
              <a:pathLst>
                <a:path w="96537" h="136474">
                  <a:moveTo>
                    <a:pt x="0" y="0"/>
                  </a:moveTo>
                  <a:lnTo>
                    <a:pt x="96537" y="1364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84749" y="2157656"/>
              <a:ext cx="96537" cy="136474"/>
            </a:xfrm>
            <a:custGeom>
              <a:avLst/>
              <a:pathLst>
                <a:path w="96537" h="136474">
                  <a:moveTo>
                    <a:pt x="0" y="0"/>
                  </a:moveTo>
                  <a:lnTo>
                    <a:pt x="96537" y="1364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84749" y="2157656"/>
              <a:ext cx="96537" cy="136474"/>
            </a:xfrm>
            <a:custGeom>
              <a:avLst/>
              <a:pathLst>
                <a:path w="96537" h="136474">
                  <a:moveTo>
                    <a:pt x="0" y="0"/>
                  </a:moveTo>
                  <a:lnTo>
                    <a:pt x="96537" y="1364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84749" y="2157656"/>
              <a:ext cx="96537" cy="136474"/>
            </a:xfrm>
            <a:custGeom>
              <a:avLst/>
              <a:pathLst>
                <a:path w="96537" h="136474">
                  <a:moveTo>
                    <a:pt x="0" y="0"/>
                  </a:moveTo>
                  <a:lnTo>
                    <a:pt x="96537" y="1364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84749" y="2157656"/>
              <a:ext cx="96537" cy="136474"/>
            </a:xfrm>
            <a:custGeom>
              <a:avLst/>
              <a:pathLst>
                <a:path w="96537" h="136474">
                  <a:moveTo>
                    <a:pt x="0" y="0"/>
                  </a:moveTo>
                  <a:lnTo>
                    <a:pt x="96537" y="1364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84749" y="2157656"/>
              <a:ext cx="96537" cy="136474"/>
            </a:xfrm>
            <a:custGeom>
              <a:avLst/>
              <a:pathLst>
                <a:path w="96537" h="136474">
                  <a:moveTo>
                    <a:pt x="0" y="0"/>
                  </a:moveTo>
                  <a:lnTo>
                    <a:pt x="96537" y="1364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84749" y="2157656"/>
              <a:ext cx="96537" cy="136474"/>
            </a:xfrm>
            <a:custGeom>
              <a:avLst/>
              <a:pathLst>
                <a:path w="96537" h="136474">
                  <a:moveTo>
                    <a:pt x="0" y="0"/>
                  </a:moveTo>
                  <a:lnTo>
                    <a:pt x="96537" y="1364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84749" y="2157656"/>
              <a:ext cx="96537" cy="136474"/>
            </a:xfrm>
            <a:custGeom>
              <a:avLst/>
              <a:pathLst>
                <a:path w="96537" h="136474">
                  <a:moveTo>
                    <a:pt x="0" y="0"/>
                  </a:moveTo>
                  <a:lnTo>
                    <a:pt x="96537" y="136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84749" y="2157656"/>
              <a:ext cx="96537" cy="136474"/>
            </a:xfrm>
            <a:custGeom>
              <a:avLst/>
              <a:pathLst>
                <a:path w="96537" h="136474">
                  <a:moveTo>
                    <a:pt x="0" y="0"/>
                  </a:moveTo>
                  <a:lnTo>
                    <a:pt x="96537" y="136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84749" y="2157656"/>
              <a:ext cx="96537" cy="136474"/>
            </a:xfrm>
            <a:custGeom>
              <a:avLst/>
              <a:pathLst>
                <a:path w="96537" h="136474">
                  <a:moveTo>
                    <a:pt x="0" y="0"/>
                  </a:moveTo>
                  <a:lnTo>
                    <a:pt x="96537" y="136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84749" y="2157656"/>
              <a:ext cx="96537" cy="136474"/>
            </a:xfrm>
            <a:custGeom>
              <a:avLst/>
              <a:pathLst>
                <a:path w="96537" h="136474">
                  <a:moveTo>
                    <a:pt x="0" y="0"/>
                  </a:moveTo>
                  <a:lnTo>
                    <a:pt x="96537" y="136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84749" y="2157656"/>
              <a:ext cx="96537" cy="136474"/>
            </a:xfrm>
            <a:custGeom>
              <a:avLst/>
              <a:pathLst>
                <a:path w="96537" h="136474">
                  <a:moveTo>
                    <a:pt x="0" y="0"/>
                  </a:moveTo>
                  <a:lnTo>
                    <a:pt x="96537" y="1364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84749" y="2157656"/>
              <a:ext cx="96537" cy="136474"/>
            </a:xfrm>
            <a:custGeom>
              <a:avLst/>
              <a:pathLst>
                <a:path w="96537" h="136474">
                  <a:moveTo>
                    <a:pt x="0" y="0"/>
                  </a:moveTo>
                  <a:lnTo>
                    <a:pt x="96537" y="1364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14123" y="2127336"/>
              <a:ext cx="334313" cy="333959"/>
            </a:xfrm>
            <a:custGeom>
              <a:avLst/>
              <a:pathLst>
                <a:path w="334313" h="333959">
                  <a:moveTo>
                    <a:pt x="70626" y="30319"/>
                  </a:moveTo>
                  <a:lnTo>
                    <a:pt x="66357" y="33441"/>
                  </a:lnTo>
                  <a:lnTo>
                    <a:pt x="62188" y="36697"/>
                  </a:lnTo>
                  <a:lnTo>
                    <a:pt x="58125" y="40084"/>
                  </a:lnTo>
                  <a:lnTo>
                    <a:pt x="54171" y="43597"/>
                  </a:lnTo>
                  <a:lnTo>
                    <a:pt x="50330" y="47233"/>
                  </a:lnTo>
                  <a:lnTo>
                    <a:pt x="46606" y="50989"/>
                  </a:lnTo>
                  <a:lnTo>
                    <a:pt x="43002" y="54861"/>
                  </a:lnTo>
                  <a:lnTo>
                    <a:pt x="39523" y="58845"/>
                  </a:lnTo>
                  <a:lnTo>
                    <a:pt x="36172" y="62938"/>
                  </a:lnTo>
                  <a:lnTo>
                    <a:pt x="32952" y="67134"/>
                  </a:lnTo>
                  <a:lnTo>
                    <a:pt x="29866" y="71430"/>
                  </a:lnTo>
                  <a:lnTo>
                    <a:pt x="26918" y="75821"/>
                  </a:lnTo>
                  <a:lnTo>
                    <a:pt x="24110" y="80304"/>
                  </a:lnTo>
                  <a:lnTo>
                    <a:pt x="21445" y="84873"/>
                  </a:lnTo>
                  <a:lnTo>
                    <a:pt x="18927" y="89524"/>
                  </a:lnTo>
                  <a:lnTo>
                    <a:pt x="16556" y="94252"/>
                  </a:lnTo>
                  <a:lnTo>
                    <a:pt x="14337" y="99053"/>
                  </a:lnTo>
                  <a:lnTo>
                    <a:pt x="12270" y="103922"/>
                  </a:lnTo>
                  <a:lnTo>
                    <a:pt x="10359" y="108854"/>
                  </a:lnTo>
                  <a:lnTo>
                    <a:pt x="8604" y="113844"/>
                  </a:lnTo>
                  <a:lnTo>
                    <a:pt x="7008" y="118887"/>
                  </a:lnTo>
                  <a:lnTo>
                    <a:pt x="5573" y="123978"/>
                  </a:lnTo>
                  <a:lnTo>
                    <a:pt x="4299" y="129112"/>
                  </a:lnTo>
                  <a:lnTo>
                    <a:pt x="3188" y="134283"/>
                  </a:lnTo>
                  <a:lnTo>
                    <a:pt x="2242" y="139487"/>
                  </a:lnTo>
                  <a:lnTo>
                    <a:pt x="1461" y="144718"/>
                  </a:lnTo>
                  <a:lnTo>
                    <a:pt x="845" y="149972"/>
                  </a:lnTo>
                  <a:lnTo>
                    <a:pt x="396" y="155242"/>
                  </a:lnTo>
                  <a:lnTo>
                    <a:pt x="114" y="160524"/>
                  </a:lnTo>
                  <a:lnTo>
                    <a:pt x="0" y="165812"/>
                  </a:lnTo>
                  <a:lnTo>
                    <a:pt x="52" y="171101"/>
                  </a:lnTo>
                  <a:lnTo>
                    <a:pt x="272" y="176386"/>
                  </a:lnTo>
                  <a:lnTo>
                    <a:pt x="659" y="181661"/>
                  </a:lnTo>
                  <a:lnTo>
                    <a:pt x="1213" y="186921"/>
                  </a:lnTo>
                  <a:lnTo>
                    <a:pt x="1933" y="192161"/>
                  </a:lnTo>
                  <a:lnTo>
                    <a:pt x="2818" y="197376"/>
                  </a:lnTo>
                  <a:lnTo>
                    <a:pt x="3868" y="202560"/>
                  </a:lnTo>
                  <a:lnTo>
                    <a:pt x="5081" y="207708"/>
                  </a:lnTo>
                  <a:lnTo>
                    <a:pt x="6457" y="212816"/>
                  </a:lnTo>
                  <a:lnTo>
                    <a:pt x="7993" y="217877"/>
                  </a:lnTo>
                  <a:lnTo>
                    <a:pt x="9689" y="222887"/>
                  </a:lnTo>
                  <a:lnTo>
                    <a:pt x="11542" y="227841"/>
                  </a:lnTo>
                  <a:lnTo>
                    <a:pt x="13551" y="232734"/>
                  </a:lnTo>
                  <a:lnTo>
                    <a:pt x="15715" y="237561"/>
                  </a:lnTo>
                  <a:lnTo>
                    <a:pt x="18029" y="242317"/>
                  </a:lnTo>
                  <a:lnTo>
                    <a:pt x="20493" y="246997"/>
                  </a:lnTo>
                  <a:lnTo>
                    <a:pt x="23104" y="251597"/>
                  </a:lnTo>
                  <a:lnTo>
                    <a:pt x="25859" y="256112"/>
                  </a:lnTo>
                  <a:lnTo>
                    <a:pt x="28756" y="260538"/>
                  </a:lnTo>
                  <a:lnTo>
                    <a:pt x="31791" y="264870"/>
                  </a:lnTo>
                  <a:lnTo>
                    <a:pt x="34961" y="269104"/>
                  </a:lnTo>
                  <a:lnTo>
                    <a:pt x="38264" y="273235"/>
                  </a:lnTo>
                  <a:lnTo>
                    <a:pt x="41696" y="277260"/>
                  </a:lnTo>
                  <a:lnTo>
                    <a:pt x="45254" y="281174"/>
                  </a:lnTo>
                  <a:lnTo>
                    <a:pt x="48934" y="284974"/>
                  </a:lnTo>
                  <a:lnTo>
                    <a:pt x="52732" y="288655"/>
                  </a:lnTo>
                  <a:lnTo>
                    <a:pt x="56644" y="292214"/>
                  </a:lnTo>
                  <a:lnTo>
                    <a:pt x="60667" y="295648"/>
                  </a:lnTo>
                  <a:lnTo>
                    <a:pt x="64797" y="298953"/>
                  </a:lnTo>
                  <a:lnTo>
                    <a:pt x="69030" y="302125"/>
                  </a:lnTo>
                  <a:lnTo>
                    <a:pt x="73360" y="305162"/>
                  </a:lnTo>
                  <a:lnTo>
                    <a:pt x="77785" y="308060"/>
                  </a:lnTo>
                  <a:lnTo>
                    <a:pt x="82299" y="310817"/>
                  </a:lnTo>
                  <a:lnTo>
                    <a:pt x="86898" y="313430"/>
                  </a:lnTo>
                  <a:lnTo>
                    <a:pt x="91577" y="315896"/>
                  </a:lnTo>
                  <a:lnTo>
                    <a:pt x="96332" y="318213"/>
                  </a:lnTo>
                  <a:lnTo>
                    <a:pt x="101158" y="320378"/>
                  </a:lnTo>
                  <a:lnTo>
                    <a:pt x="106050" y="322389"/>
                  </a:lnTo>
                  <a:lnTo>
                    <a:pt x="111003" y="324245"/>
                  </a:lnTo>
                  <a:lnTo>
                    <a:pt x="116013" y="325943"/>
                  </a:lnTo>
                  <a:lnTo>
                    <a:pt x="121073" y="327482"/>
                  </a:lnTo>
                  <a:lnTo>
                    <a:pt x="126180" y="328859"/>
                  </a:lnTo>
                  <a:lnTo>
                    <a:pt x="131328" y="330075"/>
                  </a:lnTo>
                  <a:lnTo>
                    <a:pt x="136511" y="331127"/>
                  </a:lnTo>
                  <a:lnTo>
                    <a:pt x="141726" y="332014"/>
                  </a:lnTo>
                  <a:lnTo>
                    <a:pt x="146966" y="332736"/>
                  </a:lnTo>
                  <a:lnTo>
                    <a:pt x="152226" y="333292"/>
                  </a:lnTo>
                  <a:lnTo>
                    <a:pt x="157501" y="333682"/>
                  </a:lnTo>
                  <a:lnTo>
                    <a:pt x="162785" y="333904"/>
                  </a:lnTo>
                  <a:lnTo>
                    <a:pt x="168074" y="333959"/>
                  </a:lnTo>
                  <a:lnTo>
                    <a:pt x="173363" y="333846"/>
                  </a:lnTo>
                  <a:lnTo>
                    <a:pt x="178645" y="333566"/>
                  </a:lnTo>
                  <a:lnTo>
                    <a:pt x="183915" y="333120"/>
                  </a:lnTo>
                  <a:lnTo>
                    <a:pt x="189169" y="332506"/>
                  </a:lnTo>
                  <a:lnTo>
                    <a:pt x="194400" y="331727"/>
                  </a:lnTo>
                  <a:lnTo>
                    <a:pt x="199605" y="330783"/>
                  </a:lnTo>
                  <a:lnTo>
                    <a:pt x="204777" y="329675"/>
                  </a:lnTo>
                  <a:lnTo>
                    <a:pt x="209911" y="328403"/>
                  </a:lnTo>
                  <a:lnTo>
                    <a:pt x="215002" y="326970"/>
                  </a:lnTo>
                  <a:lnTo>
                    <a:pt x="220046" y="325376"/>
                  </a:lnTo>
                  <a:lnTo>
                    <a:pt x="225036" y="323624"/>
                  </a:lnTo>
                  <a:lnTo>
                    <a:pt x="229969" y="321715"/>
                  </a:lnTo>
                  <a:lnTo>
                    <a:pt x="234839" y="319650"/>
                  </a:lnTo>
                  <a:lnTo>
                    <a:pt x="239641" y="317432"/>
                  </a:lnTo>
                  <a:lnTo>
                    <a:pt x="244370" y="315064"/>
                  </a:lnTo>
                  <a:lnTo>
                    <a:pt x="249023" y="312547"/>
                  </a:lnTo>
                  <a:lnTo>
                    <a:pt x="253593" y="309885"/>
                  </a:lnTo>
                  <a:lnTo>
                    <a:pt x="258077" y="307079"/>
                  </a:lnTo>
                  <a:lnTo>
                    <a:pt x="262469" y="304132"/>
                  </a:lnTo>
                  <a:lnTo>
                    <a:pt x="266767" y="301048"/>
                  </a:lnTo>
                  <a:lnTo>
                    <a:pt x="270964" y="297830"/>
                  </a:lnTo>
                  <a:lnTo>
                    <a:pt x="275058" y="294480"/>
                  </a:lnTo>
                  <a:lnTo>
                    <a:pt x="279043" y="291003"/>
                  </a:lnTo>
                  <a:lnTo>
                    <a:pt x="282917" y="287401"/>
                  </a:lnTo>
                  <a:lnTo>
                    <a:pt x="286675" y="283679"/>
                  </a:lnTo>
                  <a:lnTo>
                    <a:pt x="290313" y="279839"/>
                  </a:lnTo>
                  <a:lnTo>
                    <a:pt x="293828" y="275887"/>
                  </a:lnTo>
                  <a:lnTo>
                    <a:pt x="297216" y="271825"/>
                  </a:lnTo>
                  <a:lnTo>
                    <a:pt x="300473" y="267658"/>
                  </a:lnTo>
                  <a:lnTo>
                    <a:pt x="303598" y="263390"/>
                  </a:lnTo>
                  <a:lnTo>
                    <a:pt x="306585" y="259025"/>
                  </a:lnTo>
                  <a:lnTo>
                    <a:pt x="309434" y="254568"/>
                  </a:lnTo>
                  <a:lnTo>
                    <a:pt x="312139" y="250023"/>
                  </a:lnTo>
                  <a:lnTo>
                    <a:pt x="314700" y="245395"/>
                  </a:lnTo>
                  <a:lnTo>
                    <a:pt x="317113" y="240688"/>
                  </a:lnTo>
                  <a:lnTo>
                    <a:pt x="319375" y="235907"/>
                  </a:lnTo>
                  <a:lnTo>
                    <a:pt x="321486" y="231057"/>
                  </a:lnTo>
                  <a:lnTo>
                    <a:pt x="323442" y="226143"/>
                  </a:lnTo>
                  <a:lnTo>
                    <a:pt x="325241" y="221169"/>
                  </a:lnTo>
                  <a:lnTo>
                    <a:pt x="326882" y="216140"/>
                  </a:lnTo>
                  <a:lnTo>
                    <a:pt x="328363" y="211063"/>
                  </a:lnTo>
                  <a:lnTo>
                    <a:pt x="329683" y="205941"/>
                  </a:lnTo>
                  <a:lnTo>
                    <a:pt x="330840" y="200779"/>
                  </a:lnTo>
                  <a:lnTo>
                    <a:pt x="331834" y="195584"/>
                  </a:lnTo>
                  <a:lnTo>
                    <a:pt x="332662" y="190360"/>
                  </a:lnTo>
                  <a:lnTo>
                    <a:pt x="333325" y="185112"/>
                  </a:lnTo>
                  <a:lnTo>
                    <a:pt x="333821" y="179846"/>
                  </a:lnTo>
                  <a:lnTo>
                    <a:pt x="334151" y="174567"/>
                  </a:lnTo>
                  <a:lnTo>
                    <a:pt x="334313" y="169281"/>
                  </a:lnTo>
                  <a:lnTo>
                    <a:pt x="334308" y="163991"/>
                  </a:lnTo>
                  <a:lnTo>
                    <a:pt x="334136" y="158705"/>
                  </a:lnTo>
                  <a:lnTo>
                    <a:pt x="333796" y="153426"/>
                  </a:lnTo>
                  <a:lnTo>
                    <a:pt x="333290" y="148161"/>
                  </a:lnTo>
                  <a:lnTo>
                    <a:pt x="332617" y="142915"/>
                  </a:lnTo>
                  <a:lnTo>
                    <a:pt x="331779" y="137692"/>
                  </a:lnTo>
                  <a:lnTo>
                    <a:pt x="330776" y="132499"/>
                  </a:lnTo>
                  <a:lnTo>
                    <a:pt x="329609" y="127340"/>
                  </a:lnTo>
                  <a:lnTo>
                    <a:pt x="328279" y="122220"/>
                  </a:lnTo>
                  <a:lnTo>
                    <a:pt x="326789" y="117145"/>
                  </a:lnTo>
                  <a:lnTo>
                    <a:pt x="325138" y="112120"/>
                  </a:lnTo>
                  <a:lnTo>
                    <a:pt x="323329" y="107150"/>
                  </a:lnTo>
                  <a:lnTo>
                    <a:pt x="321364" y="102239"/>
                  </a:lnTo>
                  <a:lnTo>
                    <a:pt x="319245" y="97393"/>
                  </a:lnTo>
                  <a:lnTo>
                    <a:pt x="316973" y="92616"/>
                  </a:lnTo>
                  <a:lnTo>
                    <a:pt x="314551" y="87914"/>
                  </a:lnTo>
                  <a:lnTo>
                    <a:pt x="311982" y="83290"/>
                  </a:lnTo>
                  <a:lnTo>
                    <a:pt x="309268" y="78751"/>
                  </a:lnTo>
                  <a:lnTo>
                    <a:pt x="306411" y="74299"/>
                  </a:lnTo>
                  <a:lnTo>
                    <a:pt x="303415" y="69940"/>
                  </a:lnTo>
                  <a:lnTo>
                    <a:pt x="300283" y="65678"/>
                  </a:lnTo>
                  <a:lnTo>
                    <a:pt x="297017" y="61517"/>
                  </a:lnTo>
                  <a:lnTo>
                    <a:pt x="293621" y="57462"/>
                  </a:lnTo>
                  <a:lnTo>
                    <a:pt x="290099" y="53516"/>
                  </a:lnTo>
                  <a:lnTo>
                    <a:pt x="286454" y="49683"/>
                  </a:lnTo>
                  <a:lnTo>
                    <a:pt x="282689" y="45968"/>
                  </a:lnTo>
                  <a:lnTo>
                    <a:pt x="278809" y="42373"/>
                  </a:lnTo>
                  <a:lnTo>
                    <a:pt x="274816" y="38903"/>
                  </a:lnTo>
                  <a:lnTo>
                    <a:pt x="270717" y="35562"/>
                  </a:lnTo>
                  <a:lnTo>
                    <a:pt x="266513" y="32351"/>
                  </a:lnTo>
                  <a:lnTo>
                    <a:pt x="262210" y="29275"/>
                  </a:lnTo>
                  <a:lnTo>
                    <a:pt x="257812" y="26337"/>
                  </a:lnTo>
                  <a:lnTo>
                    <a:pt x="253323" y="23540"/>
                  </a:lnTo>
                  <a:lnTo>
                    <a:pt x="248747" y="20886"/>
                  </a:lnTo>
                  <a:lnTo>
                    <a:pt x="244090" y="18378"/>
                  </a:lnTo>
                  <a:lnTo>
                    <a:pt x="239356" y="16018"/>
                  </a:lnTo>
                  <a:lnTo>
                    <a:pt x="234550" y="13810"/>
                  </a:lnTo>
                  <a:lnTo>
                    <a:pt x="229677" y="11754"/>
                  </a:lnTo>
                  <a:lnTo>
                    <a:pt x="224740" y="9854"/>
                  </a:lnTo>
                  <a:lnTo>
                    <a:pt x="219746" y="8111"/>
                  </a:lnTo>
                  <a:lnTo>
                    <a:pt x="214700" y="6527"/>
                  </a:lnTo>
                  <a:lnTo>
                    <a:pt x="209606" y="5104"/>
                  </a:lnTo>
                  <a:lnTo>
                    <a:pt x="204469" y="3842"/>
                  </a:lnTo>
                  <a:lnTo>
                    <a:pt x="199295" y="2743"/>
                  </a:lnTo>
                  <a:lnTo>
                    <a:pt x="194089" y="1809"/>
                  </a:lnTo>
                  <a:lnTo>
                    <a:pt x="188856" y="1040"/>
                  </a:lnTo>
                  <a:lnTo>
                    <a:pt x="183601" y="436"/>
                  </a:lnTo>
                  <a:lnTo>
                    <a:pt x="178330" y="0"/>
                  </a:lnTo>
                  <a:lnTo>
                    <a:pt x="167164" y="1667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81287" y="2126963"/>
              <a:ext cx="11165" cy="167167"/>
            </a:xfrm>
            <a:custGeom>
              <a:avLst/>
              <a:pathLst>
                <a:path w="11165" h="167167">
                  <a:moveTo>
                    <a:pt x="11165" y="37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23596" y="2633064"/>
              <a:ext cx="334313" cy="334332"/>
            </a:xfrm>
            <a:custGeom>
              <a:avLst/>
              <a:pathLst>
                <a:path w="334313" h="334332">
                  <a:moveTo>
                    <a:pt x="167152" y="0"/>
                  </a:moveTo>
                  <a:lnTo>
                    <a:pt x="161856" y="83"/>
                  </a:lnTo>
                  <a:lnTo>
                    <a:pt x="156566" y="335"/>
                  </a:lnTo>
                  <a:lnTo>
                    <a:pt x="151286" y="754"/>
                  </a:lnTo>
                  <a:lnTo>
                    <a:pt x="146022" y="1340"/>
                  </a:lnTo>
                  <a:lnTo>
                    <a:pt x="140779" y="2093"/>
                  </a:lnTo>
                  <a:lnTo>
                    <a:pt x="135563" y="3011"/>
                  </a:lnTo>
                  <a:lnTo>
                    <a:pt x="130379" y="4094"/>
                  </a:lnTo>
                  <a:lnTo>
                    <a:pt x="125231" y="5341"/>
                  </a:lnTo>
                  <a:lnTo>
                    <a:pt x="120126" y="6750"/>
                  </a:lnTo>
                  <a:lnTo>
                    <a:pt x="115068" y="8321"/>
                  </a:lnTo>
                  <a:lnTo>
                    <a:pt x="110062" y="10050"/>
                  </a:lnTo>
                  <a:lnTo>
                    <a:pt x="105113" y="11938"/>
                  </a:lnTo>
                  <a:lnTo>
                    <a:pt x="100227" y="13981"/>
                  </a:lnTo>
                  <a:lnTo>
                    <a:pt x="95407" y="16178"/>
                  </a:lnTo>
                  <a:lnTo>
                    <a:pt x="90660" y="18527"/>
                  </a:lnTo>
                  <a:lnTo>
                    <a:pt x="85990" y="21024"/>
                  </a:lnTo>
                  <a:lnTo>
                    <a:pt x="81401" y="23669"/>
                  </a:lnTo>
                  <a:lnTo>
                    <a:pt x="76898" y="26457"/>
                  </a:lnTo>
                  <a:lnTo>
                    <a:pt x="72486" y="29387"/>
                  </a:lnTo>
                  <a:lnTo>
                    <a:pt x="68168" y="32455"/>
                  </a:lnTo>
                  <a:lnTo>
                    <a:pt x="63951" y="35659"/>
                  </a:lnTo>
                  <a:lnTo>
                    <a:pt x="59836" y="38994"/>
                  </a:lnTo>
                  <a:lnTo>
                    <a:pt x="55830" y="42458"/>
                  </a:lnTo>
                  <a:lnTo>
                    <a:pt x="51935" y="46047"/>
                  </a:lnTo>
                  <a:lnTo>
                    <a:pt x="48156" y="49758"/>
                  </a:lnTo>
                  <a:lnTo>
                    <a:pt x="44496" y="53587"/>
                  </a:lnTo>
                  <a:lnTo>
                    <a:pt x="40960" y="57529"/>
                  </a:lnTo>
                  <a:lnTo>
                    <a:pt x="37550" y="61582"/>
                  </a:lnTo>
                  <a:lnTo>
                    <a:pt x="34270" y="65741"/>
                  </a:lnTo>
                  <a:lnTo>
                    <a:pt x="31123" y="70001"/>
                  </a:lnTo>
                  <a:lnTo>
                    <a:pt x="28114" y="74359"/>
                  </a:lnTo>
                  <a:lnTo>
                    <a:pt x="25243" y="78810"/>
                  </a:lnTo>
                  <a:lnTo>
                    <a:pt x="22515" y="83350"/>
                  </a:lnTo>
                  <a:lnTo>
                    <a:pt x="19933" y="87974"/>
                  </a:lnTo>
                  <a:lnTo>
                    <a:pt x="17498" y="92678"/>
                  </a:lnTo>
                  <a:lnTo>
                    <a:pt x="15213" y="97456"/>
                  </a:lnTo>
                  <a:lnTo>
                    <a:pt x="13081" y="102304"/>
                  </a:lnTo>
                  <a:lnTo>
                    <a:pt x="11104" y="107218"/>
                  </a:lnTo>
                  <a:lnTo>
                    <a:pt x="9283" y="112191"/>
                  </a:lnTo>
                  <a:lnTo>
                    <a:pt x="7621" y="117220"/>
                  </a:lnTo>
                  <a:lnTo>
                    <a:pt x="6118" y="122299"/>
                  </a:lnTo>
                  <a:lnTo>
                    <a:pt x="4778" y="127423"/>
                  </a:lnTo>
                  <a:lnTo>
                    <a:pt x="3600" y="132587"/>
                  </a:lnTo>
                  <a:lnTo>
                    <a:pt x="2587" y="137785"/>
                  </a:lnTo>
                  <a:lnTo>
                    <a:pt x="1739" y="143013"/>
                  </a:lnTo>
                  <a:lnTo>
                    <a:pt x="1056" y="148265"/>
                  </a:lnTo>
                  <a:lnTo>
                    <a:pt x="541" y="153537"/>
                  </a:lnTo>
                  <a:lnTo>
                    <a:pt x="193" y="158822"/>
                  </a:lnTo>
                  <a:lnTo>
                    <a:pt x="12" y="164115"/>
                  </a:lnTo>
                  <a:lnTo>
                    <a:pt x="0" y="169411"/>
                  </a:lnTo>
                  <a:lnTo>
                    <a:pt x="154" y="174705"/>
                  </a:lnTo>
                  <a:lnTo>
                    <a:pt x="477" y="179992"/>
                  </a:lnTo>
                  <a:lnTo>
                    <a:pt x="967" y="185266"/>
                  </a:lnTo>
                  <a:lnTo>
                    <a:pt x="1624" y="190521"/>
                  </a:lnTo>
                  <a:lnTo>
                    <a:pt x="2447" y="195753"/>
                  </a:lnTo>
                  <a:lnTo>
                    <a:pt x="3435" y="200957"/>
                  </a:lnTo>
                  <a:lnTo>
                    <a:pt x="4588" y="206126"/>
                  </a:lnTo>
                  <a:lnTo>
                    <a:pt x="5903" y="211256"/>
                  </a:lnTo>
                  <a:lnTo>
                    <a:pt x="7381" y="216343"/>
                  </a:lnTo>
                  <a:lnTo>
                    <a:pt x="9019" y="221379"/>
                  </a:lnTo>
                  <a:lnTo>
                    <a:pt x="10816" y="226362"/>
                  </a:lnTo>
                  <a:lnTo>
                    <a:pt x="12770" y="231284"/>
                  </a:lnTo>
                  <a:lnTo>
                    <a:pt x="14878" y="236143"/>
                  </a:lnTo>
                  <a:lnTo>
                    <a:pt x="17140" y="240932"/>
                  </a:lnTo>
                  <a:lnTo>
                    <a:pt x="19552" y="245647"/>
                  </a:lnTo>
                  <a:lnTo>
                    <a:pt x="22112" y="250284"/>
                  </a:lnTo>
                  <a:lnTo>
                    <a:pt x="24818" y="254837"/>
                  </a:lnTo>
                  <a:lnTo>
                    <a:pt x="27667" y="259302"/>
                  </a:lnTo>
                  <a:lnTo>
                    <a:pt x="30656" y="263674"/>
                  </a:lnTo>
                  <a:lnTo>
                    <a:pt x="33781" y="267950"/>
                  </a:lnTo>
                  <a:lnTo>
                    <a:pt x="37041" y="272125"/>
                  </a:lnTo>
                  <a:lnTo>
                    <a:pt x="40431" y="276194"/>
                  </a:lnTo>
                  <a:lnTo>
                    <a:pt x="43949" y="280153"/>
                  </a:lnTo>
                  <a:lnTo>
                    <a:pt x="47590" y="284000"/>
                  </a:lnTo>
                  <a:lnTo>
                    <a:pt x="51351" y="287729"/>
                  </a:lnTo>
                  <a:lnTo>
                    <a:pt x="55228" y="291337"/>
                  </a:lnTo>
                  <a:lnTo>
                    <a:pt x="59218" y="294820"/>
                  </a:lnTo>
                  <a:lnTo>
                    <a:pt x="63316" y="298175"/>
                  </a:lnTo>
                  <a:lnTo>
                    <a:pt x="67519" y="301399"/>
                  </a:lnTo>
                  <a:lnTo>
                    <a:pt x="71821" y="304488"/>
                  </a:lnTo>
                  <a:lnTo>
                    <a:pt x="76219" y="307439"/>
                  </a:lnTo>
                  <a:lnTo>
                    <a:pt x="80708" y="310249"/>
                  </a:lnTo>
                  <a:lnTo>
                    <a:pt x="85285" y="312916"/>
                  </a:lnTo>
                  <a:lnTo>
                    <a:pt x="89943" y="315436"/>
                  </a:lnTo>
                  <a:lnTo>
                    <a:pt x="94679" y="317808"/>
                  </a:lnTo>
                  <a:lnTo>
                    <a:pt x="99487" y="320028"/>
                  </a:lnTo>
                  <a:lnTo>
                    <a:pt x="104364" y="322095"/>
                  </a:lnTo>
                  <a:lnTo>
                    <a:pt x="109303" y="324006"/>
                  </a:lnTo>
                  <a:lnTo>
                    <a:pt x="114301" y="325760"/>
                  </a:lnTo>
                  <a:lnTo>
                    <a:pt x="119351" y="327355"/>
                  </a:lnTo>
                  <a:lnTo>
                    <a:pt x="124450" y="328788"/>
                  </a:lnTo>
                  <a:lnTo>
                    <a:pt x="129591" y="330060"/>
                  </a:lnTo>
                  <a:lnTo>
                    <a:pt x="134771" y="331168"/>
                  </a:lnTo>
                  <a:lnTo>
                    <a:pt x="139982" y="332112"/>
                  </a:lnTo>
                  <a:lnTo>
                    <a:pt x="145221" y="332890"/>
                  </a:lnTo>
                  <a:lnTo>
                    <a:pt x="150482" y="333501"/>
                  </a:lnTo>
                  <a:lnTo>
                    <a:pt x="155760" y="333946"/>
                  </a:lnTo>
                  <a:lnTo>
                    <a:pt x="161049" y="334223"/>
                  </a:lnTo>
                  <a:lnTo>
                    <a:pt x="166344" y="334332"/>
                  </a:lnTo>
                  <a:lnTo>
                    <a:pt x="171640" y="334274"/>
                  </a:lnTo>
                  <a:lnTo>
                    <a:pt x="176932" y="334048"/>
                  </a:lnTo>
                  <a:lnTo>
                    <a:pt x="182214" y="333654"/>
                  </a:lnTo>
                  <a:lnTo>
                    <a:pt x="187480" y="333094"/>
                  </a:lnTo>
                  <a:lnTo>
                    <a:pt x="192726" y="332367"/>
                  </a:lnTo>
                  <a:lnTo>
                    <a:pt x="197947" y="331473"/>
                  </a:lnTo>
                  <a:lnTo>
                    <a:pt x="203137" y="330415"/>
                  </a:lnTo>
                  <a:lnTo>
                    <a:pt x="208290" y="329193"/>
                  </a:lnTo>
                  <a:lnTo>
                    <a:pt x="213402" y="327809"/>
                  </a:lnTo>
                  <a:lnTo>
                    <a:pt x="218468" y="326263"/>
                  </a:lnTo>
                  <a:lnTo>
                    <a:pt x="223482" y="324558"/>
                  </a:lnTo>
                  <a:lnTo>
                    <a:pt x="228440" y="322694"/>
                  </a:lnTo>
                  <a:lnTo>
                    <a:pt x="233336" y="320675"/>
                  </a:lnTo>
                  <a:lnTo>
                    <a:pt x="238166" y="318501"/>
                  </a:lnTo>
                  <a:lnTo>
                    <a:pt x="242925" y="316175"/>
                  </a:lnTo>
                  <a:lnTo>
                    <a:pt x="247607" y="313700"/>
                  </a:lnTo>
                  <a:lnTo>
                    <a:pt x="252209" y="311078"/>
                  </a:lnTo>
                  <a:lnTo>
                    <a:pt x="256725" y="308311"/>
                  </a:lnTo>
                  <a:lnTo>
                    <a:pt x="261151" y="305402"/>
                  </a:lnTo>
                  <a:lnTo>
                    <a:pt x="265483" y="302355"/>
                  </a:lnTo>
                  <a:lnTo>
                    <a:pt x="269717" y="299172"/>
                  </a:lnTo>
                  <a:lnTo>
                    <a:pt x="273847" y="295857"/>
                  </a:lnTo>
                  <a:lnTo>
                    <a:pt x="277870" y="292412"/>
                  </a:lnTo>
                  <a:lnTo>
                    <a:pt x="281782" y="288842"/>
                  </a:lnTo>
                  <a:lnTo>
                    <a:pt x="285579" y="285150"/>
                  </a:lnTo>
                  <a:lnTo>
                    <a:pt x="289257" y="281339"/>
                  </a:lnTo>
                  <a:lnTo>
                    <a:pt x="292813" y="277413"/>
                  </a:lnTo>
                  <a:lnTo>
                    <a:pt x="296242" y="273377"/>
                  </a:lnTo>
                  <a:lnTo>
                    <a:pt x="299542" y="269234"/>
                  </a:lnTo>
                  <a:lnTo>
                    <a:pt x="302709" y="264989"/>
                  </a:lnTo>
                  <a:lnTo>
                    <a:pt x="305740" y="260646"/>
                  </a:lnTo>
                  <a:lnTo>
                    <a:pt x="308632" y="256208"/>
                  </a:lnTo>
                  <a:lnTo>
                    <a:pt x="311382" y="251682"/>
                  </a:lnTo>
                  <a:lnTo>
                    <a:pt x="313987" y="247070"/>
                  </a:lnTo>
                  <a:lnTo>
                    <a:pt x="316444" y="242378"/>
                  </a:lnTo>
                  <a:lnTo>
                    <a:pt x="318752" y="237611"/>
                  </a:lnTo>
                  <a:lnTo>
                    <a:pt x="320907" y="232773"/>
                  </a:lnTo>
                  <a:lnTo>
                    <a:pt x="322909" y="227869"/>
                  </a:lnTo>
                  <a:lnTo>
                    <a:pt x="324753" y="222905"/>
                  </a:lnTo>
                  <a:lnTo>
                    <a:pt x="326440" y="217884"/>
                  </a:lnTo>
                  <a:lnTo>
                    <a:pt x="327967" y="212813"/>
                  </a:lnTo>
                  <a:lnTo>
                    <a:pt x="329332" y="207695"/>
                  </a:lnTo>
                  <a:lnTo>
                    <a:pt x="330535" y="202537"/>
                  </a:lnTo>
                  <a:lnTo>
                    <a:pt x="331573" y="197344"/>
                  </a:lnTo>
                  <a:lnTo>
                    <a:pt x="332447" y="192120"/>
                  </a:lnTo>
                  <a:lnTo>
                    <a:pt x="333154" y="186871"/>
                  </a:lnTo>
                  <a:lnTo>
                    <a:pt x="333695" y="181602"/>
                  </a:lnTo>
                  <a:lnTo>
                    <a:pt x="334069" y="176319"/>
                  </a:lnTo>
                  <a:lnTo>
                    <a:pt x="334275" y="171026"/>
                  </a:lnTo>
                  <a:lnTo>
                    <a:pt x="334313" y="165730"/>
                  </a:lnTo>
                  <a:lnTo>
                    <a:pt x="334184" y="160435"/>
                  </a:lnTo>
                  <a:lnTo>
                    <a:pt x="333887" y="155147"/>
                  </a:lnTo>
                  <a:lnTo>
                    <a:pt x="333422" y="149871"/>
                  </a:lnTo>
                  <a:lnTo>
                    <a:pt x="332791" y="144613"/>
                  </a:lnTo>
                  <a:lnTo>
                    <a:pt x="331993" y="139377"/>
                  </a:lnTo>
                  <a:lnTo>
                    <a:pt x="331030" y="134169"/>
                  </a:lnTo>
                  <a:lnTo>
                    <a:pt x="329902" y="128994"/>
                  </a:lnTo>
                  <a:lnTo>
                    <a:pt x="328611" y="123857"/>
                  </a:lnTo>
                  <a:lnTo>
                    <a:pt x="327158" y="118764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51828"/>
              <a:ext cx="160006" cy="48403"/>
            </a:xfrm>
            <a:custGeom>
              <a:avLst/>
              <a:pathLst>
                <a:path w="160006" h="48403">
                  <a:moveTo>
                    <a:pt x="160006" y="0"/>
                  </a:moveTo>
                  <a:lnTo>
                    <a:pt x="0" y="48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51828"/>
              <a:ext cx="160006" cy="48403"/>
            </a:xfrm>
            <a:custGeom>
              <a:avLst/>
              <a:pathLst>
                <a:path w="160006" h="48403">
                  <a:moveTo>
                    <a:pt x="160006" y="0"/>
                  </a:moveTo>
                  <a:lnTo>
                    <a:pt x="0" y="48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51828"/>
              <a:ext cx="160006" cy="48403"/>
            </a:xfrm>
            <a:custGeom>
              <a:avLst/>
              <a:pathLst>
                <a:path w="160006" h="48403">
                  <a:moveTo>
                    <a:pt x="160006" y="0"/>
                  </a:moveTo>
                  <a:lnTo>
                    <a:pt x="0" y="48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51828"/>
              <a:ext cx="160006" cy="48403"/>
            </a:xfrm>
            <a:custGeom>
              <a:avLst/>
              <a:pathLst>
                <a:path w="160006" h="48403">
                  <a:moveTo>
                    <a:pt x="160006" y="0"/>
                  </a:moveTo>
                  <a:lnTo>
                    <a:pt x="0" y="484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51828"/>
              <a:ext cx="160006" cy="48403"/>
            </a:xfrm>
            <a:custGeom>
              <a:avLst/>
              <a:pathLst>
                <a:path w="160006" h="48403">
                  <a:moveTo>
                    <a:pt x="160006" y="0"/>
                  </a:moveTo>
                  <a:lnTo>
                    <a:pt x="0" y="484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51828"/>
              <a:ext cx="160006" cy="48403"/>
            </a:xfrm>
            <a:custGeom>
              <a:avLst/>
              <a:pathLst>
                <a:path w="160006" h="48403">
                  <a:moveTo>
                    <a:pt x="160006" y="0"/>
                  </a:moveTo>
                  <a:lnTo>
                    <a:pt x="0" y="484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51828"/>
              <a:ext cx="160006" cy="48403"/>
            </a:xfrm>
            <a:custGeom>
              <a:avLst/>
              <a:pathLst>
                <a:path w="160006" h="48403">
                  <a:moveTo>
                    <a:pt x="160006" y="0"/>
                  </a:moveTo>
                  <a:lnTo>
                    <a:pt x="0" y="484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51828"/>
              <a:ext cx="160006" cy="48403"/>
            </a:xfrm>
            <a:custGeom>
              <a:avLst/>
              <a:pathLst>
                <a:path w="160006" h="48403">
                  <a:moveTo>
                    <a:pt x="160006" y="0"/>
                  </a:moveTo>
                  <a:lnTo>
                    <a:pt x="0" y="48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51828"/>
              <a:ext cx="160006" cy="48403"/>
            </a:xfrm>
            <a:custGeom>
              <a:avLst/>
              <a:pathLst>
                <a:path w="160006" h="48403">
                  <a:moveTo>
                    <a:pt x="160006" y="0"/>
                  </a:moveTo>
                  <a:lnTo>
                    <a:pt x="0" y="48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51828"/>
              <a:ext cx="160006" cy="48403"/>
            </a:xfrm>
            <a:custGeom>
              <a:avLst/>
              <a:pathLst>
                <a:path w="160006" h="48403">
                  <a:moveTo>
                    <a:pt x="160006" y="0"/>
                  </a:moveTo>
                  <a:lnTo>
                    <a:pt x="0" y="48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51828"/>
              <a:ext cx="160006" cy="48403"/>
            </a:xfrm>
            <a:custGeom>
              <a:avLst/>
              <a:pathLst>
                <a:path w="160006" h="48403">
                  <a:moveTo>
                    <a:pt x="160006" y="0"/>
                  </a:moveTo>
                  <a:lnTo>
                    <a:pt x="0" y="48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51828"/>
              <a:ext cx="160006" cy="48403"/>
            </a:xfrm>
            <a:custGeom>
              <a:avLst/>
              <a:pathLst>
                <a:path w="160006" h="48403">
                  <a:moveTo>
                    <a:pt x="160006" y="0"/>
                  </a:moveTo>
                  <a:lnTo>
                    <a:pt x="0" y="484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51828"/>
              <a:ext cx="160006" cy="48403"/>
            </a:xfrm>
            <a:custGeom>
              <a:avLst/>
              <a:pathLst>
                <a:path w="160006" h="48403">
                  <a:moveTo>
                    <a:pt x="160006" y="0"/>
                  </a:moveTo>
                  <a:lnTo>
                    <a:pt x="0" y="484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640482"/>
              <a:ext cx="160006" cy="159748"/>
            </a:xfrm>
            <a:custGeom>
              <a:avLst/>
              <a:pathLst>
                <a:path w="160006" h="159748">
                  <a:moveTo>
                    <a:pt x="160006" y="111345"/>
                  </a:moveTo>
                  <a:lnTo>
                    <a:pt x="158343" y="106156"/>
                  </a:lnTo>
                  <a:lnTo>
                    <a:pt x="156512" y="101023"/>
                  </a:lnTo>
                  <a:lnTo>
                    <a:pt x="154515" y="95953"/>
                  </a:lnTo>
                  <a:lnTo>
                    <a:pt x="152354" y="90950"/>
                  </a:lnTo>
                  <a:lnTo>
                    <a:pt x="150030" y="86021"/>
                  </a:lnTo>
                  <a:lnTo>
                    <a:pt x="147547" y="81170"/>
                  </a:lnTo>
                  <a:lnTo>
                    <a:pt x="144908" y="76402"/>
                  </a:lnTo>
                  <a:lnTo>
                    <a:pt x="142114" y="71724"/>
                  </a:lnTo>
                  <a:lnTo>
                    <a:pt x="139170" y="67138"/>
                  </a:lnTo>
                  <a:lnTo>
                    <a:pt x="136077" y="62651"/>
                  </a:lnTo>
                  <a:lnTo>
                    <a:pt x="132840" y="58267"/>
                  </a:lnTo>
                  <a:lnTo>
                    <a:pt x="129462" y="53991"/>
                  </a:lnTo>
                  <a:lnTo>
                    <a:pt x="125946" y="49828"/>
                  </a:lnTo>
                  <a:lnTo>
                    <a:pt x="122296" y="45781"/>
                  </a:lnTo>
                  <a:lnTo>
                    <a:pt x="118516" y="41855"/>
                  </a:lnTo>
                  <a:lnTo>
                    <a:pt x="114611" y="38055"/>
                  </a:lnTo>
                  <a:lnTo>
                    <a:pt x="110583" y="34384"/>
                  </a:lnTo>
                  <a:lnTo>
                    <a:pt x="106438" y="30846"/>
                  </a:lnTo>
                  <a:lnTo>
                    <a:pt x="102180" y="27445"/>
                  </a:lnTo>
                  <a:lnTo>
                    <a:pt x="97813" y="24185"/>
                  </a:lnTo>
                  <a:lnTo>
                    <a:pt x="93343" y="21069"/>
                  </a:lnTo>
                  <a:lnTo>
                    <a:pt x="88773" y="18100"/>
                  </a:lnTo>
                  <a:lnTo>
                    <a:pt x="84109" y="15282"/>
                  </a:lnTo>
                  <a:lnTo>
                    <a:pt x="79355" y="12617"/>
                  </a:lnTo>
                  <a:lnTo>
                    <a:pt x="74518" y="10109"/>
                  </a:lnTo>
                  <a:lnTo>
                    <a:pt x="69601" y="7759"/>
                  </a:lnTo>
                  <a:lnTo>
                    <a:pt x="64610" y="5572"/>
                  </a:lnTo>
                  <a:lnTo>
                    <a:pt x="59550" y="3548"/>
                  </a:lnTo>
                  <a:lnTo>
                    <a:pt x="54427" y="1690"/>
                  </a:lnTo>
                  <a:lnTo>
                    <a:pt x="49246" y="0"/>
                  </a:lnTo>
                  <a:lnTo>
                    <a:pt x="0" y="1597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633064"/>
              <a:ext cx="49246" cy="167167"/>
            </a:xfrm>
            <a:custGeom>
              <a:avLst/>
              <a:pathLst>
                <a:path w="49246" h="167167">
                  <a:moveTo>
                    <a:pt x="49246" y="7418"/>
                  </a:moveTo>
                  <a:lnTo>
                    <a:pt x="43242" y="5689"/>
                  </a:lnTo>
                  <a:lnTo>
                    <a:pt x="37177" y="4186"/>
                  </a:lnTo>
                  <a:lnTo>
                    <a:pt x="31061" y="2911"/>
                  </a:lnTo>
                  <a:lnTo>
                    <a:pt x="24901" y="1865"/>
                  </a:lnTo>
                  <a:lnTo>
                    <a:pt x="18706" y="1049"/>
                  </a:lnTo>
                  <a:lnTo>
                    <a:pt x="12485" y="466"/>
                  </a:lnTo>
                  <a:lnTo>
                    <a:pt x="6247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358828" y="3170392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7" y="335"/>
                  </a:lnTo>
                  <a:lnTo>
                    <a:pt x="151288" y="754"/>
                  </a:lnTo>
                  <a:lnTo>
                    <a:pt x="146025" y="1340"/>
                  </a:lnTo>
                  <a:lnTo>
                    <a:pt x="140783" y="2092"/>
                  </a:lnTo>
                  <a:lnTo>
                    <a:pt x="135567" y="3011"/>
                  </a:lnTo>
                  <a:lnTo>
                    <a:pt x="130383" y="4093"/>
                  </a:lnTo>
                  <a:lnTo>
                    <a:pt x="125236" y="5340"/>
                  </a:lnTo>
                  <a:lnTo>
                    <a:pt x="120131" y="6749"/>
                  </a:lnTo>
                  <a:lnTo>
                    <a:pt x="115073" y="8319"/>
                  </a:lnTo>
                  <a:lnTo>
                    <a:pt x="110068" y="10048"/>
                  </a:lnTo>
                  <a:lnTo>
                    <a:pt x="105119" y="11935"/>
                  </a:lnTo>
                  <a:lnTo>
                    <a:pt x="100233" y="13978"/>
                  </a:lnTo>
                  <a:lnTo>
                    <a:pt x="95415" y="16175"/>
                  </a:lnTo>
                  <a:lnTo>
                    <a:pt x="90668" y="18523"/>
                  </a:lnTo>
                  <a:lnTo>
                    <a:pt x="85998" y="21020"/>
                  </a:lnTo>
                  <a:lnTo>
                    <a:pt x="81409" y="23664"/>
                  </a:lnTo>
                  <a:lnTo>
                    <a:pt x="76907" y="26452"/>
                  </a:lnTo>
                  <a:lnTo>
                    <a:pt x="72495" y="29381"/>
                  </a:lnTo>
                  <a:lnTo>
                    <a:pt x="68178" y="32449"/>
                  </a:lnTo>
                  <a:lnTo>
                    <a:pt x="63960" y="35652"/>
                  </a:lnTo>
                  <a:lnTo>
                    <a:pt x="59846" y="38986"/>
                  </a:lnTo>
                  <a:lnTo>
                    <a:pt x="55839" y="42450"/>
                  </a:lnTo>
                  <a:lnTo>
                    <a:pt x="51945" y="46038"/>
                  </a:lnTo>
                  <a:lnTo>
                    <a:pt x="48166" y="49748"/>
                  </a:lnTo>
                  <a:lnTo>
                    <a:pt x="44506" y="53576"/>
                  </a:lnTo>
                  <a:lnTo>
                    <a:pt x="40969" y="57518"/>
                  </a:lnTo>
                  <a:lnTo>
                    <a:pt x="37560" y="61570"/>
                  </a:lnTo>
                  <a:lnTo>
                    <a:pt x="34280" y="65728"/>
                  </a:lnTo>
                  <a:lnTo>
                    <a:pt x="31133" y="69988"/>
                  </a:lnTo>
                  <a:lnTo>
                    <a:pt x="28123" y="74345"/>
                  </a:lnTo>
                  <a:lnTo>
                    <a:pt x="25253" y="78796"/>
                  </a:lnTo>
                  <a:lnTo>
                    <a:pt x="22525" y="83335"/>
                  </a:lnTo>
                  <a:lnTo>
                    <a:pt x="19942" y="87958"/>
                  </a:lnTo>
                  <a:lnTo>
                    <a:pt x="17507" y="92661"/>
                  </a:lnTo>
                  <a:lnTo>
                    <a:pt x="15222" y="97438"/>
                  </a:lnTo>
                  <a:lnTo>
                    <a:pt x="13089" y="102286"/>
                  </a:lnTo>
                  <a:lnTo>
                    <a:pt x="11111" y="107198"/>
                  </a:lnTo>
                  <a:lnTo>
                    <a:pt x="9290" y="112171"/>
                  </a:lnTo>
                  <a:lnTo>
                    <a:pt x="7627" y="117199"/>
                  </a:lnTo>
                  <a:lnTo>
                    <a:pt x="6125" y="122277"/>
                  </a:lnTo>
                  <a:lnTo>
                    <a:pt x="4784" y="127401"/>
                  </a:lnTo>
                  <a:lnTo>
                    <a:pt x="3605" y="132564"/>
                  </a:lnTo>
                  <a:lnTo>
                    <a:pt x="2591" y="137762"/>
                  </a:lnTo>
                  <a:lnTo>
                    <a:pt x="1743" y="142989"/>
                  </a:lnTo>
                  <a:lnTo>
                    <a:pt x="1060" y="148241"/>
                  </a:lnTo>
                  <a:lnTo>
                    <a:pt x="543" y="153511"/>
                  </a:lnTo>
                  <a:lnTo>
                    <a:pt x="195" y="158796"/>
                  </a:lnTo>
                  <a:lnTo>
                    <a:pt x="13" y="164088"/>
                  </a:lnTo>
                  <a:lnTo>
                    <a:pt x="0" y="169384"/>
                  </a:lnTo>
                  <a:lnTo>
                    <a:pt x="154" y="174678"/>
                  </a:lnTo>
                  <a:lnTo>
                    <a:pt x="475" y="179964"/>
                  </a:lnTo>
                  <a:lnTo>
                    <a:pt x="964" y="185237"/>
                  </a:lnTo>
                  <a:lnTo>
                    <a:pt x="1620" y="190492"/>
                  </a:lnTo>
                  <a:lnTo>
                    <a:pt x="2442" y="195724"/>
                  </a:lnTo>
                  <a:lnTo>
                    <a:pt x="3429" y="200927"/>
                  </a:lnTo>
                  <a:lnTo>
                    <a:pt x="4581" y="206096"/>
                  </a:lnTo>
                  <a:lnTo>
                    <a:pt x="5895" y="211226"/>
                  </a:lnTo>
                  <a:lnTo>
                    <a:pt x="7372" y="216312"/>
                  </a:lnTo>
                  <a:lnTo>
                    <a:pt x="9009" y="221348"/>
                  </a:lnTo>
                  <a:lnTo>
                    <a:pt x="10804" y="226331"/>
                  </a:lnTo>
                  <a:lnTo>
                    <a:pt x="12757" y="231253"/>
                  </a:lnTo>
                  <a:lnTo>
                    <a:pt x="14864" y="236112"/>
                  </a:lnTo>
                  <a:lnTo>
                    <a:pt x="17125" y="240901"/>
                  </a:lnTo>
                  <a:lnTo>
                    <a:pt x="19536" y="245616"/>
                  </a:lnTo>
                  <a:lnTo>
                    <a:pt x="22095" y="250253"/>
                  </a:lnTo>
                  <a:lnTo>
                    <a:pt x="24799" y="254806"/>
                  </a:lnTo>
                  <a:lnTo>
                    <a:pt x="27647" y="259271"/>
                  </a:lnTo>
                  <a:lnTo>
                    <a:pt x="30634" y="263644"/>
                  </a:lnTo>
                  <a:lnTo>
                    <a:pt x="33759" y="267920"/>
                  </a:lnTo>
                  <a:lnTo>
                    <a:pt x="37017" y="272095"/>
                  </a:lnTo>
                  <a:lnTo>
                    <a:pt x="40406" y="276164"/>
                  </a:lnTo>
                  <a:lnTo>
                    <a:pt x="43922" y="280124"/>
                  </a:lnTo>
                  <a:lnTo>
                    <a:pt x="47562" y="283971"/>
                  </a:lnTo>
                  <a:lnTo>
                    <a:pt x="51322" y="287700"/>
                  </a:lnTo>
                  <a:lnTo>
                    <a:pt x="55198" y="291309"/>
                  </a:lnTo>
                  <a:lnTo>
                    <a:pt x="59187" y="294793"/>
                  </a:lnTo>
                  <a:lnTo>
                    <a:pt x="63284" y="298149"/>
                  </a:lnTo>
                  <a:lnTo>
                    <a:pt x="67485" y="301373"/>
                  </a:lnTo>
                  <a:lnTo>
                    <a:pt x="71786" y="304463"/>
                  </a:lnTo>
                  <a:lnTo>
                    <a:pt x="76183" y="307415"/>
                  </a:lnTo>
                  <a:lnTo>
                    <a:pt x="80671" y="310226"/>
                  </a:lnTo>
                  <a:lnTo>
                    <a:pt x="85246" y="312894"/>
                  </a:lnTo>
                  <a:lnTo>
                    <a:pt x="89903" y="315415"/>
                  </a:lnTo>
                  <a:lnTo>
                    <a:pt x="94637" y="317787"/>
                  </a:lnTo>
                  <a:lnTo>
                    <a:pt x="99445" y="320009"/>
                  </a:lnTo>
                  <a:lnTo>
                    <a:pt x="104320" y="322077"/>
                  </a:lnTo>
                  <a:lnTo>
                    <a:pt x="109259" y="323989"/>
                  </a:lnTo>
                  <a:lnTo>
                    <a:pt x="114255" y="325745"/>
                  </a:lnTo>
                  <a:lnTo>
                    <a:pt x="119305" y="327341"/>
                  </a:lnTo>
                  <a:lnTo>
                    <a:pt x="124402" y="328776"/>
                  </a:lnTo>
                  <a:lnTo>
                    <a:pt x="129543" y="330049"/>
                  </a:lnTo>
                  <a:lnTo>
                    <a:pt x="134721" y="331158"/>
                  </a:lnTo>
                  <a:lnTo>
                    <a:pt x="139932" y="332103"/>
                  </a:lnTo>
                  <a:lnTo>
                    <a:pt x="145170" y="332883"/>
                  </a:lnTo>
                  <a:lnTo>
                    <a:pt x="150431" y="333496"/>
                  </a:lnTo>
                  <a:lnTo>
                    <a:pt x="155708" y="333942"/>
                  </a:lnTo>
                  <a:lnTo>
                    <a:pt x="160996" y="334221"/>
                  </a:lnTo>
                  <a:lnTo>
                    <a:pt x="166291" y="334332"/>
                  </a:lnTo>
                  <a:lnTo>
                    <a:pt x="171586" y="334276"/>
                  </a:lnTo>
                  <a:lnTo>
                    <a:pt x="176877" y="334051"/>
                  </a:lnTo>
                  <a:lnTo>
                    <a:pt x="182159" y="333659"/>
                  </a:lnTo>
                  <a:lnTo>
                    <a:pt x="187425" y="333101"/>
                  </a:lnTo>
                  <a:lnTo>
                    <a:pt x="192671" y="332375"/>
                  </a:lnTo>
                  <a:lnTo>
                    <a:pt x="197891" y="331484"/>
                  </a:lnTo>
                  <a:lnTo>
                    <a:pt x="203081" y="330428"/>
                  </a:lnTo>
                  <a:lnTo>
                    <a:pt x="208234" y="329208"/>
                  </a:lnTo>
                  <a:lnTo>
                    <a:pt x="213346" y="327825"/>
                  </a:lnTo>
                  <a:lnTo>
                    <a:pt x="218412" y="326281"/>
                  </a:lnTo>
                  <a:lnTo>
                    <a:pt x="223426" y="324578"/>
                  </a:lnTo>
                  <a:lnTo>
                    <a:pt x="228384" y="322716"/>
                  </a:lnTo>
                  <a:lnTo>
                    <a:pt x="233281" y="320699"/>
                  </a:lnTo>
                  <a:lnTo>
                    <a:pt x="238111" y="318527"/>
                  </a:lnTo>
                  <a:lnTo>
                    <a:pt x="242870" y="316203"/>
                  </a:lnTo>
                  <a:lnTo>
                    <a:pt x="247553" y="313730"/>
                  </a:lnTo>
                  <a:lnTo>
                    <a:pt x="252155" y="311110"/>
                  </a:lnTo>
                  <a:lnTo>
                    <a:pt x="256672" y="308345"/>
                  </a:lnTo>
                  <a:lnTo>
                    <a:pt x="261099" y="305439"/>
                  </a:lnTo>
                  <a:lnTo>
                    <a:pt x="265431" y="302393"/>
                  </a:lnTo>
                  <a:lnTo>
                    <a:pt x="269665" y="299212"/>
                  </a:lnTo>
                  <a:lnTo>
                    <a:pt x="273797" y="295899"/>
                  </a:lnTo>
                  <a:lnTo>
                    <a:pt x="277821" y="292456"/>
                  </a:lnTo>
                  <a:lnTo>
                    <a:pt x="281734" y="288888"/>
                  </a:lnTo>
                  <a:lnTo>
                    <a:pt x="285532" y="285197"/>
                  </a:lnTo>
                  <a:lnTo>
                    <a:pt x="289211" y="281388"/>
                  </a:lnTo>
                  <a:lnTo>
                    <a:pt x="292768" y="277465"/>
                  </a:lnTo>
                  <a:lnTo>
                    <a:pt x="296199" y="273430"/>
                  </a:lnTo>
                  <a:lnTo>
                    <a:pt x="299500" y="269289"/>
                  </a:lnTo>
                  <a:lnTo>
                    <a:pt x="302669" y="265046"/>
                  </a:lnTo>
                  <a:lnTo>
                    <a:pt x="305701" y="260704"/>
                  </a:lnTo>
                  <a:lnTo>
                    <a:pt x="308594" y="256268"/>
                  </a:lnTo>
                  <a:lnTo>
                    <a:pt x="311346" y="251743"/>
                  </a:lnTo>
                  <a:lnTo>
                    <a:pt x="313952" y="247134"/>
                  </a:lnTo>
                  <a:lnTo>
                    <a:pt x="316412" y="242443"/>
                  </a:lnTo>
                  <a:lnTo>
                    <a:pt x="318721" y="237678"/>
                  </a:lnTo>
                  <a:lnTo>
                    <a:pt x="320879" y="232841"/>
                  </a:lnTo>
                  <a:lnTo>
                    <a:pt x="322882" y="227939"/>
                  </a:lnTo>
                  <a:lnTo>
                    <a:pt x="324729" y="222975"/>
                  </a:lnTo>
                  <a:lnTo>
                    <a:pt x="326417" y="217956"/>
                  </a:lnTo>
                  <a:lnTo>
                    <a:pt x="327946" y="212886"/>
                  </a:lnTo>
                  <a:lnTo>
                    <a:pt x="329314" y="207769"/>
                  </a:lnTo>
                  <a:lnTo>
                    <a:pt x="330519" y="202612"/>
                  </a:lnTo>
                  <a:lnTo>
                    <a:pt x="331559" y="197420"/>
                  </a:lnTo>
                  <a:lnTo>
                    <a:pt x="332435" y="192197"/>
                  </a:lnTo>
                  <a:lnTo>
                    <a:pt x="333145" y="186949"/>
                  </a:lnTo>
                  <a:lnTo>
                    <a:pt x="333688" y="181681"/>
                  </a:lnTo>
                  <a:lnTo>
                    <a:pt x="334065" y="176399"/>
                  </a:lnTo>
                  <a:lnTo>
                    <a:pt x="334273" y="171107"/>
                  </a:lnTo>
                  <a:lnTo>
                    <a:pt x="334314" y="165811"/>
                  </a:lnTo>
                  <a:lnTo>
                    <a:pt x="334187" y="160517"/>
                  </a:lnTo>
                  <a:lnTo>
                    <a:pt x="333893" y="155229"/>
                  </a:lnTo>
                  <a:lnTo>
                    <a:pt x="333431" y="149954"/>
                  </a:lnTo>
                  <a:lnTo>
                    <a:pt x="332802" y="144695"/>
                  </a:lnTo>
                  <a:lnTo>
                    <a:pt x="332007" y="139459"/>
                  </a:lnTo>
                  <a:lnTo>
                    <a:pt x="331047" y="134251"/>
                  </a:lnTo>
                  <a:lnTo>
                    <a:pt x="329922" y="129076"/>
                  </a:lnTo>
                  <a:lnTo>
                    <a:pt x="328634" y="123939"/>
                  </a:lnTo>
                  <a:lnTo>
                    <a:pt x="327184" y="118846"/>
                  </a:lnTo>
                  <a:lnTo>
                    <a:pt x="325573" y="113801"/>
                  </a:lnTo>
                  <a:lnTo>
                    <a:pt x="323803" y="108810"/>
                  </a:lnTo>
                  <a:lnTo>
                    <a:pt x="321876" y="103877"/>
                  </a:lnTo>
                  <a:lnTo>
                    <a:pt x="319793" y="99008"/>
                  </a:lnTo>
                  <a:lnTo>
                    <a:pt x="317558" y="94207"/>
                  </a:lnTo>
                  <a:lnTo>
                    <a:pt x="315171" y="89479"/>
                  </a:lnTo>
                  <a:lnTo>
                    <a:pt x="312636" y="84830"/>
                  </a:lnTo>
                  <a:lnTo>
                    <a:pt x="309955" y="80263"/>
                  </a:lnTo>
                  <a:lnTo>
                    <a:pt x="307131" y="75783"/>
                  </a:lnTo>
                  <a:lnTo>
                    <a:pt x="304166" y="71395"/>
                  </a:lnTo>
                  <a:lnTo>
                    <a:pt x="301063" y="67103"/>
                  </a:lnTo>
                  <a:lnTo>
                    <a:pt x="297826" y="62911"/>
                  </a:lnTo>
                  <a:lnTo>
                    <a:pt x="294458" y="58824"/>
                  </a:lnTo>
                  <a:lnTo>
                    <a:pt x="290963" y="54846"/>
                  </a:lnTo>
                  <a:lnTo>
                    <a:pt x="287343" y="50981"/>
                  </a:lnTo>
                  <a:lnTo>
                    <a:pt x="283602" y="47232"/>
                  </a:lnTo>
                  <a:lnTo>
                    <a:pt x="279745" y="43604"/>
                  </a:lnTo>
                  <a:lnTo>
                    <a:pt x="275774" y="40099"/>
                  </a:lnTo>
                  <a:lnTo>
                    <a:pt x="271695" y="36722"/>
                  </a:lnTo>
                  <a:lnTo>
                    <a:pt x="267510" y="33476"/>
                  </a:lnTo>
                  <a:lnTo>
                    <a:pt x="263225" y="30364"/>
                  </a:lnTo>
                  <a:lnTo>
                    <a:pt x="258843" y="27390"/>
                  </a:lnTo>
                  <a:lnTo>
                    <a:pt x="254370" y="24555"/>
                  </a:lnTo>
                  <a:lnTo>
                    <a:pt x="249809" y="21864"/>
                  </a:lnTo>
                  <a:lnTo>
                    <a:pt x="245165" y="19319"/>
                  </a:lnTo>
                  <a:lnTo>
                    <a:pt x="240442" y="16922"/>
                  </a:lnTo>
                  <a:lnTo>
                    <a:pt x="235646" y="14676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5069"/>
              <a:ext cx="68494" cy="152490"/>
            </a:xfrm>
            <a:custGeom>
              <a:avLst/>
              <a:pathLst>
                <a:path w="68494" h="152490">
                  <a:moveTo>
                    <a:pt x="68494" y="0"/>
                  </a:moveTo>
                  <a:lnTo>
                    <a:pt x="0" y="152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5069"/>
              <a:ext cx="68494" cy="152490"/>
            </a:xfrm>
            <a:custGeom>
              <a:avLst/>
              <a:pathLst>
                <a:path w="68494" h="152490">
                  <a:moveTo>
                    <a:pt x="68494" y="0"/>
                  </a:moveTo>
                  <a:lnTo>
                    <a:pt x="0" y="152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5069"/>
              <a:ext cx="68494" cy="152490"/>
            </a:xfrm>
            <a:custGeom>
              <a:avLst/>
              <a:pathLst>
                <a:path w="68494" h="152490">
                  <a:moveTo>
                    <a:pt x="68494" y="0"/>
                  </a:moveTo>
                  <a:lnTo>
                    <a:pt x="0" y="1524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5069"/>
              <a:ext cx="68494" cy="152490"/>
            </a:xfrm>
            <a:custGeom>
              <a:avLst/>
              <a:pathLst>
                <a:path w="68494" h="152490">
                  <a:moveTo>
                    <a:pt x="68494" y="0"/>
                  </a:moveTo>
                  <a:lnTo>
                    <a:pt x="0" y="1524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5069"/>
              <a:ext cx="68494" cy="152490"/>
            </a:xfrm>
            <a:custGeom>
              <a:avLst/>
              <a:pathLst>
                <a:path w="68494" h="152490">
                  <a:moveTo>
                    <a:pt x="68494" y="0"/>
                  </a:moveTo>
                  <a:lnTo>
                    <a:pt x="0" y="1524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5069"/>
              <a:ext cx="68494" cy="152490"/>
            </a:xfrm>
            <a:custGeom>
              <a:avLst/>
              <a:pathLst>
                <a:path w="68494" h="152490">
                  <a:moveTo>
                    <a:pt x="68494" y="0"/>
                  </a:moveTo>
                  <a:lnTo>
                    <a:pt x="0" y="1524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5069"/>
              <a:ext cx="68494" cy="152490"/>
            </a:xfrm>
            <a:custGeom>
              <a:avLst/>
              <a:pathLst>
                <a:path w="68494" h="152490">
                  <a:moveTo>
                    <a:pt x="68494" y="0"/>
                  </a:moveTo>
                  <a:lnTo>
                    <a:pt x="0" y="152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5069"/>
              <a:ext cx="68494" cy="152490"/>
            </a:xfrm>
            <a:custGeom>
              <a:avLst/>
              <a:pathLst>
                <a:path w="68494" h="152490">
                  <a:moveTo>
                    <a:pt x="68494" y="0"/>
                  </a:moveTo>
                  <a:lnTo>
                    <a:pt x="0" y="152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5069"/>
              <a:ext cx="68494" cy="152490"/>
            </a:xfrm>
            <a:custGeom>
              <a:avLst/>
              <a:pathLst>
                <a:path w="68494" h="152490">
                  <a:moveTo>
                    <a:pt x="68494" y="0"/>
                  </a:moveTo>
                  <a:lnTo>
                    <a:pt x="0" y="152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5069"/>
              <a:ext cx="68494" cy="152490"/>
            </a:xfrm>
            <a:custGeom>
              <a:avLst/>
              <a:pathLst>
                <a:path w="68494" h="152490">
                  <a:moveTo>
                    <a:pt x="68494" y="0"/>
                  </a:moveTo>
                  <a:lnTo>
                    <a:pt x="0" y="152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5069"/>
              <a:ext cx="68494" cy="152490"/>
            </a:xfrm>
            <a:custGeom>
              <a:avLst/>
              <a:pathLst>
                <a:path w="68494" h="152490">
                  <a:moveTo>
                    <a:pt x="68494" y="0"/>
                  </a:moveTo>
                  <a:lnTo>
                    <a:pt x="0" y="1524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85069"/>
              <a:ext cx="68494" cy="152490"/>
            </a:xfrm>
            <a:custGeom>
              <a:avLst/>
              <a:pathLst>
                <a:path w="68494" h="152490">
                  <a:moveTo>
                    <a:pt x="68494" y="0"/>
                  </a:moveTo>
                  <a:lnTo>
                    <a:pt x="0" y="1524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9260"/>
              <a:ext cx="68494" cy="158299"/>
            </a:xfrm>
            <a:custGeom>
              <a:avLst/>
              <a:pathLst>
                <a:path w="68494" h="158299">
                  <a:moveTo>
                    <a:pt x="68494" y="5808"/>
                  </a:moveTo>
                  <a:lnTo>
                    <a:pt x="61177" y="2729"/>
                  </a:lnTo>
                  <a:lnTo>
                    <a:pt x="53722" y="0"/>
                  </a:lnTo>
                  <a:lnTo>
                    <a:pt x="0" y="1582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70392"/>
              <a:ext cx="53722" cy="167167"/>
            </a:xfrm>
            <a:custGeom>
              <a:avLst/>
              <a:pathLst>
                <a:path w="53722" h="167167">
                  <a:moveTo>
                    <a:pt x="53722" y="8867"/>
                  </a:moveTo>
                  <a:lnTo>
                    <a:pt x="47933" y="7019"/>
                  </a:lnTo>
                  <a:lnTo>
                    <a:pt x="42081" y="5383"/>
                  </a:lnTo>
                  <a:lnTo>
                    <a:pt x="36173" y="3960"/>
                  </a:lnTo>
                  <a:lnTo>
                    <a:pt x="30218" y="2753"/>
                  </a:lnTo>
                  <a:lnTo>
                    <a:pt x="24222" y="1764"/>
                  </a:lnTo>
                  <a:lnTo>
                    <a:pt x="18194" y="993"/>
                  </a:lnTo>
                  <a:lnTo>
                    <a:pt x="12143" y="441"/>
                  </a:lnTo>
                  <a:lnTo>
                    <a:pt x="6075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423602" y="3707720"/>
              <a:ext cx="334292" cy="334334"/>
            </a:xfrm>
            <a:custGeom>
              <a:avLst/>
              <a:pathLst>
                <a:path w="334292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6"/>
                  </a:lnTo>
                  <a:lnTo>
                    <a:pt x="145984" y="1344"/>
                  </a:lnTo>
                  <a:lnTo>
                    <a:pt x="140733" y="2099"/>
                  </a:lnTo>
                  <a:lnTo>
                    <a:pt x="135509" y="3021"/>
                  </a:lnTo>
                  <a:lnTo>
                    <a:pt x="130317" y="4107"/>
                  </a:lnTo>
                  <a:lnTo>
                    <a:pt x="125162" y="5358"/>
                  </a:lnTo>
                  <a:lnTo>
                    <a:pt x="120049" y="6771"/>
                  </a:lnTo>
                  <a:lnTo>
                    <a:pt x="114984" y="8346"/>
                  </a:lnTo>
                  <a:lnTo>
                    <a:pt x="109971" y="10081"/>
                  </a:lnTo>
                  <a:lnTo>
                    <a:pt x="105015" y="11974"/>
                  </a:lnTo>
                  <a:lnTo>
                    <a:pt x="100123" y="14024"/>
                  </a:lnTo>
                  <a:lnTo>
                    <a:pt x="95297" y="16227"/>
                  </a:lnTo>
                  <a:lnTo>
                    <a:pt x="90545" y="18583"/>
                  </a:lnTo>
                  <a:lnTo>
                    <a:pt x="85869" y="21088"/>
                  </a:lnTo>
                  <a:lnTo>
                    <a:pt x="81275" y="23741"/>
                  </a:lnTo>
                  <a:lnTo>
                    <a:pt x="76767" y="26537"/>
                  </a:lnTo>
                  <a:lnTo>
                    <a:pt x="72351" y="29476"/>
                  </a:lnTo>
                  <a:lnTo>
                    <a:pt x="68030" y="32553"/>
                  </a:lnTo>
                  <a:lnTo>
                    <a:pt x="63809" y="35765"/>
                  </a:lnTo>
                  <a:lnTo>
                    <a:pt x="59692" y="39110"/>
                  </a:lnTo>
                  <a:lnTo>
                    <a:pt x="55683" y="42584"/>
                  </a:lnTo>
                  <a:lnTo>
                    <a:pt x="51786" y="46183"/>
                  </a:lnTo>
                  <a:lnTo>
                    <a:pt x="48006" y="49904"/>
                  </a:lnTo>
                  <a:lnTo>
                    <a:pt x="44345" y="53743"/>
                  </a:lnTo>
                  <a:lnTo>
                    <a:pt x="40808" y="57697"/>
                  </a:lnTo>
                  <a:lnTo>
                    <a:pt x="37398" y="61760"/>
                  </a:lnTo>
                  <a:lnTo>
                    <a:pt x="34119" y="65930"/>
                  </a:lnTo>
                  <a:lnTo>
                    <a:pt x="30974" y="70202"/>
                  </a:lnTo>
                  <a:lnTo>
                    <a:pt x="27966" y="74571"/>
                  </a:lnTo>
                  <a:lnTo>
                    <a:pt x="25099" y="79034"/>
                  </a:lnTo>
                  <a:lnTo>
                    <a:pt x="22374" y="83585"/>
                  </a:lnTo>
                  <a:lnTo>
                    <a:pt x="19795" y="88220"/>
                  </a:lnTo>
                  <a:lnTo>
                    <a:pt x="17364" y="92935"/>
                  </a:lnTo>
                  <a:lnTo>
                    <a:pt x="15084" y="97725"/>
                  </a:lnTo>
                  <a:lnTo>
                    <a:pt x="12957" y="102585"/>
                  </a:lnTo>
                  <a:lnTo>
                    <a:pt x="10986" y="107509"/>
                  </a:lnTo>
                  <a:lnTo>
                    <a:pt x="9172" y="112494"/>
                  </a:lnTo>
                  <a:lnTo>
                    <a:pt x="7517" y="117534"/>
                  </a:lnTo>
                  <a:lnTo>
                    <a:pt x="6022" y="122624"/>
                  </a:lnTo>
                  <a:lnTo>
                    <a:pt x="4690" y="127758"/>
                  </a:lnTo>
                  <a:lnTo>
                    <a:pt x="3522" y="132932"/>
                  </a:lnTo>
                  <a:lnTo>
                    <a:pt x="2518" y="138141"/>
                  </a:lnTo>
                  <a:lnTo>
                    <a:pt x="1680" y="143379"/>
                  </a:lnTo>
                  <a:lnTo>
                    <a:pt x="1008" y="148641"/>
                  </a:lnTo>
                  <a:lnTo>
                    <a:pt x="504" y="153922"/>
                  </a:lnTo>
                  <a:lnTo>
                    <a:pt x="168" y="159216"/>
                  </a:lnTo>
                  <a:lnTo>
                    <a:pt x="0" y="164518"/>
                  </a:lnTo>
                  <a:lnTo>
                    <a:pt x="0" y="169822"/>
                  </a:lnTo>
                  <a:lnTo>
                    <a:pt x="168" y="175124"/>
                  </a:lnTo>
                  <a:lnTo>
                    <a:pt x="505" y="180418"/>
                  </a:lnTo>
                  <a:lnTo>
                    <a:pt x="1009" y="185699"/>
                  </a:lnTo>
                  <a:lnTo>
                    <a:pt x="1680" y="190961"/>
                  </a:lnTo>
                  <a:lnTo>
                    <a:pt x="2519" y="196199"/>
                  </a:lnTo>
                  <a:lnTo>
                    <a:pt x="3523" y="201407"/>
                  </a:lnTo>
                  <a:lnTo>
                    <a:pt x="4692" y="206582"/>
                  </a:lnTo>
                  <a:lnTo>
                    <a:pt x="6024" y="211716"/>
                  </a:lnTo>
                  <a:lnTo>
                    <a:pt x="7518" y="216806"/>
                  </a:lnTo>
                  <a:lnTo>
                    <a:pt x="9174" y="221845"/>
                  </a:lnTo>
                  <a:lnTo>
                    <a:pt x="10988" y="226830"/>
                  </a:lnTo>
                  <a:lnTo>
                    <a:pt x="12960" y="231755"/>
                  </a:lnTo>
                  <a:lnTo>
                    <a:pt x="15087" y="236614"/>
                  </a:lnTo>
                  <a:lnTo>
                    <a:pt x="17367" y="241404"/>
                  </a:lnTo>
                  <a:lnTo>
                    <a:pt x="19797" y="246119"/>
                  </a:lnTo>
                  <a:lnTo>
                    <a:pt x="22377" y="250754"/>
                  </a:lnTo>
                  <a:lnTo>
                    <a:pt x="25102" y="255305"/>
                  </a:lnTo>
                  <a:lnTo>
                    <a:pt x="27970" y="259768"/>
                  </a:lnTo>
                  <a:lnTo>
                    <a:pt x="30978" y="264137"/>
                  </a:lnTo>
                  <a:lnTo>
                    <a:pt x="34123" y="268409"/>
                  </a:lnTo>
                  <a:lnTo>
                    <a:pt x="37402" y="272578"/>
                  </a:lnTo>
                  <a:lnTo>
                    <a:pt x="40812" y="276642"/>
                  </a:lnTo>
                  <a:lnTo>
                    <a:pt x="44349" y="280595"/>
                  </a:lnTo>
                  <a:lnTo>
                    <a:pt x="48010" y="284434"/>
                  </a:lnTo>
                  <a:lnTo>
                    <a:pt x="51790" y="288155"/>
                  </a:lnTo>
                  <a:lnTo>
                    <a:pt x="55687" y="291754"/>
                  </a:lnTo>
                  <a:lnTo>
                    <a:pt x="59696" y="295228"/>
                  </a:lnTo>
                  <a:lnTo>
                    <a:pt x="63814" y="298572"/>
                  </a:lnTo>
                  <a:lnTo>
                    <a:pt x="68035" y="301785"/>
                  </a:lnTo>
                  <a:lnTo>
                    <a:pt x="72356" y="304862"/>
                  </a:lnTo>
                  <a:lnTo>
                    <a:pt x="76773" y="307800"/>
                  </a:lnTo>
                  <a:lnTo>
                    <a:pt x="81280" y="310596"/>
                  </a:lnTo>
                  <a:lnTo>
                    <a:pt x="85874" y="313249"/>
                  </a:lnTo>
                  <a:lnTo>
                    <a:pt x="90550" y="315754"/>
                  </a:lnTo>
                  <a:lnTo>
                    <a:pt x="95303" y="318109"/>
                  </a:lnTo>
                  <a:lnTo>
                    <a:pt x="100128" y="320313"/>
                  </a:lnTo>
                  <a:lnTo>
                    <a:pt x="105021" y="322362"/>
                  </a:lnTo>
                  <a:lnTo>
                    <a:pt x="109976" y="324255"/>
                  </a:lnTo>
                  <a:lnTo>
                    <a:pt x="114989" y="325990"/>
                  </a:lnTo>
                  <a:lnTo>
                    <a:pt x="120055" y="327564"/>
                  </a:lnTo>
                  <a:lnTo>
                    <a:pt x="125167" y="328978"/>
                  </a:lnTo>
                  <a:lnTo>
                    <a:pt x="130323" y="330228"/>
                  </a:lnTo>
                  <a:lnTo>
                    <a:pt x="135515" y="331315"/>
                  </a:lnTo>
                  <a:lnTo>
                    <a:pt x="140739" y="332235"/>
                  </a:lnTo>
                  <a:lnTo>
                    <a:pt x="145989" y="332990"/>
                  </a:lnTo>
                  <a:lnTo>
                    <a:pt x="151261" y="333578"/>
                  </a:lnTo>
                  <a:lnTo>
                    <a:pt x="156549" y="333998"/>
                  </a:lnTo>
                  <a:lnTo>
                    <a:pt x="161848" y="334250"/>
                  </a:lnTo>
                  <a:lnTo>
                    <a:pt x="167152" y="334334"/>
                  </a:lnTo>
                  <a:lnTo>
                    <a:pt x="172456" y="334250"/>
                  </a:lnTo>
                  <a:lnTo>
                    <a:pt x="177754" y="333997"/>
                  </a:lnTo>
                  <a:lnTo>
                    <a:pt x="183042" y="333577"/>
                  </a:lnTo>
                  <a:lnTo>
                    <a:pt x="188314" y="332989"/>
                  </a:lnTo>
                  <a:lnTo>
                    <a:pt x="193565" y="332234"/>
                  </a:lnTo>
                  <a:lnTo>
                    <a:pt x="198789" y="331312"/>
                  </a:lnTo>
                  <a:lnTo>
                    <a:pt x="203981" y="330226"/>
                  </a:lnTo>
                  <a:lnTo>
                    <a:pt x="209136" y="328975"/>
                  </a:lnTo>
                  <a:lnTo>
                    <a:pt x="214249" y="327561"/>
                  </a:lnTo>
                  <a:lnTo>
                    <a:pt x="219314" y="325986"/>
                  </a:lnTo>
                  <a:lnTo>
                    <a:pt x="224327" y="324251"/>
                  </a:lnTo>
                  <a:lnTo>
                    <a:pt x="229282" y="322357"/>
                  </a:lnTo>
                  <a:lnTo>
                    <a:pt x="234175" y="320308"/>
                  </a:lnTo>
                  <a:lnTo>
                    <a:pt x="239000" y="318104"/>
                  </a:lnTo>
                  <a:lnTo>
                    <a:pt x="243753" y="315748"/>
                  </a:lnTo>
                  <a:lnTo>
                    <a:pt x="248428" y="313243"/>
                  </a:lnTo>
                  <a:lnTo>
                    <a:pt x="253022" y="310590"/>
                  </a:lnTo>
                  <a:lnTo>
                    <a:pt x="257529" y="307793"/>
                  </a:lnTo>
                  <a:lnTo>
                    <a:pt x="261946" y="304855"/>
                  </a:lnTo>
                  <a:lnTo>
                    <a:pt x="266267" y="301778"/>
                  </a:lnTo>
                  <a:lnTo>
                    <a:pt x="270488" y="298565"/>
                  </a:lnTo>
                  <a:lnTo>
                    <a:pt x="274605" y="295220"/>
                  </a:lnTo>
                  <a:lnTo>
                    <a:pt x="278613" y="291746"/>
                  </a:lnTo>
                  <a:lnTo>
                    <a:pt x="282510" y="288147"/>
                  </a:lnTo>
                  <a:lnTo>
                    <a:pt x="286290" y="284425"/>
                  </a:lnTo>
                  <a:lnTo>
                    <a:pt x="289951" y="280586"/>
                  </a:lnTo>
                  <a:lnTo>
                    <a:pt x="293488" y="276633"/>
                  </a:lnTo>
                  <a:lnTo>
                    <a:pt x="296897" y="272569"/>
                  </a:lnTo>
                  <a:lnTo>
                    <a:pt x="300176" y="268399"/>
                  </a:lnTo>
                  <a:lnTo>
                    <a:pt x="303321" y="264127"/>
                  </a:lnTo>
                  <a:lnTo>
                    <a:pt x="306329" y="259758"/>
                  </a:lnTo>
                  <a:lnTo>
                    <a:pt x="309197" y="255295"/>
                  </a:lnTo>
                  <a:lnTo>
                    <a:pt x="311921" y="250744"/>
                  </a:lnTo>
                  <a:lnTo>
                    <a:pt x="314500" y="246108"/>
                  </a:lnTo>
                  <a:lnTo>
                    <a:pt x="316931" y="241393"/>
                  </a:lnTo>
                  <a:lnTo>
                    <a:pt x="319210" y="236603"/>
                  </a:lnTo>
                  <a:lnTo>
                    <a:pt x="321337" y="231744"/>
                  </a:lnTo>
                  <a:lnTo>
                    <a:pt x="323308" y="226819"/>
                  </a:lnTo>
                  <a:lnTo>
                    <a:pt x="325122" y="221834"/>
                  </a:lnTo>
                  <a:lnTo>
                    <a:pt x="326777" y="216794"/>
                  </a:lnTo>
                  <a:lnTo>
                    <a:pt x="328271" y="211705"/>
                  </a:lnTo>
                  <a:lnTo>
                    <a:pt x="329603" y="206570"/>
                  </a:lnTo>
                  <a:lnTo>
                    <a:pt x="330772" y="201396"/>
                  </a:lnTo>
                  <a:lnTo>
                    <a:pt x="331775" y="196187"/>
                  </a:lnTo>
                  <a:lnTo>
                    <a:pt x="332613" y="190949"/>
                  </a:lnTo>
                  <a:lnTo>
                    <a:pt x="333284" y="185687"/>
                  </a:lnTo>
                  <a:lnTo>
                    <a:pt x="333788" y="180406"/>
                  </a:lnTo>
                  <a:lnTo>
                    <a:pt x="334124" y="175112"/>
                  </a:lnTo>
                  <a:lnTo>
                    <a:pt x="334292" y="169810"/>
                  </a:lnTo>
                  <a:lnTo>
                    <a:pt x="334292" y="164506"/>
                  </a:lnTo>
                  <a:lnTo>
                    <a:pt x="334124" y="159204"/>
                  </a:lnTo>
                  <a:lnTo>
                    <a:pt x="333787" y="153910"/>
                  </a:lnTo>
                  <a:lnTo>
                    <a:pt x="333282" y="148629"/>
                  </a:lnTo>
                  <a:lnTo>
                    <a:pt x="332611" y="143367"/>
                  </a:lnTo>
                  <a:lnTo>
                    <a:pt x="331772" y="138129"/>
                  </a:lnTo>
                  <a:lnTo>
                    <a:pt x="330768" y="132921"/>
                  </a:lnTo>
                  <a:lnTo>
                    <a:pt x="329599" y="127747"/>
                  </a:lnTo>
                  <a:lnTo>
                    <a:pt x="328266" y="122612"/>
                  </a:lnTo>
                  <a:lnTo>
                    <a:pt x="326772" y="117522"/>
                  </a:lnTo>
                  <a:lnTo>
                    <a:pt x="325116" y="112483"/>
                  </a:lnTo>
                  <a:lnTo>
                    <a:pt x="323302" y="107498"/>
                  </a:lnTo>
                  <a:lnTo>
                    <a:pt x="321330" y="102574"/>
                  </a:lnTo>
                  <a:lnTo>
                    <a:pt x="319203" y="97714"/>
                  </a:lnTo>
                  <a:lnTo>
                    <a:pt x="316923" y="92925"/>
                  </a:lnTo>
                  <a:lnTo>
                    <a:pt x="314492" y="88210"/>
                  </a:lnTo>
                  <a:lnTo>
                    <a:pt x="311912" y="83575"/>
                  </a:lnTo>
                  <a:lnTo>
                    <a:pt x="309187" y="79024"/>
                  </a:lnTo>
                  <a:lnTo>
                    <a:pt x="306319" y="74561"/>
                  </a:lnTo>
                  <a:lnTo>
                    <a:pt x="303311" y="70192"/>
                  </a:lnTo>
                  <a:lnTo>
                    <a:pt x="300165" y="65921"/>
                  </a:lnTo>
                  <a:lnTo>
                    <a:pt x="296886" y="61751"/>
                  </a:lnTo>
                  <a:lnTo>
                    <a:pt x="293476" y="57688"/>
                  </a:lnTo>
                  <a:lnTo>
                    <a:pt x="289939" y="53735"/>
                  </a:lnTo>
                  <a:lnTo>
                    <a:pt x="286278" y="49896"/>
                  </a:lnTo>
                  <a:lnTo>
                    <a:pt x="282497" y="46175"/>
                  </a:lnTo>
                  <a:lnTo>
                    <a:pt x="278600" y="42576"/>
                  </a:lnTo>
                  <a:lnTo>
                    <a:pt x="274591" y="39102"/>
                  </a:lnTo>
                  <a:lnTo>
                    <a:pt x="270474" y="35758"/>
                  </a:lnTo>
                  <a:lnTo>
                    <a:pt x="266252" y="32546"/>
                  </a:lnTo>
                  <a:lnTo>
                    <a:pt x="261931" y="29469"/>
                  </a:lnTo>
                  <a:lnTo>
                    <a:pt x="257514" y="26531"/>
                  </a:lnTo>
                  <a:lnTo>
                    <a:pt x="253007" y="23734"/>
                  </a:lnTo>
                  <a:lnTo>
                    <a:pt x="248413" y="21082"/>
                  </a:lnTo>
                  <a:lnTo>
                    <a:pt x="243737" y="18578"/>
                  </a:lnTo>
                  <a:lnTo>
                    <a:pt x="238984" y="16222"/>
                  </a:lnTo>
                  <a:lnTo>
                    <a:pt x="234158" y="14019"/>
                  </a:lnTo>
                  <a:lnTo>
                    <a:pt x="229265" y="11970"/>
                  </a:lnTo>
                  <a:lnTo>
                    <a:pt x="224310" y="10077"/>
                  </a:lnTo>
                  <a:lnTo>
                    <a:pt x="219297" y="8342"/>
                  </a:lnTo>
                  <a:lnTo>
                    <a:pt x="214232" y="6768"/>
                  </a:lnTo>
                  <a:lnTo>
                    <a:pt x="209119" y="5355"/>
                  </a:lnTo>
                  <a:lnTo>
                    <a:pt x="203963" y="4104"/>
                  </a:lnTo>
                  <a:lnTo>
                    <a:pt x="198771" y="3018"/>
                  </a:lnTo>
                  <a:lnTo>
                    <a:pt x="193547" y="2097"/>
                  </a:lnTo>
                  <a:lnTo>
                    <a:pt x="188296" y="1343"/>
                  </a:lnTo>
                  <a:lnTo>
                    <a:pt x="183025" y="755"/>
                  </a:lnTo>
                  <a:lnTo>
                    <a:pt x="177737" y="335"/>
                  </a:lnTo>
                  <a:lnTo>
                    <a:pt x="172438" y="83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804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804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804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804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804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804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804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804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804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804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804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5292" cy="167167"/>
            </a:xfrm>
            <a:custGeom>
              <a:avLst/>
              <a:pathLst>
                <a:path w="5292" h="167167">
                  <a:moveTo>
                    <a:pt x="5292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614141" y="4213821"/>
              <a:ext cx="334292" cy="334334"/>
            </a:xfrm>
            <a:custGeom>
              <a:avLst/>
              <a:pathLst>
                <a:path w="334292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6"/>
                  </a:lnTo>
                  <a:lnTo>
                    <a:pt x="145984" y="1344"/>
                  </a:lnTo>
                  <a:lnTo>
                    <a:pt x="140733" y="2099"/>
                  </a:lnTo>
                  <a:lnTo>
                    <a:pt x="135509" y="3021"/>
                  </a:lnTo>
                  <a:lnTo>
                    <a:pt x="130317" y="4107"/>
                  </a:lnTo>
                  <a:lnTo>
                    <a:pt x="125162" y="5358"/>
                  </a:lnTo>
                  <a:lnTo>
                    <a:pt x="120049" y="6771"/>
                  </a:lnTo>
                  <a:lnTo>
                    <a:pt x="114984" y="8346"/>
                  </a:lnTo>
                  <a:lnTo>
                    <a:pt x="109971" y="10081"/>
                  </a:lnTo>
                  <a:lnTo>
                    <a:pt x="105015" y="11974"/>
                  </a:lnTo>
                  <a:lnTo>
                    <a:pt x="100123" y="14024"/>
                  </a:lnTo>
                  <a:lnTo>
                    <a:pt x="95297" y="16227"/>
                  </a:lnTo>
                  <a:lnTo>
                    <a:pt x="90545" y="18583"/>
                  </a:lnTo>
                  <a:lnTo>
                    <a:pt x="85869" y="21088"/>
                  </a:lnTo>
                  <a:lnTo>
                    <a:pt x="81275" y="23741"/>
                  </a:lnTo>
                  <a:lnTo>
                    <a:pt x="76767" y="26537"/>
                  </a:lnTo>
                  <a:lnTo>
                    <a:pt x="72351" y="29476"/>
                  </a:lnTo>
                  <a:lnTo>
                    <a:pt x="68030" y="32553"/>
                  </a:lnTo>
                  <a:lnTo>
                    <a:pt x="63809" y="35765"/>
                  </a:lnTo>
                  <a:lnTo>
                    <a:pt x="59692" y="39110"/>
                  </a:lnTo>
                  <a:lnTo>
                    <a:pt x="55683" y="42584"/>
                  </a:lnTo>
                  <a:lnTo>
                    <a:pt x="51786" y="46183"/>
                  </a:lnTo>
                  <a:lnTo>
                    <a:pt x="48006" y="49904"/>
                  </a:lnTo>
                  <a:lnTo>
                    <a:pt x="44345" y="53743"/>
                  </a:lnTo>
                  <a:lnTo>
                    <a:pt x="40808" y="57697"/>
                  </a:lnTo>
                  <a:lnTo>
                    <a:pt x="37398" y="61760"/>
                  </a:lnTo>
                  <a:lnTo>
                    <a:pt x="34119" y="65930"/>
                  </a:lnTo>
                  <a:lnTo>
                    <a:pt x="30974" y="70202"/>
                  </a:lnTo>
                  <a:lnTo>
                    <a:pt x="27966" y="74571"/>
                  </a:lnTo>
                  <a:lnTo>
                    <a:pt x="25099" y="79034"/>
                  </a:lnTo>
                  <a:lnTo>
                    <a:pt x="22374" y="83585"/>
                  </a:lnTo>
                  <a:lnTo>
                    <a:pt x="19795" y="88220"/>
                  </a:lnTo>
                  <a:lnTo>
                    <a:pt x="17364" y="92935"/>
                  </a:lnTo>
                  <a:lnTo>
                    <a:pt x="15084" y="97725"/>
                  </a:lnTo>
                  <a:lnTo>
                    <a:pt x="12957" y="102585"/>
                  </a:lnTo>
                  <a:lnTo>
                    <a:pt x="10986" y="107509"/>
                  </a:lnTo>
                  <a:lnTo>
                    <a:pt x="9172" y="112494"/>
                  </a:lnTo>
                  <a:lnTo>
                    <a:pt x="7517" y="117534"/>
                  </a:lnTo>
                  <a:lnTo>
                    <a:pt x="6022" y="122624"/>
                  </a:lnTo>
                  <a:lnTo>
                    <a:pt x="4690" y="127758"/>
                  </a:lnTo>
                  <a:lnTo>
                    <a:pt x="3522" y="132932"/>
                  </a:lnTo>
                  <a:lnTo>
                    <a:pt x="2518" y="138141"/>
                  </a:lnTo>
                  <a:lnTo>
                    <a:pt x="1680" y="143379"/>
                  </a:lnTo>
                  <a:lnTo>
                    <a:pt x="1008" y="148641"/>
                  </a:lnTo>
                  <a:lnTo>
                    <a:pt x="504" y="153922"/>
                  </a:lnTo>
                  <a:lnTo>
                    <a:pt x="168" y="159216"/>
                  </a:lnTo>
                  <a:lnTo>
                    <a:pt x="0" y="164518"/>
                  </a:lnTo>
                  <a:lnTo>
                    <a:pt x="0" y="169822"/>
                  </a:lnTo>
                  <a:lnTo>
                    <a:pt x="168" y="175124"/>
                  </a:lnTo>
                  <a:lnTo>
                    <a:pt x="505" y="180418"/>
                  </a:lnTo>
                  <a:lnTo>
                    <a:pt x="1009" y="185699"/>
                  </a:lnTo>
                  <a:lnTo>
                    <a:pt x="1680" y="190961"/>
                  </a:lnTo>
                  <a:lnTo>
                    <a:pt x="2519" y="196199"/>
                  </a:lnTo>
                  <a:lnTo>
                    <a:pt x="3523" y="201407"/>
                  </a:lnTo>
                  <a:lnTo>
                    <a:pt x="4692" y="206582"/>
                  </a:lnTo>
                  <a:lnTo>
                    <a:pt x="6024" y="211716"/>
                  </a:lnTo>
                  <a:lnTo>
                    <a:pt x="7518" y="216806"/>
                  </a:lnTo>
                  <a:lnTo>
                    <a:pt x="9174" y="221845"/>
                  </a:lnTo>
                  <a:lnTo>
                    <a:pt x="10988" y="226830"/>
                  </a:lnTo>
                  <a:lnTo>
                    <a:pt x="12960" y="231755"/>
                  </a:lnTo>
                  <a:lnTo>
                    <a:pt x="15087" y="236614"/>
                  </a:lnTo>
                  <a:lnTo>
                    <a:pt x="17367" y="241404"/>
                  </a:lnTo>
                  <a:lnTo>
                    <a:pt x="19797" y="246119"/>
                  </a:lnTo>
                  <a:lnTo>
                    <a:pt x="22377" y="250754"/>
                  </a:lnTo>
                  <a:lnTo>
                    <a:pt x="25102" y="255305"/>
                  </a:lnTo>
                  <a:lnTo>
                    <a:pt x="27970" y="259768"/>
                  </a:lnTo>
                  <a:lnTo>
                    <a:pt x="30978" y="264137"/>
                  </a:lnTo>
                  <a:lnTo>
                    <a:pt x="34123" y="268409"/>
                  </a:lnTo>
                  <a:lnTo>
                    <a:pt x="37402" y="272578"/>
                  </a:lnTo>
                  <a:lnTo>
                    <a:pt x="40812" y="276642"/>
                  </a:lnTo>
                  <a:lnTo>
                    <a:pt x="44349" y="280595"/>
                  </a:lnTo>
                  <a:lnTo>
                    <a:pt x="48010" y="284434"/>
                  </a:lnTo>
                  <a:lnTo>
                    <a:pt x="51790" y="288155"/>
                  </a:lnTo>
                  <a:lnTo>
                    <a:pt x="55687" y="291754"/>
                  </a:lnTo>
                  <a:lnTo>
                    <a:pt x="59696" y="295228"/>
                  </a:lnTo>
                  <a:lnTo>
                    <a:pt x="63814" y="298572"/>
                  </a:lnTo>
                  <a:lnTo>
                    <a:pt x="68035" y="301785"/>
                  </a:lnTo>
                  <a:lnTo>
                    <a:pt x="72356" y="304862"/>
                  </a:lnTo>
                  <a:lnTo>
                    <a:pt x="76773" y="307800"/>
                  </a:lnTo>
                  <a:lnTo>
                    <a:pt x="81280" y="310596"/>
                  </a:lnTo>
                  <a:lnTo>
                    <a:pt x="85874" y="313249"/>
                  </a:lnTo>
                  <a:lnTo>
                    <a:pt x="90550" y="315754"/>
                  </a:lnTo>
                  <a:lnTo>
                    <a:pt x="95303" y="318109"/>
                  </a:lnTo>
                  <a:lnTo>
                    <a:pt x="100128" y="320313"/>
                  </a:lnTo>
                  <a:lnTo>
                    <a:pt x="105021" y="322362"/>
                  </a:lnTo>
                  <a:lnTo>
                    <a:pt x="109976" y="324255"/>
                  </a:lnTo>
                  <a:lnTo>
                    <a:pt x="114989" y="325990"/>
                  </a:lnTo>
                  <a:lnTo>
                    <a:pt x="120055" y="327564"/>
                  </a:lnTo>
                  <a:lnTo>
                    <a:pt x="125167" y="328978"/>
                  </a:lnTo>
                  <a:lnTo>
                    <a:pt x="130323" y="330228"/>
                  </a:lnTo>
                  <a:lnTo>
                    <a:pt x="135515" y="331315"/>
                  </a:lnTo>
                  <a:lnTo>
                    <a:pt x="140739" y="332235"/>
                  </a:lnTo>
                  <a:lnTo>
                    <a:pt x="145989" y="332990"/>
                  </a:lnTo>
                  <a:lnTo>
                    <a:pt x="151261" y="333578"/>
                  </a:lnTo>
                  <a:lnTo>
                    <a:pt x="156549" y="333998"/>
                  </a:lnTo>
                  <a:lnTo>
                    <a:pt x="161848" y="334250"/>
                  </a:lnTo>
                  <a:lnTo>
                    <a:pt x="167152" y="334334"/>
                  </a:lnTo>
                  <a:lnTo>
                    <a:pt x="172456" y="334250"/>
                  </a:lnTo>
                  <a:lnTo>
                    <a:pt x="177754" y="333997"/>
                  </a:lnTo>
                  <a:lnTo>
                    <a:pt x="183042" y="333577"/>
                  </a:lnTo>
                  <a:lnTo>
                    <a:pt x="188314" y="332989"/>
                  </a:lnTo>
                  <a:lnTo>
                    <a:pt x="193565" y="332234"/>
                  </a:lnTo>
                  <a:lnTo>
                    <a:pt x="198789" y="331312"/>
                  </a:lnTo>
                  <a:lnTo>
                    <a:pt x="203981" y="330226"/>
                  </a:lnTo>
                  <a:lnTo>
                    <a:pt x="209136" y="328975"/>
                  </a:lnTo>
                  <a:lnTo>
                    <a:pt x="214249" y="327561"/>
                  </a:lnTo>
                  <a:lnTo>
                    <a:pt x="219314" y="325986"/>
                  </a:lnTo>
                  <a:lnTo>
                    <a:pt x="224327" y="324251"/>
                  </a:lnTo>
                  <a:lnTo>
                    <a:pt x="229282" y="322357"/>
                  </a:lnTo>
                  <a:lnTo>
                    <a:pt x="234175" y="320308"/>
                  </a:lnTo>
                  <a:lnTo>
                    <a:pt x="239000" y="318104"/>
                  </a:lnTo>
                  <a:lnTo>
                    <a:pt x="243753" y="315748"/>
                  </a:lnTo>
                  <a:lnTo>
                    <a:pt x="248428" y="313243"/>
                  </a:lnTo>
                  <a:lnTo>
                    <a:pt x="253022" y="310590"/>
                  </a:lnTo>
                  <a:lnTo>
                    <a:pt x="257529" y="307793"/>
                  </a:lnTo>
                  <a:lnTo>
                    <a:pt x="261946" y="304855"/>
                  </a:lnTo>
                  <a:lnTo>
                    <a:pt x="266267" y="301778"/>
                  </a:lnTo>
                  <a:lnTo>
                    <a:pt x="270488" y="298565"/>
                  </a:lnTo>
                  <a:lnTo>
                    <a:pt x="274605" y="295220"/>
                  </a:lnTo>
                  <a:lnTo>
                    <a:pt x="278613" y="291746"/>
                  </a:lnTo>
                  <a:lnTo>
                    <a:pt x="282510" y="288147"/>
                  </a:lnTo>
                  <a:lnTo>
                    <a:pt x="286290" y="284425"/>
                  </a:lnTo>
                  <a:lnTo>
                    <a:pt x="289951" y="280586"/>
                  </a:lnTo>
                  <a:lnTo>
                    <a:pt x="293488" y="276633"/>
                  </a:lnTo>
                  <a:lnTo>
                    <a:pt x="296897" y="272569"/>
                  </a:lnTo>
                  <a:lnTo>
                    <a:pt x="300176" y="268399"/>
                  </a:lnTo>
                  <a:lnTo>
                    <a:pt x="303321" y="264127"/>
                  </a:lnTo>
                  <a:lnTo>
                    <a:pt x="306329" y="259758"/>
                  </a:lnTo>
                  <a:lnTo>
                    <a:pt x="309197" y="255295"/>
                  </a:lnTo>
                  <a:lnTo>
                    <a:pt x="311921" y="250744"/>
                  </a:lnTo>
                  <a:lnTo>
                    <a:pt x="314500" y="246108"/>
                  </a:lnTo>
                  <a:lnTo>
                    <a:pt x="316931" y="241393"/>
                  </a:lnTo>
                  <a:lnTo>
                    <a:pt x="319210" y="236603"/>
                  </a:lnTo>
                  <a:lnTo>
                    <a:pt x="321337" y="231744"/>
                  </a:lnTo>
                  <a:lnTo>
                    <a:pt x="323308" y="226819"/>
                  </a:lnTo>
                  <a:lnTo>
                    <a:pt x="325122" y="221834"/>
                  </a:lnTo>
                  <a:lnTo>
                    <a:pt x="326777" y="216794"/>
                  </a:lnTo>
                  <a:lnTo>
                    <a:pt x="328271" y="211705"/>
                  </a:lnTo>
                  <a:lnTo>
                    <a:pt x="329603" y="206570"/>
                  </a:lnTo>
                  <a:lnTo>
                    <a:pt x="330772" y="201396"/>
                  </a:lnTo>
                  <a:lnTo>
                    <a:pt x="331775" y="196187"/>
                  </a:lnTo>
                  <a:lnTo>
                    <a:pt x="332613" y="190949"/>
                  </a:lnTo>
                  <a:lnTo>
                    <a:pt x="333284" y="185687"/>
                  </a:lnTo>
                  <a:lnTo>
                    <a:pt x="333788" y="180406"/>
                  </a:lnTo>
                  <a:lnTo>
                    <a:pt x="334124" y="175112"/>
                  </a:lnTo>
                  <a:lnTo>
                    <a:pt x="334292" y="169810"/>
                  </a:lnTo>
                  <a:lnTo>
                    <a:pt x="334292" y="164506"/>
                  </a:lnTo>
                  <a:lnTo>
                    <a:pt x="334124" y="159204"/>
                  </a:lnTo>
                  <a:lnTo>
                    <a:pt x="333787" y="153910"/>
                  </a:lnTo>
                  <a:lnTo>
                    <a:pt x="333282" y="148629"/>
                  </a:lnTo>
                  <a:lnTo>
                    <a:pt x="332611" y="143367"/>
                  </a:lnTo>
                  <a:lnTo>
                    <a:pt x="331772" y="138129"/>
                  </a:lnTo>
                  <a:lnTo>
                    <a:pt x="330768" y="132921"/>
                  </a:lnTo>
                  <a:lnTo>
                    <a:pt x="329599" y="127747"/>
                  </a:lnTo>
                  <a:lnTo>
                    <a:pt x="328266" y="122612"/>
                  </a:lnTo>
                  <a:lnTo>
                    <a:pt x="326772" y="117522"/>
                  </a:lnTo>
                  <a:lnTo>
                    <a:pt x="325116" y="112483"/>
                  </a:lnTo>
                  <a:lnTo>
                    <a:pt x="323302" y="107498"/>
                  </a:lnTo>
                  <a:lnTo>
                    <a:pt x="321330" y="102574"/>
                  </a:lnTo>
                  <a:lnTo>
                    <a:pt x="319203" y="97714"/>
                  </a:lnTo>
                  <a:lnTo>
                    <a:pt x="316923" y="92925"/>
                  </a:lnTo>
                  <a:lnTo>
                    <a:pt x="314492" y="88210"/>
                  </a:lnTo>
                  <a:lnTo>
                    <a:pt x="311912" y="83575"/>
                  </a:lnTo>
                  <a:lnTo>
                    <a:pt x="309187" y="79024"/>
                  </a:lnTo>
                  <a:lnTo>
                    <a:pt x="306319" y="74561"/>
                  </a:lnTo>
                  <a:lnTo>
                    <a:pt x="303311" y="70192"/>
                  </a:lnTo>
                  <a:lnTo>
                    <a:pt x="300165" y="65921"/>
                  </a:lnTo>
                  <a:lnTo>
                    <a:pt x="296886" y="61751"/>
                  </a:lnTo>
                  <a:lnTo>
                    <a:pt x="293476" y="57688"/>
                  </a:lnTo>
                  <a:lnTo>
                    <a:pt x="289939" y="53735"/>
                  </a:lnTo>
                  <a:lnTo>
                    <a:pt x="286278" y="49896"/>
                  </a:lnTo>
                  <a:lnTo>
                    <a:pt x="282497" y="46175"/>
                  </a:lnTo>
                  <a:lnTo>
                    <a:pt x="278600" y="42576"/>
                  </a:lnTo>
                  <a:lnTo>
                    <a:pt x="274591" y="39102"/>
                  </a:lnTo>
                  <a:lnTo>
                    <a:pt x="270474" y="35758"/>
                  </a:lnTo>
                  <a:lnTo>
                    <a:pt x="266252" y="32546"/>
                  </a:lnTo>
                  <a:lnTo>
                    <a:pt x="261931" y="29469"/>
                  </a:lnTo>
                  <a:lnTo>
                    <a:pt x="257514" y="26531"/>
                  </a:lnTo>
                  <a:lnTo>
                    <a:pt x="253007" y="23734"/>
                  </a:lnTo>
                  <a:lnTo>
                    <a:pt x="248413" y="21082"/>
                  </a:lnTo>
                  <a:lnTo>
                    <a:pt x="243737" y="18578"/>
                  </a:lnTo>
                  <a:lnTo>
                    <a:pt x="238984" y="16222"/>
                  </a:lnTo>
                  <a:lnTo>
                    <a:pt x="234158" y="14019"/>
                  </a:lnTo>
                  <a:lnTo>
                    <a:pt x="229265" y="11970"/>
                  </a:lnTo>
                  <a:lnTo>
                    <a:pt x="224310" y="10077"/>
                  </a:lnTo>
                  <a:lnTo>
                    <a:pt x="219297" y="8342"/>
                  </a:lnTo>
                  <a:lnTo>
                    <a:pt x="214232" y="6768"/>
                  </a:lnTo>
                  <a:lnTo>
                    <a:pt x="209119" y="5355"/>
                  </a:lnTo>
                  <a:lnTo>
                    <a:pt x="203963" y="4104"/>
                  </a:lnTo>
                  <a:lnTo>
                    <a:pt x="198771" y="3018"/>
                  </a:lnTo>
                  <a:lnTo>
                    <a:pt x="193547" y="2097"/>
                  </a:lnTo>
                  <a:lnTo>
                    <a:pt x="188296" y="1343"/>
                  </a:lnTo>
                  <a:lnTo>
                    <a:pt x="183025" y="755"/>
                  </a:lnTo>
                  <a:lnTo>
                    <a:pt x="177737" y="335"/>
                  </a:lnTo>
                  <a:lnTo>
                    <a:pt x="172438" y="83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90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90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90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90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90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90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90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90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90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90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5292" cy="167167"/>
            </a:xfrm>
            <a:custGeom>
              <a:avLst/>
              <a:pathLst>
                <a:path w="5292" h="167167">
                  <a:moveTo>
                    <a:pt x="5292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19378" y="4659281"/>
              <a:ext cx="167146" cy="167167"/>
            </a:xfrm>
            <a:custGeom>
              <a:avLst/>
              <a:pathLst>
                <a:path w="167146" h="167167">
                  <a:moveTo>
                    <a:pt x="167146" y="0"/>
                  </a:moveTo>
                  <a:lnTo>
                    <a:pt x="161732" y="87"/>
                  </a:lnTo>
                  <a:lnTo>
                    <a:pt x="156323" y="350"/>
                  </a:lnTo>
                  <a:lnTo>
                    <a:pt x="150925" y="788"/>
                  </a:lnTo>
                  <a:lnTo>
                    <a:pt x="145545" y="1401"/>
                  </a:lnTo>
                  <a:lnTo>
                    <a:pt x="140187" y="2188"/>
                  </a:lnTo>
                  <a:lnTo>
                    <a:pt x="134858" y="3147"/>
                  </a:lnTo>
                  <a:lnTo>
                    <a:pt x="129562" y="4279"/>
                  </a:lnTo>
                  <a:lnTo>
                    <a:pt x="124306" y="5582"/>
                  </a:lnTo>
                  <a:lnTo>
                    <a:pt x="119095" y="7054"/>
                  </a:lnTo>
                  <a:lnTo>
                    <a:pt x="113934" y="8695"/>
                  </a:lnTo>
                  <a:lnTo>
                    <a:pt x="108829" y="10501"/>
                  </a:lnTo>
                  <a:lnTo>
                    <a:pt x="103786" y="12472"/>
                  </a:lnTo>
                  <a:lnTo>
                    <a:pt x="98808" y="14606"/>
                  </a:lnTo>
                  <a:lnTo>
                    <a:pt x="93903" y="16899"/>
                  </a:lnTo>
                  <a:lnTo>
                    <a:pt x="89074" y="19350"/>
                  </a:lnTo>
                  <a:lnTo>
                    <a:pt x="84327" y="21957"/>
                  </a:lnTo>
                  <a:lnTo>
                    <a:pt x="79668" y="24715"/>
                  </a:lnTo>
                  <a:lnTo>
                    <a:pt x="75100" y="27623"/>
                  </a:lnTo>
                  <a:lnTo>
                    <a:pt x="70628" y="30678"/>
                  </a:lnTo>
                  <a:lnTo>
                    <a:pt x="66258" y="33876"/>
                  </a:lnTo>
                  <a:lnTo>
                    <a:pt x="61994" y="37213"/>
                  </a:lnTo>
                  <a:lnTo>
                    <a:pt x="57840" y="40687"/>
                  </a:lnTo>
                  <a:lnTo>
                    <a:pt x="53800" y="44294"/>
                  </a:lnTo>
                  <a:lnTo>
                    <a:pt x="49880" y="48030"/>
                  </a:lnTo>
                  <a:lnTo>
                    <a:pt x="46083" y="51890"/>
                  </a:lnTo>
                  <a:lnTo>
                    <a:pt x="42413" y="55872"/>
                  </a:lnTo>
                  <a:lnTo>
                    <a:pt x="38873" y="59971"/>
                  </a:lnTo>
                  <a:lnTo>
                    <a:pt x="35469" y="64181"/>
                  </a:lnTo>
                  <a:lnTo>
                    <a:pt x="32202" y="68500"/>
                  </a:lnTo>
                  <a:lnTo>
                    <a:pt x="29077" y="72923"/>
                  </a:lnTo>
                  <a:lnTo>
                    <a:pt x="26097" y="77444"/>
                  </a:lnTo>
                  <a:lnTo>
                    <a:pt x="23265" y="82060"/>
                  </a:lnTo>
                  <a:lnTo>
                    <a:pt x="20584" y="86765"/>
                  </a:lnTo>
                  <a:lnTo>
                    <a:pt x="18057" y="91554"/>
                  </a:lnTo>
                  <a:lnTo>
                    <a:pt x="15686" y="96423"/>
                  </a:lnTo>
                  <a:lnTo>
                    <a:pt x="13474" y="101366"/>
                  </a:lnTo>
                  <a:lnTo>
                    <a:pt x="11423" y="106377"/>
                  </a:lnTo>
                  <a:lnTo>
                    <a:pt x="9536" y="111453"/>
                  </a:lnTo>
                  <a:lnTo>
                    <a:pt x="7814" y="116587"/>
                  </a:lnTo>
                  <a:lnTo>
                    <a:pt x="6259" y="121774"/>
                  </a:lnTo>
                  <a:lnTo>
                    <a:pt x="4874" y="127009"/>
                  </a:lnTo>
                  <a:lnTo>
                    <a:pt x="3658" y="132286"/>
                  </a:lnTo>
                  <a:lnTo>
                    <a:pt x="2614" y="137600"/>
                  </a:lnTo>
                  <a:lnTo>
                    <a:pt x="1743" y="142944"/>
                  </a:lnTo>
                  <a:lnTo>
                    <a:pt x="1045" y="148314"/>
                  </a:lnTo>
                  <a:lnTo>
                    <a:pt x="522" y="153704"/>
                  </a:lnTo>
                  <a:lnTo>
                    <a:pt x="173" y="159108"/>
                  </a:lnTo>
                  <a:lnTo>
                    <a:pt x="0" y="164521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19378" y="4823802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19378" y="4823802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19378" y="4823802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19378" y="4823802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19378" y="4823802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19378" y="4823802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378" y="4823802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78" y="4823802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19378" y="4823802"/>
              <a:ext cx="167146" cy="2646"/>
            </a:xfrm>
            <a:custGeom>
              <a:avLst/>
              <a:pathLst>
                <a:path w="167146" h="2646">
                  <a:moveTo>
                    <a:pt x="0" y="0"/>
                  </a:moveTo>
                  <a:lnTo>
                    <a:pt x="167146" y="26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19378" y="4823802"/>
              <a:ext cx="167146" cy="22885"/>
            </a:xfrm>
            <a:custGeom>
              <a:avLst/>
              <a:pathLst>
                <a:path w="167146" h="22885">
                  <a:moveTo>
                    <a:pt x="0" y="0"/>
                  </a:moveTo>
                  <a:lnTo>
                    <a:pt x="53" y="7644"/>
                  </a:lnTo>
                  <a:lnTo>
                    <a:pt x="457" y="15278"/>
                  </a:lnTo>
                  <a:lnTo>
                    <a:pt x="1208" y="22885"/>
                  </a:lnTo>
                  <a:lnTo>
                    <a:pt x="167146" y="26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0587" y="4659281"/>
              <a:ext cx="333092" cy="334330"/>
            </a:xfrm>
            <a:custGeom>
              <a:avLst/>
              <a:pathLst>
                <a:path w="333092" h="334330">
                  <a:moveTo>
                    <a:pt x="0" y="187407"/>
                  </a:moveTo>
                  <a:lnTo>
                    <a:pt x="723" y="192649"/>
                  </a:lnTo>
                  <a:lnTo>
                    <a:pt x="1613" y="197867"/>
                  </a:lnTo>
                  <a:lnTo>
                    <a:pt x="2667" y="203053"/>
                  </a:lnTo>
                  <a:lnTo>
                    <a:pt x="3885" y="208204"/>
                  </a:lnTo>
                  <a:lnTo>
                    <a:pt x="5265" y="213314"/>
                  </a:lnTo>
                  <a:lnTo>
                    <a:pt x="6807" y="218377"/>
                  </a:lnTo>
                  <a:lnTo>
                    <a:pt x="8508" y="223389"/>
                  </a:lnTo>
                  <a:lnTo>
                    <a:pt x="10366" y="228344"/>
                  </a:lnTo>
                  <a:lnTo>
                    <a:pt x="12381" y="233239"/>
                  </a:lnTo>
                  <a:lnTo>
                    <a:pt x="14550" y="238067"/>
                  </a:lnTo>
                  <a:lnTo>
                    <a:pt x="16870" y="242823"/>
                  </a:lnTo>
                  <a:lnTo>
                    <a:pt x="19340" y="247505"/>
                  </a:lnTo>
                  <a:lnTo>
                    <a:pt x="21956" y="252105"/>
                  </a:lnTo>
                  <a:lnTo>
                    <a:pt x="24717" y="256621"/>
                  </a:lnTo>
                  <a:lnTo>
                    <a:pt x="27620" y="261046"/>
                  </a:lnTo>
                  <a:lnTo>
                    <a:pt x="30661" y="265378"/>
                  </a:lnTo>
                  <a:lnTo>
                    <a:pt x="33838" y="269611"/>
                  </a:lnTo>
                  <a:lnTo>
                    <a:pt x="37147" y="273742"/>
                  </a:lnTo>
                  <a:lnTo>
                    <a:pt x="40586" y="277765"/>
                  </a:lnTo>
                  <a:lnTo>
                    <a:pt x="44150" y="281678"/>
                  </a:lnTo>
                  <a:lnTo>
                    <a:pt x="47836" y="285476"/>
                  </a:lnTo>
                  <a:lnTo>
                    <a:pt x="51640" y="289156"/>
                  </a:lnTo>
                  <a:lnTo>
                    <a:pt x="55560" y="292713"/>
                  </a:lnTo>
                  <a:lnTo>
                    <a:pt x="59589" y="296144"/>
                  </a:lnTo>
                  <a:lnTo>
                    <a:pt x="63726" y="299446"/>
                  </a:lnTo>
                  <a:lnTo>
                    <a:pt x="67964" y="302615"/>
                  </a:lnTo>
                  <a:lnTo>
                    <a:pt x="72301" y="305649"/>
                  </a:lnTo>
                  <a:lnTo>
                    <a:pt x="76732" y="308544"/>
                  </a:lnTo>
                  <a:lnTo>
                    <a:pt x="81252" y="311297"/>
                  </a:lnTo>
                  <a:lnTo>
                    <a:pt x="85858" y="313906"/>
                  </a:lnTo>
                  <a:lnTo>
                    <a:pt x="90543" y="316367"/>
                  </a:lnTo>
                  <a:lnTo>
                    <a:pt x="95304" y="318679"/>
                  </a:lnTo>
                  <a:lnTo>
                    <a:pt x="100136" y="320839"/>
                  </a:lnTo>
                  <a:lnTo>
                    <a:pt x="105034" y="322845"/>
                  </a:lnTo>
                  <a:lnTo>
                    <a:pt x="109992" y="324695"/>
                  </a:lnTo>
                  <a:lnTo>
                    <a:pt x="115007" y="326387"/>
                  </a:lnTo>
                  <a:lnTo>
                    <a:pt x="120073" y="327920"/>
                  </a:lnTo>
                  <a:lnTo>
                    <a:pt x="125185" y="329291"/>
                  </a:lnTo>
                  <a:lnTo>
                    <a:pt x="130338" y="330500"/>
                  </a:lnTo>
                  <a:lnTo>
                    <a:pt x="135526" y="331545"/>
                  </a:lnTo>
                  <a:lnTo>
                    <a:pt x="140745" y="332425"/>
                  </a:lnTo>
                  <a:lnTo>
                    <a:pt x="145989" y="333140"/>
                  </a:lnTo>
                  <a:lnTo>
                    <a:pt x="151254" y="333688"/>
                  </a:lnTo>
                  <a:lnTo>
                    <a:pt x="156533" y="334070"/>
                  </a:lnTo>
                  <a:lnTo>
                    <a:pt x="161821" y="334284"/>
                  </a:lnTo>
                  <a:lnTo>
                    <a:pt x="167113" y="334330"/>
                  </a:lnTo>
                  <a:lnTo>
                    <a:pt x="172405" y="334209"/>
                  </a:lnTo>
                  <a:lnTo>
                    <a:pt x="177689" y="333921"/>
                  </a:lnTo>
                  <a:lnTo>
                    <a:pt x="182962" y="333465"/>
                  </a:lnTo>
                  <a:lnTo>
                    <a:pt x="188218" y="332843"/>
                  </a:lnTo>
                  <a:lnTo>
                    <a:pt x="193452" y="332054"/>
                  </a:lnTo>
                  <a:lnTo>
                    <a:pt x="198658" y="331101"/>
                  </a:lnTo>
                  <a:lnTo>
                    <a:pt x="203831" y="329983"/>
                  </a:lnTo>
                  <a:lnTo>
                    <a:pt x="208967" y="328702"/>
                  </a:lnTo>
                  <a:lnTo>
                    <a:pt x="214059" y="327258"/>
                  </a:lnTo>
                  <a:lnTo>
                    <a:pt x="219103" y="325655"/>
                  </a:lnTo>
                  <a:lnTo>
                    <a:pt x="224093" y="323892"/>
                  </a:lnTo>
                  <a:lnTo>
                    <a:pt x="229025" y="321973"/>
                  </a:lnTo>
                  <a:lnTo>
                    <a:pt x="233894" y="319898"/>
                  </a:lnTo>
                  <a:lnTo>
                    <a:pt x="238695" y="317670"/>
                  </a:lnTo>
                  <a:lnTo>
                    <a:pt x="243423" y="315291"/>
                  </a:lnTo>
                  <a:lnTo>
                    <a:pt x="248074" y="312764"/>
                  </a:lnTo>
                  <a:lnTo>
                    <a:pt x="252642" y="310091"/>
                  </a:lnTo>
                  <a:lnTo>
                    <a:pt x="257123" y="307275"/>
                  </a:lnTo>
                  <a:lnTo>
                    <a:pt x="261512" y="304318"/>
                  </a:lnTo>
                  <a:lnTo>
                    <a:pt x="265806" y="301223"/>
                  </a:lnTo>
                  <a:lnTo>
                    <a:pt x="270000" y="297995"/>
                  </a:lnTo>
                  <a:lnTo>
                    <a:pt x="274090" y="294635"/>
                  </a:lnTo>
                  <a:lnTo>
                    <a:pt x="278071" y="291147"/>
                  </a:lnTo>
                  <a:lnTo>
                    <a:pt x="281939" y="287535"/>
                  </a:lnTo>
                  <a:lnTo>
                    <a:pt x="285692" y="283803"/>
                  </a:lnTo>
                  <a:lnTo>
                    <a:pt x="289324" y="279953"/>
                  </a:lnTo>
                  <a:lnTo>
                    <a:pt x="292832" y="275990"/>
                  </a:lnTo>
                  <a:lnTo>
                    <a:pt x="296214" y="271919"/>
                  </a:lnTo>
                  <a:lnTo>
                    <a:pt x="299465" y="267742"/>
                  </a:lnTo>
                  <a:lnTo>
                    <a:pt x="302582" y="263465"/>
                  </a:lnTo>
                  <a:lnTo>
                    <a:pt x="305562" y="259091"/>
                  </a:lnTo>
                  <a:lnTo>
                    <a:pt x="308402" y="254624"/>
                  </a:lnTo>
                  <a:lnTo>
                    <a:pt x="311099" y="250071"/>
                  </a:lnTo>
                  <a:lnTo>
                    <a:pt x="313651" y="245434"/>
                  </a:lnTo>
                  <a:lnTo>
                    <a:pt x="316054" y="240718"/>
                  </a:lnTo>
                  <a:lnTo>
                    <a:pt x="318307" y="235929"/>
                  </a:lnTo>
                  <a:lnTo>
                    <a:pt x="320408" y="231071"/>
                  </a:lnTo>
                  <a:lnTo>
                    <a:pt x="322353" y="226149"/>
                  </a:lnTo>
                  <a:lnTo>
                    <a:pt x="324142" y="221168"/>
                  </a:lnTo>
                  <a:lnTo>
                    <a:pt x="325772" y="216133"/>
                  </a:lnTo>
                  <a:lnTo>
                    <a:pt x="327242" y="211048"/>
                  </a:lnTo>
                  <a:lnTo>
                    <a:pt x="328551" y="205920"/>
                  </a:lnTo>
                  <a:lnTo>
                    <a:pt x="329696" y="200752"/>
                  </a:lnTo>
                  <a:lnTo>
                    <a:pt x="330677" y="195552"/>
                  </a:lnTo>
                  <a:lnTo>
                    <a:pt x="331493" y="190322"/>
                  </a:lnTo>
                  <a:lnTo>
                    <a:pt x="332143" y="185070"/>
                  </a:lnTo>
                  <a:lnTo>
                    <a:pt x="332627" y="179799"/>
                  </a:lnTo>
                  <a:lnTo>
                    <a:pt x="332943" y="174516"/>
                  </a:lnTo>
                  <a:lnTo>
                    <a:pt x="333092" y="169225"/>
                  </a:lnTo>
                  <a:lnTo>
                    <a:pt x="333073" y="163933"/>
                  </a:lnTo>
                  <a:lnTo>
                    <a:pt x="332887" y="158643"/>
                  </a:lnTo>
                  <a:lnTo>
                    <a:pt x="332534" y="153362"/>
                  </a:lnTo>
                  <a:lnTo>
                    <a:pt x="332013" y="148095"/>
                  </a:lnTo>
                  <a:lnTo>
                    <a:pt x="331326" y="142847"/>
                  </a:lnTo>
                  <a:lnTo>
                    <a:pt x="330473" y="137624"/>
                  </a:lnTo>
                  <a:lnTo>
                    <a:pt x="329456" y="132430"/>
                  </a:lnTo>
                  <a:lnTo>
                    <a:pt x="328274" y="127271"/>
                  </a:lnTo>
                  <a:lnTo>
                    <a:pt x="326930" y="122152"/>
                  </a:lnTo>
                  <a:lnTo>
                    <a:pt x="325424" y="117078"/>
                  </a:lnTo>
                  <a:lnTo>
                    <a:pt x="323758" y="112054"/>
                  </a:lnTo>
                  <a:lnTo>
                    <a:pt x="321935" y="107086"/>
                  </a:lnTo>
                  <a:lnTo>
                    <a:pt x="319954" y="102177"/>
                  </a:lnTo>
                  <a:lnTo>
                    <a:pt x="317820" y="97334"/>
                  </a:lnTo>
                  <a:lnTo>
                    <a:pt x="315533" y="92561"/>
                  </a:lnTo>
                  <a:lnTo>
                    <a:pt x="313096" y="87863"/>
                  </a:lnTo>
                  <a:lnTo>
                    <a:pt x="310512" y="83244"/>
                  </a:lnTo>
                  <a:lnTo>
                    <a:pt x="307783" y="78709"/>
                  </a:lnTo>
                  <a:lnTo>
                    <a:pt x="304911" y="74263"/>
                  </a:lnTo>
                  <a:lnTo>
                    <a:pt x="301901" y="69910"/>
                  </a:lnTo>
                  <a:lnTo>
                    <a:pt x="298754" y="65655"/>
                  </a:lnTo>
                  <a:lnTo>
                    <a:pt x="295474" y="61501"/>
                  </a:lnTo>
                  <a:lnTo>
                    <a:pt x="292064" y="57453"/>
                  </a:lnTo>
                  <a:lnTo>
                    <a:pt x="288527" y="53516"/>
                  </a:lnTo>
                  <a:lnTo>
                    <a:pt x="284868" y="49692"/>
                  </a:lnTo>
                  <a:lnTo>
                    <a:pt x="281089" y="45986"/>
                  </a:lnTo>
                  <a:lnTo>
                    <a:pt x="277195" y="42401"/>
                  </a:lnTo>
                  <a:lnTo>
                    <a:pt x="273190" y="38941"/>
                  </a:lnTo>
                  <a:lnTo>
                    <a:pt x="269077" y="35610"/>
                  </a:lnTo>
                  <a:lnTo>
                    <a:pt x="264861" y="32411"/>
                  </a:lnTo>
                  <a:lnTo>
                    <a:pt x="260545" y="29347"/>
                  </a:lnTo>
                  <a:lnTo>
                    <a:pt x="256135" y="26421"/>
                  </a:lnTo>
                  <a:lnTo>
                    <a:pt x="251634" y="23636"/>
                  </a:lnTo>
                  <a:lnTo>
                    <a:pt x="247047" y="20995"/>
                  </a:lnTo>
                  <a:lnTo>
                    <a:pt x="242379" y="18501"/>
                  </a:lnTo>
                  <a:lnTo>
                    <a:pt x="237635" y="16156"/>
                  </a:lnTo>
                  <a:lnTo>
                    <a:pt x="232818" y="13962"/>
                  </a:lnTo>
                  <a:lnTo>
                    <a:pt x="227935" y="11921"/>
                  </a:lnTo>
                  <a:lnTo>
                    <a:pt x="222989" y="10036"/>
                  </a:lnTo>
                  <a:lnTo>
                    <a:pt x="217986" y="8309"/>
                  </a:lnTo>
                  <a:lnTo>
                    <a:pt x="212931" y="6741"/>
                  </a:lnTo>
                  <a:lnTo>
                    <a:pt x="207829" y="5334"/>
                  </a:lnTo>
                  <a:lnTo>
                    <a:pt x="202685" y="4089"/>
                  </a:lnTo>
                  <a:lnTo>
                    <a:pt x="197504" y="3007"/>
                  </a:lnTo>
                  <a:lnTo>
                    <a:pt x="192291" y="2090"/>
                  </a:lnTo>
                  <a:lnTo>
                    <a:pt x="187052" y="1338"/>
                  </a:lnTo>
                  <a:lnTo>
                    <a:pt x="181792" y="753"/>
                  </a:lnTo>
                  <a:lnTo>
                    <a:pt x="176516" y="335"/>
                  </a:lnTo>
                  <a:lnTo>
                    <a:pt x="171229" y="83"/>
                  </a:lnTo>
                  <a:lnTo>
                    <a:pt x="165937" y="0"/>
                  </a:lnTo>
                  <a:lnTo>
                    <a:pt x="16593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5192" y="5018213"/>
              <a:ext cx="3528" cy="167167"/>
            </a:xfrm>
            <a:custGeom>
              <a:avLst/>
              <a:pathLst>
                <a:path w="3528" h="167167">
                  <a:moveTo>
                    <a:pt x="3528" y="0"/>
                  </a:moveTo>
                  <a:lnTo>
                    <a:pt x="0" y="37"/>
                  </a:lnTo>
                  <a:lnTo>
                    <a:pt x="352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321553" y="5018250"/>
              <a:ext cx="334325" cy="334288"/>
            </a:xfrm>
            <a:custGeom>
              <a:avLst/>
              <a:pathLst>
                <a:path w="334325" h="334288">
                  <a:moveTo>
                    <a:pt x="163639" y="0"/>
                  </a:moveTo>
                  <a:lnTo>
                    <a:pt x="158356" y="195"/>
                  </a:lnTo>
                  <a:lnTo>
                    <a:pt x="153081" y="557"/>
                  </a:lnTo>
                  <a:lnTo>
                    <a:pt x="147821" y="1085"/>
                  </a:lnTo>
                  <a:lnTo>
                    <a:pt x="142580" y="1780"/>
                  </a:lnTo>
                  <a:lnTo>
                    <a:pt x="137364" y="2640"/>
                  </a:lnTo>
                  <a:lnTo>
                    <a:pt x="132178" y="3665"/>
                  </a:lnTo>
                  <a:lnTo>
                    <a:pt x="127026" y="4853"/>
                  </a:lnTo>
                  <a:lnTo>
                    <a:pt x="121915" y="6204"/>
                  </a:lnTo>
                  <a:lnTo>
                    <a:pt x="116849" y="7715"/>
                  </a:lnTo>
                  <a:lnTo>
                    <a:pt x="111833" y="9386"/>
                  </a:lnTo>
                  <a:lnTo>
                    <a:pt x="106873" y="11215"/>
                  </a:lnTo>
                  <a:lnTo>
                    <a:pt x="101973" y="13199"/>
                  </a:lnTo>
                  <a:lnTo>
                    <a:pt x="97138" y="15338"/>
                  </a:lnTo>
                  <a:lnTo>
                    <a:pt x="92373" y="17628"/>
                  </a:lnTo>
                  <a:lnTo>
                    <a:pt x="87683" y="20068"/>
                  </a:lnTo>
                  <a:lnTo>
                    <a:pt x="83072" y="22655"/>
                  </a:lnTo>
                  <a:lnTo>
                    <a:pt x="78546" y="25386"/>
                  </a:lnTo>
                  <a:lnTo>
                    <a:pt x="74108" y="28259"/>
                  </a:lnTo>
                  <a:lnTo>
                    <a:pt x="69763" y="31271"/>
                  </a:lnTo>
                  <a:lnTo>
                    <a:pt x="65516" y="34419"/>
                  </a:lnTo>
                  <a:lnTo>
                    <a:pt x="61370" y="37700"/>
                  </a:lnTo>
                  <a:lnTo>
                    <a:pt x="57331" y="41110"/>
                  </a:lnTo>
                  <a:lnTo>
                    <a:pt x="53401" y="44646"/>
                  </a:lnTo>
                  <a:lnTo>
                    <a:pt x="49584" y="48305"/>
                  </a:lnTo>
                  <a:lnTo>
                    <a:pt x="45886" y="52082"/>
                  </a:lnTo>
                  <a:lnTo>
                    <a:pt x="42309" y="55975"/>
                  </a:lnTo>
                  <a:lnTo>
                    <a:pt x="38856" y="59979"/>
                  </a:lnTo>
                  <a:lnTo>
                    <a:pt x="35532" y="64090"/>
                  </a:lnTo>
                  <a:lnTo>
                    <a:pt x="32340" y="68304"/>
                  </a:lnTo>
                  <a:lnTo>
                    <a:pt x="29282" y="72617"/>
                  </a:lnTo>
                  <a:lnTo>
                    <a:pt x="26362" y="77024"/>
                  </a:lnTo>
                  <a:lnTo>
                    <a:pt x="23584" y="81521"/>
                  </a:lnTo>
                  <a:lnTo>
                    <a:pt x="20948" y="86104"/>
                  </a:lnTo>
                  <a:lnTo>
                    <a:pt x="18459" y="90769"/>
                  </a:lnTo>
                  <a:lnTo>
                    <a:pt x="16119" y="95509"/>
                  </a:lnTo>
                  <a:lnTo>
                    <a:pt x="13930" y="100321"/>
                  </a:lnTo>
                  <a:lnTo>
                    <a:pt x="11894" y="105200"/>
                  </a:lnTo>
                  <a:lnTo>
                    <a:pt x="10013" y="110141"/>
                  </a:lnTo>
                  <a:lnTo>
                    <a:pt x="8290" y="115139"/>
                  </a:lnTo>
                  <a:lnTo>
                    <a:pt x="6725" y="120189"/>
                  </a:lnTo>
                  <a:lnTo>
                    <a:pt x="5321" y="125286"/>
                  </a:lnTo>
                  <a:lnTo>
                    <a:pt x="4079" y="130424"/>
                  </a:lnTo>
                  <a:lnTo>
                    <a:pt x="3000" y="135600"/>
                  </a:lnTo>
                  <a:lnTo>
                    <a:pt x="2085" y="140807"/>
                  </a:lnTo>
                  <a:lnTo>
                    <a:pt x="1335" y="146040"/>
                  </a:lnTo>
                  <a:lnTo>
                    <a:pt x="751" y="151294"/>
                  </a:lnTo>
                  <a:lnTo>
                    <a:pt x="334" y="156564"/>
                  </a:lnTo>
                  <a:lnTo>
                    <a:pt x="83" y="161845"/>
                  </a:lnTo>
                  <a:lnTo>
                    <a:pt x="0" y="167131"/>
                  </a:lnTo>
                  <a:lnTo>
                    <a:pt x="83" y="172417"/>
                  </a:lnTo>
                  <a:lnTo>
                    <a:pt x="334" y="177698"/>
                  </a:lnTo>
                  <a:lnTo>
                    <a:pt x="752" y="182968"/>
                  </a:lnTo>
                  <a:lnTo>
                    <a:pt x="1336" y="188222"/>
                  </a:lnTo>
                  <a:lnTo>
                    <a:pt x="2085" y="193456"/>
                  </a:lnTo>
                  <a:lnTo>
                    <a:pt x="3000" y="198663"/>
                  </a:lnTo>
                  <a:lnTo>
                    <a:pt x="4080" y="203838"/>
                  </a:lnTo>
                  <a:lnTo>
                    <a:pt x="5322" y="208977"/>
                  </a:lnTo>
                  <a:lnTo>
                    <a:pt x="6726" y="214073"/>
                  </a:lnTo>
                  <a:lnTo>
                    <a:pt x="8291" y="219123"/>
                  </a:lnTo>
                  <a:lnTo>
                    <a:pt x="10014" y="224121"/>
                  </a:lnTo>
                  <a:lnTo>
                    <a:pt x="11895" y="229062"/>
                  </a:lnTo>
                  <a:lnTo>
                    <a:pt x="13931" y="233941"/>
                  </a:lnTo>
                  <a:lnTo>
                    <a:pt x="16120" y="238753"/>
                  </a:lnTo>
                  <a:lnTo>
                    <a:pt x="18461" y="243493"/>
                  </a:lnTo>
                  <a:lnTo>
                    <a:pt x="20950" y="248158"/>
                  </a:lnTo>
                  <a:lnTo>
                    <a:pt x="23585" y="252741"/>
                  </a:lnTo>
                  <a:lnTo>
                    <a:pt x="26364" y="257238"/>
                  </a:lnTo>
                  <a:lnTo>
                    <a:pt x="29284" y="261645"/>
                  </a:lnTo>
                  <a:lnTo>
                    <a:pt x="32341" y="265958"/>
                  </a:lnTo>
                  <a:lnTo>
                    <a:pt x="35534" y="270172"/>
                  </a:lnTo>
                  <a:lnTo>
                    <a:pt x="38858" y="274283"/>
                  </a:lnTo>
                  <a:lnTo>
                    <a:pt x="42311" y="278287"/>
                  </a:lnTo>
                  <a:lnTo>
                    <a:pt x="45888" y="282179"/>
                  </a:lnTo>
                  <a:lnTo>
                    <a:pt x="49587" y="285957"/>
                  </a:lnTo>
                  <a:lnTo>
                    <a:pt x="53403" y="289615"/>
                  </a:lnTo>
                  <a:lnTo>
                    <a:pt x="57333" y="293151"/>
                  </a:lnTo>
                  <a:lnTo>
                    <a:pt x="61373" y="296561"/>
                  </a:lnTo>
                  <a:lnTo>
                    <a:pt x="65518" y="299842"/>
                  </a:lnTo>
                  <a:lnTo>
                    <a:pt x="69766" y="302990"/>
                  </a:lnTo>
                  <a:lnTo>
                    <a:pt x="74111" y="306002"/>
                  </a:lnTo>
                  <a:lnTo>
                    <a:pt x="78548" y="308875"/>
                  </a:lnTo>
                  <a:lnTo>
                    <a:pt x="83075" y="311606"/>
                  </a:lnTo>
                  <a:lnTo>
                    <a:pt x="87685" y="314193"/>
                  </a:lnTo>
                  <a:lnTo>
                    <a:pt x="92376" y="316633"/>
                  </a:lnTo>
                  <a:lnTo>
                    <a:pt x="97140" y="318923"/>
                  </a:lnTo>
                  <a:lnTo>
                    <a:pt x="101975" y="321062"/>
                  </a:lnTo>
                  <a:lnTo>
                    <a:pt x="106875" y="323046"/>
                  </a:lnTo>
                  <a:lnTo>
                    <a:pt x="111836" y="324874"/>
                  </a:lnTo>
                  <a:lnTo>
                    <a:pt x="116852" y="326545"/>
                  </a:lnTo>
                  <a:lnTo>
                    <a:pt x="121918" y="328057"/>
                  </a:lnTo>
                  <a:lnTo>
                    <a:pt x="127029" y="329407"/>
                  </a:lnTo>
                  <a:lnTo>
                    <a:pt x="132180" y="330595"/>
                  </a:lnTo>
                  <a:lnTo>
                    <a:pt x="137367" y="331620"/>
                  </a:lnTo>
                  <a:lnTo>
                    <a:pt x="142583" y="332480"/>
                  </a:lnTo>
                  <a:lnTo>
                    <a:pt x="147824" y="333174"/>
                  </a:lnTo>
                  <a:lnTo>
                    <a:pt x="153084" y="333703"/>
                  </a:lnTo>
                  <a:lnTo>
                    <a:pt x="158359" y="334065"/>
                  </a:lnTo>
                  <a:lnTo>
                    <a:pt x="163642" y="334260"/>
                  </a:lnTo>
                  <a:lnTo>
                    <a:pt x="168928" y="334288"/>
                  </a:lnTo>
                  <a:lnTo>
                    <a:pt x="174213" y="334149"/>
                  </a:lnTo>
                  <a:lnTo>
                    <a:pt x="179491" y="333842"/>
                  </a:lnTo>
                  <a:lnTo>
                    <a:pt x="184756" y="333369"/>
                  </a:lnTo>
                  <a:lnTo>
                    <a:pt x="190004" y="332730"/>
                  </a:lnTo>
                  <a:lnTo>
                    <a:pt x="195229" y="331925"/>
                  </a:lnTo>
                  <a:lnTo>
                    <a:pt x="200426" y="330955"/>
                  </a:lnTo>
                  <a:lnTo>
                    <a:pt x="205590" y="329821"/>
                  </a:lnTo>
                  <a:lnTo>
                    <a:pt x="210715" y="328525"/>
                  </a:lnTo>
                  <a:lnTo>
                    <a:pt x="215797" y="327067"/>
                  </a:lnTo>
                  <a:lnTo>
                    <a:pt x="220830" y="325450"/>
                  </a:lnTo>
                  <a:lnTo>
                    <a:pt x="225810" y="323674"/>
                  </a:lnTo>
                  <a:lnTo>
                    <a:pt x="230730" y="321741"/>
                  </a:lnTo>
                  <a:lnTo>
                    <a:pt x="235588" y="319654"/>
                  </a:lnTo>
                  <a:lnTo>
                    <a:pt x="240376" y="317414"/>
                  </a:lnTo>
                  <a:lnTo>
                    <a:pt x="245092" y="315024"/>
                  </a:lnTo>
                  <a:lnTo>
                    <a:pt x="249730" y="312486"/>
                  </a:lnTo>
                  <a:lnTo>
                    <a:pt x="254285" y="309802"/>
                  </a:lnTo>
                  <a:lnTo>
                    <a:pt x="258753" y="306976"/>
                  </a:lnTo>
                  <a:lnTo>
                    <a:pt x="263129" y="304010"/>
                  </a:lnTo>
                  <a:lnTo>
                    <a:pt x="267409" y="300907"/>
                  </a:lnTo>
                  <a:lnTo>
                    <a:pt x="271589" y="297671"/>
                  </a:lnTo>
                  <a:lnTo>
                    <a:pt x="275665" y="294303"/>
                  </a:lnTo>
                  <a:lnTo>
                    <a:pt x="279632" y="290809"/>
                  </a:lnTo>
                  <a:lnTo>
                    <a:pt x="283487" y="287191"/>
                  </a:lnTo>
                  <a:lnTo>
                    <a:pt x="287225" y="283453"/>
                  </a:lnTo>
                  <a:lnTo>
                    <a:pt x="290843" y="279598"/>
                  </a:lnTo>
                  <a:lnTo>
                    <a:pt x="294338" y="275631"/>
                  </a:lnTo>
                  <a:lnTo>
                    <a:pt x="297705" y="271555"/>
                  </a:lnTo>
                  <a:lnTo>
                    <a:pt x="300942" y="267376"/>
                  </a:lnTo>
                  <a:lnTo>
                    <a:pt x="304045" y="263095"/>
                  </a:lnTo>
                  <a:lnTo>
                    <a:pt x="307011" y="258719"/>
                  </a:lnTo>
                  <a:lnTo>
                    <a:pt x="309837" y="254251"/>
                  </a:lnTo>
                  <a:lnTo>
                    <a:pt x="312521" y="249696"/>
                  </a:lnTo>
                  <a:lnTo>
                    <a:pt x="315059" y="245059"/>
                  </a:lnTo>
                  <a:lnTo>
                    <a:pt x="317449" y="240343"/>
                  </a:lnTo>
                  <a:lnTo>
                    <a:pt x="319689" y="235554"/>
                  </a:lnTo>
                  <a:lnTo>
                    <a:pt x="321776" y="230697"/>
                  </a:lnTo>
                  <a:lnTo>
                    <a:pt x="323709" y="225777"/>
                  </a:lnTo>
                  <a:lnTo>
                    <a:pt x="325485" y="220797"/>
                  </a:lnTo>
                  <a:lnTo>
                    <a:pt x="327103" y="215764"/>
                  </a:lnTo>
                  <a:lnTo>
                    <a:pt x="328561" y="210682"/>
                  </a:lnTo>
                  <a:lnTo>
                    <a:pt x="329858" y="205557"/>
                  </a:lnTo>
                  <a:lnTo>
                    <a:pt x="330991" y="200393"/>
                  </a:lnTo>
                  <a:lnTo>
                    <a:pt x="331961" y="195197"/>
                  </a:lnTo>
                  <a:lnTo>
                    <a:pt x="332766" y="189971"/>
                  </a:lnTo>
                  <a:lnTo>
                    <a:pt x="333406" y="184724"/>
                  </a:lnTo>
                  <a:lnTo>
                    <a:pt x="333879" y="179458"/>
                  </a:lnTo>
                  <a:lnTo>
                    <a:pt x="334186" y="174180"/>
                  </a:lnTo>
                  <a:lnTo>
                    <a:pt x="334325" y="168895"/>
                  </a:lnTo>
                  <a:lnTo>
                    <a:pt x="334297" y="163609"/>
                  </a:lnTo>
                  <a:lnTo>
                    <a:pt x="334102" y="158326"/>
                  </a:lnTo>
                  <a:lnTo>
                    <a:pt x="333741" y="153051"/>
                  </a:lnTo>
                  <a:lnTo>
                    <a:pt x="333212" y="147791"/>
                  </a:lnTo>
                  <a:lnTo>
                    <a:pt x="332518" y="142550"/>
                  </a:lnTo>
                  <a:lnTo>
                    <a:pt x="331658" y="137334"/>
                  </a:lnTo>
                  <a:lnTo>
                    <a:pt x="330633" y="132148"/>
                  </a:lnTo>
                  <a:lnTo>
                    <a:pt x="329445" y="126996"/>
                  </a:lnTo>
                  <a:lnTo>
                    <a:pt x="328095" y="121885"/>
                  </a:lnTo>
                  <a:lnTo>
                    <a:pt x="326584" y="116819"/>
                  </a:lnTo>
                  <a:lnTo>
                    <a:pt x="324913" y="111803"/>
                  </a:lnTo>
                  <a:lnTo>
                    <a:pt x="323085" y="106842"/>
                  </a:lnTo>
                  <a:lnTo>
                    <a:pt x="321100" y="101942"/>
                  </a:lnTo>
                  <a:lnTo>
                    <a:pt x="318962" y="97107"/>
                  </a:lnTo>
                  <a:lnTo>
                    <a:pt x="316672" y="92342"/>
                  </a:lnTo>
                  <a:lnTo>
                    <a:pt x="314232" y="87652"/>
                  </a:lnTo>
                  <a:lnTo>
                    <a:pt x="311646" y="83041"/>
                  </a:lnTo>
                  <a:lnTo>
                    <a:pt x="308915" y="78515"/>
                  </a:lnTo>
                  <a:lnTo>
                    <a:pt x="306042" y="74077"/>
                  </a:lnTo>
                  <a:lnTo>
                    <a:pt x="303030" y="69732"/>
                  </a:lnTo>
                  <a:lnTo>
                    <a:pt x="299882" y="65485"/>
                  </a:lnTo>
                  <a:lnTo>
                    <a:pt x="296601" y="61339"/>
                  </a:lnTo>
                  <a:lnTo>
                    <a:pt x="293191" y="57299"/>
                  </a:lnTo>
                  <a:lnTo>
                    <a:pt x="289655" y="53369"/>
                  </a:lnTo>
                  <a:lnTo>
                    <a:pt x="285997" y="49553"/>
                  </a:lnTo>
                  <a:lnTo>
                    <a:pt x="282220" y="45854"/>
                  </a:lnTo>
                  <a:lnTo>
                    <a:pt x="278327" y="42276"/>
                  </a:lnTo>
                  <a:lnTo>
                    <a:pt x="274324" y="38824"/>
                  </a:lnTo>
                  <a:lnTo>
                    <a:pt x="270213" y="35499"/>
                  </a:lnTo>
                  <a:lnTo>
                    <a:pt x="265999" y="32307"/>
                  </a:lnTo>
                  <a:lnTo>
                    <a:pt x="261686" y="29249"/>
                  </a:lnTo>
                  <a:lnTo>
                    <a:pt x="257279" y="26329"/>
                  </a:lnTo>
                  <a:lnTo>
                    <a:pt x="252782" y="23550"/>
                  </a:lnTo>
                  <a:lnTo>
                    <a:pt x="248199" y="20915"/>
                  </a:lnTo>
                  <a:lnTo>
                    <a:pt x="243535" y="18426"/>
                  </a:lnTo>
                  <a:lnTo>
                    <a:pt x="238794" y="16085"/>
                  </a:lnTo>
                  <a:lnTo>
                    <a:pt x="233982" y="13896"/>
                  </a:lnTo>
                  <a:lnTo>
                    <a:pt x="229103" y="11860"/>
                  </a:lnTo>
                  <a:lnTo>
                    <a:pt x="224163" y="9979"/>
                  </a:lnTo>
                  <a:lnTo>
                    <a:pt x="219165" y="8255"/>
                  </a:lnTo>
                  <a:lnTo>
                    <a:pt x="214115" y="6690"/>
                  </a:lnTo>
                  <a:lnTo>
                    <a:pt x="209018" y="5286"/>
                  </a:lnTo>
                  <a:lnTo>
                    <a:pt x="203880" y="4043"/>
                  </a:lnTo>
                  <a:lnTo>
                    <a:pt x="198704" y="2964"/>
                  </a:lnTo>
                  <a:lnTo>
                    <a:pt x="193497" y="2049"/>
                  </a:lnTo>
                  <a:lnTo>
                    <a:pt x="188264" y="1299"/>
                  </a:lnTo>
                  <a:lnTo>
                    <a:pt x="183010" y="715"/>
                  </a:lnTo>
                  <a:lnTo>
                    <a:pt x="177740" y="297"/>
                  </a:lnTo>
                  <a:lnTo>
                    <a:pt x="172459" y="46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5292" cy="167167"/>
            </a:xfrm>
            <a:custGeom>
              <a:avLst/>
              <a:pathLst>
                <a:path w="5292" h="167167">
                  <a:moveTo>
                    <a:pt x="5292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797334" y="5269756"/>
              <a:ext cx="167167" cy="224495"/>
            </a:xfrm>
            <a:custGeom>
              <a:avLst/>
              <a:pathLst>
                <a:path w="167167" h="224495">
                  <a:moveTo>
                    <a:pt x="167167" y="0"/>
                  </a:moveTo>
                  <a:lnTo>
                    <a:pt x="161816" y="85"/>
                  </a:lnTo>
                  <a:lnTo>
                    <a:pt x="156470" y="342"/>
                  </a:lnTo>
                  <a:lnTo>
                    <a:pt x="151136" y="770"/>
                  </a:lnTo>
                  <a:lnTo>
                    <a:pt x="145818" y="1368"/>
                  </a:lnTo>
                  <a:lnTo>
                    <a:pt x="140522" y="2137"/>
                  </a:lnTo>
                  <a:lnTo>
                    <a:pt x="135253" y="3074"/>
                  </a:lnTo>
                  <a:lnTo>
                    <a:pt x="130017" y="4180"/>
                  </a:lnTo>
                  <a:lnTo>
                    <a:pt x="124820" y="5452"/>
                  </a:lnTo>
                  <a:lnTo>
                    <a:pt x="119665" y="6890"/>
                  </a:lnTo>
                  <a:lnTo>
                    <a:pt x="114559" y="8493"/>
                  </a:lnTo>
                  <a:lnTo>
                    <a:pt x="109507" y="10258"/>
                  </a:lnTo>
                  <a:lnTo>
                    <a:pt x="104514" y="12184"/>
                  </a:lnTo>
                  <a:lnTo>
                    <a:pt x="99586" y="14269"/>
                  </a:lnTo>
                  <a:lnTo>
                    <a:pt x="94726" y="16511"/>
                  </a:lnTo>
                  <a:lnTo>
                    <a:pt x="89941" y="18906"/>
                  </a:lnTo>
                  <a:lnTo>
                    <a:pt x="85235" y="21454"/>
                  </a:lnTo>
                  <a:lnTo>
                    <a:pt x="80613" y="24151"/>
                  </a:lnTo>
                  <a:lnTo>
                    <a:pt x="76080" y="26995"/>
                  </a:lnTo>
                  <a:lnTo>
                    <a:pt x="71640" y="29983"/>
                  </a:lnTo>
                  <a:lnTo>
                    <a:pt x="67297" y="33111"/>
                  </a:lnTo>
                  <a:lnTo>
                    <a:pt x="63058" y="36376"/>
                  </a:lnTo>
                  <a:lnTo>
                    <a:pt x="58925" y="39775"/>
                  </a:lnTo>
                  <a:lnTo>
                    <a:pt x="54902" y="43305"/>
                  </a:lnTo>
                  <a:lnTo>
                    <a:pt x="50995" y="46962"/>
                  </a:lnTo>
                  <a:lnTo>
                    <a:pt x="47207" y="50742"/>
                  </a:lnTo>
                  <a:lnTo>
                    <a:pt x="43542" y="54642"/>
                  </a:lnTo>
                  <a:lnTo>
                    <a:pt x="40004" y="58656"/>
                  </a:lnTo>
                  <a:lnTo>
                    <a:pt x="36596" y="62782"/>
                  </a:lnTo>
                  <a:lnTo>
                    <a:pt x="33321" y="67015"/>
                  </a:lnTo>
                  <a:lnTo>
                    <a:pt x="30184" y="71351"/>
                  </a:lnTo>
                  <a:lnTo>
                    <a:pt x="27187" y="75784"/>
                  </a:lnTo>
                  <a:lnTo>
                    <a:pt x="24334" y="80312"/>
                  </a:lnTo>
                  <a:lnTo>
                    <a:pt x="21627" y="84928"/>
                  </a:lnTo>
                  <a:lnTo>
                    <a:pt x="19069" y="89629"/>
                  </a:lnTo>
                  <a:lnTo>
                    <a:pt x="16663" y="94409"/>
                  </a:lnTo>
                  <a:lnTo>
                    <a:pt x="14412" y="99263"/>
                  </a:lnTo>
                  <a:lnTo>
                    <a:pt x="12316" y="104188"/>
                  </a:lnTo>
                  <a:lnTo>
                    <a:pt x="10380" y="109176"/>
                  </a:lnTo>
                  <a:lnTo>
                    <a:pt x="8604" y="114225"/>
                  </a:lnTo>
                  <a:lnTo>
                    <a:pt x="6991" y="119327"/>
                  </a:lnTo>
                  <a:lnTo>
                    <a:pt x="5542" y="124479"/>
                  </a:lnTo>
                  <a:lnTo>
                    <a:pt x="4258" y="129674"/>
                  </a:lnTo>
                  <a:lnTo>
                    <a:pt x="3141" y="134908"/>
                  </a:lnTo>
                  <a:lnTo>
                    <a:pt x="2193" y="140174"/>
                  </a:lnTo>
                  <a:lnTo>
                    <a:pt x="1413" y="145469"/>
                  </a:lnTo>
                  <a:lnTo>
                    <a:pt x="804" y="150785"/>
                  </a:lnTo>
                  <a:lnTo>
                    <a:pt x="365" y="156119"/>
                  </a:lnTo>
                  <a:lnTo>
                    <a:pt x="96" y="161463"/>
                  </a:lnTo>
                  <a:lnTo>
                    <a:pt x="0" y="166814"/>
                  </a:lnTo>
                  <a:lnTo>
                    <a:pt x="74" y="172165"/>
                  </a:lnTo>
                  <a:lnTo>
                    <a:pt x="319" y="177511"/>
                  </a:lnTo>
                  <a:lnTo>
                    <a:pt x="736" y="182846"/>
                  </a:lnTo>
                  <a:lnTo>
                    <a:pt x="1323" y="188165"/>
                  </a:lnTo>
                  <a:lnTo>
                    <a:pt x="2080" y="193463"/>
                  </a:lnTo>
                  <a:lnTo>
                    <a:pt x="3007" y="198734"/>
                  </a:lnTo>
                  <a:lnTo>
                    <a:pt x="4101" y="203972"/>
                  </a:lnTo>
                  <a:lnTo>
                    <a:pt x="5363" y="209173"/>
                  </a:lnTo>
                  <a:lnTo>
                    <a:pt x="6790" y="214330"/>
                  </a:lnTo>
                  <a:lnTo>
                    <a:pt x="8382" y="219439"/>
                  </a:lnTo>
                  <a:lnTo>
                    <a:pt x="10137" y="22449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807471" y="5269756"/>
              <a:ext cx="324188" cy="334325"/>
            </a:xfrm>
            <a:custGeom>
              <a:avLst/>
              <a:pathLst>
                <a:path w="324188" h="334325">
                  <a:moveTo>
                    <a:pt x="0" y="224495"/>
                  </a:moveTo>
                  <a:lnTo>
                    <a:pt x="1904" y="229465"/>
                  </a:lnTo>
                  <a:lnTo>
                    <a:pt x="3966" y="234372"/>
                  </a:lnTo>
                  <a:lnTo>
                    <a:pt x="6183" y="239211"/>
                  </a:lnTo>
                  <a:lnTo>
                    <a:pt x="8554" y="243977"/>
                  </a:lnTo>
                  <a:lnTo>
                    <a:pt x="11074" y="248665"/>
                  </a:lnTo>
                  <a:lnTo>
                    <a:pt x="13743" y="253271"/>
                  </a:lnTo>
                  <a:lnTo>
                    <a:pt x="16557" y="257789"/>
                  </a:lnTo>
                  <a:lnTo>
                    <a:pt x="19513" y="262215"/>
                  </a:lnTo>
                  <a:lnTo>
                    <a:pt x="22609" y="266545"/>
                  </a:lnTo>
                  <a:lnTo>
                    <a:pt x="25841" y="270774"/>
                  </a:lnTo>
                  <a:lnTo>
                    <a:pt x="29206" y="274898"/>
                  </a:lnTo>
                  <a:lnTo>
                    <a:pt x="32700" y="278913"/>
                  </a:lnTo>
                  <a:lnTo>
                    <a:pt x="36321" y="282815"/>
                  </a:lnTo>
                  <a:lnTo>
                    <a:pt x="40064" y="286599"/>
                  </a:lnTo>
                  <a:lnTo>
                    <a:pt x="43925" y="290262"/>
                  </a:lnTo>
                  <a:lnTo>
                    <a:pt x="47902" y="293801"/>
                  </a:lnTo>
                  <a:lnTo>
                    <a:pt x="51989" y="297211"/>
                  </a:lnTo>
                  <a:lnTo>
                    <a:pt x="56182" y="300489"/>
                  </a:lnTo>
                  <a:lnTo>
                    <a:pt x="60478" y="303632"/>
                  </a:lnTo>
                  <a:lnTo>
                    <a:pt x="64871" y="306637"/>
                  </a:lnTo>
                  <a:lnTo>
                    <a:pt x="69358" y="309500"/>
                  </a:lnTo>
                  <a:lnTo>
                    <a:pt x="73934" y="312219"/>
                  </a:lnTo>
                  <a:lnTo>
                    <a:pt x="78594" y="314791"/>
                  </a:lnTo>
                  <a:lnTo>
                    <a:pt x="83334" y="317213"/>
                  </a:lnTo>
                  <a:lnTo>
                    <a:pt x="88148" y="319483"/>
                  </a:lnTo>
                  <a:lnTo>
                    <a:pt x="93032" y="321599"/>
                  </a:lnTo>
                  <a:lnTo>
                    <a:pt x="97981" y="323558"/>
                  </a:lnTo>
                  <a:lnTo>
                    <a:pt x="102990" y="325359"/>
                  </a:lnTo>
                  <a:lnTo>
                    <a:pt x="108054" y="326999"/>
                  </a:lnTo>
                  <a:lnTo>
                    <a:pt x="113167" y="328477"/>
                  </a:lnTo>
                  <a:lnTo>
                    <a:pt x="118325" y="329792"/>
                  </a:lnTo>
                  <a:lnTo>
                    <a:pt x="123522" y="330942"/>
                  </a:lnTo>
                  <a:lnTo>
                    <a:pt x="128753" y="331925"/>
                  </a:lnTo>
                  <a:lnTo>
                    <a:pt x="134013" y="332742"/>
                  </a:lnTo>
                  <a:lnTo>
                    <a:pt x="139296" y="333391"/>
                  </a:lnTo>
                  <a:lnTo>
                    <a:pt x="144597" y="333871"/>
                  </a:lnTo>
                  <a:lnTo>
                    <a:pt x="149910" y="334183"/>
                  </a:lnTo>
                  <a:lnTo>
                    <a:pt x="155231" y="334325"/>
                  </a:lnTo>
                  <a:lnTo>
                    <a:pt x="160554" y="334297"/>
                  </a:lnTo>
                  <a:lnTo>
                    <a:pt x="165873" y="334100"/>
                  </a:lnTo>
                  <a:lnTo>
                    <a:pt x="171183" y="333734"/>
                  </a:lnTo>
                  <a:lnTo>
                    <a:pt x="176479" y="333199"/>
                  </a:lnTo>
                  <a:lnTo>
                    <a:pt x="181755" y="332496"/>
                  </a:lnTo>
                  <a:lnTo>
                    <a:pt x="187006" y="331625"/>
                  </a:lnTo>
                  <a:lnTo>
                    <a:pt x="192226" y="330587"/>
                  </a:lnTo>
                  <a:lnTo>
                    <a:pt x="197411" y="329384"/>
                  </a:lnTo>
                  <a:lnTo>
                    <a:pt x="202555" y="328016"/>
                  </a:lnTo>
                  <a:lnTo>
                    <a:pt x="207653" y="326485"/>
                  </a:lnTo>
                  <a:lnTo>
                    <a:pt x="212699" y="324793"/>
                  </a:lnTo>
                  <a:lnTo>
                    <a:pt x="217689" y="322940"/>
                  </a:lnTo>
                  <a:lnTo>
                    <a:pt x="222618" y="320930"/>
                  </a:lnTo>
                  <a:lnTo>
                    <a:pt x="227480" y="318764"/>
                  </a:lnTo>
                  <a:lnTo>
                    <a:pt x="232270" y="316444"/>
                  </a:lnTo>
                  <a:lnTo>
                    <a:pt x="236985" y="313973"/>
                  </a:lnTo>
                  <a:lnTo>
                    <a:pt x="241618" y="311353"/>
                  </a:lnTo>
                  <a:lnTo>
                    <a:pt x="246166" y="308587"/>
                  </a:lnTo>
                  <a:lnTo>
                    <a:pt x="250623" y="305678"/>
                  </a:lnTo>
                  <a:lnTo>
                    <a:pt x="254985" y="302628"/>
                  </a:lnTo>
                  <a:lnTo>
                    <a:pt x="259248" y="299441"/>
                  </a:lnTo>
                  <a:lnTo>
                    <a:pt x="263407" y="296119"/>
                  </a:lnTo>
                  <a:lnTo>
                    <a:pt x="267459" y="292667"/>
                  </a:lnTo>
                  <a:lnTo>
                    <a:pt x="271398" y="289088"/>
                  </a:lnTo>
                  <a:lnTo>
                    <a:pt x="275222" y="285385"/>
                  </a:lnTo>
                  <a:lnTo>
                    <a:pt x="278926" y="281562"/>
                  </a:lnTo>
                  <a:lnTo>
                    <a:pt x="282506" y="277624"/>
                  </a:lnTo>
                  <a:lnTo>
                    <a:pt x="285959" y="273573"/>
                  </a:lnTo>
                  <a:lnTo>
                    <a:pt x="289281" y="269414"/>
                  </a:lnTo>
                  <a:lnTo>
                    <a:pt x="292469" y="265152"/>
                  </a:lnTo>
                  <a:lnTo>
                    <a:pt x="295520" y="260790"/>
                  </a:lnTo>
                  <a:lnTo>
                    <a:pt x="298430" y="256334"/>
                  </a:lnTo>
                  <a:lnTo>
                    <a:pt x="301198" y="251787"/>
                  </a:lnTo>
                  <a:lnTo>
                    <a:pt x="303818" y="247154"/>
                  </a:lnTo>
                  <a:lnTo>
                    <a:pt x="306291" y="242440"/>
                  </a:lnTo>
                  <a:lnTo>
                    <a:pt x="308611" y="237650"/>
                  </a:lnTo>
                  <a:lnTo>
                    <a:pt x="310778" y="232789"/>
                  </a:lnTo>
                  <a:lnTo>
                    <a:pt x="312790" y="227861"/>
                  </a:lnTo>
                  <a:lnTo>
                    <a:pt x="314643" y="222871"/>
                  </a:lnTo>
                  <a:lnTo>
                    <a:pt x="316337" y="217825"/>
                  </a:lnTo>
                  <a:lnTo>
                    <a:pt x="317869" y="212727"/>
                  </a:lnTo>
                  <a:lnTo>
                    <a:pt x="319238" y="207584"/>
                  </a:lnTo>
                  <a:lnTo>
                    <a:pt x="320442" y="202399"/>
                  </a:lnTo>
                  <a:lnTo>
                    <a:pt x="321481" y="197179"/>
                  </a:lnTo>
                  <a:lnTo>
                    <a:pt x="322353" y="191928"/>
                  </a:lnTo>
                  <a:lnTo>
                    <a:pt x="323058" y="186652"/>
                  </a:lnTo>
                  <a:lnTo>
                    <a:pt x="323594" y="181357"/>
                  </a:lnTo>
                  <a:lnTo>
                    <a:pt x="323961" y="176046"/>
                  </a:lnTo>
                  <a:lnTo>
                    <a:pt x="324159" y="170727"/>
                  </a:lnTo>
                  <a:lnTo>
                    <a:pt x="324188" y="165405"/>
                  </a:lnTo>
                  <a:lnTo>
                    <a:pt x="324047" y="160084"/>
                  </a:lnTo>
                  <a:lnTo>
                    <a:pt x="323737" y="154770"/>
                  </a:lnTo>
                  <a:lnTo>
                    <a:pt x="323258" y="149469"/>
                  </a:lnTo>
                  <a:lnTo>
                    <a:pt x="322610" y="144186"/>
                  </a:lnTo>
                  <a:lnTo>
                    <a:pt x="321794" y="138926"/>
                  </a:lnTo>
                  <a:lnTo>
                    <a:pt x="320812" y="133695"/>
                  </a:lnTo>
                  <a:lnTo>
                    <a:pt x="319663" y="128498"/>
                  </a:lnTo>
                  <a:lnTo>
                    <a:pt x="318349" y="123340"/>
                  </a:lnTo>
                  <a:lnTo>
                    <a:pt x="316872" y="118226"/>
                  </a:lnTo>
                  <a:lnTo>
                    <a:pt x="315233" y="113162"/>
                  </a:lnTo>
                  <a:lnTo>
                    <a:pt x="313434" y="108153"/>
                  </a:lnTo>
                  <a:lnTo>
                    <a:pt x="311476" y="103203"/>
                  </a:lnTo>
                  <a:lnTo>
                    <a:pt x="309361" y="98319"/>
                  </a:lnTo>
                  <a:lnTo>
                    <a:pt x="307092" y="93504"/>
                  </a:lnTo>
                  <a:lnTo>
                    <a:pt x="304671" y="88764"/>
                  </a:lnTo>
                  <a:lnTo>
                    <a:pt x="302100" y="84103"/>
                  </a:lnTo>
                  <a:lnTo>
                    <a:pt x="299382" y="79527"/>
                  </a:lnTo>
                  <a:lnTo>
                    <a:pt x="296519" y="75039"/>
                  </a:lnTo>
                  <a:lnTo>
                    <a:pt x="293516" y="70645"/>
                  </a:lnTo>
                  <a:lnTo>
                    <a:pt x="290373" y="66348"/>
                  </a:lnTo>
                  <a:lnTo>
                    <a:pt x="287096" y="62154"/>
                  </a:lnTo>
                  <a:lnTo>
                    <a:pt x="283687" y="58067"/>
                  </a:lnTo>
                  <a:lnTo>
                    <a:pt x="280149" y="54090"/>
                  </a:lnTo>
                  <a:lnTo>
                    <a:pt x="276487" y="50227"/>
                  </a:lnTo>
                  <a:lnTo>
                    <a:pt x="272703" y="46483"/>
                  </a:lnTo>
                  <a:lnTo>
                    <a:pt x="268803" y="42862"/>
                  </a:lnTo>
                  <a:lnTo>
                    <a:pt x="264789" y="39367"/>
                  </a:lnTo>
                  <a:lnTo>
                    <a:pt x="260665" y="36001"/>
                  </a:lnTo>
                  <a:lnTo>
                    <a:pt x="256437" y="32768"/>
                  </a:lnTo>
                  <a:lnTo>
                    <a:pt x="252108" y="29671"/>
                  </a:lnTo>
                  <a:lnTo>
                    <a:pt x="247682" y="26714"/>
                  </a:lnTo>
                  <a:lnTo>
                    <a:pt x="243165" y="23899"/>
                  </a:lnTo>
                  <a:lnTo>
                    <a:pt x="238560" y="21229"/>
                  </a:lnTo>
                  <a:lnTo>
                    <a:pt x="233872" y="18708"/>
                  </a:lnTo>
                  <a:lnTo>
                    <a:pt x="229107" y="16337"/>
                  </a:lnTo>
                  <a:lnTo>
                    <a:pt x="224268" y="14118"/>
                  </a:lnTo>
                  <a:lnTo>
                    <a:pt x="219362" y="12055"/>
                  </a:lnTo>
                  <a:lnTo>
                    <a:pt x="214392" y="10149"/>
                  </a:lnTo>
                  <a:lnTo>
                    <a:pt x="209364" y="8403"/>
                  </a:lnTo>
                  <a:lnTo>
                    <a:pt x="204283" y="6817"/>
                  </a:lnTo>
                  <a:lnTo>
                    <a:pt x="199154" y="5394"/>
                  </a:lnTo>
                  <a:lnTo>
                    <a:pt x="193982" y="4135"/>
                  </a:lnTo>
                  <a:lnTo>
                    <a:pt x="188773" y="3041"/>
                  </a:lnTo>
                  <a:lnTo>
                    <a:pt x="183532" y="2114"/>
                  </a:lnTo>
                  <a:lnTo>
                    <a:pt x="178264" y="1354"/>
                  </a:lnTo>
                  <a:lnTo>
                    <a:pt x="172974" y="762"/>
                  </a:lnTo>
                  <a:lnTo>
                    <a:pt x="167668" y="338"/>
                  </a:lnTo>
                  <a:lnTo>
                    <a:pt x="162352" y="84"/>
                  </a:lnTo>
                  <a:lnTo>
                    <a:pt x="157030" y="0"/>
                  </a:lnTo>
                  <a:lnTo>
                    <a:pt x="15703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70946" y="5399291"/>
              <a:ext cx="15269" cy="167167"/>
            </a:xfrm>
            <a:custGeom>
              <a:avLst/>
              <a:pathLst>
                <a:path w="15269" h="167167">
                  <a:moveTo>
                    <a:pt x="15269" y="0"/>
                  </a:moveTo>
                  <a:lnTo>
                    <a:pt x="0" y="698"/>
                  </a:lnTo>
                  <a:lnTo>
                    <a:pt x="1526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70946" y="5399990"/>
              <a:ext cx="15269" cy="166468"/>
            </a:xfrm>
            <a:custGeom>
              <a:avLst/>
              <a:pathLst>
                <a:path w="15269" h="166468">
                  <a:moveTo>
                    <a:pt x="0" y="0"/>
                  </a:moveTo>
                  <a:lnTo>
                    <a:pt x="15269" y="1664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70946" y="5399990"/>
              <a:ext cx="15269" cy="166468"/>
            </a:xfrm>
            <a:custGeom>
              <a:avLst/>
              <a:pathLst>
                <a:path w="15269" h="166468">
                  <a:moveTo>
                    <a:pt x="0" y="0"/>
                  </a:moveTo>
                  <a:lnTo>
                    <a:pt x="15269" y="1664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70946" y="5399990"/>
              <a:ext cx="15269" cy="166468"/>
            </a:xfrm>
            <a:custGeom>
              <a:avLst/>
              <a:pathLst>
                <a:path w="15269" h="166468">
                  <a:moveTo>
                    <a:pt x="0" y="0"/>
                  </a:moveTo>
                  <a:lnTo>
                    <a:pt x="15269" y="1664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70946" y="5399990"/>
              <a:ext cx="15269" cy="166468"/>
            </a:xfrm>
            <a:custGeom>
              <a:avLst/>
              <a:pathLst>
                <a:path w="15269" h="166468">
                  <a:moveTo>
                    <a:pt x="0" y="0"/>
                  </a:moveTo>
                  <a:lnTo>
                    <a:pt x="15269" y="1664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70946" y="5399990"/>
              <a:ext cx="15269" cy="166468"/>
            </a:xfrm>
            <a:custGeom>
              <a:avLst/>
              <a:pathLst>
                <a:path w="15269" h="166468">
                  <a:moveTo>
                    <a:pt x="0" y="0"/>
                  </a:moveTo>
                  <a:lnTo>
                    <a:pt x="15269" y="1664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70946" y="5399990"/>
              <a:ext cx="15269" cy="166468"/>
            </a:xfrm>
            <a:custGeom>
              <a:avLst/>
              <a:pathLst>
                <a:path w="15269" h="166468">
                  <a:moveTo>
                    <a:pt x="0" y="0"/>
                  </a:moveTo>
                  <a:lnTo>
                    <a:pt x="15269" y="1664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319057" y="5399990"/>
              <a:ext cx="334321" cy="333631"/>
            </a:xfrm>
            <a:custGeom>
              <a:avLst/>
              <a:pathLst>
                <a:path w="334321" h="333631">
                  <a:moveTo>
                    <a:pt x="151888" y="0"/>
                  </a:moveTo>
                  <a:lnTo>
                    <a:pt x="146620" y="567"/>
                  </a:lnTo>
                  <a:lnTo>
                    <a:pt x="141372" y="1301"/>
                  </a:lnTo>
                  <a:lnTo>
                    <a:pt x="136151" y="2202"/>
                  </a:lnTo>
                  <a:lnTo>
                    <a:pt x="130960" y="3267"/>
                  </a:lnTo>
                  <a:lnTo>
                    <a:pt x="125806" y="4496"/>
                  </a:lnTo>
                  <a:lnTo>
                    <a:pt x="120693" y="5888"/>
                  </a:lnTo>
                  <a:lnTo>
                    <a:pt x="115627" y="7441"/>
                  </a:lnTo>
                  <a:lnTo>
                    <a:pt x="110613" y="9154"/>
                  </a:lnTo>
                  <a:lnTo>
                    <a:pt x="105655" y="11026"/>
                  </a:lnTo>
                  <a:lnTo>
                    <a:pt x="100760" y="13053"/>
                  </a:lnTo>
                  <a:lnTo>
                    <a:pt x="95931" y="15234"/>
                  </a:lnTo>
                  <a:lnTo>
                    <a:pt x="91173" y="17568"/>
                  </a:lnTo>
                  <a:lnTo>
                    <a:pt x="86492" y="20051"/>
                  </a:lnTo>
                  <a:lnTo>
                    <a:pt x="81892" y="22681"/>
                  </a:lnTo>
                  <a:lnTo>
                    <a:pt x="77378" y="25456"/>
                  </a:lnTo>
                  <a:lnTo>
                    <a:pt x="72954" y="28372"/>
                  </a:lnTo>
                  <a:lnTo>
                    <a:pt x="68624" y="31427"/>
                  </a:lnTo>
                  <a:lnTo>
                    <a:pt x="64394" y="34618"/>
                  </a:lnTo>
                  <a:lnTo>
                    <a:pt x="60267" y="37941"/>
                  </a:lnTo>
                  <a:lnTo>
                    <a:pt x="56247" y="41393"/>
                  </a:lnTo>
                  <a:lnTo>
                    <a:pt x="52338" y="44971"/>
                  </a:lnTo>
                  <a:lnTo>
                    <a:pt x="48545" y="48671"/>
                  </a:lnTo>
                  <a:lnTo>
                    <a:pt x="44872" y="52490"/>
                  </a:lnTo>
                  <a:lnTo>
                    <a:pt x="41321" y="56423"/>
                  </a:lnTo>
                  <a:lnTo>
                    <a:pt x="37896" y="60466"/>
                  </a:lnTo>
                  <a:lnTo>
                    <a:pt x="34601" y="64616"/>
                  </a:lnTo>
                  <a:lnTo>
                    <a:pt x="31440" y="68869"/>
                  </a:lnTo>
                  <a:lnTo>
                    <a:pt x="28415" y="73219"/>
                  </a:lnTo>
                  <a:lnTo>
                    <a:pt x="25529" y="77663"/>
                  </a:lnTo>
                  <a:lnTo>
                    <a:pt x="22786" y="82196"/>
                  </a:lnTo>
                  <a:lnTo>
                    <a:pt x="20187" y="86815"/>
                  </a:lnTo>
                  <a:lnTo>
                    <a:pt x="17737" y="91513"/>
                  </a:lnTo>
                  <a:lnTo>
                    <a:pt x="15436" y="96286"/>
                  </a:lnTo>
                  <a:lnTo>
                    <a:pt x="13288" y="101130"/>
                  </a:lnTo>
                  <a:lnTo>
                    <a:pt x="11295" y="106039"/>
                  </a:lnTo>
                  <a:lnTo>
                    <a:pt x="9458" y="111010"/>
                  </a:lnTo>
                  <a:lnTo>
                    <a:pt x="7779" y="116036"/>
                  </a:lnTo>
                  <a:lnTo>
                    <a:pt x="6261" y="121112"/>
                  </a:lnTo>
                  <a:lnTo>
                    <a:pt x="4904" y="126234"/>
                  </a:lnTo>
                  <a:lnTo>
                    <a:pt x="3711" y="131397"/>
                  </a:lnTo>
                  <a:lnTo>
                    <a:pt x="2681" y="136595"/>
                  </a:lnTo>
                  <a:lnTo>
                    <a:pt x="1817" y="141823"/>
                  </a:lnTo>
                  <a:lnTo>
                    <a:pt x="1119" y="147075"/>
                  </a:lnTo>
                  <a:lnTo>
                    <a:pt x="588" y="152348"/>
                  </a:lnTo>
                  <a:lnTo>
                    <a:pt x="224" y="157634"/>
                  </a:lnTo>
                  <a:lnTo>
                    <a:pt x="28" y="162929"/>
                  </a:lnTo>
                  <a:lnTo>
                    <a:pt x="0" y="168228"/>
                  </a:lnTo>
                  <a:lnTo>
                    <a:pt x="139" y="173525"/>
                  </a:lnTo>
                  <a:lnTo>
                    <a:pt x="447" y="178815"/>
                  </a:lnTo>
                  <a:lnTo>
                    <a:pt x="922" y="184092"/>
                  </a:lnTo>
                  <a:lnTo>
                    <a:pt x="1564" y="189352"/>
                  </a:lnTo>
                  <a:lnTo>
                    <a:pt x="2372" y="194589"/>
                  </a:lnTo>
                  <a:lnTo>
                    <a:pt x="3346" y="199797"/>
                  </a:lnTo>
                  <a:lnTo>
                    <a:pt x="4485" y="204972"/>
                  </a:lnTo>
                  <a:lnTo>
                    <a:pt x="5787" y="210109"/>
                  </a:lnTo>
                  <a:lnTo>
                    <a:pt x="7251" y="215201"/>
                  </a:lnTo>
                  <a:lnTo>
                    <a:pt x="8876" y="220245"/>
                  </a:lnTo>
                  <a:lnTo>
                    <a:pt x="10660" y="225234"/>
                  </a:lnTo>
                  <a:lnTo>
                    <a:pt x="12601" y="230165"/>
                  </a:lnTo>
                  <a:lnTo>
                    <a:pt x="14698" y="235031"/>
                  </a:lnTo>
                  <a:lnTo>
                    <a:pt x="16947" y="239829"/>
                  </a:lnTo>
                  <a:lnTo>
                    <a:pt x="19348" y="244553"/>
                  </a:lnTo>
                  <a:lnTo>
                    <a:pt x="21897" y="249198"/>
                  </a:lnTo>
                  <a:lnTo>
                    <a:pt x="24592" y="253760"/>
                  </a:lnTo>
                  <a:lnTo>
                    <a:pt x="27430" y="258235"/>
                  </a:lnTo>
                  <a:lnTo>
                    <a:pt x="30409" y="262617"/>
                  </a:lnTo>
                  <a:lnTo>
                    <a:pt x="33525" y="266903"/>
                  </a:lnTo>
                  <a:lnTo>
                    <a:pt x="36775" y="271088"/>
                  </a:lnTo>
                  <a:lnTo>
                    <a:pt x="40156" y="275168"/>
                  </a:lnTo>
                  <a:lnTo>
                    <a:pt x="43665" y="279138"/>
                  </a:lnTo>
                  <a:lnTo>
                    <a:pt x="47298" y="282996"/>
                  </a:lnTo>
                  <a:lnTo>
                    <a:pt x="51052" y="286736"/>
                  </a:lnTo>
                  <a:lnTo>
                    <a:pt x="54922" y="290355"/>
                  </a:lnTo>
                  <a:lnTo>
                    <a:pt x="58904" y="293850"/>
                  </a:lnTo>
                  <a:lnTo>
                    <a:pt x="62996" y="297217"/>
                  </a:lnTo>
                  <a:lnTo>
                    <a:pt x="67192" y="300453"/>
                  </a:lnTo>
                  <a:lnTo>
                    <a:pt x="71489" y="303554"/>
                  </a:lnTo>
                  <a:lnTo>
                    <a:pt x="75882" y="306517"/>
                  </a:lnTo>
                  <a:lnTo>
                    <a:pt x="80366" y="309339"/>
                  </a:lnTo>
                  <a:lnTo>
                    <a:pt x="84938" y="312018"/>
                  </a:lnTo>
                  <a:lnTo>
                    <a:pt x="89592" y="314551"/>
                  </a:lnTo>
                  <a:lnTo>
                    <a:pt x="94325" y="316935"/>
                  </a:lnTo>
                  <a:lnTo>
                    <a:pt x="99130" y="319168"/>
                  </a:lnTo>
                  <a:lnTo>
                    <a:pt x="104004" y="321247"/>
                  </a:lnTo>
                  <a:lnTo>
                    <a:pt x="108941" y="323171"/>
                  </a:lnTo>
                  <a:lnTo>
                    <a:pt x="113937" y="324937"/>
                  </a:lnTo>
                  <a:lnTo>
                    <a:pt x="118986" y="326545"/>
                  </a:lnTo>
                  <a:lnTo>
                    <a:pt x="124084" y="327991"/>
                  </a:lnTo>
                  <a:lnTo>
                    <a:pt x="129225" y="329275"/>
                  </a:lnTo>
                  <a:lnTo>
                    <a:pt x="134404" y="330395"/>
                  </a:lnTo>
                  <a:lnTo>
                    <a:pt x="139615" y="331351"/>
                  </a:lnTo>
                  <a:lnTo>
                    <a:pt x="144855" y="332141"/>
                  </a:lnTo>
                  <a:lnTo>
                    <a:pt x="150117" y="332765"/>
                  </a:lnTo>
                  <a:lnTo>
                    <a:pt x="155396" y="333221"/>
                  </a:lnTo>
                  <a:lnTo>
                    <a:pt x="160687" y="333510"/>
                  </a:lnTo>
                  <a:lnTo>
                    <a:pt x="165985" y="333631"/>
                  </a:lnTo>
                  <a:lnTo>
                    <a:pt x="171283" y="333585"/>
                  </a:lnTo>
                  <a:lnTo>
                    <a:pt x="176578" y="333370"/>
                  </a:lnTo>
                  <a:lnTo>
                    <a:pt x="181863" y="332988"/>
                  </a:lnTo>
                  <a:lnTo>
                    <a:pt x="187133" y="332438"/>
                  </a:lnTo>
                  <a:lnTo>
                    <a:pt x="192383" y="331721"/>
                  </a:lnTo>
                  <a:lnTo>
                    <a:pt x="197608" y="330839"/>
                  </a:lnTo>
                  <a:lnTo>
                    <a:pt x="202802" y="329791"/>
                  </a:lnTo>
                  <a:lnTo>
                    <a:pt x="207961" y="328579"/>
                  </a:lnTo>
                  <a:lnTo>
                    <a:pt x="213078" y="327205"/>
                  </a:lnTo>
                  <a:lnTo>
                    <a:pt x="218149" y="325669"/>
                  </a:lnTo>
                  <a:lnTo>
                    <a:pt x="223169" y="323973"/>
                  </a:lnTo>
                  <a:lnTo>
                    <a:pt x="228133" y="322118"/>
                  </a:lnTo>
                  <a:lnTo>
                    <a:pt x="233035" y="320108"/>
                  </a:lnTo>
                  <a:lnTo>
                    <a:pt x="237872" y="317942"/>
                  </a:lnTo>
                  <a:lnTo>
                    <a:pt x="242637" y="315625"/>
                  </a:lnTo>
                  <a:lnTo>
                    <a:pt x="247326" y="313158"/>
                  </a:lnTo>
                  <a:lnTo>
                    <a:pt x="251935" y="310543"/>
                  </a:lnTo>
                  <a:lnTo>
                    <a:pt x="256459" y="307784"/>
                  </a:lnTo>
                  <a:lnTo>
                    <a:pt x="260893" y="304883"/>
                  </a:lnTo>
                  <a:lnTo>
                    <a:pt x="265233" y="301843"/>
                  </a:lnTo>
                  <a:lnTo>
                    <a:pt x="269474" y="298666"/>
                  </a:lnTo>
                  <a:lnTo>
                    <a:pt x="273613" y="295357"/>
                  </a:lnTo>
                  <a:lnTo>
                    <a:pt x="277644" y="291918"/>
                  </a:lnTo>
                  <a:lnTo>
                    <a:pt x="281564" y="288353"/>
                  </a:lnTo>
                  <a:lnTo>
                    <a:pt x="285370" y="284666"/>
                  </a:lnTo>
                  <a:lnTo>
                    <a:pt x="289057" y="280860"/>
                  </a:lnTo>
                  <a:lnTo>
                    <a:pt x="292621" y="276939"/>
                  </a:lnTo>
                  <a:lnTo>
                    <a:pt x="296059" y="272908"/>
                  </a:lnTo>
                  <a:lnTo>
                    <a:pt x="299368" y="268769"/>
                  </a:lnTo>
                  <a:lnTo>
                    <a:pt x="302544" y="264527"/>
                  </a:lnTo>
                  <a:lnTo>
                    <a:pt x="305584" y="260187"/>
                  </a:lnTo>
                  <a:lnTo>
                    <a:pt x="308484" y="255753"/>
                  </a:lnTo>
                  <a:lnTo>
                    <a:pt x="311243" y="251229"/>
                  </a:lnTo>
                  <a:lnTo>
                    <a:pt x="313857" y="246619"/>
                  </a:lnTo>
                  <a:lnTo>
                    <a:pt x="316324" y="241930"/>
                  </a:lnTo>
                  <a:lnTo>
                    <a:pt x="318640" y="237164"/>
                  </a:lnTo>
                  <a:lnTo>
                    <a:pt x="320805" y="232328"/>
                  </a:lnTo>
                  <a:lnTo>
                    <a:pt x="322815" y="227425"/>
                  </a:lnTo>
                  <a:lnTo>
                    <a:pt x="324669" y="222461"/>
                  </a:lnTo>
                  <a:lnTo>
                    <a:pt x="326364" y="217441"/>
                  </a:lnTo>
                  <a:lnTo>
                    <a:pt x="327900" y="212369"/>
                  </a:lnTo>
                  <a:lnTo>
                    <a:pt x="329274" y="207252"/>
                  </a:lnTo>
                  <a:lnTo>
                    <a:pt x="330485" y="202093"/>
                  </a:lnTo>
                  <a:lnTo>
                    <a:pt x="331532" y="196899"/>
                  </a:lnTo>
                  <a:lnTo>
                    <a:pt x="332414" y="191674"/>
                  </a:lnTo>
                  <a:lnTo>
                    <a:pt x="333130" y="186423"/>
                  </a:lnTo>
                  <a:lnTo>
                    <a:pt x="333679" y="181153"/>
                  </a:lnTo>
                  <a:lnTo>
                    <a:pt x="334061" y="175868"/>
                  </a:lnTo>
                  <a:lnTo>
                    <a:pt x="334275" y="170574"/>
                  </a:lnTo>
                  <a:lnTo>
                    <a:pt x="334321" y="165275"/>
                  </a:lnTo>
                  <a:lnTo>
                    <a:pt x="334199" y="159978"/>
                  </a:lnTo>
                  <a:lnTo>
                    <a:pt x="333909" y="154687"/>
                  </a:lnTo>
                  <a:lnTo>
                    <a:pt x="333452" y="149408"/>
                  </a:lnTo>
                  <a:lnTo>
                    <a:pt x="332828" y="144146"/>
                  </a:lnTo>
                  <a:lnTo>
                    <a:pt x="332037" y="138906"/>
                  </a:lnTo>
                  <a:lnTo>
                    <a:pt x="331081" y="133694"/>
                  </a:lnTo>
                  <a:lnTo>
                    <a:pt x="329960" y="128516"/>
                  </a:lnTo>
                  <a:lnTo>
                    <a:pt x="328675" y="123375"/>
                  </a:lnTo>
                  <a:lnTo>
                    <a:pt x="327228" y="118277"/>
                  </a:lnTo>
                  <a:lnTo>
                    <a:pt x="325621" y="113228"/>
                  </a:lnTo>
                  <a:lnTo>
                    <a:pt x="323854" y="108233"/>
                  </a:lnTo>
                  <a:lnTo>
                    <a:pt x="321929" y="103296"/>
                  </a:lnTo>
                  <a:lnTo>
                    <a:pt x="319849" y="98422"/>
                  </a:lnTo>
                  <a:lnTo>
                    <a:pt x="317616" y="93617"/>
                  </a:lnTo>
                  <a:lnTo>
                    <a:pt x="315231" y="88885"/>
                  </a:lnTo>
                  <a:lnTo>
                    <a:pt x="312698" y="84231"/>
                  </a:lnTo>
                  <a:lnTo>
                    <a:pt x="310019" y="79660"/>
                  </a:lnTo>
                  <a:lnTo>
                    <a:pt x="307196" y="75175"/>
                  </a:lnTo>
                  <a:lnTo>
                    <a:pt x="304232" y="70783"/>
                  </a:lnTo>
                  <a:lnTo>
                    <a:pt x="301130" y="66487"/>
                  </a:lnTo>
                  <a:lnTo>
                    <a:pt x="297894" y="62291"/>
                  </a:lnTo>
                  <a:lnTo>
                    <a:pt x="294527" y="58200"/>
                  </a:lnTo>
                  <a:lnTo>
                    <a:pt x="291031" y="54217"/>
                  </a:lnTo>
                  <a:lnTo>
                    <a:pt x="287411" y="50348"/>
                  </a:lnTo>
                  <a:lnTo>
                    <a:pt x="283671" y="46595"/>
                  </a:lnTo>
                  <a:lnTo>
                    <a:pt x="279813" y="42962"/>
                  </a:lnTo>
                  <a:lnTo>
                    <a:pt x="275842" y="39454"/>
                  </a:lnTo>
                  <a:lnTo>
                    <a:pt x="271762" y="36073"/>
                  </a:lnTo>
                  <a:lnTo>
                    <a:pt x="267577" y="32823"/>
                  </a:lnTo>
                  <a:lnTo>
                    <a:pt x="263290" y="29708"/>
                  </a:lnTo>
                  <a:lnTo>
                    <a:pt x="258908" y="26729"/>
                  </a:lnTo>
                  <a:lnTo>
                    <a:pt x="254433" y="23892"/>
                  </a:lnTo>
                  <a:lnTo>
                    <a:pt x="249870" y="21197"/>
                  </a:lnTo>
                  <a:lnTo>
                    <a:pt x="245224" y="18649"/>
                  </a:lnTo>
                  <a:lnTo>
                    <a:pt x="240500" y="16249"/>
                  </a:lnTo>
                  <a:lnTo>
                    <a:pt x="235702" y="14000"/>
                  </a:lnTo>
                  <a:lnTo>
                    <a:pt x="230836" y="11904"/>
                  </a:lnTo>
                  <a:lnTo>
                    <a:pt x="225905" y="9963"/>
                  </a:lnTo>
                  <a:lnTo>
                    <a:pt x="220915" y="8180"/>
                  </a:lnTo>
                  <a:lnTo>
                    <a:pt x="215872" y="6556"/>
                  </a:lnTo>
                  <a:lnTo>
                    <a:pt x="210779" y="5092"/>
                  </a:lnTo>
                  <a:lnTo>
                    <a:pt x="205642" y="3791"/>
                  </a:lnTo>
                  <a:lnTo>
                    <a:pt x="200467" y="2653"/>
                  </a:lnTo>
                  <a:lnTo>
                    <a:pt x="195259" y="1679"/>
                  </a:lnTo>
                  <a:lnTo>
                    <a:pt x="190022" y="872"/>
                  </a:lnTo>
                  <a:lnTo>
                    <a:pt x="167158" y="1664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22863" cy="167167"/>
            </a:xfrm>
            <a:custGeom>
              <a:avLst/>
              <a:pathLst>
                <a:path w="22863" h="167167">
                  <a:moveTo>
                    <a:pt x="22863" y="1570"/>
                  </a:moveTo>
                  <a:lnTo>
                    <a:pt x="15269" y="698"/>
                  </a:lnTo>
                  <a:lnTo>
                    <a:pt x="7642" y="17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856390" y="5399291"/>
              <a:ext cx="167153" cy="246988"/>
            </a:xfrm>
            <a:custGeom>
              <a:avLst/>
              <a:pathLst>
                <a:path w="167153" h="246988">
                  <a:moveTo>
                    <a:pt x="167153" y="0"/>
                  </a:moveTo>
                  <a:lnTo>
                    <a:pt x="161751" y="87"/>
                  </a:lnTo>
                  <a:lnTo>
                    <a:pt x="156354" y="349"/>
                  </a:lnTo>
                  <a:lnTo>
                    <a:pt x="150969" y="785"/>
                  </a:lnTo>
                  <a:lnTo>
                    <a:pt x="145600" y="1395"/>
                  </a:lnTo>
                  <a:lnTo>
                    <a:pt x="140255" y="2178"/>
                  </a:lnTo>
                  <a:lnTo>
                    <a:pt x="134937" y="3133"/>
                  </a:lnTo>
                  <a:lnTo>
                    <a:pt x="129653" y="4260"/>
                  </a:lnTo>
                  <a:lnTo>
                    <a:pt x="124408" y="5557"/>
                  </a:lnTo>
                  <a:lnTo>
                    <a:pt x="119207" y="7023"/>
                  </a:lnTo>
                  <a:lnTo>
                    <a:pt x="114057" y="8656"/>
                  </a:lnTo>
                  <a:lnTo>
                    <a:pt x="108962" y="10454"/>
                  </a:lnTo>
                  <a:lnTo>
                    <a:pt x="103928" y="12417"/>
                  </a:lnTo>
                  <a:lnTo>
                    <a:pt x="98961" y="14541"/>
                  </a:lnTo>
                  <a:lnTo>
                    <a:pt x="94064" y="16824"/>
                  </a:lnTo>
                  <a:lnTo>
                    <a:pt x="89244" y="19265"/>
                  </a:lnTo>
                  <a:lnTo>
                    <a:pt x="84505" y="21860"/>
                  </a:lnTo>
                  <a:lnTo>
                    <a:pt x="79852" y="24606"/>
                  </a:lnTo>
                  <a:lnTo>
                    <a:pt x="75291" y="27502"/>
                  </a:lnTo>
                  <a:lnTo>
                    <a:pt x="70825" y="30544"/>
                  </a:lnTo>
                  <a:lnTo>
                    <a:pt x="66460" y="33728"/>
                  </a:lnTo>
                  <a:lnTo>
                    <a:pt x="62201" y="37052"/>
                  </a:lnTo>
                  <a:lnTo>
                    <a:pt x="58051" y="40511"/>
                  </a:lnTo>
                  <a:lnTo>
                    <a:pt x="54015" y="44103"/>
                  </a:lnTo>
                  <a:lnTo>
                    <a:pt x="50097" y="47824"/>
                  </a:lnTo>
                  <a:lnTo>
                    <a:pt x="46301" y="51669"/>
                  </a:lnTo>
                  <a:lnTo>
                    <a:pt x="42632" y="55635"/>
                  </a:lnTo>
                  <a:lnTo>
                    <a:pt x="39093" y="59717"/>
                  </a:lnTo>
                  <a:lnTo>
                    <a:pt x="35687" y="63911"/>
                  </a:lnTo>
                  <a:lnTo>
                    <a:pt x="32419" y="68214"/>
                  </a:lnTo>
                  <a:lnTo>
                    <a:pt x="29291" y="72620"/>
                  </a:lnTo>
                  <a:lnTo>
                    <a:pt x="26308" y="77124"/>
                  </a:lnTo>
                  <a:lnTo>
                    <a:pt x="23472" y="81723"/>
                  </a:lnTo>
                  <a:lnTo>
                    <a:pt x="20786" y="86411"/>
                  </a:lnTo>
                  <a:lnTo>
                    <a:pt x="18252" y="91183"/>
                  </a:lnTo>
                  <a:lnTo>
                    <a:pt x="15875" y="96034"/>
                  </a:lnTo>
                  <a:lnTo>
                    <a:pt x="13655" y="100960"/>
                  </a:lnTo>
                  <a:lnTo>
                    <a:pt x="11596" y="105955"/>
                  </a:lnTo>
                  <a:lnTo>
                    <a:pt x="9699" y="111014"/>
                  </a:lnTo>
                  <a:lnTo>
                    <a:pt x="7966" y="116132"/>
                  </a:lnTo>
                  <a:lnTo>
                    <a:pt x="6400" y="121303"/>
                  </a:lnTo>
                  <a:lnTo>
                    <a:pt x="5002" y="126522"/>
                  </a:lnTo>
                  <a:lnTo>
                    <a:pt x="3773" y="131783"/>
                  </a:lnTo>
                  <a:lnTo>
                    <a:pt x="2715" y="137081"/>
                  </a:lnTo>
                  <a:lnTo>
                    <a:pt x="1829" y="142411"/>
                  </a:lnTo>
                  <a:lnTo>
                    <a:pt x="1115" y="147767"/>
                  </a:lnTo>
                  <a:lnTo>
                    <a:pt x="575" y="153143"/>
                  </a:lnTo>
                  <a:lnTo>
                    <a:pt x="209" y="158533"/>
                  </a:lnTo>
                  <a:lnTo>
                    <a:pt x="17" y="163933"/>
                  </a:lnTo>
                  <a:lnTo>
                    <a:pt x="0" y="169335"/>
                  </a:lnTo>
                  <a:lnTo>
                    <a:pt x="157" y="174736"/>
                  </a:lnTo>
                  <a:lnTo>
                    <a:pt x="489" y="180129"/>
                  </a:lnTo>
                  <a:lnTo>
                    <a:pt x="995" y="185508"/>
                  </a:lnTo>
                  <a:lnTo>
                    <a:pt x="1674" y="190868"/>
                  </a:lnTo>
                  <a:lnTo>
                    <a:pt x="2527" y="196203"/>
                  </a:lnTo>
                  <a:lnTo>
                    <a:pt x="3551" y="201508"/>
                  </a:lnTo>
                  <a:lnTo>
                    <a:pt x="4746" y="206777"/>
                  </a:lnTo>
                  <a:lnTo>
                    <a:pt x="6111" y="212005"/>
                  </a:lnTo>
                  <a:lnTo>
                    <a:pt x="7644" y="217186"/>
                  </a:lnTo>
                  <a:lnTo>
                    <a:pt x="9344" y="222314"/>
                  </a:lnTo>
                  <a:lnTo>
                    <a:pt x="11208" y="227385"/>
                  </a:lnTo>
                  <a:lnTo>
                    <a:pt x="13236" y="232393"/>
                  </a:lnTo>
                  <a:lnTo>
                    <a:pt x="15424" y="237333"/>
                  </a:lnTo>
                  <a:lnTo>
                    <a:pt x="17771" y="242200"/>
                  </a:lnTo>
                  <a:lnTo>
                    <a:pt x="20274" y="24698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876664" y="5566459"/>
              <a:ext cx="146879" cy="79821"/>
            </a:xfrm>
            <a:custGeom>
              <a:avLst/>
              <a:pathLst>
                <a:path w="146879" h="79821">
                  <a:moveTo>
                    <a:pt x="0" y="79821"/>
                  </a:moveTo>
                  <a:lnTo>
                    <a:pt x="1468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876664" y="5566459"/>
              <a:ext cx="146879" cy="79821"/>
            </a:xfrm>
            <a:custGeom>
              <a:avLst/>
              <a:pathLst>
                <a:path w="146879" h="79821">
                  <a:moveTo>
                    <a:pt x="0" y="79821"/>
                  </a:moveTo>
                  <a:lnTo>
                    <a:pt x="1468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876664" y="5566459"/>
              <a:ext cx="146879" cy="79821"/>
            </a:xfrm>
            <a:custGeom>
              <a:avLst/>
              <a:pathLst>
                <a:path w="146879" h="79821">
                  <a:moveTo>
                    <a:pt x="0" y="79821"/>
                  </a:moveTo>
                  <a:lnTo>
                    <a:pt x="1468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876664" y="5566459"/>
              <a:ext cx="146879" cy="79821"/>
            </a:xfrm>
            <a:custGeom>
              <a:avLst/>
              <a:pathLst>
                <a:path w="146879" h="79821">
                  <a:moveTo>
                    <a:pt x="0" y="79821"/>
                  </a:moveTo>
                  <a:lnTo>
                    <a:pt x="14687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76664" y="5566459"/>
              <a:ext cx="146879" cy="79821"/>
            </a:xfrm>
            <a:custGeom>
              <a:avLst/>
              <a:pathLst>
                <a:path w="146879" h="79821">
                  <a:moveTo>
                    <a:pt x="0" y="79821"/>
                  </a:moveTo>
                  <a:lnTo>
                    <a:pt x="14687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76664" y="5566459"/>
              <a:ext cx="146879" cy="147850"/>
            </a:xfrm>
            <a:custGeom>
              <a:avLst/>
              <a:pathLst>
                <a:path w="146879" h="147850">
                  <a:moveTo>
                    <a:pt x="0" y="79821"/>
                  </a:moveTo>
                  <a:lnTo>
                    <a:pt x="2845" y="84848"/>
                  </a:lnTo>
                  <a:lnTo>
                    <a:pt x="5863" y="89774"/>
                  </a:lnTo>
                  <a:lnTo>
                    <a:pt x="9049" y="94593"/>
                  </a:lnTo>
                  <a:lnTo>
                    <a:pt x="12400" y="99299"/>
                  </a:lnTo>
                  <a:lnTo>
                    <a:pt x="15911" y="103886"/>
                  </a:lnTo>
                  <a:lnTo>
                    <a:pt x="19579" y="108350"/>
                  </a:lnTo>
                  <a:lnTo>
                    <a:pt x="23399" y="112683"/>
                  </a:lnTo>
                  <a:lnTo>
                    <a:pt x="27366" y="116883"/>
                  </a:lnTo>
                  <a:lnTo>
                    <a:pt x="31476" y="120942"/>
                  </a:lnTo>
                  <a:lnTo>
                    <a:pt x="35724" y="124858"/>
                  </a:lnTo>
                  <a:lnTo>
                    <a:pt x="40104" y="128624"/>
                  </a:lnTo>
                  <a:lnTo>
                    <a:pt x="44612" y="132236"/>
                  </a:lnTo>
                  <a:lnTo>
                    <a:pt x="49242" y="135691"/>
                  </a:lnTo>
                  <a:lnTo>
                    <a:pt x="53989" y="138983"/>
                  </a:lnTo>
                  <a:lnTo>
                    <a:pt x="58847" y="142110"/>
                  </a:lnTo>
                  <a:lnTo>
                    <a:pt x="63810" y="145067"/>
                  </a:lnTo>
                  <a:lnTo>
                    <a:pt x="68872" y="147850"/>
                  </a:lnTo>
                  <a:lnTo>
                    <a:pt x="14687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45537" y="5399291"/>
              <a:ext cx="245162" cy="334329"/>
            </a:xfrm>
            <a:custGeom>
              <a:avLst/>
              <a:pathLst>
                <a:path w="245162" h="334329">
                  <a:moveTo>
                    <a:pt x="0" y="315018"/>
                  </a:moveTo>
                  <a:lnTo>
                    <a:pt x="4742" y="317424"/>
                  </a:lnTo>
                  <a:lnTo>
                    <a:pt x="9559" y="319679"/>
                  </a:lnTo>
                  <a:lnTo>
                    <a:pt x="14445" y="321779"/>
                  </a:lnTo>
                  <a:lnTo>
                    <a:pt x="19396" y="323723"/>
                  </a:lnTo>
                  <a:lnTo>
                    <a:pt x="24406" y="325508"/>
                  </a:lnTo>
                  <a:lnTo>
                    <a:pt x="29470" y="327133"/>
                  </a:lnTo>
                  <a:lnTo>
                    <a:pt x="34583" y="328596"/>
                  </a:lnTo>
                  <a:lnTo>
                    <a:pt x="39741" y="329896"/>
                  </a:lnTo>
                  <a:lnTo>
                    <a:pt x="44936" y="331031"/>
                  </a:lnTo>
                  <a:lnTo>
                    <a:pt x="50166" y="332000"/>
                  </a:lnTo>
                  <a:lnTo>
                    <a:pt x="55424" y="332802"/>
                  </a:lnTo>
                  <a:lnTo>
                    <a:pt x="60704" y="333437"/>
                  </a:lnTo>
                  <a:lnTo>
                    <a:pt x="66002" y="333903"/>
                  </a:lnTo>
                  <a:lnTo>
                    <a:pt x="71312" y="334200"/>
                  </a:lnTo>
                  <a:lnTo>
                    <a:pt x="76629" y="334329"/>
                  </a:lnTo>
                  <a:lnTo>
                    <a:pt x="81947" y="334288"/>
                  </a:lnTo>
                  <a:lnTo>
                    <a:pt x="87262" y="334078"/>
                  </a:lnTo>
                  <a:lnTo>
                    <a:pt x="92567" y="333699"/>
                  </a:lnTo>
                  <a:lnTo>
                    <a:pt x="97857" y="333152"/>
                  </a:lnTo>
                  <a:lnTo>
                    <a:pt x="103127" y="332436"/>
                  </a:lnTo>
                  <a:lnTo>
                    <a:pt x="108372" y="331553"/>
                  </a:lnTo>
                  <a:lnTo>
                    <a:pt x="113585" y="330504"/>
                  </a:lnTo>
                  <a:lnTo>
                    <a:pt x="118763" y="329290"/>
                  </a:lnTo>
                  <a:lnTo>
                    <a:pt x="123900" y="327911"/>
                  </a:lnTo>
                  <a:lnTo>
                    <a:pt x="128990" y="326370"/>
                  </a:lnTo>
                  <a:lnTo>
                    <a:pt x="134029" y="324667"/>
                  </a:lnTo>
                  <a:lnTo>
                    <a:pt x="139011" y="322806"/>
                  </a:lnTo>
                  <a:lnTo>
                    <a:pt x="143931" y="320786"/>
                  </a:lnTo>
                  <a:lnTo>
                    <a:pt x="148784" y="318611"/>
                  </a:lnTo>
                  <a:lnTo>
                    <a:pt x="153566" y="316283"/>
                  </a:lnTo>
                  <a:lnTo>
                    <a:pt x="158272" y="313804"/>
                  </a:lnTo>
                  <a:lnTo>
                    <a:pt x="162896" y="311177"/>
                  </a:lnTo>
                  <a:lnTo>
                    <a:pt x="167434" y="308403"/>
                  </a:lnTo>
                  <a:lnTo>
                    <a:pt x="171881" y="305487"/>
                  </a:lnTo>
                  <a:lnTo>
                    <a:pt x="176234" y="302431"/>
                  </a:lnTo>
                  <a:lnTo>
                    <a:pt x="180487" y="299237"/>
                  </a:lnTo>
                  <a:lnTo>
                    <a:pt x="184637" y="295911"/>
                  </a:lnTo>
                  <a:lnTo>
                    <a:pt x="188678" y="292453"/>
                  </a:lnTo>
                  <a:lnTo>
                    <a:pt x="192608" y="288869"/>
                  </a:lnTo>
                  <a:lnTo>
                    <a:pt x="196421" y="285162"/>
                  </a:lnTo>
                  <a:lnTo>
                    <a:pt x="200115" y="281336"/>
                  </a:lnTo>
                  <a:lnTo>
                    <a:pt x="203685" y="277393"/>
                  </a:lnTo>
                  <a:lnTo>
                    <a:pt x="207128" y="273340"/>
                  </a:lnTo>
                  <a:lnTo>
                    <a:pt x="210440" y="269178"/>
                  </a:lnTo>
                  <a:lnTo>
                    <a:pt x="213618" y="264914"/>
                  </a:lnTo>
                  <a:lnTo>
                    <a:pt x="216659" y="260551"/>
                  </a:lnTo>
                  <a:lnTo>
                    <a:pt x="219559" y="256093"/>
                  </a:lnTo>
                  <a:lnTo>
                    <a:pt x="222316" y="251545"/>
                  </a:lnTo>
                  <a:lnTo>
                    <a:pt x="224927" y="246911"/>
                  </a:lnTo>
                  <a:lnTo>
                    <a:pt x="227390" y="242197"/>
                  </a:lnTo>
                  <a:lnTo>
                    <a:pt x="229701" y="237407"/>
                  </a:lnTo>
                  <a:lnTo>
                    <a:pt x="231859" y="232546"/>
                  </a:lnTo>
                  <a:lnTo>
                    <a:pt x="233861" y="227619"/>
                  </a:lnTo>
                  <a:lnTo>
                    <a:pt x="235705" y="222630"/>
                  </a:lnTo>
                  <a:lnTo>
                    <a:pt x="237389" y="217586"/>
                  </a:lnTo>
                  <a:lnTo>
                    <a:pt x="238912" y="212490"/>
                  </a:lnTo>
                  <a:lnTo>
                    <a:pt x="240273" y="207348"/>
                  </a:lnTo>
                  <a:lnTo>
                    <a:pt x="241469" y="202166"/>
                  </a:lnTo>
                  <a:lnTo>
                    <a:pt x="242500" y="196949"/>
                  </a:lnTo>
                  <a:lnTo>
                    <a:pt x="243364" y="191701"/>
                  </a:lnTo>
                  <a:lnTo>
                    <a:pt x="244060" y="186428"/>
                  </a:lnTo>
                  <a:lnTo>
                    <a:pt x="244589" y="181136"/>
                  </a:lnTo>
                  <a:lnTo>
                    <a:pt x="244949" y="175830"/>
                  </a:lnTo>
                  <a:lnTo>
                    <a:pt x="245140" y="170515"/>
                  </a:lnTo>
                  <a:lnTo>
                    <a:pt x="245162" y="165196"/>
                  </a:lnTo>
                  <a:lnTo>
                    <a:pt x="245015" y="159880"/>
                  </a:lnTo>
                  <a:lnTo>
                    <a:pt x="244699" y="154571"/>
                  </a:lnTo>
                  <a:lnTo>
                    <a:pt x="244214" y="149275"/>
                  </a:lnTo>
                  <a:lnTo>
                    <a:pt x="243560" y="143996"/>
                  </a:lnTo>
                  <a:lnTo>
                    <a:pt x="242739" y="138742"/>
                  </a:lnTo>
                  <a:lnTo>
                    <a:pt x="241752" y="133516"/>
                  </a:lnTo>
                  <a:lnTo>
                    <a:pt x="240598" y="128324"/>
                  </a:lnTo>
                  <a:lnTo>
                    <a:pt x="239280" y="123171"/>
                  </a:lnTo>
                  <a:lnTo>
                    <a:pt x="237799" y="118063"/>
                  </a:lnTo>
                  <a:lnTo>
                    <a:pt x="236156" y="113005"/>
                  </a:lnTo>
                  <a:lnTo>
                    <a:pt x="234353" y="108001"/>
                  </a:lnTo>
                  <a:lnTo>
                    <a:pt x="232392" y="103058"/>
                  </a:lnTo>
                  <a:lnTo>
                    <a:pt x="230275" y="98179"/>
                  </a:lnTo>
                  <a:lnTo>
                    <a:pt x="228003" y="93370"/>
                  </a:lnTo>
                  <a:lnTo>
                    <a:pt x="225579" y="88636"/>
                  </a:lnTo>
                  <a:lnTo>
                    <a:pt x="223007" y="83981"/>
                  </a:lnTo>
                  <a:lnTo>
                    <a:pt x="220287" y="79411"/>
                  </a:lnTo>
                  <a:lnTo>
                    <a:pt x="217423" y="74929"/>
                  </a:lnTo>
                  <a:lnTo>
                    <a:pt x="214419" y="70541"/>
                  </a:lnTo>
                  <a:lnTo>
                    <a:pt x="211276" y="66250"/>
                  </a:lnTo>
                  <a:lnTo>
                    <a:pt x="207998" y="62062"/>
                  </a:lnTo>
                  <a:lnTo>
                    <a:pt x="204589" y="57980"/>
                  </a:lnTo>
                  <a:lnTo>
                    <a:pt x="201051" y="54008"/>
                  </a:lnTo>
                  <a:lnTo>
                    <a:pt x="197389" y="50151"/>
                  </a:lnTo>
                  <a:lnTo>
                    <a:pt x="193607" y="46413"/>
                  </a:lnTo>
                  <a:lnTo>
                    <a:pt x="189707" y="42797"/>
                  </a:lnTo>
                  <a:lnTo>
                    <a:pt x="185694" y="39306"/>
                  </a:lnTo>
                  <a:lnTo>
                    <a:pt x="181572" y="35945"/>
                  </a:lnTo>
                  <a:lnTo>
                    <a:pt x="177345" y="32717"/>
                  </a:lnTo>
                  <a:lnTo>
                    <a:pt x="173018" y="29625"/>
                  </a:lnTo>
                  <a:lnTo>
                    <a:pt x="168594" y="26672"/>
                  </a:lnTo>
                  <a:lnTo>
                    <a:pt x="164079" y="23862"/>
                  </a:lnTo>
                  <a:lnTo>
                    <a:pt x="159477" y="21196"/>
                  </a:lnTo>
                  <a:lnTo>
                    <a:pt x="154792" y="18678"/>
                  </a:lnTo>
                  <a:lnTo>
                    <a:pt x="150030" y="16311"/>
                  </a:lnTo>
                  <a:lnTo>
                    <a:pt x="145195" y="14096"/>
                  </a:lnTo>
                  <a:lnTo>
                    <a:pt x="140291" y="12036"/>
                  </a:lnTo>
                  <a:lnTo>
                    <a:pt x="135325" y="10133"/>
                  </a:lnTo>
                  <a:lnTo>
                    <a:pt x="130300" y="8389"/>
                  </a:lnTo>
                  <a:lnTo>
                    <a:pt x="125223" y="6806"/>
                  </a:lnTo>
                  <a:lnTo>
                    <a:pt x="120098" y="5385"/>
                  </a:lnTo>
                  <a:lnTo>
                    <a:pt x="114930" y="4128"/>
                  </a:lnTo>
                  <a:lnTo>
                    <a:pt x="109725" y="3036"/>
                  </a:lnTo>
                  <a:lnTo>
                    <a:pt x="104488" y="2110"/>
                  </a:lnTo>
                  <a:lnTo>
                    <a:pt x="99224" y="1351"/>
                  </a:lnTo>
                  <a:lnTo>
                    <a:pt x="93938" y="760"/>
                  </a:lnTo>
                  <a:lnTo>
                    <a:pt x="88637" y="338"/>
                  </a:lnTo>
                  <a:lnTo>
                    <a:pt x="83324" y="84"/>
                  </a:lnTo>
                  <a:lnTo>
                    <a:pt x="78006" y="0"/>
                  </a:lnTo>
                  <a:lnTo>
                    <a:pt x="7800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87437" y="5269756"/>
              <a:ext cx="157821" cy="167167"/>
            </a:xfrm>
            <a:custGeom>
              <a:avLst/>
              <a:pathLst>
                <a:path w="157821" h="167167">
                  <a:moveTo>
                    <a:pt x="157821" y="0"/>
                  </a:moveTo>
                  <a:lnTo>
                    <a:pt x="152389" y="88"/>
                  </a:lnTo>
                  <a:lnTo>
                    <a:pt x="146964" y="352"/>
                  </a:lnTo>
                  <a:lnTo>
                    <a:pt x="141550" y="793"/>
                  </a:lnTo>
                  <a:lnTo>
                    <a:pt x="136153" y="1410"/>
                  </a:lnTo>
                  <a:lnTo>
                    <a:pt x="130779" y="2201"/>
                  </a:lnTo>
                  <a:lnTo>
                    <a:pt x="125434" y="3167"/>
                  </a:lnTo>
                  <a:lnTo>
                    <a:pt x="120123" y="4306"/>
                  </a:lnTo>
                  <a:lnTo>
                    <a:pt x="114851" y="5616"/>
                  </a:lnTo>
                  <a:lnTo>
                    <a:pt x="109625" y="7098"/>
                  </a:lnTo>
                  <a:lnTo>
                    <a:pt x="104450" y="8748"/>
                  </a:lnTo>
                  <a:lnTo>
                    <a:pt x="99331" y="10566"/>
                  </a:lnTo>
                  <a:lnTo>
                    <a:pt x="94274" y="12549"/>
                  </a:lnTo>
                  <a:lnTo>
                    <a:pt x="89284" y="14695"/>
                  </a:lnTo>
                  <a:lnTo>
                    <a:pt x="84367" y="17002"/>
                  </a:lnTo>
                  <a:lnTo>
                    <a:pt x="79527" y="19468"/>
                  </a:lnTo>
                  <a:lnTo>
                    <a:pt x="74769" y="22090"/>
                  </a:lnTo>
                  <a:lnTo>
                    <a:pt x="70100" y="24865"/>
                  </a:lnTo>
                  <a:lnTo>
                    <a:pt x="65522" y="27790"/>
                  </a:lnTo>
                  <a:lnTo>
                    <a:pt x="61043" y="30862"/>
                  </a:lnTo>
                  <a:lnTo>
                    <a:pt x="56665" y="34078"/>
                  </a:lnTo>
                  <a:lnTo>
                    <a:pt x="52395" y="37435"/>
                  </a:lnTo>
                  <a:lnTo>
                    <a:pt x="48236" y="40929"/>
                  </a:lnTo>
                  <a:lnTo>
                    <a:pt x="44192" y="44556"/>
                  </a:lnTo>
                  <a:lnTo>
                    <a:pt x="40268" y="48312"/>
                  </a:lnTo>
                  <a:lnTo>
                    <a:pt x="36469" y="52194"/>
                  </a:lnTo>
                  <a:lnTo>
                    <a:pt x="32798" y="56198"/>
                  </a:lnTo>
                  <a:lnTo>
                    <a:pt x="29258" y="60318"/>
                  </a:lnTo>
                  <a:lnTo>
                    <a:pt x="25855" y="64552"/>
                  </a:lnTo>
                  <a:lnTo>
                    <a:pt x="22590" y="68893"/>
                  </a:lnTo>
                  <a:lnTo>
                    <a:pt x="19469" y="73339"/>
                  </a:lnTo>
                  <a:lnTo>
                    <a:pt x="16493" y="77883"/>
                  </a:lnTo>
                  <a:lnTo>
                    <a:pt x="13667" y="82522"/>
                  </a:lnTo>
                  <a:lnTo>
                    <a:pt x="10993" y="87250"/>
                  </a:lnTo>
                  <a:lnTo>
                    <a:pt x="8474" y="92063"/>
                  </a:lnTo>
                  <a:lnTo>
                    <a:pt x="6113" y="96955"/>
                  </a:lnTo>
                  <a:lnTo>
                    <a:pt x="3912" y="101921"/>
                  </a:lnTo>
                  <a:lnTo>
                    <a:pt x="1873" y="106956"/>
                  </a:lnTo>
                  <a:lnTo>
                    <a:pt x="0" y="112054"/>
                  </a:lnTo>
                  <a:lnTo>
                    <a:pt x="1578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87437" y="5381810"/>
              <a:ext cx="157821" cy="55112"/>
            </a:xfrm>
            <a:custGeom>
              <a:avLst/>
              <a:pathLst>
                <a:path w="157821" h="55112">
                  <a:moveTo>
                    <a:pt x="0" y="0"/>
                  </a:moveTo>
                  <a:lnTo>
                    <a:pt x="157821" y="55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87437" y="5381810"/>
              <a:ext cx="157821" cy="55112"/>
            </a:xfrm>
            <a:custGeom>
              <a:avLst/>
              <a:pathLst>
                <a:path w="157821" h="55112">
                  <a:moveTo>
                    <a:pt x="0" y="0"/>
                  </a:moveTo>
                  <a:lnTo>
                    <a:pt x="157821" y="55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87437" y="5381810"/>
              <a:ext cx="157821" cy="55112"/>
            </a:xfrm>
            <a:custGeom>
              <a:avLst/>
              <a:pathLst>
                <a:path w="157821" h="55112">
                  <a:moveTo>
                    <a:pt x="0" y="0"/>
                  </a:moveTo>
                  <a:lnTo>
                    <a:pt x="157821" y="551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387437" y="5381810"/>
              <a:ext cx="157821" cy="55112"/>
            </a:xfrm>
            <a:custGeom>
              <a:avLst/>
              <a:pathLst>
                <a:path w="157821" h="55112">
                  <a:moveTo>
                    <a:pt x="0" y="0"/>
                  </a:moveTo>
                  <a:lnTo>
                    <a:pt x="157821" y="551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378096" y="5381810"/>
              <a:ext cx="167162" cy="73599"/>
            </a:xfrm>
            <a:custGeom>
              <a:avLst/>
              <a:pathLst>
                <a:path w="167162" h="73599">
                  <a:moveTo>
                    <a:pt x="9341" y="0"/>
                  </a:moveTo>
                  <a:lnTo>
                    <a:pt x="7540" y="5455"/>
                  </a:lnTo>
                  <a:lnTo>
                    <a:pt x="5928" y="10969"/>
                  </a:lnTo>
                  <a:lnTo>
                    <a:pt x="4507" y="16536"/>
                  </a:lnTo>
                  <a:lnTo>
                    <a:pt x="3277" y="22147"/>
                  </a:lnTo>
                  <a:lnTo>
                    <a:pt x="2241" y="27798"/>
                  </a:lnTo>
                  <a:lnTo>
                    <a:pt x="1400" y="33481"/>
                  </a:lnTo>
                  <a:lnTo>
                    <a:pt x="755" y="39190"/>
                  </a:lnTo>
                  <a:lnTo>
                    <a:pt x="306" y="44917"/>
                  </a:lnTo>
                  <a:lnTo>
                    <a:pt x="54" y="50657"/>
                  </a:lnTo>
                  <a:lnTo>
                    <a:pt x="0" y="56402"/>
                  </a:lnTo>
                  <a:lnTo>
                    <a:pt x="143" y="62145"/>
                  </a:lnTo>
                  <a:lnTo>
                    <a:pt x="483" y="67880"/>
                  </a:lnTo>
                  <a:lnTo>
                    <a:pt x="1020" y="73599"/>
                  </a:lnTo>
                  <a:lnTo>
                    <a:pt x="167162" y="551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379116" y="5269756"/>
              <a:ext cx="333288" cy="334334"/>
            </a:xfrm>
            <a:custGeom>
              <a:avLst/>
              <a:pathLst>
                <a:path w="333288" h="334334">
                  <a:moveTo>
                    <a:pt x="0" y="185654"/>
                  </a:moveTo>
                  <a:lnTo>
                    <a:pt x="670" y="190916"/>
                  </a:lnTo>
                  <a:lnTo>
                    <a:pt x="1507" y="196155"/>
                  </a:lnTo>
                  <a:lnTo>
                    <a:pt x="2509" y="201364"/>
                  </a:lnTo>
                  <a:lnTo>
                    <a:pt x="3677" y="206539"/>
                  </a:lnTo>
                  <a:lnTo>
                    <a:pt x="5008" y="211674"/>
                  </a:lnTo>
                  <a:lnTo>
                    <a:pt x="6501" y="216764"/>
                  </a:lnTo>
                  <a:lnTo>
                    <a:pt x="8155" y="221805"/>
                  </a:lnTo>
                  <a:lnTo>
                    <a:pt x="9968" y="226790"/>
                  </a:lnTo>
                  <a:lnTo>
                    <a:pt x="11939" y="231715"/>
                  </a:lnTo>
                  <a:lnTo>
                    <a:pt x="14065" y="236576"/>
                  </a:lnTo>
                  <a:lnTo>
                    <a:pt x="16343" y="241366"/>
                  </a:lnTo>
                  <a:lnTo>
                    <a:pt x="18773" y="246082"/>
                  </a:lnTo>
                  <a:lnTo>
                    <a:pt x="21351" y="250718"/>
                  </a:lnTo>
                  <a:lnTo>
                    <a:pt x="24075" y="255270"/>
                  </a:lnTo>
                  <a:lnTo>
                    <a:pt x="26942" y="259733"/>
                  </a:lnTo>
                  <a:lnTo>
                    <a:pt x="29950" y="264103"/>
                  </a:lnTo>
                  <a:lnTo>
                    <a:pt x="33094" y="268376"/>
                  </a:lnTo>
                  <a:lnTo>
                    <a:pt x="36372" y="272547"/>
                  </a:lnTo>
                  <a:lnTo>
                    <a:pt x="39781" y="276611"/>
                  </a:lnTo>
                  <a:lnTo>
                    <a:pt x="43317" y="280565"/>
                  </a:lnTo>
                  <a:lnTo>
                    <a:pt x="46977" y="284405"/>
                  </a:lnTo>
                  <a:lnTo>
                    <a:pt x="50757" y="288127"/>
                  </a:lnTo>
                  <a:lnTo>
                    <a:pt x="54653" y="291728"/>
                  </a:lnTo>
                  <a:lnTo>
                    <a:pt x="58662" y="295202"/>
                  </a:lnTo>
                  <a:lnTo>
                    <a:pt x="62778" y="298548"/>
                  </a:lnTo>
                  <a:lnTo>
                    <a:pt x="66999" y="301762"/>
                  </a:lnTo>
                  <a:lnTo>
                    <a:pt x="71320" y="304840"/>
                  </a:lnTo>
                  <a:lnTo>
                    <a:pt x="75736" y="307779"/>
                  </a:lnTo>
                  <a:lnTo>
                    <a:pt x="80243" y="310577"/>
                  </a:lnTo>
                  <a:lnTo>
                    <a:pt x="84836" y="313230"/>
                  </a:lnTo>
                  <a:lnTo>
                    <a:pt x="89512" y="315736"/>
                  </a:lnTo>
                  <a:lnTo>
                    <a:pt x="94265" y="318093"/>
                  </a:lnTo>
                  <a:lnTo>
                    <a:pt x="99090" y="320298"/>
                  </a:lnTo>
                  <a:lnTo>
                    <a:pt x="103982" y="322348"/>
                  </a:lnTo>
                  <a:lnTo>
                    <a:pt x="108937" y="324242"/>
                  </a:lnTo>
                  <a:lnTo>
                    <a:pt x="113950" y="325978"/>
                  </a:lnTo>
                  <a:lnTo>
                    <a:pt x="119015" y="327554"/>
                  </a:lnTo>
                  <a:lnTo>
                    <a:pt x="124128" y="328969"/>
                  </a:lnTo>
                  <a:lnTo>
                    <a:pt x="129283" y="330220"/>
                  </a:lnTo>
                  <a:lnTo>
                    <a:pt x="134475" y="331308"/>
                  </a:lnTo>
                  <a:lnTo>
                    <a:pt x="139699" y="332230"/>
                  </a:lnTo>
                  <a:lnTo>
                    <a:pt x="144950" y="332986"/>
                  </a:lnTo>
                  <a:lnTo>
                    <a:pt x="150222" y="333575"/>
                  </a:lnTo>
                  <a:lnTo>
                    <a:pt x="155510" y="333996"/>
                  </a:lnTo>
                  <a:lnTo>
                    <a:pt x="160809" y="334249"/>
                  </a:lnTo>
                  <a:lnTo>
                    <a:pt x="166113" y="334334"/>
                  </a:lnTo>
                  <a:lnTo>
                    <a:pt x="171417" y="334251"/>
                  </a:lnTo>
                  <a:lnTo>
                    <a:pt x="176716" y="334000"/>
                  </a:lnTo>
                  <a:lnTo>
                    <a:pt x="182004" y="333580"/>
                  </a:lnTo>
                  <a:lnTo>
                    <a:pt x="187277" y="332993"/>
                  </a:lnTo>
                  <a:lnTo>
                    <a:pt x="192528" y="332239"/>
                  </a:lnTo>
                  <a:lnTo>
                    <a:pt x="197752" y="331318"/>
                  </a:lnTo>
                  <a:lnTo>
                    <a:pt x="202945" y="330233"/>
                  </a:lnTo>
                  <a:lnTo>
                    <a:pt x="208100" y="328983"/>
                  </a:lnTo>
                  <a:lnTo>
                    <a:pt x="213213" y="327570"/>
                  </a:lnTo>
                  <a:lnTo>
                    <a:pt x="218279" y="325996"/>
                  </a:lnTo>
                  <a:lnTo>
                    <a:pt x="223292" y="324262"/>
                  </a:lnTo>
                  <a:lnTo>
                    <a:pt x="228248" y="322369"/>
                  </a:lnTo>
                  <a:lnTo>
                    <a:pt x="233141" y="320320"/>
                  </a:lnTo>
                  <a:lnTo>
                    <a:pt x="237967" y="318117"/>
                  </a:lnTo>
                  <a:lnTo>
                    <a:pt x="242721" y="315762"/>
                  </a:lnTo>
                  <a:lnTo>
                    <a:pt x="247397" y="313258"/>
                  </a:lnTo>
                  <a:lnTo>
                    <a:pt x="251991" y="310606"/>
                  </a:lnTo>
                  <a:lnTo>
                    <a:pt x="256500" y="307810"/>
                  </a:lnTo>
                  <a:lnTo>
                    <a:pt x="260917" y="304872"/>
                  </a:lnTo>
                  <a:lnTo>
                    <a:pt x="265238" y="301795"/>
                  </a:lnTo>
                  <a:lnTo>
                    <a:pt x="269460" y="298583"/>
                  </a:lnTo>
                  <a:lnTo>
                    <a:pt x="273578" y="295239"/>
                  </a:lnTo>
                  <a:lnTo>
                    <a:pt x="277587" y="291765"/>
                  </a:lnTo>
                  <a:lnTo>
                    <a:pt x="281485" y="288167"/>
                  </a:lnTo>
                  <a:lnTo>
                    <a:pt x="285266" y="284446"/>
                  </a:lnTo>
                  <a:lnTo>
                    <a:pt x="288927" y="280607"/>
                  </a:lnTo>
                  <a:lnTo>
                    <a:pt x="292465" y="276654"/>
                  </a:lnTo>
                  <a:lnTo>
                    <a:pt x="295875" y="272591"/>
                  </a:lnTo>
                  <a:lnTo>
                    <a:pt x="299155" y="268421"/>
                  </a:lnTo>
                  <a:lnTo>
                    <a:pt x="302301" y="264150"/>
                  </a:lnTo>
                  <a:lnTo>
                    <a:pt x="305309" y="259781"/>
                  </a:lnTo>
                  <a:lnTo>
                    <a:pt x="308178" y="255318"/>
                  </a:lnTo>
                  <a:lnTo>
                    <a:pt x="310903" y="250767"/>
                  </a:lnTo>
                  <a:lnTo>
                    <a:pt x="313483" y="246132"/>
                  </a:lnTo>
                  <a:lnTo>
                    <a:pt x="315914" y="241417"/>
                  </a:lnTo>
                  <a:lnTo>
                    <a:pt x="318195" y="236627"/>
                  </a:lnTo>
                  <a:lnTo>
                    <a:pt x="320322" y="231768"/>
                  </a:lnTo>
                  <a:lnTo>
                    <a:pt x="322294" y="226843"/>
                  </a:lnTo>
                  <a:lnTo>
                    <a:pt x="324109" y="221858"/>
                  </a:lnTo>
                  <a:lnTo>
                    <a:pt x="325765" y="216819"/>
                  </a:lnTo>
                  <a:lnTo>
                    <a:pt x="327260" y="211729"/>
                  </a:lnTo>
                  <a:lnTo>
                    <a:pt x="328593" y="206594"/>
                  </a:lnTo>
                  <a:lnTo>
                    <a:pt x="329762" y="201420"/>
                  </a:lnTo>
                  <a:lnTo>
                    <a:pt x="330767" y="196211"/>
                  </a:lnTo>
                  <a:lnTo>
                    <a:pt x="331605" y="190973"/>
                  </a:lnTo>
                  <a:lnTo>
                    <a:pt x="332277" y="185711"/>
                  </a:lnTo>
                  <a:lnTo>
                    <a:pt x="332782" y="180430"/>
                  </a:lnTo>
                  <a:lnTo>
                    <a:pt x="333119" y="175136"/>
                  </a:lnTo>
                  <a:lnTo>
                    <a:pt x="333288" y="169834"/>
                  </a:lnTo>
                  <a:lnTo>
                    <a:pt x="333288" y="164529"/>
                  </a:lnTo>
                  <a:lnTo>
                    <a:pt x="333120" y="159227"/>
                  </a:lnTo>
                  <a:lnTo>
                    <a:pt x="332784" y="153932"/>
                  </a:lnTo>
                  <a:lnTo>
                    <a:pt x="332280" y="148652"/>
                  </a:lnTo>
                  <a:lnTo>
                    <a:pt x="331609" y="143389"/>
                  </a:lnTo>
                  <a:lnTo>
                    <a:pt x="330772" y="138151"/>
                  </a:lnTo>
                  <a:lnTo>
                    <a:pt x="329768" y="132942"/>
                  </a:lnTo>
                  <a:lnTo>
                    <a:pt x="328600" y="127767"/>
                  </a:lnTo>
                  <a:lnTo>
                    <a:pt x="327268" y="122633"/>
                  </a:lnTo>
                  <a:lnTo>
                    <a:pt x="325774" y="117542"/>
                  </a:lnTo>
                  <a:lnTo>
                    <a:pt x="324119" y="112502"/>
                  </a:lnTo>
                  <a:lnTo>
                    <a:pt x="322305" y="107517"/>
                  </a:lnTo>
                  <a:lnTo>
                    <a:pt x="320333" y="102592"/>
                  </a:lnTo>
                  <a:lnTo>
                    <a:pt x="318207" y="97732"/>
                  </a:lnTo>
                  <a:lnTo>
                    <a:pt x="315927" y="92942"/>
                  </a:lnTo>
                  <a:lnTo>
                    <a:pt x="313496" y="88227"/>
                  </a:lnTo>
                  <a:lnTo>
                    <a:pt x="310918" y="83591"/>
                  </a:lnTo>
                  <a:lnTo>
                    <a:pt x="308193" y="79040"/>
                  </a:lnTo>
                  <a:lnTo>
                    <a:pt x="305325" y="74577"/>
                  </a:lnTo>
                  <a:lnTo>
                    <a:pt x="302317" y="70207"/>
                  </a:lnTo>
                  <a:lnTo>
                    <a:pt x="299172" y="65935"/>
                  </a:lnTo>
                  <a:lnTo>
                    <a:pt x="295893" y="61765"/>
                  </a:lnTo>
                  <a:lnTo>
                    <a:pt x="292483" y="57701"/>
                  </a:lnTo>
                  <a:lnTo>
                    <a:pt x="288946" y="53748"/>
                  </a:lnTo>
                  <a:lnTo>
                    <a:pt x="285286" y="49908"/>
                  </a:lnTo>
                  <a:lnTo>
                    <a:pt x="281505" y="46187"/>
                  </a:lnTo>
                  <a:lnTo>
                    <a:pt x="277609" y="42587"/>
                  </a:lnTo>
                  <a:lnTo>
                    <a:pt x="273600" y="39113"/>
                  </a:lnTo>
                  <a:lnTo>
                    <a:pt x="269482" y="35768"/>
                  </a:lnTo>
                  <a:lnTo>
                    <a:pt x="265261" y="32555"/>
                  </a:lnTo>
                  <a:lnTo>
                    <a:pt x="260940" y="29478"/>
                  </a:lnTo>
                  <a:lnTo>
                    <a:pt x="256523" y="26540"/>
                  </a:lnTo>
                  <a:lnTo>
                    <a:pt x="252016" y="23743"/>
                  </a:lnTo>
                  <a:lnTo>
                    <a:pt x="247422" y="21090"/>
                  </a:lnTo>
                  <a:lnTo>
                    <a:pt x="242746" y="18585"/>
                  </a:lnTo>
                  <a:lnTo>
                    <a:pt x="237993" y="16229"/>
                  </a:lnTo>
                  <a:lnTo>
                    <a:pt x="233167" y="14025"/>
                  </a:lnTo>
                  <a:lnTo>
                    <a:pt x="228275" y="11975"/>
                  </a:lnTo>
                  <a:lnTo>
                    <a:pt x="223319" y="10082"/>
                  </a:lnTo>
                  <a:lnTo>
                    <a:pt x="218306" y="8347"/>
                  </a:lnTo>
                  <a:lnTo>
                    <a:pt x="213241" y="6772"/>
                  </a:lnTo>
                  <a:lnTo>
                    <a:pt x="208128" y="5358"/>
                  </a:lnTo>
                  <a:lnTo>
                    <a:pt x="202972" y="4107"/>
                  </a:lnTo>
                  <a:lnTo>
                    <a:pt x="197780" y="3021"/>
                  </a:lnTo>
                  <a:lnTo>
                    <a:pt x="192556" y="2100"/>
                  </a:lnTo>
                  <a:lnTo>
                    <a:pt x="187305" y="1345"/>
                  </a:lnTo>
                  <a:lnTo>
                    <a:pt x="182033" y="757"/>
                  </a:lnTo>
                  <a:lnTo>
                    <a:pt x="176745" y="336"/>
                  </a:lnTo>
                  <a:lnTo>
                    <a:pt x="171446" y="84"/>
                  </a:lnTo>
                  <a:lnTo>
                    <a:pt x="166142" y="0"/>
                  </a:lnTo>
                  <a:lnTo>
                    <a:pt x="16614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89301" y="5018213"/>
              <a:ext cx="131737" cy="167167"/>
            </a:xfrm>
            <a:custGeom>
              <a:avLst/>
              <a:pathLst>
                <a:path w="131737" h="167167">
                  <a:moveTo>
                    <a:pt x="131737" y="0"/>
                  </a:moveTo>
                  <a:lnTo>
                    <a:pt x="126119" y="94"/>
                  </a:lnTo>
                  <a:lnTo>
                    <a:pt x="120507" y="377"/>
                  </a:lnTo>
                  <a:lnTo>
                    <a:pt x="114907" y="849"/>
                  </a:lnTo>
                  <a:lnTo>
                    <a:pt x="109327" y="1509"/>
                  </a:lnTo>
                  <a:lnTo>
                    <a:pt x="103771" y="2355"/>
                  </a:lnTo>
                  <a:lnTo>
                    <a:pt x="98248" y="3388"/>
                  </a:lnTo>
                  <a:lnTo>
                    <a:pt x="92762" y="4607"/>
                  </a:lnTo>
                  <a:lnTo>
                    <a:pt x="87320" y="6008"/>
                  </a:lnTo>
                  <a:lnTo>
                    <a:pt x="81929" y="7592"/>
                  </a:lnTo>
                  <a:lnTo>
                    <a:pt x="76594" y="9357"/>
                  </a:lnTo>
                  <a:lnTo>
                    <a:pt x="71321" y="11299"/>
                  </a:lnTo>
                  <a:lnTo>
                    <a:pt x="66116" y="13418"/>
                  </a:lnTo>
                  <a:lnTo>
                    <a:pt x="60986" y="15710"/>
                  </a:lnTo>
                  <a:lnTo>
                    <a:pt x="55935" y="18174"/>
                  </a:lnTo>
                  <a:lnTo>
                    <a:pt x="50970" y="20806"/>
                  </a:lnTo>
                  <a:lnTo>
                    <a:pt x="46097" y="23603"/>
                  </a:lnTo>
                  <a:lnTo>
                    <a:pt x="41320" y="26562"/>
                  </a:lnTo>
                  <a:lnTo>
                    <a:pt x="36645" y="29681"/>
                  </a:lnTo>
                  <a:lnTo>
                    <a:pt x="32078" y="32955"/>
                  </a:lnTo>
                  <a:lnTo>
                    <a:pt x="27623" y="36380"/>
                  </a:lnTo>
                  <a:lnTo>
                    <a:pt x="23286" y="39953"/>
                  </a:lnTo>
                  <a:lnTo>
                    <a:pt x="19072" y="43670"/>
                  </a:lnTo>
                  <a:lnTo>
                    <a:pt x="14985" y="47527"/>
                  </a:lnTo>
                  <a:lnTo>
                    <a:pt x="11030" y="51518"/>
                  </a:lnTo>
                  <a:lnTo>
                    <a:pt x="7211" y="55641"/>
                  </a:lnTo>
                  <a:lnTo>
                    <a:pt x="3533" y="59889"/>
                  </a:lnTo>
                  <a:lnTo>
                    <a:pt x="0" y="64259"/>
                  </a:lnTo>
                  <a:lnTo>
                    <a:pt x="13173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89301" y="508247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89301" y="508247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89301" y="508247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73601" y="5082472"/>
              <a:ext cx="147437" cy="102908"/>
            </a:xfrm>
            <a:custGeom>
              <a:avLst/>
              <a:pathLst>
                <a:path w="147437" h="102908">
                  <a:moveTo>
                    <a:pt x="15699" y="0"/>
                  </a:moveTo>
                  <a:lnTo>
                    <a:pt x="11388" y="5771"/>
                  </a:lnTo>
                  <a:lnTo>
                    <a:pt x="7329" y="11722"/>
                  </a:lnTo>
                  <a:lnTo>
                    <a:pt x="3531" y="17843"/>
                  </a:lnTo>
                  <a:lnTo>
                    <a:pt x="0" y="24122"/>
                  </a:lnTo>
                  <a:lnTo>
                    <a:pt x="147437" y="1029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53890" y="5018213"/>
              <a:ext cx="334296" cy="334334"/>
            </a:xfrm>
            <a:custGeom>
              <a:avLst/>
              <a:pathLst>
                <a:path w="334296" h="334334">
                  <a:moveTo>
                    <a:pt x="19711" y="88381"/>
                  </a:moveTo>
                  <a:lnTo>
                    <a:pt x="17286" y="93097"/>
                  </a:lnTo>
                  <a:lnTo>
                    <a:pt x="15012" y="97889"/>
                  </a:lnTo>
                  <a:lnTo>
                    <a:pt x="12891" y="102749"/>
                  </a:lnTo>
                  <a:lnTo>
                    <a:pt x="10925" y="107675"/>
                  </a:lnTo>
                  <a:lnTo>
                    <a:pt x="9117" y="112661"/>
                  </a:lnTo>
                  <a:lnTo>
                    <a:pt x="7467" y="117701"/>
                  </a:lnTo>
                  <a:lnTo>
                    <a:pt x="5979" y="122791"/>
                  </a:lnTo>
                  <a:lnTo>
                    <a:pt x="4652" y="127926"/>
                  </a:lnTo>
                  <a:lnTo>
                    <a:pt x="3489" y="133100"/>
                  </a:lnTo>
                  <a:lnTo>
                    <a:pt x="2491" y="138309"/>
                  </a:lnTo>
                  <a:lnTo>
                    <a:pt x="1658" y="143547"/>
                  </a:lnTo>
                  <a:lnTo>
                    <a:pt x="992" y="148808"/>
                  </a:lnTo>
                  <a:lnTo>
                    <a:pt x="493" y="154088"/>
                  </a:lnTo>
                  <a:lnTo>
                    <a:pt x="162" y="159381"/>
                  </a:lnTo>
                  <a:lnTo>
                    <a:pt x="0" y="164682"/>
                  </a:lnTo>
                  <a:lnTo>
                    <a:pt x="5" y="169985"/>
                  </a:lnTo>
                  <a:lnTo>
                    <a:pt x="178" y="175286"/>
                  </a:lnTo>
                  <a:lnTo>
                    <a:pt x="520" y="180578"/>
                  </a:lnTo>
                  <a:lnTo>
                    <a:pt x="1029" y="185857"/>
                  </a:lnTo>
                  <a:lnTo>
                    <a:pt x="1706" y="191117"/>
                  </a:lnTo>
                  <a:lnTo>
                    <a:pt x="2549" y="196353"/>
                  </a:lnTo>
                  <a:lnTo>
                    <a:pt x="3557" y="201560"/>
                  </a:lnTo>
                  <a:lnTo>
                    <a:pt x="4731" y="206732"/>
                  </a:lnTo>
                  <a:lnTo>
                    <a:pt x="6067" y="211864"/>
                  </a:lnTo>
                  <a:lnTo>
                    <a:pt x="7566" y="216951"/>
                  </a:lnTo>
                  <a:lnTo>
                    <a:pt x="9226" y="221988"/>
                  </a:lnTo>
                  <a:lnTo>
                    <a:pt x="11044" y="226970"/>
                  </a:lnTo>
                  <a:lnTo>
                    <a:pt x="13020" y="231892"/>
                  </a:lnTo>
                  <a:lnTo>
                    <a:pt x="15151" y="236749"/>
                  </a:lnTo>
                  <a:lnTo>
                    <a:pt x="17434" y="241535"/>
                  </a:lnTo>
                  <a:lnTo>
                    <a:pt x="19869" y="246247"/>
                  </a:lnTo>
                  <a:lnTo>
                    <a:pt x="22451" y="250879"/>
                  </a:lnTo>
                  <a:lnTo>
                    <a:pt x="25180" y="255427"/>
                  </a:lnTo>
                  <a:lnTo>
                    <a:pt x="28051" y="259886"/>
                  </a:lnTo>
                  <a:lnTo>
                    <a:pt x="31062" y="264252"/>
                  </a:lnTo>
                  <a:lnTo>
                    <a:pt x="34210" y="268520"/>
                  </a:lnTo>
                  <a:lnTo>
                    <a:pt x="37492" y="272685"/>
                  </a:lnTo>
                  <a:lnTo>
                    <a:pt x="40904" y="276745"/>
                  </a:lnTo>
                  <a:lnTo>
                    <a:pt x="44444" y="280695"/>
                  </a:lnTo>
                  <a:lnTo>
                    <a:pt x="48107" y="284530"/>
                  </a:lnTo>
                  <a:lnTo>
                    <a:pt x="51890" y="288247"/>
                  </a:lnTo>
                  <a:lnTo>
                    <a:pt x="55789" y="291842"/>
                  </a:lnTo>
                  <a:lnTo>
                    <a:pt x="59799" y="295312"/>
                  </a:lnTo>
                  <a:lnTo>
                    <a:pt x="63918" y="298653"/>
                  </a:lnTo>
                  <a:lnTo>
                    <a:pt x="68141" y="301861"/>
                  </a:lnTo>
                  <a:lnTo>
                    <a:pt x="72464" y="304934"/>
                  </a:lnTo>
                  <a:lnTo>
                    <a:pt x="76881" y="307868"/>
                  </a:lnTo>
                  <a:lnTo>
                    <a:pt x="81390" y="310661"/>
                  </a:lnTo>
                  <a:lnTo>
                    <a:pt x="85985" y="313309"/>
                  </a:lnTo>
                  <a:lnTo>
                    <a:pt x="90662" y="315810"/>
                  </a:lnTo>
                  <a:lnTo>
                    <a:pt x="95415" y="318161"/>
                  </a:lnTo>
                  <a:lnTo>
                    <a:pt x="100241" y="320361"/>
                  </a:lnTo>
                  <a:lnTo>
                    <a:pt x="105134" y="322406"/>
                  </a:lnTo>
                  <a:lnTo>
                    <a:pt x="110090" y="324295"/>
                  </a:lnTo>
                  <a:lnTo>
                    <a:pt x="115103" y="326026"/>
                  </a:lnTo>
                  <a:lnTo>
                    <a:pt x="120168" y="327597"/>
                  </a:lnTo>
                  <a:lnTo>
                    <a:pt x="125281" y="329007"/>
                  </a:lnTo>
                  <a:lnTo>
                    <a:pt x="130436" y="330253"/>
                  </a:lnTo>
                  <a:lnTo>
                    <a:pt x="135628" y="331336"/>
                  </a:lnTo>
                  <a:lnTo>
                    <a:pt x="140851" y="332253"/>
                  </a:lnTo>
                  <a:lnTo>
                    <a:pt x="146101" y="333004"/>
                  </a:lnTo>
                  <a:lnTo>
                    <a:pt x="151372" y="333588"/>
                  </a:lnTo>
                  <a:lnTo>
                    <a:pt x="156659" y="334005"/>
                  </a:lnTo>
                  <a:lnTo>
                    <a:pt x="161957" y="334254"/>
                  </a:lnTo>
                  <a:lnTo>
                    <a:pt x="167260" y="334334"/>
                  </a:lnTo>
                  <a:lnTo>
                    <a:pt x="172562" y="334247"/>
                  </a:lnTo>
                  <a:lnTo>
                    <a:pt x="177860" y="333991"/>
                  </a:lnTo>
                  <a:lnTo>
                    <a:pt x="183146" y="333567"/>
                  </a:lnTo>
                  <a:lnTo>
                    <a:pt x="188416" y="332976"/>
                  </a:lnTo>
                  <a:lnTo>
                    <a:pt x="193665" y="332218"/>
                  </a:lnTo>
                  <a:lnTo>
                    <a:pt x="198888" y="331294"/>
                  </a:lnTo>
                  <a:lnTo>
                    <a:pt x="204078" y="330204"/>
                  </a:lnTo>
                  <a:lnTo>
                    <a:pt x="209231" y="328951"/>
                  </a:lnTo>
                  <a:lnTo>
                    <a:pt x="214342" y="327534"/>
                  </a:lnTo>
                  <a:lnTo>
                    <a:pt x="219405" y="325957"/>
                  </a:lnTo>
                  <a:lnTo>
                    <a:pt x="224416" y="324219"/>
                  </a:lnTo>
                  <a:lnTo>
                    <a:pt x="229369" y="322323"/>
                  </a:lnTo>
                  <a:lnTo>
                    <a:pt x="234259" y="320272"/>
                  </a:lnTo>
                  <a:lnTo>
                    <a:pt x="239082" y="318066"/>
                  </a:lnTo>
                  <a:lnTo>
                    <a:pt x="243833" y="315708"/>
                  </a:lnTo>
                  <a:lnTo>
                    <a:pt x="248506" y="313201"/>
                  </a:lnTo>
                  <a:lnTo>
                    <a:pt x="253098" y="310547"/>
                  </a:lnTo>
                  <a:lnTo>
                    <a:pt x="257603" y="307748"/>
                  </a:lnTo>
                  <a:lnTo>
                    <a:pt x="262016" y="304808"/>
                  </a:lnTo>
                  <a:lnTo>
                    <a:pt x="266335" y="301729"/>
                  </a:lnTo>
                  <a:lnTo>
                    <a:pt x="270553" y="298515"/>
                  </a:lnTo>
                  <a:lnTo>
                    <a:pt x="274668" y="295169"/>
                  </a:lnTo>
                  <a:lnTo>
                    <a:pt x="278674" y="291694"/>
                  </a:lnTo>
                  <a:lnTo>
                    <a:pt x="282568" y="288094"/>
                  </a:lnTo>
                  <a:lnTo>
                    <a:pt x="286346" y="284371"/>
                  </a:lnTo>
                  <a:lnTo>
                    <a:pt x="290004" y="280531"/>
                  </a:lnTo>
                  <a:lnTo>
                    <a:pt x="293538" y="276577"/>
                  </a:lnTo>
                  <a:lnTo>
                    <a:pt x="296945" y="272513"/>
                  </a:lnTo>
                  <a:lnTo>
                    <a:pt x="300222" y="268343"/>
                  </a:lnTo>
                  <a:lnTo>
                    <a:pt x="303364" y="264070"/>
                  </a:lnTo>
                  <a:lnTo>
                    <a:pt x="306369" y="259701"/>
                  </a:lnTo>
                  <a:lnTo>
                    <a:pt x="309235" y="255238"/>
                  </a:lnTo>
                  <a:lnTo>
                    <a:pt x="311957" y="250686"/>
                  </a:lnTo>
                  <a:lnTo>
                    <a:pt x="314533" y="246051"/>
                  </a:lnTo>
                  <a:lnTo>
                    <a:pt x="316961" y="241336"/>
                  </a:lnTo>
                  <a:lnTo>
                    <a:pt x="319239" y="236546"/>
                  </a:lnTo>
                  <a:lnTo>
                    <a:pt x="321363" y="231687"/>
                  </a:lnTo>
                  <a:lnTo>
                    <a:pt x="323332" y="226763"/>
                  </a:lnTo>
                  <a:lnTo>
                    <a:pt x="325144" y="221778"/>
                  </a:lnTo>
                  <a:lnTo>
                    <a:pt x="326797" y="216739"/>
                  </a:lnTo>
                  <a:lnTo>
                    <a:pt x="328289" y="211650"/>
                  </a:lnTo>
                  <a:lnTo>
                    <a:pt x="329619" y="206516"/>
                  </a:lnTo>
                  <a:lnTo>
                    <a:pt x="330785" y="201342"/>
                  </a:lnTo>
                  <a:lnTo>
                    <a:pt x="331787" y="196134"/>
                  </a:lnTo>
                  <a:lnTo>
                    <a:pt x="332623" y="190897"/>
                  </a:lnTo>
                  <a:lnTo>
                    <a:pt x="333292" y="185636"/>
                  </a:lnTo>
                  <a:lnTo>
                    <a:pt x="333795" y="180357"/>
                  </a:lnTo>
                  <a:lnTo>
                    <a:pt x="334129" y="175064"/>
                  </a:lnTo>
                  <a:lnTo>
                    <a:pt x="334296" y="169763"/>
                  </a:lnTo>
                  <a:lnTo>
                    <a:pt x="334294" y="164460"/>
                  </a:lnTo>
                  <a:lnTo>
                    <a:pt x="334124" y="159159"/>
                  </a:lnTo>
                  <a:lnTo>
                    <a:pt x="333786" y="153866"/>
                  </a:lnTo>
                  <a:lnTo>
                    <a:pt x="333280" y="148587"/>
                  </a:lnTo>
                  <a:lnTo>
                    <a:pt x="332607" y="143327"/>
                  </a:lnTo>
                  <a:lnTo>
                    <a:pt x="331768" y="138090"/>
                  </a:lnTo>
                  <a:lnTo>
                    <a:pt x="330762" y="132883"/>
                  </a:lnTo>
                  <a:lnTo>
                    <a:pt x="329593" y="127710"/>
                  </a:lnTo>
                  <a:lnTo>
                    <a:pt x="328259" y="122577"/>
                  </a:lnTo>
                  <a:lnTo>
                    <a:pt x="326764" y="117489"/>
                  </a:lnTo>
                  <a:lnTo>
                    <a:pt x="325108" y="112450"/>
                  </a:lnTo>
                  <a:lnTo>
                    <a:pt x="323292" y="107467"/>
                  </a:lnTo>
                  <a:lnTo>
                    <a:pt x="321320" y="102544"/>
                  </a:lnTo>
                  <a:lnTo>
                    <a:pt x="319193" y="97686"/>
                  </a:lnTo>
                  <a:lnTo>
                    <a:pt x="316912" y="92898"/>
                  </a:lnTo>
                  <a:lnTo>
                    <a:pt x="314481" y="88185"/>
                  </a:lnTo>
                  <a:lnTo>
                    <a:pt x="311901" y="83551"/>
                  </a:lnTo>
                  <a:lnTo>
                    <a:pt x="309176" y="79001"/>
                  </a:lnTo>
                  <a:lnTo>
                    <a:pt x="306308" y="74541"/>
                  </a:lnTo>
                  <a:lnTo>
                    <a:pt x="303300" y="70173"/>
                  </a:lnTo>
                  <a:lnTo>
                    <a:pt x="300154" y="65903"/>
                  </a:lnTo>
                  <a:lnTo>
                    <a:pt x="296875" y="61735"/>
                  </a:lnTo>
                  <a:lnTo>
                    <a:pt x="293465" y="57673"/>
                  </a:lnTo>
                  <a:lnTo>
                    <a:pt x="289928" y="53721"/>
                  </a:lnTo>
                  <a:lnTo>
                    <a:pt x="286268" y="49883"/>
                  </a:lnTo>
                  <a:lnTo>
                    <a:pt x="282488" y="46164"/>
                  </a:lnTo>
                  <a:lnTo>
                    <a:pt x="278591" y="42566"/>
                  </a:lnTo>
                  <a:lnTo>
                    <a:pt x="274583" y="39093"/>
                  </a:lnTo>
                  <a:lnTo>
                    <a:pt x="270466" y="35750"/>
                  </a:lnTo>
                  <a:lnTo>
                    <a:pt x="266245" y="32539"/>
                  </a:lnTo>
                  <a:lnTo>
                    <a:pt x="261925" y="29463"/>
                  </a:lnTo>
                  <a:lnTo>
                    <a:pt x="257509" y="26526"/>
                  </a:lnTo>
                  <a:lnTo>
                    <a:pt x="253002" y="23730"/>
                  </a:lnTo>
                  <a:lnTo>
                    <a:pt x="248409" y="21079"/>
                  </a:lnTo>
                  <a:lnTo>
                    <a:pt x="243734" y="18575"/>
                  </a:lnTo>
                  <a:lnTo>
                    <a:pt x="238982" y="16220"/>
                  </a:lnTo>
                  <a:lnTo>
                    <a:pt x="234158" y="14018"/>
                  </a:lnTo>
                  <a:lnTo>
                    <a:pt x="229266" y="11969"/>
                  </a:lnTo>
                  <a:lnTo>
                    <a:pt x="224311" y="10077"/>
                  </a:lnTo>
                  <a:lnTo>
                    <a:pt x="219300" y="8342"/>
                  </a:lnTo>
                  <a:lnTo>
                    <a:pt x="214235" y="6768"/>
                  </a:lnTo>
                  <a:lnTo>
                    <a:pt x="209124" y="5355"/>
                  </a:lnTo>
                  <a:lnTo>
                    <a:pt x="203970" y="4105"/>
                  </a:lnTo>
                  <a:lnTo>
                    <a:pt x="198779" y="3019"/>
                  </a:lnTo>
                  <a:lnTo>
                    <a:pt x="193556" y="2098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256085" y="4659281"/>
              <a:ext cx="332538" cy="334334"/>
            </a:xfrm>
            <a:custGeom>
              <a:avLst/>
              <a:pathLst>
                <a:path w="332538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4" y="336"/>
                  </a:lnTo>
                  <a:lnTo>
                    <a:pt x="151270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4" y="3016"/>
                  </a:lnTo>
                  <a:lnTo>
                    <a:pt x="130345" y="4101"/>
                  </a:lnTo>
                  <a:lnTo>
                    <a:pt x="125194" y="5350"/>
                  </a:lnTo>
                  <a:lnTo>
                    <a:pt x="120084" y="6762"/>
                  </a:lnTo>
                  <a:lnTo>
                    <a:pt x="115022" y="8334"/>
                  </a:lnTo>
                  <a:lnTo>
                    <a:pt x="110012" y="10067"/>
                  </a:lnTo>
                  <a:lnTo>
                    <a:pt x="105060" y="11957"/>
                  </a:lnTo>
                  <a:lnTo>
                    <a:pt x="100170" y="14004"/>
                  </a:lnTo>
                  <a:lnTo>
                    <a:pt x="95348" y="16205"/>
                  </a:lnTo>
                  <a:lnTo>
                    <a:pt x="90598" y="18557"/>
                  </a:lnTo>
                  <a:lnTo>
                    <a:pt x="85924" y="21059"/>
                  </a:lnTo>
                  <a:lnTo>
                    <a:pt x="81333" y="23708"/>
                  </a:lnTo>
                  <a:lnTo>
                    <a:pt x="76827" y="26501"/>
                  </a:lnTo>
                  <a:lnTo>
                    <a:pt x="72413" y="29435"/>
                  </a:lnTo>
                  <a:lnTo>
                    <a:pt x="68094" y="32508"/>
                  </a:lnTo>
                  <a:lnTo>
                    <a:pt x="63874" y="35716"/>
                  </a:lnTo>
                  <a:lnTo>
                    <a:pt x="59758" y="39057"/>
                  </a:lnTo>
                  <a:lnTo>
                    <a:pt x="55750" y="42526"/>
                  </a:lnTo>
                  <a:lnTo>
                    <a:pt x="51855" y="46121"/>
                  </a:lnTo>
                  <a:lnTo>
                    <a:pt x="48075" y="49837"/>
                  </a:lnTo>
                  <a:lnTo>
                    <a:pt x="44414" y="53671"/>
                  </a:lnTo>
                  <a:lnTo>
                    <a:pt x="40878" y="57620"/>
                  </a:lnTo>
                  <a:lnTo>
                    <a:pt x="37468" y="61678"/>
                  </a:lnTo>
                  <a:lnTo>
                    <a:pt x="34189" y="65843"/>
                  </a:lnTo>
                  <a:lnTo>
                    <a:pt x="31043" y="70110"/>
                  </a:lnTo>
                  <a:lnTo>
                    <a:pt x="28034" y="74474"/>
                  </a:lnTo>
                  <a:lnTo>
                    <a:pt x="25165" y="78931"/>
                  </a:lnTo>
                  <a:lnTo>
                    <a:pt x="22439" y="83477"/>
                  </a:lnTo>
                  <a:lnTo>
                    <a:pt x="19858" y="88107"/>
                  </a:lnTo>
                  <a:lnTo>
                    <a:pt x="17426" y="92817"/>
                  </a:lnTo>
                  <a:lnTo>
                    <a:pt x="15143" y="97602"/>
                  </a:lnTo>
                  <a:lnTo>
                    <a:pt x="13014" y="102456"/>
                  </a:lnTo>
                  <a:lnTo>
                    <a:pt x="11040" y="107375"/>
                  </a:lnTo>
                  <a:lnTo>
                    <a:pt x="9223" y="112355"/>
                  </a:lnTo>
                  <a:lnTo>
                    <a:pt x="7564" y="117390"/>
                  </a:lnTo>
                  <a:lnTo>
                    <a:pt x="6066" y="122474"/>
                  </a:lnTo>
                  <a:lnTo>
                    <a:pt x="4730" y="127604"/>
                  </a:lnTo>
                  <a:lnTo>
                    <a:pt x="3558" y="132774"/>
                  </a:lnTo>
                  <a:lnTo>
                    <a:pt x="2549" y="137978"/>
                  </a:lnTo>
                  <a:lnTo>
                    <a:pt x="1707" y="143211"/>
                  </a:lnTo>
                  <a:lnTo>
                    <a:pt x="1030" y="148469"/>
                  </a:lnTo>
                  <a:lnTo>
                    <a:pt x="521" y="153745"/>
                  </a:lnTo>
                  <a:lnTo>
                    <a:pt x="179" y="159035"/>
                  </a:lnTo>
                  <a:lnTo>
                    <a:pt x="5" y="164333"/>
                  </a:lnTo>
                  <a:lnTo>
                    <a:pt x="0" y="169634"/>
                  </a:lnTo>
                  <a:lnTo>
                    <a:pt x="162" y="174932"/>
                  </a:lnTo>
                  <a:lnTo>
                    <a:pt x="492" y="180222"/>
                  </a:lnTo>
                  <a:lnTo>
                    <a:pt x="990" y="185500"/>
                  </a:lnTo>
                  <a:lnTo>
                    <a:pt x="1654" y="190759"/>
                  </a:lnTo>
                  <a:lnTo>
                    <a:pt x="2486" y="195994"/>
                  </a:lnTo>
                  <a:lnTo>
                    <a:pt x="3482" y="201200"/>
                  </a:lnTo>
                  <a:lnTo>
                    <a:pt x="4644" y="206372"/>
                  </a:lnTo>
                  <a:lnTo>
                    <a:pt x="5968" y="211505"/>
                  </a:lnTo>
                  <a:lnTo>
                    <a:pt x="7455" y="216593"/>
                  </a:lnTo>
                  <a:lnTo>
                    <a:pt x="9103" y="221631"/>
                  </a:lnTo>
                  <a:lnTo>
                    <a:pt x="10909" y="226615"/>
                  </a:lnTo>
                  <a:lnTo>
                    <a:pt x="12872" y="231539"/>
                  </a:lnTo>
                  <a:lnTo>
                    <a:pt x="14991" y="236398"/>
                  </a:lnTo>
                  <a:lnTo>
                    <a:pt x="17262" y="241187"/>
                  </a:lnTo>
                  <a:lnTo>
                    <a:pt x="19685" y="245902"/>
                  </a:lnTo>
                  <a:lnTo>
                    <a:pt x="22255" y="250538"/>
                  </a:lnTo>
                  <a:lnTo>
                    <a:pt x="24971" y="255090"/>
                  </a:lnTo>
                  <a:lnTo>
                    <a:pt x="27830" y="259554"/>
                  </a:lnTo>
                  <a:lnTo>
                    <a:pt x="30830" y="263925"/>
                  </a:lnTo>
                  <a:lnTo>
                    <a:pt x="33966" y="268198"/>
                  </a:lnTo>
                  <a:lnTo>
                    <a:pt x="37236" y="272370"/>
                  </a:lnTo>
                  <a:lnTo>
                    <a:pt x="40637" y="276436"/>
                  </a:lnTo>
                  <a:lnTo>
                    <a:pt x="44165" y="280392"/>
                  </a:lnTo>
                  <a:lnTo>
                    <a:pt x="47817" y="284235"/>
                  </a:lnTo>
                  <a:lnTo>
                    <a:pt x="51589" y="287959"/>
                  </a:lnTo>
                  <a:lnTo>
                    <a:pt x="55477" y="291563"/>
                  </a:lnTo>
                  <a:lnTo>
                    <a:pt x="59477" y="295041"/>
                  </a:lnTo>
                  <a:lnTo>
                    <a:pt x="63585" y="298390"/>
                  </a:lnTo>
                  <a:lnTo>
                    <a:pt x="67798" y="301608"/>
                  </a:lnTo>
                  <a:lnTo>
                    <a:pt x="72110" y="304690"/>
                  </a:lnTo>
                  <a:lnTo>
                    <a:pt x="76518" y="307634"/>
                  </a:lnTo>
                  <a:lnTo>
                    <a:pt x="81018" y="310437"/>
                  </a:lnTo>
                  <a:lnTo>
                    <a:pt x="85603" y="313096"/>
                  </a:lnTo>
                  <a:lnTo>
                    <a:pt x="90271" y="315608"/>
                  </a:lnTo>
                  <a:lnTo>
                    <a:pt x="95016" y="317971"/>
                  </a:lnTo>
                  <a:lnTo>
                    <a:pt x="99834" y="320182"/>
                  </a:lnTo>
                  <a:lnTo>
                    <a:pt x="104719" y="322239"/>
                  </a:lnTo>
                  <a:lnTo>
                    <a:pt x="109667" y="324141"/>
                  </a:lnTo>
                  <a:lnTo>
                    <a:pt x="114673" y="325884"/>
                  </a:lnTo>
                  <a:lnTo>
                    <a:pt x="119732" y="327468"/>
                  </a:lnTo>
                  <a:lnTo>
                    <a:pt x="124838" y="328891"/>
                  </a:lnTo>
                  <a:lnTo>
                    <a:pt x="129987" y="330151"/>
                  </a:lnTo>
                  <a:lnTo>
                    <a:pt x="135173" y="331248"/>
                  </a:lnTo>
                  <a:lnTo>
                    <a:pt x="140391" y="332179"/>
                  </a:lnTo>
                  <a:lnTo>
                    <a:pt x="145637" y="332944"/>
                  </a:lnTo>
                  <a:lnTo>
                    <a:pt x="150904" y="333543"/>
                  </a:lnTo>
                  <a:lnTo>
                    <a:pt x="156187" y="333975"/>
                  </a:lnTo>
                  <a:lnTo>
                    <a:pt x="161481" y="334238"/>
                  </a:lnTo>
                  <a:lnTo>
                    <a:pt x="166781" y="334334"/>
                  </a:lnTo>
                  <a:lnTo>
                    <a:pt x="172082" y="334262"/>
                  </a:lnTo>
                  <a:lnTo>
                    <a:pt x="177377" y="334021"/>
                  </a:lnTo>
                  <a:lnTo>
                    <a:pt x="182662" y="333613"/>
                  </a:lnTo>
                  <a:lnTo>
                    <a:pt x="187931" y="333037"/>
                  </a:lnTo>
                  <a:lnTo>
                    <a:pt x="193180" y="332295"/>
                  </a:lnTo>
                  <a:lnTo>
                    <a:pt x="198403" y="331387"/>
                  </a:lnTo>
                  <a:lnTo>
                    <a:pt x="203594" y="330313"/>
                  </a:lnTo>
                  <a:lnTo>
                    <a:pt x="208748" y="329076"/>
                  </a:lnTo>
                  <a:lnTo>
                    <a:pt x="213860" y="327675"/>
                  </a:lnTo>
                  <a:lnTo>
                    <a:pt x="218926" y="326114"/>
                  </a:lnTo>
                  <a:lnTo>
                    <a:pt x="223939" y="324392"/>
                  </a:lnTo>
                  <a:lnTo>
                    <a:pt x="228896" y="322513"/>
                  </a:lnTo>
                  <a:lnTo>
                    <a:pt x="233790" y="320477"/>
                  </a:lnTo>
                  <a:lnTo>
                    <a:pt x="238617" y="318287"/>
                  </a:lnTo>
                  <a:lnTo>
                    <a:pt x="243373" y="315945"/>
                  </a:lnTo>
                  <a:lnTo>
                    <a:pt x="248052" y="313453"/>
                  </a:lnTo>
                  <a:lnTo>
                    <a:pt x="252649" y="310815"/>
                  </a:lnTo>
                  <a:lnTo>
                    <a:pt x="257161" y="308032"/>
                  </a:lnTo>
                  <a:lnTo>
                    <a:pt x="261582" y="305107"/>
                  </a:lnTo>
                  <a:lnTo>
                    <a:pt x="265908" y="302043"/>
                  </a:lnTo>
                  <a:lnTo>
                    <a:pt x="270134" y="298844"/>
                  </a:lnTo>
                  <a:lnTo>
                    <a:pt x="274257" y="295513"/>
                  </a:lnTo>
                  <a:lnTo>
                    <a:pt x="278273" y="292052"/>
                  </a:lnTo>
                  <a:lnTo>
                    <a:pt x="282177" y="288466"/>
                  </a:lnTo>
                  <a:lnTo>
                    <a:pt x="285965" y="284758"/>
                  </a:lnTo>
                  <a:lnTo>
                    <a:pt x="289633" y="280932"/>
                  </a:lnTo>
                  <a:lnTo>
                    <a:pt x="293179" y="276991"/>
                  </a:lnTo>
                  <a:lnTo>
                    <a:pt x="296597" y="272940"/>
                  </a:lnTo>
                  <a:lnTo>
                    <a:pt x="299886" y="268783"/>
                  </a:lnTo>
                  <a:lnTo>
                    <a:pt x="303041" y="264523"/>
                  </a:lnTo>
                  <a:lnTo>
                    <a:pt x="306059" y="260166"/>
                  </a:lnTo>
                  <a:lnTo>
                    <a:pt x="308938" y="255715"/>
                  </a:lnTo>
                  <a:lnTo>
                    <a:pt x="311674" y="251175"/>
                  </a:lnTo>
                  <a:lnTo>
                    <a:pt x="314265" y="246550"/>
                  </a:lnTo>
                  <a:lnTo>
                    <a:pt x="316708" y="241846"/>
                  </a:lnTo>
                  <a:lnTo>
                    <a:pt x="319001" y="237066"/>
                  </a:lnTo>
                  <a:lnTo>
                    <a:pt x="321141" y="232217"/>
                  </a:lnTo>
                  <a:lnTo>
                    <a:pt x="323126" y="227302"/>
                  </a:lnTo>
                  <a:lnTo>
                    <a:pt x="324954" y="222326"/>
                  </a:lnTo>
                  <a:lnTo>
                    <a:pt x="326623" y="217295"/>
                  </a:lnTo>
                  <a:lnTo>
                    <a:pt x="328132" y="212213"/>
                  </a:lnTo>
                  <a:lnTo>
                    <a:pt x="329480" y="207087"/>
                  </a:lnTo>
                  <a:lnTo>
                    <a:pt x="330664" y="201920"/>
                  </a:lnTo>
                  <a:lnTo>
                    <a:pt x="331684" y="196718"/>
                  </a:lnTo>
                  <a:lnTo>
                    <a:pt x="332538" y="191486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826449"/>
              <a:ext cx="165388" cy="24319"/>
            </a:xfrm>
            <a:custGeom>
              <a:avLst/>
              <a:pathLst>
                <a:path w="165388" h="24319">
                  <a:moveTo>
                    <a:pt x="165388" y="243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826449"/>
              <a:ext cx="165388" cy="24319"/>
            </a:xfrm>
            <a:custGeom>
              <a:avLst/>
              <a:pathLst>
                <a:path w="165388" h="24319">
                  <a:moveTo>
                    <a:pt x="165388" y="243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755017"/>
              <a:ext cx="167162" cy="95751"/>
            </a:xfrm>
            <a:custGeom>
              <a:avLst/>
              <a:pathLst>
                <a:path w="167162" h="95751">
                  <a:moveTo>
                    <a:pt x="165388" y="95751"/>
                  </a:moveTo>
                  <a:lnTo>
                    <a:pt x="166130" y="90022"/>
                  </a:lnTo>
                  <a:lnTo>
                    <a:pt x="166673" y="84270"/>
                  </a:lnTo>
                  <a:lnTo>
                    <a:pt x="167017" y="78504"/>
                  </a:lnTo>
                  <a:lnTo>
                    <a:pt x="167162" y="72729"/>
                  </a:lnTo>
                  <a:lnTo>
                    <a:pt x="167107" y="66952"/>
                  </a:lnTo>
                  <a:lnTo>
                    <a:pt x="166852" y="61181"/>
                  </a:lnTo>
                  <a:lnTo>
                    <a:pt x="166399" y="55421"/>
                  </a:lnTo>
                  <a:lnTo>
                    <a:pt x="165746" y="49682"/>
                  </a:lnTo>
                  <a:lnTo>
                    <a:pt x="164896" y="43968"/>
                  </a:lnTo>
                  <a:lnTo>
                    <a:pt x="163848" y="38286"/>
                  </a:lnTo>
                  <a:lnTo>
                    <a:pt x="162605" y="32645"/>
                  </a:lnTo>
                  <a:lnTo>
                    <a:pt x="161168" y="27050"/>
                  </a:lnTo>
                  <a:lnTo>
                    <a:pt x="159538" y="21507"/>
                  </a:lnTo>
                  <a:lnTo>
                    <a:pt x="157718" y="16025"/>
                  </a:lnTo>
                  <a:lnTo>
                    <a:pt x="155709" y="10608"/>
                  </a:lnTo>
                  <a:lnTo>
                    <a:pt x="153515" y="5264"/>
                  </a:lnTo>
                  <a:lnTo>
                    <a:pt x="151137" y="0"/>
                  </a:lnTo>
                  <a:lnTo>
                    <a:pt x="0" y="714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151137" cy="167167"/>
            </a:xfrm>
            <a:custGeom>
              <a:avLst/>
              <a:pathLst>
                <a:path w="151137" h="167167">
                  <a:moveTo>
                    <a:pt x="151137" y="95735"/>
                  </a:moveTo>
                  <a:lnTo>
                    <a:pt x="148681" y="90756"/>
                  </a:lnTo>
                  <a:lnTo>
                    <a:pt x="146062" y="85860"/>
                  </a:lnTo>
                  <a:lnTo>
                    <a:pt x="143281" y="81055"/>
                  </a:lnTo>
                  <a:lnTo>
                    <a:pt x="140342" y="76344"/>
                  </a:lnTo>
                  <a:lnTo>
                    <a:pt x="137249" y="71734"/>
                  </a:lnTo>
                  <a:lnTo>
                    <a:pt x="134004" y="67228"/>
                  </a:lnTo>
                  <a:lnTo>
                    <a:pt x="130611" y="62834"/>
                  </a:lnTo>
                  <a:lnTo>
                    <a:pt x="127075" y="58554"/>
                  </a:lnTo>
                  <a:lnTo>
                    <a:pt x="123398" y="54394"/>
                  </a:lnTo>
                  <a:lnTo>
                    <a:pt x="119585" y="50358"/>
                  </a:lnTo>
                  <a:lnTo>
                    <a:pt x="115640" y="46451"/>
                  </a:lnTo>
                  <a:lnTo>
                    <a:pt x="111567" y="42678"/>
                  </a:lnTo>
                  <a:lnTo>
                    <a:pt x="107372" y="39041"/>
                  </a:lnTo>
                  <a:lnTo>
                    <a:pt x="103058" y="35546"/>
                  </a:lnTo>
                  <a:lnTo>
                    <a:pt x="98630" y="32197"/>
                  </a:lnTo>
                  <a:lnTo>
                    <a:pt x="94093" y="28996"/>
                  </a:lnTo>
                  <a:lnTo>
                    <a:pt x="89453" y="25947"/>
                  </a:lnTo>
                  <a:lnTo>
                    <a:pt x="84714" y="23055"/>
                  </a:lnTo>
                  <a:lnTo>
                    <a:pt x="79882" y="20321"/>
                  </a:lnTo>
                  <a:lnTo>
                    <a:pt x="74961" y="17749"/>
                  </a:lnTo>
                  <a:lnTo>
                    <a:pt x="69958" y="15342"/>
                  </a:lnTo>
                  <a:lnTo>
                    <a:pt x="64877" y="13103"/>
                  </a:lnTo>
                  <a:lnTo>
                    <a:pt x="59726" y="11033"/>
                  </a:lnTo>
                  <a:lnTo>
                    <a:pt x="54508" y="9136"/>
                  </a:lnTo>
                  <a:lnTo>
                    <a:pt x="49230" y="7413"/>
                  </a:lnTo>
                  <a:lnTo>
                    <a:pt x="43897" y="5866"/>
                  </a:lnTo>
                  <a:lnTo>
                    <a:pt x="38517" y="4497"/>
                  </a:lnTo>
                  <a:lnTo>
                    <a:pt x="33093" y="3308"/>
                  </a:lnTo>
                  <a:lnTo>
                    <a:pt x="27634" y="2299"/>
                  </a:lnTo>
                  <a:lnTo>
                    <a:pt x="22144" y="1473"/>
                  </a:lnTo>
                  <a:lnTo>
                    <a:pt x="16629" y="829"/>
                  </a:lnTo>
                  <a:lnTo>
                    <a:pt x="11096" y="368"/>
                  </a:lnTo>
                  <a:lnTo>
                    <a:pt x="5551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561305" y="4213821"/>
              <a:ext cx="167167" cy="287535"/>
            </a:xfrm>
            <a:custGeom>
              <a:avLst/>
              <a:pathLst>
                <a:path w="167167" h="287535">
                  <a:moveTo>
                    <a:pt x="167167" y="0"/>
                  </a:moveTo>
                  <a:lnTo>
                    <a:pt x="161803" y="86"/>
                  </a:lnTo>
                  <a:lnTo>
                    <a:pt x="156445" y="344"/>
                  </a:lnTo>
                  <a:lnTo>
                    <a:pt x="151098" y="774"/>
                  </a:lnTo>
                  <a:lnTo>
                    <a:pt x="145768" y="1375"/>
                  </a:lnTo>
                  <a:lnTo>
                    <a:pt x="140460" y="2147"/>
                  </a:lnTo>
                  <a:lnTo>
                    <a:pt x="135179" y="3089"/>
                  </a:lnTo>
                  <a:lnTo>
                    <a:pt x="129931" y="4199"/>
                  </a:lnTo>
                  <a:lnTo>
                    <a:pt x="124721" y="5478"/>
                  </a:lnTo>
                  <a:lnTo>
                    <a:pt x="119555" y="6923"/>
                  </a:lnTo>
                  <a:lnTo>
                    <a:pt x="114439" y="8533"/>
                  </a:lnTo>
                  <a:lnTo>
                    <a:pt x="109376" y="10307"/>
                  </a:lnTo>
                  <a:lnTo>
                    <a:pt x="104373" y="12241"/>
                  </a:lnTo>
                  <a:lnTo>
                    <a:pt x="99435" y="14336"/>
                  </a:lnTo>
                  <a:lnTo>
                    <a:pt x="94566" y="16588"/>
                  </a:lnTo>
                  <a:lnTo>
                    <a:pt x="89772" y="18995"/>
                  </a:lnTo>
                  <a:lnTo>
                    <a:pt x="85058" y="21554"/>
                  </a:lnTo>
                  <a:lnTo>
                    <a:pt x="80428" y="24264"/>
                  </a:lnTo>
                  <a:lnTo>
                    <a:pt x="75888" y="27120"/>
                  </a:lnTo>
                  <a:lnTo>
                    <a:pt x="71442" y="30121"/>
                  </a:lnTo>
                  <a:lnTo>
                    <a:pt x="67094" y="33263"/>
                  </a:lnTo>
                  <a:lnTo>
                    <a:pt x="62849" y="36542"/>
                  </a:lnTo>
                  <a:lnTo>
                    <a:pt x="58712" y="39957"/>
                  </a:lnTo>
                  <a:lnTo>
                    <a:pt x="54686" y="43502"/>
                  </a:lnTo>
                  <a:lnTo>
                    <a:pt x="50776" y="47174"/>
                  </a:lnTo>
                  <a:lnTo>
                    <a:pt x="46986" y="50971"/>
                  </a:lnTo>
                  <a:lnTo>
                    <a:pt x="43320" y="54886"/>
                  </a:lnTo>
                  <a:lnTo>
                    <a:pt x="39781" y="58918"/>
                  </a:lnTo>
                  <a:lnTo>
                    <a:pt x="36374" y="63061"/>
                  </a:lnTo>
                  <a:lnTo>
                    <a:pt x="33101" y="67311"/>
                  </a:lnTo>
                  <a:lnTo>
                    <a:pt x="29966" y="71663"/>
                  </a:lnTo>
                  <a:lnTo>
                    <a:pt x="26972" y="76115"/>
                  </a:lnTo>
                  <a:lnTo>
                    <a:pt x="24123" y="80660"/>
                  </a:lnTo>
                  <a:lnTo>
                    <a:pt x="21421" y="85294"/>
                  </a:lnTo>
                  <a:lnTo>
                    <a:pt x="18870" y="90012"/>
                  </a:lnTo>
                  <a:lnTo>
                    <a:pt x="16470" y="94810"/>
                  </a:lnTo>
                  <a:lnTo>
                    <a:pt x="14226" y="99682"/>
                  </a:lnTo>
                  <a:lnTo>
                    <a:pt x="12140" y="104624"/>
                  </a:lnTo>
                  <a:lnTo>
                    <a:pt x="10213" y="109630"/>
                  </a:lnTo>
                  <a:lnTo>
                    <a:pt x="8448" y="114695"/>
                  </a:lnTo>
                  <a:lnTo>
                    <a:pt x="6846" y="119815"/>
                  </a:lnTo>
                  <a:lnTo>
                    <a:pt x="5409" y="124983"/>
                  </a:lnTo>
                  <a:lnTo>
                    <a:pt x="4139" y="130195"/>
                  </a:lnTo>
                  <a:lnTo>
                    <a:pt x="3037" y="135444"/>
                  </a:lnTo>
                  <a:lnTo>
                    <a:pt x="2104" y="140727"/>
                  </a:lnTo>
                  <a:lnTo>
                    <a:pt x="1340" y="146036"/>
                  </a:lnTo>
                  <a:lnTo>
                    <a:pt x="748" y="151368"/>
                  </a:lnTo>
                  <a:lnTo>
                    <a:pt x="326" y="156715"/>
                  </a:lnTo>
                  <a:lnTo>
                    <a:pt x="77" y="162074"/>
                  </a:lnTo>
                  <a:lnTo>
                    <a:pt x="0" y="167437"/>
                  </a:lnTo>
                  <a:lnTo>
                    <a:pt x="94" y="172800"/>
                  </a:lnTo>
                  <a:lnTo>
                    <a:pt x="361" y="178158"/>
                  </a:lnTo>
                  <a:lnTo>
                    <a:pt x="800" y="183504"/>
                  </a:lnTo>
                  <a:lnTo>
                    <a:pt x="1409" y="188834"/>
                  </a:lnTo>
                  <a:lnTo>
                    <a:pt x="2190" y="194141"/>
                  </a:lnTo>
                  <a:lnTo>
                    <a:pt x="3140" y="199420"/>
                  </a:lnTo>
                  <a:lnTo>
                    <a:pt x="4260" y="204666"/>
                  </a:lnTo>
                  <a:lnTo>
                    <a:pt x="5547" y="209874"/>
                  </a:lnTo>
                  <a:lnTo>
                    <a:pt x="7000" y="215037"/>
                  </a:lnTo>
                  <a:lnTo>
                    <a:pt x="8618" y="220151"/>
                  </a:lnTo>
                  <a:lnTo>
                    <a:pt x="10400" y="225211"/>
                  </a:lnTo>
                  <a:lnTo>
                    <a:pt x="12343" y="230211"/>
                  </a:lnTo>
                  <a:lnTo>
                    <a:pt x="14445" y="235146"/>
                  </a:lnTo>
                  <a:lnTo>
                    <a:pt x="16705" y="240011"/>
                  </a:lnTo>
                  <a:lnTo>
                    <a:pt x="19120" y="244801"/>
                  </a:lnTo>
                  <a:lnTo>
                    <a:pt x="21687" y="249511"/>
                  </a:lnTo>
                  <a:lnTo>
                    <a:pt x="24404" y="254136"/>
                  </a:lnTo>
                  <a:lnTo>
                    <a:pt x="27268" y="258672"/>
                  </a:lnTo>
                  <a:lnTo>
                    <a:pt x="30276" y="263114"/>
                  </a:lnTo>
                  <a:lnTo>
                    <a:pt x="33424" y="267456"/>
                  </a:lnTo>
                  <a:lnTo>
                    <a:pt x="36711" y="271696"/>
                  </a:lnTo>
                  <a:lnTo>
                    <a:pt x="40132" y="275827"/>
                  </a:lnTo>
                  <a:lnTo>
                    <a:pt x="43684" y="279847"/>
                  </a:lnTo>
                  <a:lnTo>
                    <a:pt x="47362" y="283751"/>
                  </a:lnTo>
                  <a:lnTo>
                    <a:pt x="51165" y="28753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612470" y="4380988"/>
              <a:ext cx="116001" cy="120368"/>
            </a:xfrm>
            <a:custGeom>
              <a:avLst/>
              <a:pathLst>
                <a:path w="116001" h="120368">
                  <a:moveTo>
                    <a:pt x="0" y="120368"/>
                  </a:moveTo>
                  <a:lnTo>
                    <a:pt x="11600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612470" y="4380988"/>
              <a:ext cx="116001" cy="148396"/>
            </a:xfrm>
            <a:custGeom>
              <a:avLst/>
              <a:pathLst>
                <a:path w="116001" h="148396">
                  <a:moveTo>
                    <a:pt x="0" y="120368"/>
                  </a:moveTo>
                  <a:lnTo>
                    <a:pt x="4414" y="124471"/>
                  </a:lnTo>
                  <a:lnTo>
                    <a:pt x="8974" y="128414"/>
                  </a:lnTo>
                  <a:lnTo>
                    <a:pt x="13674" y="132189"/>
                  </a:lnTo>
                  <a:lnTo>
                    <a:pt x="18506" y="135792"/>
                  </a:lnTo>
                  <a:lnTo>
                    <a:pt x="23465" y="139218"/>
                  </a:lnTo>
                  <a:lnTo>
                    <a:pt x="28544" y="142464"/>
                  </a:lnTo>
                  <a:lnTo>
                    <a:pt x="33737" y="145524"/>
                  </a:lnTo>
                  <a:lnTo>
                    <a:pt x="39037" y="148396"/>
                  </a:lnTo>
                  <a:lnTo>
                    <a:pt x="11600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651507" y="4213821"/>
              <a:ext cx="244113" cy="334334"/>
            </a:xfrm>
            <a:custGeom>
              <a:avLst/>
              <a:pathLst>
                <a:path w="244113" h="334334">
                  <a:moveTo>
                    <a:pt x="0" y="315563"/>
                  </a:moveTo>
                  <a:lnTo>
                    <a:pt x="4750" y="317932"/>
                  </a:lnTo>
                  <a:lnTo>
                    <a:pt x="9573" y="320149"/>
                  </a:lnTo>
                  <a:lnTo>
                    <a:pt x="14464" y="322211"/>
                  </a:lnTo>
                  <a:lnTo>
                    <a:pt x="19418" y="324117"/>
                  </a:lnTo>
                  <a:lnTo>
                    <a:pt x="24430" y="325865"/>
                  </a:lnTo>
                  <a:lnTo>
                    <a:pt x="29495" y="327453"/>
                  </a:lnTo>
                  <a:lnTo>
                    <a:pt x="34608" y="328879"/>
                  </a:lnTo>
                  <a:lnTo>
                    <a:pt x="39764" y="330143"/>
                  </a:lnTo>
                  <a:lnTo>
                    <a:pt x="44957" y="331242"/>
                  </a:lnTo>
                  <a:lnTo>
                    <a:pt x="50182" y="332175"/>
                  </a:lnTo>
                  <a:lnTo>
                    <a:pt x="55435" y="332942"/>
                  </a:lnTo>
                  <a:lnTo>
                    <a:pt x="60709" y="333542"/>
                  </a:lnTo>
                  <a:lnTo>
                    <a:pt x="65999" y="333974"/>
                  </a:lnTo>
                  <a:lnTo>
                    <a:pt x="71301" y="334238"/>
                  </a:lnTo>
                  <a:lnTo>
                    <a:pt x="76608" y="334334"/>
                  </a:lnTo>
                  <a:lnTo>
                    <a:pt x="81916" y="334261"/>
                  </a:lnTo>
                  <a:lnTo>
                    <a:pt x="87218" y="334020"/>
                  </a:lnTo>
                  <a:lnTo>
                    <a:pt x="92511" y="333610"/>
                  </a:lnTo>
                  <a:lnTo>
                    <a:pt x="97787" y="333032"/>
                  </a:lnTo>
                  <a:lnTo>
                    <a:pt x="103043" y="332288"/>
                  </a:lnTo>
                  <a:lnTo>
                    <a:pt x="108272" y="331376"/>
                  </a:lnTo>
                  <a:lnTo>
                    <a:pt x="113470" y="330300"/>
                  </a:lnTo>
                  <a:lnTo>
                    <a:pt x="118631" y="329058"/>
                  </a:lnTo>
                  <a:lnTo>
                    <a:pt x="123750" y="327654"/>
                  </a:lnTo>
                  <a:lnTo>
                    <a:pt x="128822" y="326087"/>
                  </a:lnTo>
                  <a:lnTo>
                    <a:pt x="133841" y="324361"/>
                  </a:lnTo>
                  <a:lnTo>
                    <a:pt x="138803" y="322476"/>
                  </a:lnTo>
                  <a:lnTo>
                    <a:pt x="143703" y="320434"/>
                  </a:lnTo>
                  <a:lnTo>
                    <a:pt x="148536" y="318238"/>
                  </a:lnTo>
                  <a:lnTo>
                    <a:pt x="153296" y="315889"/>
                  </a:lnTo>
                  <a:lnTo>
                    <a:pt x="157980" y="313391"/>
                  </a:lnTo>
                  <a:lnTo>
                    <a:pt x="162581" y="310745"/>
                  </a:lnTo>
                  <a:lnTo>
                    <a:pt x="167097" y="307954"/>
                  </a:lnTo>
                  <a:lnTo>
                    <a:pt x="171521" y="305022"/>
                  </a:lnTo>
                  <a:lnTo>
                    <a:pt x="175850" y="301950"/>
                  </a:lnTo>
                  <a:lnTo>
                    <a:pt x="180080" y="298743"/>
                  </a:lnTo>
                  <a:lnTo>
                    <a:pt x="184205" y="295402"/>
                  </a:lnTo>
                  <a:lnTo>
                    <a:pt x="188222" y="291933"/>
                  </a:lnTo>
                  <a:lnTo>
                    <a:pt x="192128" y="288338"/>
                  </a:lnTo>
                  <a:lnTo>
                    <a:pt x="195917" y="284620"/>
                  </a:lnTo>
                  <a:lnTo>
                    <a:pt x="199586" y="280784"/>
                  </a:lnTo>
                  <a:lnTo>
                    <a:pt x="203131" y="276834"/>
                  </a:lnTo>
                  <a:lnTo>
                    <a:pt x="206549" y="272773"/>
                  </a:lnTo>
                  <a:lnTo>
                    <a:pt x="209837" y="268605"/>
                  </a:lnTo>
                  <a:lnTo>
                    <a:pt x="212991" y="264336"/>
                  </a:lnTo>
                  <a:lnTo>
                    <a:pt x="216007" y="259968"/>
                  </a:lnTo>
                  <a:lnTo>
                    <a:pt x="218883" y="255506"/>
                  </a:lnTo>
                  <a:lnTo>
                    <a:pt x="221617" y="250956"/>
                  </a:lnTo>
                  <a:lnTo>
                    <a:pt x="224204" y="246321"/>
                  </a:lnTo>
                  <a:lnTo>
                    <a:pt x="226643" y="241607"/>
                  </a:lnTo>
                  <a:lnTo>
                    <a:pt x="228931" y="236817"/>
                  </a:lnTo>
                  <a:lnTo>
                    <a:pt x="231065" y="231957"/>
                  </a:lnTo>
                  <a:lnTo>
                    <a:pt x="233045" y="227032"/>
                  </a:lnTo>
                  <a:lnTo>
                    <a:pt x="234867" y="222046"/>
                  </a:lnTo>
                  <a:lnTo>
                    <a:pt x="236530" y="217005"/>
                  </a:lnTo>
                  <a:lnTo>
                    <a:pt x="238031" y="211914"/>
                  </a:lnTo>
                  <a:lnTo>
                    <a:pt x="239371" y="206777"/>
                  </a:lnTo>
                  <a:lnTo>
                    <a:pt x="240547" y="201601"/>
                  </a:lnTo>
                  <a:lnTo>
                    <a:pt x="241557" y="196390"/>
                  </a:lnTo>
                  <a:lnTo>
                    <a:pt x="242402" y="191150"/>
                  </a:lnTo>
                  <a:lnTo>
                    <a:pt x="243080" y="185885"/>
                  </a:lnTo>
                  <a:lnTo>
                    <a:pt x="243591" y="180601"/>
                  </a:lnTo>
                  <a:lnTo>
                    <a:pt x="243933" y="175304"/>
                  </a:lnTo>
                  <a:lnTo>
                    <a:pt x="244108" y="169999"/>
                  </a:lnTo>
                  <a:lnTo>
                    <a:pt x="244113" y="164691"/>
                  </a:lnTo>
                  <a:lnTo>
                    <a:pt x="243950" y="159385"/>
                  </a:lnTo>
                  <a:lnTo>
                    <a:pt x="243619" y="154087"/>
                  </a:lnTo>
                  <a:lnTo>
                    <a:pt x="243120" y="148803"/>
                  </a:lnTo>
                  <a:lnTo>
                    <a:pt x="242453" y="143537"/>
                  </a:lnTo>
                  <a:lnTo>
                    <a:pt x="241619" y="138294"/>
                  </a:lnTo>
                  <a:lnTo>
                    <a:pt x="240620" y="133081"/>
                  </a:lnTo>
                  <a:lnTo>
                    <a:pt x="239455" y="127902"/>
                  </a:lnTo>
                  <a:lnTo>
                    <a:pt x="238126" y="122763"/>
                  </a:lnTo>
                  <a:lnTo>
                    <a:pt x="236635" y="117669"/>
                  </a:lnTo>
                  <a:lnTo>
                    <a:pt x="234983" y="112624"/>
                  </a:lnTo>
                  <a:lnTo>
                    <a:pt x="233172" y="107635"/>
                  </a:lnTo>
                  <a:lnTo>
                    <a:pt x="231203" y="102705"/>
                  </a:lnTo>
                  <a:lnTo>
                    <a:pt x="229079" y="97841"/>
                  </a:lnTo>
                  <a:lnTo>
                    <a:pt x="226801" y="93046"/>
                  </a:lnTo>
                  <a:lnTo>
                    <a:pt x="224372" y="88326"/>
                  </a:lnTo>
                  <a:lnTo>
                    <a:pt x="221795" y="83686"/>
                  </a:lnTo>
                  <a:lnTo>
                    <a:pt x="219071" y="79130"/>
                  </a:lnTo>
                  <a:lnTo>
                    <a:pt x="216204" y="74662"/>
                  </a:lnTo>
                  <a:lnTo>
                    <a:pt x="213197" y="70288"/>
                  </a:lnTo>
                  <a:lnTo>
                    <a:pt x="210053" y="66012"/>
                  </a:lnTo>
                  <a:lnTo>
                    <a:pt x="206774" y="61837"/>
                  </a:lnTo>
                  <a:lnTo>
                    <a:pt x="203364" y="57769"/>
                  </a:lnTo>
                  <a:lnTo>
                    <a:pt x="199827" y="53811"/>
                  </a:lnTo>
                  <a:lnTo>
                    <a:pt x="196166" y="49967"/>
                  </a:lnTo>
                  <a:lnTo>
                    <a:pt x="192385" y="46242"/>
                  </a:lnTo>
                  <a:lnTo>
                    <a:pt x="188488" y="42638"/>
                  </a:lnTo>
                  <a:lnTo>
                    <a:pt x="184478" y="39160"/>
                  </a:lnTo>
                  <a:lnTo>
                    <a:pt x="180360" y="35811"/>
                  </a:lnTo>
                  <a:lnTo>
                    <a:pt x="176137" y="32595"/>
                  </a:lnTo>
                  <a:lnTo>
                    <a:pt x="171814" y="29514"/>
                  </a:lnTo>
                  <a:lnTo>
                    <a:pt x="167396" y="26572"/>
                  </a:lnTo>
                  <a:lnTo>
                    <a:pt x="162887" y="23771"/>
                  </a:lnTo>
                  <a:lnTo>
                    <a:pt x="158291" y="21116"/>
                  </a:lnTo>
                  <a:lnTo>
                    <a:pt x="153613" y="18607"/>
                  </a:lnTo>
                  <a:lnTo>
                    <a:pt x="148857" y="16249"/>
                  </a:lnTo>
                  <a:lnTo>
                    <a:pt x="144029" y="14042"/>
                  </a:lnTo>
                  <a:lnTo>
                    <a:pt x="139134" y="11990"/>
                  </a:lnTo>
                  <a:lnTo>
                    <a:pt x="134176" y="10094"/>
                  </a:lnTo>
                  <a:lnTo>
                    <a:pt x="129160" y="8357"/>
                  </a:lnTo>
                  <a:lnTo>
                    <a:pt x="124092" y="6780"/>
                  </a:lnTo>
                  <a:lnTo>
                    <a:pt x="118976" y="5365"/>
                  </a:lnTo>
                  <a:lnTo>
                    <a:pt x="113817" y="4112"/>
                  </a:lnTo>
                  <a:lnTo>
                    <a:pt x="108622" y="3025"/>
                  </a:lnTo>
                  <a:lnTo>
                    <a:pt x="103395" y="2102"/>
                  </a:lnTo>
                  <a:lnTo>
                    <a:pt x="98141" y="1346"/>
                  </a:lnTo>
                  <a:lnTo>
                    <a:pt x="92865" y="757"/>
                  </a:lnTo>
                  <a:lnTo>
                    <a:pt x="87574" y="337"/>
                  </a:lnTo>
                  <a:lnTo>
                    <a:pt x="82272" y="84"/>
                  </a:lnTo>
                  <a:lnTo>
                    <a:pt x="76964" y="0"/>
                  </a:lnTo>
                  <a:lnTo>
                    <a:pt x="769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751850" y="3707720"/>
              <a:ext cx="250829" cy="334318"/>
            </a:xfrm>
            <a:custGeom>
              <a:avLst/>
              <a:pathLst>
                <a:path w="250829" h="334318">
                  <a:moveTo>
                    <a:pt x="167160" y="0"/>
                  </a:moveTo>
                  <a:lnTo>
                    <a:pt x="161833" y="84"/>
                  </a:lnTo>
                  <a:lnTo>
                    <a:pt x="156510" y="339"/>
                  </a:lnTo>
                  <a:lnTo>
                    <a:pt x="151199" y="763"/>
                  </a:lnTo>
                  <a:lnTo>
                    <a:pt x="145903" y="1357"/>
                  </a:lnTo>
                  <a:lnTo>
                    <a:pt x="140630" y="2118"/>
                  </a:lnTo>
                  <a:lnTo>
                    <a:pt x="135383" y="3048"/>
                  </a:lnTo>
                  <a:lnTo>
                    <a:pt x="130168" y="4144"/>
                  </a:lnTo>
                  <a:lnTo>
                    <a:pt x="124991" y="5406"/>
                  </a:lnTo>
                  <a:lnTo>
                    <a:pt x="119857" y="6832"/>
                  </a:lnTo>
                  <a:lnTo>
                    <a:pt x="114771" y="8421"/>
                  </a:lnTo>
                  <a:lnTo>
                    <a:pt x="109739" y="10171"/>
                  </a:lnTo>
                  <a:lnTo>
                    <a:pt x="104764" y="12081"/>
                  </a:lnTo>
                  <a:lnTo>
                    <a:pt x="99853" y="14148"/>
                  </a:lnTo>
                  <a:lnTo>
                    <a:pt x="95010" y="16371"/>
                  </a:lnTo>
                  <a:lnTo>
                    <a:pt x="90241" y="18747"/>
                  </a:lnTo>
                  <a:lnTo>
                    <a:pt x="85550" y="21274"/>
                  </a:lnTo>
                  <a:lnTo>
                    <a:pt x="80942" y="23949"/>
                  </a:lnTo>
                  <a:lnTo>
                    <a:pt x="76421" y="26770"/>
                  </a:lnTo>
                  <a:lnTo>
                    <a:pt x="71992" y="29733"/>
                  </a:lnTo>
                  <a:lnTo>
                    <a:pt x="67661" y="32836"/>
                  </a:lnTo>
                  <a:lnTo>
                    <a:pt x="63430" y="36076"/>
                  </a:lnTo>
                  <a:lnTo>
                    <a:pt x="59305" y="39448"/>
                  </a:lnTo>
                  <a:lnTo>
                    <a:pt x="55289" y="42950"/>
                  </a:lnTo>
                  <a:lnTo>
                    <a:pt x="51387" y="46579"/>
                  </a:lnTo>
                  <a:lnTo>
                    <a:pt x="47602" y="50330"/>
                  </a:lnTo>
                  <a:lnTo>
                    <a:pt x="43940" y="54200"/>
                  </a:lnTo>
                  <a:lnTo>
                    <a:pt x="40402" y="58184"/>
                  </a:lnTo>
                  <a:lnTo>
                    <a:pt x="36993" y="62280"/>
                  </a:lnTo>
                  <a:lnTo>
                    <a:pt x="33716" y="66482"/>
                  </a:lnTo>
                  <a:lnTo>
                    <a:pt x="30575" y="70786"/>
                  </a:lnTo>
                  <a:lnTo>
                    <a:pt x="27573" y="75188"/>
                  </a:lnTo>
                  <a:lnTo>
                    <a:pt x="24712" y="79683"/>
                  </a:lnTo>
                  <a:lnTo>
                    <a:pt x="21996" y="84268"/>
                  </a:lnTo>
                  <a:lnTo>
                    <a:pt x="19428" y="88936"/>
                  </a:lnTo>
                  <a:lnTo>
                    <a:pt x="17010" y="93684"/>
                  </a:lnTo>
                  <a:lnTo>
                    <a:pt x="14744" y="98507"/>
                  </a:lnTo>
                  <a:lnTo>
                    <a:pt x="12633" y="103400"/>
                  </a:lnTo>
                  <a:lnTo>
                    <a:pt x="10679" y="108357"/>
                  </a:lnTo>
                  <a:lnTo>
                    <a:pt x="8884" y="113374"/>
                  </a:lnTo>
                  <a:lnTo>
                    <a:pt x="7250" y="118446"/>
                  </a:lnTo>
                  <a:lnTo>
                    <a:pt x="5779" y="123567"/>
                  </a:lnTo>
                  <a:lnTo>
                    <a:pt x="4471" y="128733"/>
                  </a:lnTo>
                  <a:lnTo>
                    <a:pt x="3329" y="133937"/>
                  </a:lnTo>
                  <a:lnTo>
                    <a:pt x="2353" y="139176"/>
                  </a:lnTo>
                  <a:lnTo>
                    <a:pt x="1545" y="144442"/>
                  </a:lnTo>
                  <a:lnTo>
                    <a:pt x="905" y="149732"/>
                  </a:lnTo>
                  <a:lnTo>
                    <a:pt x="433" y="155040"/>
                  </a:lnTo>
                  <a:lnTo>
                    <a:pt x="132" y="160360"/>
                  </a:lnTo>
                  <a:lnTo>
                    <a:pt x="0" y="165686"/>
                  </a:lnTo>
                  <a:lnTo>
                    <a:pt x="37" y="171015"/>
                  </a:lnTo>
                  <a:lnTo>
                    <a:pt x="245" y="176339"/>
                  </a:lnTo>
                  <a:lnTo>
                    <a:pt x="622" y="181654"/>
                  </a:lnTo>
                  <a:lnTo>
                    <a:pt x="1168" y="186955"/>
                  </a:lnTo>
                  <a:lnTo>
                    <a:pt x="1883" y="192235"/>
                  </a:lnTo>
                  <a:lnTo>
                    <a:pt x="2766" y="197490"/>
                  </a:lnTo>
                  <a:lnTo>
                    <a:pt x="3816" y="202714"/>
                  </a:lnTo>
                  <a:lnTo>
                    <a:pt x="5032" y="207902"/>
                  </a:lnTo>
                  <a:lnTo>
                    <a:pt x="6413" y="213048"/>
                  </a:lnTo>
                  <a:lnTo>
                    <a:pt x="7956" y="218148"/>
                  </a:lnTo>
                  <a:lnTo>
                    <a:pt x="9662" y="223196"/>
                  </a:lnTo>
                  <a:lnTo>
                    <a:pt x="11528" y="228187"/>
                  </a:lnTo>
                  <a:lnTo>
                    <a:pt x="13552" y="233116"/>
                  </a:lnTo>
                  <a:lnTo>
                    <a:pt x="15732" y="237979"/>
                  </a:lnTo>
                  <a:lnTo>
                    <a:pt x="18065" y="242769"/>
                  </a:lnTo>
                  <a:lnTo>
                    <a:pt x="20551" y="247482"/>
                  </a:lnTo>
                  <a:lnTo>
                    <a:pt x="23185" y="252114"/>
                  </a:lnTo>
                  <a:lnTo>
                    <a:pt x="25965" y="256659"/>
                  </a:lnTo>
                  <a:lnTo>
                    <a:pt x="28889" y="261114"/>
                  </a:lnTo>
                  <a:lnTo>
                    <a:pt x="31954" y="265473"/>
                  </a:lnTo>
                  <a:lnTo>
                    <a:pt x="35155" y="269732"/>
                  </a:lnTo>
                  <a:lnTo>
                    <a:pt x="38491" y="273887"/>
                  </a:lnTo>
                  <a:lnTo>
                    <a:pt x="41958" y="277934"/>
                  </a:lnTo>
                  <a:lnTo>
                    <a:pt x="45552" y="281868"/>
                  </a:lnTo>
                  <a:lnTo>
                    <a:pt x="49269" y="285685"/>
                  </a:lnTo>
                  <a:lnTo>
                    <a:pt x="53106" y="289383"/>
                  </a:lnTo>
                  <a:lnTo>
                    <a:pt x="57060" y="292955"/>
                  </a:lnTo>
                  <a:lnTo>
                    <a:pt x="61124" y="296401"/>
                  </a:lnTo>
                  <a:lnTo>
                    <a:pt x="65297" y="299714"/>
                  </a:lnTo>
                  <a:lnTo>
                    <a:pt x="69573" y="302894"/>
                  </a:lnTo>
                  <a:lnTo>
                    <a:pt x="73949" y="305935"/>
                  </a:lnTo>
                  <a:lnTo>
                    <a:pt x="78419" y="308835"/>
                  </a:lnTo>
                  <a:lnTo>
                    <a:pt x="82979" y="311591"/>
                  </a:lnTo>
                  <a:lnTo>
                    <a:pt x="87624" y="314201"/>
                  </a:lnTo>
                  <a:lnTo>
                    <a:pt x="92351" y="316661"/>
                  </a:lnTo>
                  <a:lnTo>
                    <a:pt x="97154" y="318969"/>
                  </a:lnTo>
                  <a:lnTo>
                    <a:pt x="102027" y="321123"/>
                  </a:lnTo>
                  <a:lnTo>
                    <a:pt x="106967" y="323121"/>
                  </a:lnTo>
                  <a:lnTo>
                    <a:pt x="111968" y="324960"/>
                  </a:lnTo>
                  <a:lnTo>
                    <a:pt x="117025" y="326639"/>
                  </a:lnTo>
                  <a:lnTo>
                    <a:pt x="122133" y="328156"/>
                  </a:lnTo>
                  <a:lnTo>
                    <a:pt x="127287" y="329509"/>
                  </a:lnTo>
                  <a:lnTo>
                    <a:pt x="132481" y="330698"/>
                  </a:lnTo>
                  <a:lnTo>
                    <a:pt x="137711" y="331720"/>
                  </a:lnTo>
                  <a:lnTo>
                    <a:pt x="142970" y="332575"/>
                  </a:lnTo>
                  <a:lnTo>
                    <a:pt x="148254" y="333262"/>
                  </a:lnTo>
                  <a:lnTo>
                    <a:pt x="153557" y="333780"/>
                  </a:lnTo>
                  <a:lnTo>
                    <a:pt x="158874" y="334129"/>
                  </a:lnTo>
                  <a:lnTo>
                    <a:pt x="164200" y="334308"/>
                  </a:lnTo>
                  <a:lnTo>
                    <a:pt x="169528" y="334318"/>
                  </a:lnTo>
                  <a:lnTo>
                    <a:pt x="174854" y="334157"/>
                  </a:lnTo>
                  <a:lnTo>
                    <a:pt x="180172" y="333827"/>
                  </a:lnTo>
                  <a:lnTo>
                    <a:pt x="185477" y="333328"/>
                  </a:lnTo>
                  <a:lnTo>
                    <a:pt x="190764" y="332660"/>
                  </a:lnTo>
                  <a:lnTo>
                    <a:pt x="196026" y="331823"/>
                  </a:lnTo>
                  <a:lnTo>
                    <a:pt x="201259" y="330820"/>
                  </a:lnTo>
                  <a:lnTo>
                    <a:pt x="206458" y="329650"/>
                  </a:lnTo>
                  <a:lnTo>
                    <a:pt x="211616" y="328315"/>
                  </a:lnTo>
                  <a:lnTo>
                    <a:pt x="216730" y="326816"/>
                  </a:lnTo>
                  <a:lnTo>
                    <a:pt x="221793" y="325155"/>
                  </a:lnTo>
                  <a:lnTo>
                    <a:pt x="226800" y="323334"/>
                  </a:lnTo>
                  <a:lnTo>
                    <a:pt x="231747" y="321354"/>
                  </a:lnTo>
                  <a:lnTo>
                    <a:pt x="236628" y="319217"/>
                  </a:lnTo>
                  <a:lnTo>
                    <a:pt x="241439" y="316926"/>
                  </a:lnTo>
                  <a:lnTo>
                    <a:pt x="246174" y="314482"/>
                  </a:lnTo>
                  <a:lnTo>
                    <a:pt x="250829" y="311889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804"/>
              <a:ext cx="167163" cy="311805"/>
            </a:xfrm>
            <a:custGeom>
              <a:avLst/>
              <a:pathLst>
                <a:path w="167163" h="311805">
                  <a:moveTo>
                    <a:pt x="83668" y="311805"/>
                  </a:moveTo>
                  <a:lnTo>
                    <a:pt x="88245" y="309061"/>
                  </a:lnTo>
                  <a:lnTo>
                    <a:pt x="92731" y="306172"/>
                  </a:lnTo>
                  <a:lnTo>
                    <a:pt x="97123" y="303142"/>
                  </a:lnTo>
                  <a:lnTo>
                    <a:pt x="101416" y="299972"/>
                  </a:lnTo>
                  <a:lnTo>
                    <a:pt x="105606" y="296668"/>
                  </a:lnTo>
                  <a:lnTo>
                    <a:pt x="109688" y="293231"/>
                  </a:lnTo>
                  <a:lnTo>
                    <a:pt x="113659" y="289666"/>
                  </a:lnTo>
                  <a:lnTo>
                    <a:pt x="117513" y="285976"/>
                  </a:lnTo>
                  <a:lnTo>
                    <a:pt x="121248" y="282164"/>
                  </a:lnTo>
                  <a:lnTo>
                    <a:pt x="124860" y="278236"/>
                  </a:lnTo>
                  <a:lnTo>
                    <a:pt x="128344" y="274194"/>
                  </a:lnTo>
                  <a:lnTo>
                    <a:pt x="131697" y="270043"/>
                  </a:lnTo>
                  <a:lnTo>
                    <a:pt x="134916" y="265787"/>
                  </a:lnTo>
                  <a:lnTo>
                    <a:pt x="137998" y="261431"/>
                  </a:lnTo>
                  <a:lnTo>
                    <a:pt x="140939" y="256978"/>
                  </a:lnTo>
                  <a:lnTo>
                    <a:pt x="143736" y="252434"/>
                  </a:lnTo>
                  <a:lnTo>
                    <a:pt x="146387" y="247803"/>
                  </a:lnTo>
                  <a:lnTo>
                    <a:pt x="148889" y="243089"/>
                  </a:lnTo>
                  <a:lnTo>
                    <a:pt x="151239" y="238298"/>
                  </a:lnTo>
                  <a:lnTo>
                    <a:pt x="153435" y="233435"/>
                  </a:lnTo>
                  <a:lnTo>
                    <a:pt x="155474" y="228504"/>
                  </a:lnTo>
                  <a:lnTo>
                    <a:pt x="157356" y="223510"/>
                  </a:lnTo>
                  <a:lnTo>
                    <a:pt x="159076" y="218459"/>
                  </a:lnTo>
                  <a:lnTo>
                    <a:pt x="160635" y="213355"/>
                  </a:lnTo>
                  <a:lnTo>
                    <a:pt x="162030" y="208205"/>
                  </a:lnTo>
                  <a:lnTo>
                    <a:pt x="163260" y="203012"/>
                  </a:lnTo>
                  <a:lnTo>
                    <a:pt x="164324" y="197783"/>
                  </a:lnTo>
                  <a:lnTo>
                    <a:pt x="165220" y="192523"/>
                  </a:lnTo>
                  <a:lnTo>
                    <a:pt x="165948" y="187236"/>
                  </a:lnTo>
                  <a:lnTo>
                    <a:pt x="166506" y="181929"/>
                  </a:lnTo>
                  <a:lnTo>
                    <a:pt x="166895" y="176607"/>
                  </a:lnTo>
                  <a:lnTo>
                    <a:pt x="167114" y="171276"/>
                  </a:lnTo>
                  <a:lnTo>
                    <a:pt x="167163" y="165940"/>
                  </a:lnTo>
                  <a:lnTo>
                    <a:pt x="167041" y="160605"/>
                  </a:lnTo>
                  <a:lnTo>
                    <a:pt x="166749" y="155277"/>
                  </a:lnTo>
                  <a:lnTo>
                    <a:pt x="166288" y="149960"/>
                  </a:lnTo>
                  <a:lnTo>
                    <a:pt x="165656" y="144662"/>
                  </a:lnTo>
                  <a:lnTo>
                    <a:pt x="164856" y="139386"/>
                  </a:lnTo>
                  <a:lnTo>
                    <a:pt x="163888" y="134138"/>
                  </a:lnTo>
                  <a:lnTo>
                    <a:pt x="162753" y="128924"/>
                  </a:lnTo>
                  <a:lnTo>
                    <a:pt x="161453" y="123749"/>
                  </a:lnTo>
                  <a:lnTo>
                    <a:pt x="159987" y="118618"/>
                  </a:lnTo>
                  <a:lnTo>
                    <a:pt x="158359" y="113536"/>
                  </a:lnTo>
                  <a:lnTo>
                    <a:pt x="156569" y="108509"/>
                  </a:lnTo>
                  <a:lnTo>
                    <a:pt x="154620" y="103541"/>
                  </a:lnTo>
                  <a:lnTo>
                    <a:pt x="152513" y="98639"/>
                  </a:lnTo>
                  <a:lnTo>
                    <a:pt x="150251" y="93806"/>
                  </a:lnTo>
                  <a:lnTo>
                    <a:pt x="147835" y="89047"/>
                  </a:lnTo>
                  <a:lnTo>
                    <a:pt x="145269" y="84369"/>
                  </a:lnTo>
                  <a:lnTo>
                    <a:pt x="142555" y="79774"/>
                  </a:lnTo>
                  <a:lnTo>
                    <a:pt x="139696" y="75269"/>
                  </a:lnTo>
                  <a:lnTo>
                    <a:pt x="136694" y="70857"/>
                  </a:lnTo>
                  <a:lnTo>
                    <a:pt x="133553" y="66543"/>
                  </a:lnTo>
                  <a:lnTo>
                    <a:pt x="130276" y="62331"/>
                  </a:lnTo>
                  <a:lnTo>
                    <a:pt x="126866" y="58227"/>
                  </a:lnTo>
                  <a:lnTo>
                    <a:pt x="123327" y="54233"/>
                  </a:lnTo>
                  <a:lnTo>
                    <a:pt x="119663" y="50354"/>
                  </a:lnTo>
                  <a:lnTo>
                    <a:pt x="115876" y="46594"/>
                  </a:lnTo>
                  <a:lnTo>
                    <a:pt x="111971" y="42957"/>
                  </a:lnTo>
                  <a:lnTo>
                    <a:pt x="107952" y="39446"/>
                  </a:lnTo>
                  <a:lnTo>
                    <a:pt x="103824" y="36066"/>
                  </a:lnTo>
                  <a:lnTo>
                    <a:pt x="99589" y="32819"/>
                  </a:lnTo>
                  <a:lnTo>
                    <a:pt x="95253" y="29709"/>
                  </a:lnTo>
                  <a:lnTo>
                    <a:pt x="90820" y="26738"/>
                  </a:lnTo>
                  <a:lnTo>
                    <a:pt x="86294" y="23911"/>
                  </a:lnTo>
                  <a:lnTo>
                    <a:pt x="81680" y="21230"/>
                  </a:lnTo>
                  <a:lnTo>
                    <a:pt x="76983" y="18697"/>
                  </a:lnTo>
                  <a:lnTo>
                    <a:pt x="72208" y="16316"/>
                  </a:lnTo>
                  <a:lnTo>
                    <a:pt x="67359" y="14088"/>
                  </a:lnTo>
                  <a:lnTo>
                    <a:pt x="62442" y="12016"/>
                  </a:lnTo>
                  <a:lnTo>
                    <a:pt x="57461" y="10102"/>
                  </a:lnTo>
                  <a:lnTo>
                    <a:pt x="52421" y="8348"/>
                  </a:lnTo>
                  <a:lnTo>
                    <a:pt x="47328" y="6755"/>
                  </a:lnTo>
                  <a:lnTo>
                    <a:pt x="42186" y="5326"/>
                  </a:lnTo>
                  <a:lnTo>
                    <a:pt x="37002" y="4062"/>
                  </a:lnTo>
                  <a:lnTo>
                    <a:pt x="31780" y="2964"/>
                  </a:lnTo>
                  <a:lnTo>
                    <a:pt x="26526" y="2034"/>
                  </a:lnTo>
                  <a:lnTo>
                    <a:pt x="21244" y="1271"/>
                  </a:lnTo>
                  <a:lnTo>
                    <a:pt x="15941" y="678"/>
                  </a:lnTo>
                  <a:lnTo>
                    <a:pt x="10622" y="254"/>
                  </a:lnTo>
                  <a:lnTo>
                    <a:pt x="5292" y="0"/>
                  </a:lnTo>
                  <a:lnTo>
                    <a:pt x="0" y="167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5292" cy="167167"/>
            </a:xfrm>
            <a:custGeom>
              <a:avLst/>
              <a:pathLst>
                <a:path w="5292" h="167167">
                  <a:moveTo>
                    <a:pt x="5292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tx80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2025-06-06T05:13:12Z</dcterms:modified>
  <cp:category/>
</cp:coreProperties>
</file>