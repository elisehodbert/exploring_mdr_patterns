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1587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230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886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539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68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30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10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168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68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38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179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09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52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686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58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62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94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158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09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738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58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355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74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158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55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77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158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55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77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158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30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53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25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94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30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81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807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30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50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09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30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60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55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30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63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55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30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63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55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30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94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78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1807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156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38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09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3728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38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10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53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179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102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195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146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25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894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10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815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10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50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527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10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170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53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62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62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192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14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53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1953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14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43376" y="3170392"/>
              <a:ext cx="40403" cy="167167"/>
            </a:xfrm>
            <a:custGeom>
              <a:avLst/>
              <a:pathLst>
                <a:path w="40403" h="167167">
                  <a:moveTo>
                    <a:pt x="40403" y="0"/>
                  </a:moveTo>
                  <a:lnTo>
                    <a:pt x="33603" y="138"/>
                  </a:lnTo>
                  <a:lnTo>
                    <a:pt x="26815" y="553"/>
                  </a:lnTo>
                  <a:lnTo>
                    <a:pt x="20050" y="1243"/>
                  </a:lnTo>
                  <a:lnTo>
                    <a:pt x="13318" y="2208"/>
                  </a:lnTo>
                  <a:lnTo>
                    <a:pt x="6631" y="3446"/>
                  </a:lnTo>
                  <a:lnTo>
                    <a:pt x="0" y="4956"/>
                  </a:lnTo>
                  <a:lnTo>
                    <a:pt x="4040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943376" y="3175348"/>
              <a:ext cx="40403" cy="162211"/>
            </a:xfrm>
            <a:custGeom>
              <a:avLst/>
              <a:pathLst>
                <a:path w="40403" h="162211">
                  <a:moveTo>
                    <a:pt x="0" y="0"/>
                  </a:moveTo>
                  <a:lnTo>
                    <a:pt x="40403" y="1622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816612" y="3171072"/>
              <a:ext cx="334330" cy="333639"/>
            </a:xfrm>
            <a:custGeom>
              <a:avLst/>
              <a:pathLst>
                <a:path w="334330" h="333639">
                  <a:moveTo>
                    <a:pt x="126763" y="4276"/>
                  </a:moveTo>
                  <a:lnTo>
                    <a:pt x="121652" y="5635"/>
                  </a:lnTo>
                  <a:lnTo>
                    <a:pt x="116585" y="7156"/>
                  </a:lnTo>
                  <a:lnTo>
                    <a:pt x="111570" y="8836"/>
                  </a:lnTo>
                  <a:lnTo>
                    <a:pt x="106610" y="10674"/>
                  </a:lnTo>
                  <a:lnTo>
                    <a:pt x="101711" y="12667"/>
                  </a:lnTo>
                  <a:lnTo>
                    <a:pt x="96877" y="14815"/>
                  </a:lnTo>
                  <a:lnTo>
                    <a:pt x="92114" y="17115"/>
                  </a:lnTo>
                  <a:lnTo>
                    <a:pt x="87425" y="19564"/>
                  </a:lnTo>
                  <a:lnTo>
                    <a:pt x="82817" y="22161"/>
                  </a:lnTo>
                  <a:lnTo>
                    <a:pt x="78293" y="24902"/>
                  </a:lnTo>
                  <a:lnTo>
                    <a:pt x="73858" y="27784"/>
                  </a:lnTo>
                  <a:lnTo>
                    <a:pt x="69517" y="30806"/>
                  </a:lnTo>
                  <a:lnTo>
                    <a:pt x="65273" y="33963"/>
                  </a:lnTo>
                  <a:lnTo>
                    <a:pt x="61131" y="37253"/>
                  </a:lnTo>
                  <a:lnTo>
                    <a:pt x="57096" y="40672"/>
                  </a:lnTo>
                  <a:lnTo>
                    <a:pt x="53170" y="44218"/>
                  </a:lnTo>
                  <a:lnTo>
                    <a:pt x="49359" y="47886"/>
                  </a:lnTo>
                  <a:lnTo>
                    <a:pt x="45666" y="51672"/>
                  </a:lnTo>
                  <a:lnTo>
                    <a:pt x="42094" y="55574"/>
                  </a:lnTo>
                  <a:lnTo>
                    <a:pt x="38648" y="59586"/>
                  </a:lnTo>
                  <a:lnTo>
                    <a:pt x="35330" y="63706"/>
                  </a:lnTo>
                  <a:lnTo>
                    <a:pt x="32144" y="67928"/>
                  </a:lnTo>
                  <a:lnTo>
                    <a:pt x="29094" y="72249"/>
                  </a:lnTo>
                  <a:lnTo>
                    <a:pt x="26181" y="76665"/>
                  </a:lnTo>
                  <a:lnTo>
                    <a:pt x="23410" y="81170"/>
                  </a:lnTo>
                  <a:lnTo>
                    <a:pt x="20783" y="85761"/>
                  </a:lnTo>
                  <a:lnTo>
                    <a:pt x="18302" y="90432"/>
                  </a:lnTo>
                  <a:lnTo>
                    <a:pt x="15970" y="95180"/>
                  </a:lnTo>
                  <a:lnTo>
                    <a:pt x="13790" y="99999"/>
                  </a:lnTo>
                  <a:lnTo>
                    <a:pt x="11763" y="104885"/>
                  </a:lnTo>
                  <a:lnTo>
                    <a:pt x="9892" y="109833"/>
                  </a:lnTo>
                  <a:lnTo>
                    <a:pt x="8178" y="114837"/>
                  </a:lnTo>
                  <a:lnTo>
                    <a:pt x="6624" y="119893"/>
                  </a:lnTo>
                  <a:lnTo>
                    <a:pt x="5230" y="124995"/>
                  </a:lnTo>
                  <a:lnTo>
                    <a:pt x="3999" y="130139"/>
                  </a:lnTo>
                  <a:lnTo>
                    <a:pt x="2930" y="135320"/>
                  </a:lnTo>
                  <a:lnTo>
                    <a:pt x="2026" y="140531"/>
                  </a:lnTo>
                  <a:lnTo>
                    <a:pt x="1288" y="145769"/>
                  </a:lnTo>
                  <a:lnTo>
                    <a:pt x="715" y="151027"/>
                  </a:lnTo>
                  <a:lnTo>
                    <a:pt x="310" y="156301"/>
                  </a:lnTo>
                  <a:lnTo>
                    <a:pt x="71" y="161585"/>
                  </a:lnTo>
                  <a:lnTo>
                    <a:pt x="0" y="166874"/>
                  </a:lnTo>
                  <a:lnTo>
                    <a:pt x="95" y="172163"/>
                  </a:lnTo>
                  <a:lnTo>
                    <a:pt x="359" y="177446"/>
                  </a:lnTo>
                  <a:lnTo>
                    <a:pt x="789" y="182717"/>
                  </a:lnTo>
                  <a:lnTo>
                    <a:pt x="1386" y="187973"/>
                  </a:lnTo>
                  <a:lnTo>
                    <a:pt x="2148" y="193207"/>
                  </a:lnTo>
                  <a:lnTo>
                    <a:pt x="3076" y="198415"/>
                  </a:lnTo>
                  <a:lnTo>
                    <a:pt x="4169" y="203590"/>
                  </a:lnTo>
                  <a:lnTo>
                    <a:pt x="5424" y="208728"/>
                  </a:lnTo>
                  <a:lnTo>
                    <a:pt x="6841" y="213824"/>
                  </a:lnTo>
                  <a:lnTo>
                    <a:pt x="8419" y="218873"/>
                  </a:lnTo>
                  <a:lnTo>
                    <a:pt x="10156" y="223869"/>
                  </a:lnTo>
                  <a:lnTo>
                    <a:pt x="12050" y="228808"/>
                  </a:lnTo>
                  <a:lnTo>
                    <a:pt x="14099" y="233684"/>
                  </a:lnTo>
                  <a:lnTo>
                    <a:pt x="16302" y="238493"/>
                  </a:lnTo>
                  <a:lnTo>
                    <a:pt x="18656" y="243230"/>
                  </a:lnTo>
                  <a:lnTo>
                    <a:pt x="21158" y="247890"/>
                  </a:lnTo>
                  <a:lnTo>
                    <a:pt x="23806" y="252469"/>
                  </a:lnTo>
                  <a:lnTo>
                    <a:pt x="26598" y="256961"/>
                  </a:lnTo>
                  <a:lnTo>
                    <a:pt x="29531" y="261363"/>
                  </a:lnTo>
                  <a:lnTo>
                    <a:pt x="32602" y="265670"/>
                  </a:lnTo>
                  <a:lnTo>
                    <a:pt x="35807" y="269878"/>
                  </a:lnTo>
                  <a:lnTo>
                    <a:pt x="39144" y="273982"/>
                  </a:lnTo>
                  <a:lnTo>
                    <a:pt x="42609" y="277979"/>
                  </a:lnTo>
                  <a:lnTo>
                    <a:pt x="46199" y="281863"/>
                  </a:lnTo>
                  <a:lnTo>
                    <a:pt x="49909" y="285633"/>
                  </a:lnTo>
                  <a:lnTo>
                    <a:pt x="53737" y="289283"/>
                  </a:lnTo>
                  <a:lnTo>
                    <a:pt x="57679" y="292810"/>
                  </a:lnTo>
                  <a:lnTo>
                    <a:pt x="61731" y="296211"/>
                  </a:lnTo>
                  <a:lnTo>
                    <a:pt x="65888" y="299482"/>
                  </a:lnTo>
                  <a:lnTo>
                    <a:pt x="70146" y="302619"/>
                  </a:lnTo>
                  <a:lnTo>
                    <a:pt x="74501" y="305621"/>
                  </a:lnTo>
                  <a:lnTo>
                    <a:pt x="78950" y="308483"/>
                  </a:lnTo>
                  <a:lnTo>
                    <a:pt x="83486" y="311203"/>
                  </a:lnTo>
                  <a:lnTo>
                    <a:pt x="88106" y="313778"/>
                  </a:lnTo>
                  <a:lnTo>
                    <a:pt x="92806" y="316205"/>
                  </a:lnTo>
                  <a:lnTo>
                    <a:pt x="97580" y="318483"/>
                  </a:lnTo>
                  <a:lnTo>
                    <a:pt x="102423" y="320608"/>
                  </a:lnTo>
                  <a:lnTo>
                    <a:pt x="107332" y="322579"/>
                  </a:lnTo>
                  <a:lnTo>
                    <a:pt x="112300" y="324394"/>
                  </a:lnTo>
                  <a:lnTo>
                    <a:pt x="117323" y="326051"/>
                  </a:lnTo>
                  <a:lnTo>
                    <a:pt x="122397" y="327548"/>
                  </a:lnTo>
                  <a:lnTo>
                    <a:pt x="127515" y="328884"/>
                  </a:lnTo>
                  <a:lnTo>
                    <a:pt x="132672" y="330057"/>
                  </a:lnTo>
                  <a:lnTo>
                    <a:pt x="137865" y="331066"/>
                  </a:lnTo>
                  <a:lnTo>
                    <a:pt x="143086" y="331911"/>
                  </a:lnTo>
                  <a:lnTo>
                    <a:pt x="148332" y="332590"/>
                  </a:lnTo>
                  <a:lnTo>
                    <a:pt x="153596" y="333103"/>
                  </a:lnTo>
                  <a:lnTo>
                    <a:pt x="158874" y="333449"/>
                  </a:lnTo>
                  <a:lnTo>
                    <a:pt x="164161" y="333628"/>
                  </a:lnTo>
                  <a:lnTo>
                    <a:pt x="169450" y="333639"/>
                  </a:lnTo>
                  <a:lnTo>
                    <a:pt x="174737" y="333483"/>
                  </a:lnTo>
                  <a:lnTo>
                    <a:pt x="180017" y="333160"/>
                  </a:lnTo>
                  <a:lnTo>
                    <a:pt x="185284" y="332670"/>
                  </a:lnTo>
                  <a:lnTo>
                    <a:pt x="190532" y="332014"/>
                  </a:lnTo>
                  <a:lnTo>
                    <a:pt x="195757" y="331191"/>
                  </a:lnTo>
                  <a:lnTo>
                    <a:pt x="200954" y="330204"/>
                  </a:lnTo>
                  <a:lnTo>
                    <a:pt x="206117" y="329054"/>
                  </a:lnTo>
                  <a:lnTo>
                    <a:pt x="211240" y="327740"/>
                  </a:lnTo>
                  <a:lnTo>
                    <a:pt x="216320" y="326265"/>
                  </a:lnTo>
                  <a:lnTo>
                    <a:pt x="221350" y="324630"/>
                  </a:lnTo>
                  <a:lnTo>
                    <a:pt x="226326" y="322836"/>
                  </a:lnTo>
                  <a:lnTo>
                    <a:pt x="231243" y="320886"/>
                  </a:lnTo>
                  <a:lnTo>
                    <a:pt x="236096" y="318782"/>
                  </a:lnTo>
                  <a:lnTo>
                    <a:pt x="240880" y="316525"/>
                  </a:lnTo>
                  <a:lnTo>
                    <a:pt x="245590" y="314118"/>
                  </a:lnTo>
                  <a:lnTo>
                    <a:pt x="250221" y="311563"/>
                  </a:lnTo>
                  <a:lnTo>
                    <a:pt x="254769" y="308862"/>
                  </a:lnTo>
                  <a:lnTo>
                    <a:pt x="259230" y="306019"/>
                  </a:lnTo>
                  <a:lnTo>
                    <a:pt x="263598" y="303037"/>
                  </a:lnTo>
                  <a:lnTo>
                    <a:pt x="267870" y="299918"/>
                  </a:lnTo>
                  <a:lnTo>
                    <a:pt x="272041" y="296665"/>
                  </a:lnTo>
                  <a:lnTo>
                    <a:pt x="276107" y="293282"/>
                  </a:lnTo>
                  <a:lnTo>
                    <a:pt x="280064" y="289772"/>
                  </a:lnTo>
                  <a:lnTo>
                    <a:pt x="283908" y="286138"/>
                  </a:lnTo>
                  <a:lnTo>
                    <a:pt x="287635" y="282385"/>
                  </a:lnTo>
                  <a:lnTo>
                    <a:pt x="291241" y="278515"/>
                  </a:lnTo>
                  <a:lnTo>
                    <a:pt x="294724" y="274534"/>
                  </a:lnTo>
                  <a:lnTo>
                    <a:pt x="298078" y="270444"/>
                  </a:lnTo>
                  <a:lnTo>
                    <a:pt x="301302" y="266251"/>
                  </a:lnTo>
                  <a:lnTo>
                    <a:pt x="304391" y="261957"/>
                  </a:lnTo>
                  <a:lnTo>
                    <a:pt x="307342" y="257568"/>
                  </a:lnTo>
                  <a:lnTo>
                    <a:pt x="310154" y="253087"/>
                  </a:lnTo>
                  <a:lnTo>
                    <a:pt x="312822" y="248520"/>
                  </a:lnTo>
                  <a:lnTo>
                    <a:pt x="315345" y="243871"/>
                  </a:lnTo>
                  <a:lnTo>
                    <a:pt x="317719" y="239144"/>
                  </a:lnTo>
                  <a:lnTo>
                    <a:pt x="319942" y="234345"/>
                  </a:lnTo>
                  <a:lnTo>
                    <a:pt x="322012" y="229477"/>
                  </a:lnTo>
                  <a:lnTo>
                    <a:pt x="323928" y="224547"/>
                  </a:lnTo>
                  <a:lnTo>
                    <a:pt x="325686" y="219558"/>
                  </a:lnTo>
                  <a:lnTo>
                    <a:pt x="327286" y="214516"/>
                  </a:lnTo>
                  <a:lnTo>
                    <a:pt x="328725" y="209427"/>
                  </a:lnTo>
                  <a:lnTo>
                    <a:pt x="330003" y="204294"/>
                  </a:lnTo>
                  <a:lnTo>
                    <a:pt x="331117" y="199123"/>
                  </a:lnTo>
                  <a:lnTo>
                    <a:pt x="332068" y="193920"/>
                  </a:lnTo>
                  <a:lnTo>
                    <a:pt x="332853" y="188689"/>
                  </a:lnTo>
                  <a:lnTo>
                    <a:pt x="333473" y="183436"/>
                  </a:lnTo>
                  <a:lnTo>
                    <a:pt x="333925" y="178166"/>
                  </a:lnTo>
                  <a:lnTo>
                    <a:pt x="334211" y="172884"/>
                  </a:lnTo>
                  <a:lnTo>
                    <a:pt x="334330" y="167596"/>
                  </a:lnTo>
                  <a:lnTo>
                    <a:pt x="334282" y="162307"/>
                  </a:lnTo>
                  <a:lnTo>
                    <a:pt x="334066" y="157022"/>
                  </a:lnTo>
                  <a:lnTo>
                    <a:pt x="333683" y="151746"/>
                  </a:lnTo>
                  <a:lnTo>
                    <a:pt x="333133" y="146485"/>
                  </a:lnTo>
                  <a:lnTo>
                    <a:pt x="332417" y="141245"/>
                  </a:lnTo>
                  <a:lnTo>
                    <a:pt x="331536" y="136029"/>
                  </a:lnTo>
                  <a:lnTo>
                    <a:pt x="330490" y="130844"/>
                  </a:lnTo>
                  <a:lnTo>
                    <a:pt x="329280" y="125695"/>
                  </a:lnTo>
                  <a:lnTo>
                    <a:pt x="327909" y="120586"/>
                  </a:lnTo>
                  <a:lnTo>
                    <a:pt x="326376" y="115524"/>
                  </a:lnTo>
                  <a:lnTo>
                    <a:pt x="324684" y="110512"/>
                  </a:lnTo>
                  <a:lnTo>
                    <a:pt x="322834" y="105557"/>
                  </a:lnTo>
                  <a:lnTo>
                    <a:pt x="320829" y="100662"/>
                  </a:lnTo>
                  <a:lnTo>
                    <a:pt x="318669" y="95834"/>
                  </a:lnTo>
                  <a:lnTo>
                    <a:pt x="316358" y="91076"/>
                  </a:lnTo>
                  <a:lnTo>
                    <a:pt x="313898" y="86394"/>
                  </a:lnTo>
                  <a:lnTo>
                    <a:pt x="311290" y="81792"/>
                  </a:lnTo>
                  <a:lnTo>
                    <a:pt x="308538" y="77274"/>
                  </a:lnTo>
                  <a:lnTo>
                    <a:pt x="305645" y="72846"/>
                  </a:lnTo>
                  <a:lnTo>
                    <a:pt x="302613" y="68512"/>
                  </a:lnTo>
                  <a:lnTo>
                    <a:pt x="299446" y="64276"/>
                  </a:lnTo>
                  <a:lnTo>
                    <a:pt x="296146" y="60142"/>
                  </a:lnTo>
                  <a:lnTo>
                    <a:pt x="292717" y="56115"/>
                  </a:lnTo>
                  <a:lnTo>
                    <a:pt x="289162" y="52198"/>
                  </a:lnTo>
                  <a:lnTo>
                    <a:pt x="285485" y="48395"/>
                  </a:lnTo>
                  <a:lnTo>
                    <a:pt x="281690" y="44711"/>
                  </a:lnTo>
                  <a:lnTo>
                    <a:pt x="277780" y="41149"/>
                  </a:lnTo>
                  <a:lnTo>
                    <a:pt x="273759" y="37712"/>
                  </a:lnTo>
                  <a:lnTo>
                    <a:pt x="269631" y="34404"/>
                  </a:lnTo>
                  <a:lnTo>
                    <a:pt x="265401" y="31229"/>
                  </a:lnTo>
                  <a:lnTo>
                    <a:pt x="261073" y="28188"/>
                  </a:lnTo>
                  <a:lnTo>
                    <a:pt x="256651" y="25287"/>
                  </a:lnTo>
                  <a:lnTo>
                    <a:pt x="252138" y="22526"/>
                  </a:lnTo>
                  <a:lnTo>
                    <a:pt x="247541" y="19910"/>
                  </a:lnTo>
                  <a:lnTo>
                    <a:pt x="242864" y="17441"/>
                  </a:lnTo>
                  <a:lnTo>
                    <a:pt x="238110" y="15120"/>
                  </a:lnTo>
                  <a:lnTo>
                    <a:pt x="233286" y="12952"/>
                  </a:lnTo>
                  <a:lnTo>
                    <a:pt x="228395" y="10937"/>
                  </a:lnTo>
                  <a:lnTo>
                    <a:pt x="223444" y="9077"/>
                  </a:lnTo>
                  <a:lnTo>
                    <a:pt x="218435" y="7376"/>
                  </a:lnTo>
                  <a:lnTo>
                    <a:pt x="213376" y="5833"/>
                  </a:lnTo>
                  <a:lnTo>
                    <a:pt x="208270" y="4452"/>
                  </a:lnTo>
                  <a:lnTo>
                    <a:pt x="203123" y="3232"/>
                  </a:lnTo>
                  <a:lnTo>
                    <a:pt x="197940" y="2177"/>
                  </a:lnTo>
                  <a:lnTo>
                    <a:pt x="192726" y="1285"/>
                  </a:lnTo>
                  <a:lnTo>
                    <a:pt x="187487" y="559"/>
                  </a:lnTo>
                  <a:lnTo>
                    <a:pt x="182227" y="0"/>
                  </a:lnTo>
                  <a:lnTo>
                    <a:pt x="167166" y="1664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983779" y="3170392"/>
              <a:ext cx="15060" cy="167167"/>
            </a:xfrm>
            <a:custGeom>
              <a:avLst/>
              <a:pathLst>
                <a:path w="15060" h="167167">
                  <a:moveTo>
                    <a:pt x="15060" y="67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1844" y="2633064"/>
              <a:ext cx="167166" cy="210147"/>
            </a:xfrm>
            <a:custGeom>
              <a:avLst/>
              <a:pathLst>
                <a:path w="167166" h="210147">
                  <a:moveTo>
                    <a:pt x="167166" y="0"/>
                  </a:moveTo>
                  <a:lnTo>
                    <a:pt x="161798" y="86"/>
                  </a:lnTo>
                  <a:lnTo>
                    <a:pt x="156435" y="344"/>
                  </a:lnTo>
                  <a:lnTo>
                    <a:pt x="151083" y="775"/>
                  </a:lnTo>
                  <a:lnTo>
                    <a:pt x="145748" y="1377"/>
                  </a:lnTo>
                  <a:lnTo>
                    <a:pt x="140435" y="2151"/>
                  </a:lnTo>
                  <a:lnTo>
                    <a:pt x="135149" y="3094"/>
                  </a:lnTo>
                  <a:lnTo>
                    <a:pt x="129896" y="4207"/>
                  </a:lnTo>
                  <a:lnTo>
                    <a:pt x="124682" y="5488"/>
                  </a:lnTo>
                  <a:lnTo>
                    <a:pt x="119512" y="6936"/>
                  </a:lnTo>
                  <a:lnTo>
                    <a:pt x="114391" y="8549"/>
                  </a:lnTo>
                  <a:lnTo>
                    <a:pt x="109324" y="10325"/>
                  </a:lnTo>
                  <a:lnTo>
                    <a:pt x="104317" y="12264"/>
                  </a:lnTo>
                  <a:lnTo>
                    <a:pt x="99375" y="14362"/>
                  </a:lnTo>
                  <a:lnTo>
                    <a:pt x="94503" y="16618"/>
                  </a:lnTo>
                  <a:lnTo>
                    <a:pt x="89705" y="19029"/>
                  </a:lnTo>
                  <a:lnTo>
                    <a:pt x="84988" y="21593"/>
                  </a:lnTo>
                  <a:lnTo>
                    <a:pt x="80355" y="24307"/>
                  </a:lnTo>
                  <a:lnTo>
                    <a:pt x="75812" y="27169"/>
                  </a:lnTo>
                  <a:lnTo>
                    <a:pt x="71364" y="30175"/>
                  </a:lnTo>
                  <a:lnTo>
                    <a:pt x="67014" y="33322"/>
                  </a:lnTo>
                  <a:lnTo>
                    <a:pt x="62767" y="36608"/>
                  </a:lnTo>
                  <a:lnTo>
                    <a:pt x="58628" y="40028"/>
                  </a:lnTo>
                  <a:lnTo>
                    <a:pt x="54601" y="43579"/>
                  </a:lnTo>
                  <a:lnTo>
                    <a:pt x="50690" y="47257"/>
                  </a:lnTo>
                  <a:lnTo>
                    <a:pt x="46899" y="51060"/>
                  </a:lnTo>
                  <a:lnTo>
                    <a:pt x="43233" y="54982"/>
                  </a:lnTo>
                  <a:lnTo>
                    <a:pt x="39694" y="59020"/>
                  </a:lnTo>
                  <a:lnTo>
                    <a:pt x="36287" y="63169"/>
                  </a:lnTo>
                  <a:lnTo>
                    <a:pt x="33014" y="67426"/>
                  </a:lnTo>
                  <a:lnTo>
                    <a:pt x="29880" y="71786"/>
                  </a:lnTo>
                  <a:lnTo>
                    <a:pt x="26888" y="76244"/>
                  </a:lnTo>
                  <a:lnTo>
                    <a:pt x="24041" y="80796"/>
                  </a:lnTo>
                  <a:lnTo>
                    <a:pt x="21341" y="85436"/>
                  </a:lnTo>
                  <a:lnTo>
                    <a:pt x="18791" y="90162"/>
                  </a:lnTo>
                  <a:lnTo>
                    <a:pt x="16395" y="94966"/>
                  </a:lnTo>
                  <a:lnTo>
                    <a:pt x="14154" y="99846"/>
                  </a:lnTo>
                  <a:lnTo>
                    <a:pt x="12071" y="104794"/>
                  </a:lnTo>
                  <a:lnTo>
                    <a:pt x="10148" y="109807"/>
                  </a:lnTo>
                  <a:lnTo>
                    <a:pt x="8387" y="114879"/>
                  </a:lnTo>
                  <a:lnTo>
                    <a:pt x="6789" y="120005"/>
                  </a:lnTo>
                  <a:lnTo>
                    <a:pt x="5357" y="125180"/>
                  </a:lnTo>
                  <a:lnTo>
                    <a:pt x="4093" y="130398"/>
                  </a:lnTo>
                  <a:lnTo>
                    <a:pt x="2996" y="135654"/>
                  </a:lnTo>
                  <a:lnTo>
                    <a:pt x="2069" y="140942"/>
                  </a:lnTo>
                  <a:lnTo>
                    <a:pt x="1311" y="146258"/>
                  </a:lnTo>
                  <a:lnTo>
                    <a:pt x="726" y="151595"/>
                  </a:lnTo>
                  <a:lnTo>
                    <a:pt x="311" y="156948"/>
                  </a:lnTo>
                  <a:lnTo>
                    <a:pt x="69" y="162312"/>
                  </a:lnTo>
                  <a:lnTo>
                    <a:pt x="0" y="167681"/>
                  </a:lnTo>
                  <a:lnTo>
                    <a:pt x="102" y="173049"/>
                  </a:lnTo>
                  <a:lnTo>
                    <a:pt x="377" y="178411"/>
                  </a:lnTo>
                  <a:lnTo>
                    <a:pt x="824" y="183761"/>
                  </a:lnTo>
                  <a:lnTo>
                    <a:pt x="1443" y="189095"/>
                  </a:lnTo>
                  <a:lnTo>
                    <a:pt x="2233" y="194405"/>
                  </a:lnTo>
                  <a:lnTo>
                    <a:pt x="3193" y="199688"/>
                  </a:lnTo>
                  <a:lnTo>
                    <a:pt x="4322" y="204937"/>
                  </a:lnTo>
                  <a:lnTo>
                    <a:pt x="5619" y="210147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57463" y="2800231"/>
              <a:ext cx="161547" cy="42980"/>
            </a:xfrm>
            <a:custGeom>
              <a:avLst/>
              <a:pathLst>
                <a:path w="161547" h="42980">
                  <a:moveTo>
                    <a:pt x="0" y="42980"/>
                  </a:moveTo>
                  <a:lnTo>
                    <a:pt x="16154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757463" y="2684562"/>
              <a:ext cx="328714" cy="282827"/>
            </a:xfrm>
            <a:custGeom>
              <a:avLst/>
              <a:pathLst>
                <a:path w="328714" h="282827">
                  <a:moveTo>
                    <a:pt x="0" y="158650"/>
                  </a:moveTo>
                  <a:lnTo>
                    <a:pt x="1443" y="163749"/>
                  </a:lnTo>
                  <a:lnTo>
                    <a:pt x="3047" y="168799"/>
                  </a:lnTo>
                  <a:lnTo>
                    <a:pt x="4811" y="173796"/>
                  </a:lnTo>
                  <a:lnTo>
                    <a:pt x="6732" y="178735"/>
                  </a:lnTo>
                  <a:lnTo>
                    <a:pt x="8809" y="183611"/>
                  </a:lnTo>
                  <a:lnTo>
                    <a:pt x="11039" y="188418"/>
                  </a:lnTo>
                  <a:lnTo>
                    <a:pt x="13421" y="193152"/>
                  </a:lnTo>
                  <a:lnTo>
                    <a:pt x="15951" y="197808"/>
                  </a:lnTo>
                  <a:lnTo>
                    <a:pt x="18628" y="202382"/>
                  </a:lnTo>
                  <a:lnTo>
                    <a:pt x="21448" y="206868"/>
                  </a:lnTo>
                  <a:lnTo>
                    <a:pt x="24409" y="211263"/>
                  </a:lnTo>
                  <a:lnTo>
                    <a:pt x="27508" y="215562"/>
                  </a:lnTo>
                  <a:lnTo>
                    <a:pt x="30742" y="219760"/>
                  </a:lnTo>
                  <a:lnTo>
                    <a:pt x="34107" y="223854"/>
                  </a:lnTo>
                  <a:lnTo>
                    <a:pt x="37600" y="227839"/>
                  </a:lnTo>
                  <a:lnTo>
                    <a:pt x="41218" y="231711"/>
                  </a:lnTo>
                  <a:lnTo>
                    <a:pt x="44956" y="235467"/>
                  </a:lnTo>
                  <a:lnTo>
                    <a:pt x="48812" y="239102"/>
                  </a:lnTo>
                  <a:lnTo>
                    <a:pt x="52781" y="242614"/>
                  </a:lnTo>
                  <a:lnTo>
                    <a:pt x="56860" y="245998"/>
                  </a:lnTo>
                  <a:lnTo>
                    <a:pt x="61043" y="249250"/>
                  </a:lnTo>
                  <a:lnTo>
                    <a:pt x="65328" y="252369"/>
                  </a:lnTo>
                  <a:lnTo>
                    <a:pt x="69709" y="255350"/>
                  </a:lnTo>
                  <a:lnTo>
                    <a:pt x="74183" y="258191"/>
                  </a:lnTo>
                  <a:lnTo>
                    <a:pt x="78744" y="260888"/>
                  </a:lnTo>
                  <a:lnTo>
                    <a:pt x="83389" y="263440"/>
                  </a:lnTo>
                  <a:lnTo>
                    <a:pt x="88112" y="265843"/>
                  </a:lnTo>
                  <a:lnTo>
                    <a:pt x="92909" y="268095"/>
                  </a:lnTo>
                  <a:lnTo>
                    <a:pt x="97775" y="270194"/>
                  </a:lnTo>
                  <a:lnTo>
                    <a:pt x="102705" y="272138"/>
                  </a:lnTo>
                  <a:lnTo>
                    <a:pt x="107694" y="273924"/>
                  </a:lnTo>
                  <a:lnTo>
                    <a:pt x="112737" y="275552"/>
                  </a:lnTo>
                  <a:lnTo>
                    <a:pt x="117829" y="277019"/>
                  </a:lnTo>
                  <a:lnTo>
                    <a:pt x="122965" y="278323"/>
                  </a:lnTo>
                  <a:lnTo>
                    <a:pt x="128140" y="279465"/>
                  </a:lnTo>
                  <a:lnTo>
                    <a:pt x="133349" y="280441"/>
                  </a:lnTo>
                  <a:lnTo>
                    <a:pt x="138586" y="281252"/>
                  </a:lnTo>
                  <a:lnTo>
                    <a:pt x="143846" y="281897"/>
                  </a:lnTo>
                  <a:lnTo>
                    <a:pt x="149124" y="282374"/>
                  </a:lnTo>
                  <a:lnTo>
                    <a:pt x="154414" y="282684"/>
                  </a:lnTo>
                  <a:lnTo>
                    <a:pt x="159711" y="282827"/>
                  </a:lnTo>
                  <a:lnTo>
                    <a:pt x="165010" y="282801"/>
                  </a:lnTo>
                  <a:lnTo>
                    <a:pt x="170306" y="282607"/>
                  </a:lnTo>
                  <a:lnTo>
                    <a:pt x="175593" y="282245"/>
                  </a:lnTo>
                  <a:lnTo>
                    <a:pt x="180866" y="281717"/>
                  </a:lnTo>
                  <a:lnTo>
                    <a:pt x="186120" y="281021"/>
                  </a:lnTo>
                  <a:lnTo>
                    <a:pt x="191348" y="280159"/>
                  </a:lnTo>
                  <a:lnTo>
                    <a:pt x="196547" y="279132"/>
                  </a:lnTo>
                  <a:lnTo>
                    <a:pt x="201711" y="277940"/>
                  </a:lnTo>
                  <a:lnTo>
                    <a:pt x="206834" y="276585"/>
                  </a:lnTo>
                  <a:lnTo>
                    <a:pt x="211912" y="275069"/>
                  </a:lnTo>
                  <a:lnTo>
                    <a:pt x="216939" y="273393"/>
                  </a:lnTo>
                  <a:lnTo>
                    <a:pt x="221910" y="271558"/>
                  </a:lnTo>
                  <a:lnTo>
                    <a:pt x="226821" y="269566"/>
                  </a:lnTo>
                  <a:lnTo>
                    <a:pt x="231666" y="267420"/>
                  </a:lnTo>
                  <a:lnTo>
                    <a:pt x="236441" y="265121"/>
                  </a:lnTo>
                  <a:lnTo>
                    <a:pt x="241141" y="262672"/>
                  </a:lnTo>
                  <a:lnTo>
                    <a:pt x="245760" y="260075"/>
                  </a:lnTo>
                  <a:lnTo>
                    <a:pt x="250295" y="257333"/>
                  </a:lnTo>
                  <a:lnTo>
                    <a:pt x="254741" y="254449"/>
                  </a:lnTo>
                  <a:lnTo>
                    <a:pt x="259093" y="251425"/>
                  </a:lnTo>
                  <a:lnTo>
                    <a:pt x="263347" y="248265"/>
                  </a:lnTo>
                  <a:lnTo>
                    <a:pt x="267499" y="244972"/>
                  </a:lnTo>
                  <a:lnTo>
                    <a:pt x="271544" y="241549"/>
                  </a:lnTo>
                  <a:lnTo>
                    <a:pt x="275479" y="237999"/>
                  </a:lnTo>
                  <a:lnTo>
                    <a:pt x="279299" y="234326"/>
                  </a:lnTo>
                  <a:lnTo>
                    <a:pt x="283001" y="230534"/>
                  </a:lnTo>
                  <a:lnTo>
                    <a:pt x="286580" y="226627"/>
                  </a:lnTo>
                  <a:lnTo>
                    <a:pt x="290035" y="222608"/>
                  </a:lnTo>
                  <a:lnTo>
                    <a:pt x="293360" y="218482"/>
                  </a:lnTo>
                  <a:lnTo>
                    <a:pt x="296552" y="214252"/>
                  </a:lnTo>
                  <a:lnTo>
                    <a:pt x="299609" y="209923"/>
                  </a:lnTo>
                  <a:lnTo>
                    <a:pt x="302527" y="205500"/>
                  </a:lnTo>
                  <a:lnTo>
                    <a:pt x="305304" y="200986"/>
                  </a:lnTo>
                  <a:lnTo>
                    <a:pt x="307936" y="196386"/>
                  </a:lnTo>
                  <a:lnTo>
                    <a:pt x="310421" y="191706"/>
                  </a:lnTo>
                  <a:lnTo>
                    <a:pt x="312756" y="186949"/>
                  </a:lnTo>
                  <a:lnTo>
                    <a:pt x="314939" y="182120"/>
                  </a:lnTo>
                  <a:lnTo>
                    <a:pt x="316969" y="177225"/>
                  </a:lnTo>
                  <a:lnTo>
                    <a:pt x="318842" y="172268"/>
                  </a:lnTo>
                  <a:lnTo>
                    <a:pt x="320557" y="167253"/>
                  </a:lnTo>
                  <a:lnTo>
                    <a:pt x="322112" y="162187"/>
                  </a:lnTo>
                  <a:lnTo>
                    <a:pt x="323506" y="157075"/>
                  </a:lnTo>
                  <a:lnTo>
                    <a:pt x="324737" y="151920"/>
                  </a:lnTo>
                  <a:lnTo>
                    <a:pt x="325804" y="146729"/>
                  </a:lnTo>
                  <a:lnTo>
                    <a:pt x="326706" y="141507"/>
                  </a:lnTo>
                  <a:lnTo>
                    <a:pt x="327442" y="136260"/>
                  </a:lnTo>
                  <a:lnTo>
                    <a:pt x="328011" y="130991"/>
                  </a:lnTo>
                  <a:lnTo>
                    <a:pt x="328413" y="125707"/>
                  </a:lnTo>
                  <a:lnTo>
                    <a:pt x="328647" y="120413"/>
                  </a:lnTo>
                  <a:lnTo>
                    <a:pt x="328714" y="115114"/>
                  </a:lnTo>
                  <a:lnTo>
                    <a:pt x="328612" y="109815"/>
                  </a:lnTo>
                  <a:lnTo>
                    <a:pt x="328343" y="104523"/>
                  </a:lnTo>
                  <a:lnTo>
                    <a:pt x="327905" y="99242"/>
                  </a:lnTo>
                  <a:lnTo>
                    <a:pt x="327301" y="93977"/>
                  </a:lnTo>
                  <a:lnTo>
                    <a:pt x="326530" y="88734"/>
                  </a:lnTo>
                  <a:lnTo>
                    <a:pt x="325594" y="83518"/>
                  </a:lnTo>
                  <a:lnTo>
                    <a:pt x="324492" y="78334"/>
                  </a:lnTo>
                  <a:lnTo>
                    <a:pt x="323227" y="73188"/>
                  </a:lnTo>
                  <a:lnTo>
                    <a:pt x="321799" y="68085"/>
                  </a:lnTo>
                  <a:lnTo>
                    <a:pt x="320210" y="63029"/>
                  </a:lnTo>
                  <a:lnTo>
                    <a:pt x="318462" y="58027"/>
                  </a:lnTo>
                  <a:lnTo>
                    <a:pt x="316556" y="53082"/>
                  </a:lnTo>
                  <a:lnTo>
                    <a:pt x="314495" y="48200"/>
                  </a:lnTo>
                  <a:lnTo>
                    <a:pt x="312279" y="43386"/>
                  </a:lnTo>
                  <a:lnTo>
                    <a:pt x="309912" y="38645"/>
                  </a:lnTo>
                  <a:lnTo>
                    <a:pt x="307396" y="33981"/>
                  </a:lnTo>
                  <a:lnTo>
                    <a:pt x="304734" y="29399"/>
                  </a:lnTo>
                  <a:lnTo>
                    <a:pt x="301927" y="24904"/>
                  </a:lnTo>
                  <a:lnTo>
                    <a:pt x="298980" y="20500"/>
                  </a:lnTo>
                  <a:lnTo>
                    <a:pt x="295894" y="16191"/>
                  </a:lnTo>
                  <a:lnTo>
                    <a:pt x="292674" y="11983"/>
                  </a:lnTo>
                  <a:lnTo>
                    <a:pt x="289321" y="7879"/>
                  </a:lnTo>
                  <a:lnTo>
                    <a:pt x="285840" y="3883"/>
                  </a:lnTo>
                  <a:lnTo>
                    <a:pt x="282235" y="0"/>
                  </a:lnTo>
                  <a:lnTo>
                    <a:pt x="161547" y="1156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919011" y="2633064"/>
              <a:ext cx="120687" cy="167167"/>
            </a:xfrm>
            <a:custGeom>
              <a:avLst/>
              <a:pathLst>
                <a:path w="120687" h="167167">
                  <a:moveTo>
                    <a:pt x="120687" y="51497"/>
                  </a:moveTo>
                  <a:lnTo>
                    <a:pt x="116732" y="47507"/>
                  </a:lnTo>
                  <a:lnTo>
                    <a:pt x="112645" y="43652"/>
                  </a:lnTo>
                  <a:lnTo>
                    <a:pt x="108431" y="39937"/>
                  </a:lnTo>
                  <a:lnTo>
                    <a:pt x="104095" y="36365"/>
                  </a:lnTo>
                  <a:lnTo>
                    <a:pt x="99640" y="32941"/>
                  </a:lnTo>
                  <a:lnTo>
                    <a:pt x="95074" y="29668"/>
                  </a:lnTo>
                  <a:lnTo>
                    <a:pt x="90400" y="26551"/>
                  </a:lnTo>
                  <a:lnTo>
                    <a:pt x="85623" y="23593"/>
                  </a:lnTo>
                  <a:lnTo>
                    <a:pt x="80751" y="20797"/>
                  </a:lnTo>
                  <a:lnTo>
                    <a:pt x="75787" y="18166"/>
                  </a:lnTo>
                  <a:lnTo>
                    <a:pt x="70737" y="15703"/>
                  </a:lnTo>
                  <a:lnTo>
                    <a:pt x="65607" y="13412"/>
                  </a:lnTo>
                  <a:lnTo>
                    <a:pt x="60404" y="11294"/>
                  </a:lnTo>
                  <a:lnTo>
                    <a:pt x="55132" y="9352"/>
                  </a:lnTo>
                  <a:lnTo>
                    <a:pt x="49797" y="7589"/>
                  </a:lnTo>
                  <a:lnTo>
                    <a:pt x="44407" y="6006"/>
                  </a:lnTo>
                  <a:lnTo>
                    <a:pt x="38966" y="4605"/>
                  </a:lnTo>
                  <a:lnTo>
                    <a:pt x="33482" y="3387"/>
                  </a:lnTo>
                  <a:lnTo>
                    <a:pt x="27959" y="2354"/>
                  </a:lnTo>
                  <a:lnTo>
                    <a:pt x="22405" y="1508"/>
                  </a:lnTo>
                  <a:lnTo>
                    <a:pt x="16826" y="849"/>
                  </a:lnTo>
                  <a:lnTo>
                    <a:pt x="11228" y="377"/>
                  </a:lnTo>
                  <a:lnTo>
                    <a:pt x="5617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26941" y="2126963"/>
              <a:ext cx="101530" cy="167167"/>
            </a:xfrm>
            <a:custGeom>
              <a:avLst/>
              <a:pathLst>
                <a:path w="101530" h="167167">
                  <a:moveTo>
                    <a:pt x="101530" y="0"/>
                  </a:moveTo>
                  <a:lnTo>
                    <a:pt x="95788" y="98"/>
                  </a:lnTo>
                  <a:lnTo>
                    <a:pt x="90053" y="394"/>
                  </a:lnTo>
                  <a:lnTo>
                    <a:pt x="84332" y="887"/>
                  </a:lnTo>
                  <a:lnTo>
                    <a:pt x="78630" y="1575"/>
                  </a:lnTo>
                  <a:lnTo>
                    <a:pt x="72956" y="2460"/>
                  </a:lnTo>
                  <a:lnTo>
                    <a:pt x="67316" y="3538"/>
                  </a:lnTo>
                  <a:lnTo>
                    <a:pt x="61716" y="4810"/>
                  </a:lnTo>
                  <a:lnTo>
                    <a:pt x="56163" y="6273"/>
                  </a:lnTo>
                  <a:lnTo>
                    <a:pt x="50663" y="7926"/>
                  </a:lnTo>
                  <a:lnTo>
                    <a:pt x="45224" y="9767"/>
                  </a:lnTo>
                  <a:lnTo>
                    <a:pt x="39851" y="11794"/>
                  </a:lnTo>
                  <a:lnTo>
                    <a:pt x="34551" y="14005"/>
                  </a:lnTo>
                  <a:lnTo>
                    <a:pt x="29329" y="16395"/>
                  </a:lnTo>
                  <a:lnTo>
                    <a:pt x="24193" y="18964"/>
                  </a:lnTo>
                  <a:lnTo>
                    <a:pt x="19149" y="21708"/>
                  </a:lnTo>
                  <a:lnTo>
                    <a:pt x="14201" y="24624"/>
                  </a:lnTo>
                  <a:lnTo>
                    <a:pt x="9357" y="27707"/>
                  </a:lnTo>
                  <a:lnTo>
                    <a:pt x="4621" y="30955"/>
                  </a:lnTo>
                  <a:lnTo>
                    <a:pt x="0" y="34364"/>
                  </a:lnTo>
                  <a:lnTo>
                    <a:pt x="10153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626941" y="2161328"/>
              <a:ext cx="101530" cy="132802"/>
            </a:xfrm>
            <a:custGeom>
              <a:avLst/>
              <a:pathLst>
                <a:path w="101530" h="132802">
                  <a:moveTo>
                    <a:pt x="0" y="0"/>
                  </a:moveTo>
                  <a:lnTo>
                    <a:pt x="101530" y="1328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561307" y="2161328"/>
              <a:ext cx="247916" cy="299967"/>
            </a:xfrm>
            <a:custGeom>
              <a:avLst/>
              <a:pathLst>
                <a:path w="247916" h="299967">
                  <a:moveTo>
                    <a:pt x="65634" y="0"/>
                  </a:moveTo>
                  <a:lnTo>
                    <a:pt x="61458" y="3299"/>
                  </a:lnTo>
                  <a:lnTo>
                    <a:pt x="57389" y="6730"/>
                  </a:lnTo>
                  <a:lnTo>
                    <a:pt x="53431" y="10288"/>
                  </a:lnTo>
                  <a:lnTo>
                    <a:pt x="49588" y="13971"/>
                  </a:lnTo>
                  <a:lnTo>
                    <a:pt x="45865" y="17775"/>
                  </a:lnTo>
                  <a:lnTo>
                    <a:pt x="42264" y="21694"/>
                  </a:lnTo>
                  <a:lnTo>
                    <a:pt x="38791" y="25727"/>
                  </a:lnTo>
                  <a:lnTo>
                    <a:pt x="35447" y="29868"/>
                  </a:lnTo>
                  <a:lnTo>
                    <a:pt x="32237" y="34113"/>
                  </a:lnTo>
                  <a:lnTo>
                    <a:pt x="29163" y="38459"/>
                  </a:lnTo>
                  <a:lnTo>
                    <a:pt x="26230" y="42900"/>
                  </a:lnTo>
                  <a:lnTo>
                    <a:pt x="23439" y="47432"/>
                  </a:lnTo>
                  <a:lnTo>
                    <a:pt x="20794" y="52051"/>
                  </a:lnTo>
                  <a:lnTo>
                    <a:pt x="18298" y="56752"/>
                  </a:lnTo>
                  <a:lnTo>
                    <a:pt x="15952" y="61529"/>
                  </a:lnTo>
                  <a:lnTo>
                    <a:pt x="13760" y="66379"/>
                  </a:lnTo>
                  <a:lnTo>
                    <a:pt x="11723" y="71297"/>
                  </a:lnTo>
                  <a:lnTo>
                    <a:pt x="9844" y="76276"/>
                  </a:lnTo>
                  <a:lnTo>
                    <a:pt x="8124" y="81313"/>
                  </a:lnTo>
                  <a:lnTo>
                    <a:pt x="6566" y="86403"/>
                  </a:lnTo>
                  <a:lnTo>
                    <a:pt x="5170" y="91539"/>
                  </a:lnTo>
                  <a:lnTo>
                    <a:pt x="3938" y="96717"/>
                  </a:lnTo>
                  <a:lnTo>
                    <a:pt x="2872" y="101931"/>
                  </a:lnTo>
                  <a:lnTo>
                    <a:pt x="1973" y="107177"/>
                  </a:lnTo>
                  <a:lnTo>
                    <a:pt x="1241" y="112449"/>
                  </a:lnTo>
                  <a:lnTo>
                    <a:pt x="677" y="117742"/>
                  </a:lnTo>
                  <a:lnTo>
                    <a:pt x="282" y="123049"/>
                  </a:lnTo>
                  <a:lnTo>
                    <a:pt x="56" y="128367"/>
                  </a:lnTo>
                  <a:lnTo>
                    <a:pt x="0" y="133689"/>
                  </a:lnTo>
                  <a:lnTo>
                    <a:pt x="112" y="139011"/>
                  </a:lnTo>
                  <a:lnTo>
                    <a:pt x="395" y="144326"/>
                  </a:lnTo>
                  <a:lnTo>
                    <a:pt x="846" y="149629"/>
                  </a:lnTo>
                  <a:lnTo>
                    <a:pt x="1466" y="154915"/>
                  </a:lnTo>
                  <a:lnTo>
                    <a:pt x="2254" y="160179"/>
                  </a:lnTo>
                  <a:lnTo>
                    <a:pt x="3209" y="165415"/>
                  </a:lnTo>
                  <a:lnTo>
                    <a:pt x="4331" y="170618"/>
                  </a:lnTo>
                  <a:lnTo>
                    <a:pt x="5617" y="175783"/>
                  </a:lnTo>
                  <a:lnTo>
                    <a:pt x="7067" y="180904"/>
                  </a:lnTo>
                  <a:lnTo>
                    <a:pt x="8680" y="185976"/>
                  </a:lnTo>
                  <a:lnTo>
                    <a:pt x="10453" y="190994"/>
                  </a:lnTo>
                  <a:lnTo>
                    <a:pt x="12385" y="195954"/>
                  </a:lnTo>
                  <a:lnTo>
                    <a:pt x="14474" y="200849"/>
                  </a:lnTo>
                  <a:lnTo>
                    <a:pt x="16717" y="205676"/>
                  </a:lnTo>
                  <a:lnTo>
                    <a:pt x="19113" y="210428"/>
                  </a:lnTo>
                  <a:lnTo>
                    <a:pt x="21660" y="215102"/>
                  </a:lnTo>
                  <a:lnTo>
                    <a:pt x="24354" y="219693"/>
                  </a:lnTo>
                  <a:lnTo>
                    <a:pt x="27192" y="224195"/>
                  </a:lnTo>
                  <a:lnTo>
                    <a:pt x="30173" y="228605"/>
                  </a:lnTo>
                  <a:lnTo>
                    <a:pt x="33292" y="232917"/>
                  </a:lnTo>
                  <a:lnTo>
                    <a:pt x="36547" y="237128"/>
                  </a:lnTo>
                  <a:lnTo>
                    <a:pt x="39934" y="241234"/>
                  </a:lnTo>
                  <a:lnTo>
                    <a:pt x="43451" y="245229"/>
                  </a:lnTo>
                  <a:lnTo>
                    <a:pt x="47093" y="249111"/>
                  </a:lnTo>
                  <a:lnTo>
                    <a:pt x="50856" y="252874"/>
                  </a:lnTo>
                  <a:lnTo>
                    <a:pt x="54738" y="256516"/>
                  </a:lnTo>
                  <a:lnTo>
                    <a:pt x="58733" y="260032"/>
                  </a:lnTo>
                  <a:lnTo>
                    <a:pt x="62838" y="263420"/>
                  </a:lnTo>
                  <a:lnTo>
                    <a:pt x="67049" y="266675"/>
                  </a:lnTo>
                  <a:lnTo>
                    <a:pt x="71362" y="269794"/>
                  </a:lnTo>
                  <a:lnTo>
                    <a:pt x="75772" y="272775"/>
                  </a:lnTo>
                  <a:lnTo>
                    <a:pt x="80274" y="275613"/>
                  </a:lnTo>
                  <a:lnTo>
                    <a:pt x="84865" y="278307"/>
                  </a:lnTo>
                  <a:lnTo>
                    <a:pt x="89538" y="280853"/>
                  </a:lnTo>
                  <a:lnTo>
                    <a:pt x="94291" y="283249"/>
                  </a:lnTo>
                  <a:lnTo>
                    <a:pt x="99117" y="285493"/>
                  </a:lnTo>
                  <a:lnTo>
                    <a:pt x="104013" y="287582"/>
                  </a:lnTo>
                  <a:lnTo>
                    <a:pt x="108972" y="289514"/>
                  </a:lnTo>
                  <a:lnTo>
                    <a:pt x="113991" y="291287"/>
                  </a:lnTo>
                  <a:lnTo>
                    <a:pt x="119063" y="292900"/>
                  </a:lnTo>
                  <a:lnTo>
                    <a:pt x="124184" y="294350"/>
                  </a:lnTo>
                  <a:lnTo>
                    <a:pt x="129349" y="295636"/>
                  </a:lnTo>
                  <a:lnTo>
                    <a:pt x="134552" y="296758"/>
                  </a:lnTo>
                  <a:lnTo>
                    <a:pt x="139788" y="297713"/>
                  </a:lnTo>
                  <a:lnTo>
                    <a:pt x="145052" y="298501"/>
                  </a:lnTo>
                  <a:lnTo>
                    <a:pt x="150338" y="299121"/>
                  </a:lnTo>
                  <a:lnTo>
                    <a:pt x="155641" y="299572"/>
                  </a:lnTo>
                  <a:lnTo>
                    <a:pt x="160956" y="299854"/>
                  </a:lnTo>
                  <a:lnTo>
                    <a:pt x="166277" y="299967"/>
                  </a:lnTo>
                  <a:lnTo>
                    <a:pt x="171600" y="299911"/>
                  </a:lnTo>
                  <a:lnTo>
                    <a:pt x="176917" y="299685"/>
                  </a:lnTo>
                  <a:lnTo>
                    <a:pt x="182225" y="299290"/>
                  </a:lnTo>
                  <a:lnTo>
                    <a:pt x="187518" y="298726"/>
                  </a:lnTo>
                  <a:lnTo>
                    <a:pt x="192789" y="297994"/>
                  </a:lnTo>
                  <a:lnTo>
                    <a:pt x="198035" y="297094"/>
                  </a:lnTo>
                  <a:lnTo>
                    <a:pt x="203250" y="296028"/>
                  </a:lnTo>
                  <a:lnTo>
                    <a:pt x="208428" y="294797"/>
                  </a:lnTo>
                  <a:lnTo>
                    <a:pt x="213564" y="293401"/>
                  </a:lnTo>
                  <a:lnTo>
                    <a:pt x="218653" y="291843"/>
                  </a:lnTo>
                  <a:lnTo>
                    <a:pt x="223690" y="290123"/>
                  </a:lnTo>
                  <a:lnTo>
                    <a:pt x="228670" y="288244"/>
                  </a:lnTo>
                  <a:lnTo>
                    <a:pt x="233587" y="286207"/>
                  </a:lnTo>
                  <a:lnTo>
                    <a:pt x="238437" y="284014"/>
                  </a:lnTo>
                  <a:lnTo>
                    <a:pt x="243215" y="281669"/>
                  </a:lnTo>
                  <a:lnTo>
                    <a:pt x="247916" y="279172"/>
                  </a:lnTo>
                  <a:lnTo>
                    <a:pt x="167165" y="1328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728472" y="2126963"/>
              <a:ext cx="167165" cy="313537"/>
            </a:xfrm>
            <a:custGeom>
              <a:avLst/>
              <a:pathLst>
                <a:path w="167165" h="313537">
                  <a:moveTo>
                    <a:pt x="80751" y="313537"/>
                  </a:moveTo>
                  <a:lnTo>
                    <a:pt x="85416" y="310865"/>
                  </a:lnTo>
                  <a:lnTo>
                    <a:pt x="89993" y="308043"/>
                  </a:lnTo>
                  <a:lnTo>
                    <a:pt x="94477" y="305076"/>
                  </a:lnTo>
                  <a:lnTo>
                    <a:pt x="98863" y="301967"/>
                  </a:lnTo>
                  <a:lnTo>
                    <a:pt x="103147" y="298718"/>
                  </a:lnTo>
                  <a:lnTo>
                    <a:pt x="107324" y="295333"/>
                  </a:lnTo>
                  <a:lnTo>
                    <a:pt x="111390" y="291815"/>
                  </a:lnTo>
                  <a:lnTo>
                    <a:pt x="115341" y="288168"/>
                  </a:lnTo>
                  <a:lnTo>
                    <a:pt x="119172" y="284397"/>
                  </a:lnTo>
                  <a:lnTo>
                    <a:pt x="122881" y="280504"/>
                  </a:lnTo>
                  <a:lnTo>
                    <a:pt x="126462" y="276493"/>
                  </a:lnTo>
                  <a:lnTo>
                    <a:pt x="129912" y="272370"/>
                  </a:lnTo>
                  <a:lnTo>
                    <a:pt x="133228" y="268138"/>
                  </a:lnTo>
                  <a:lnTo>
                    <a:pt x="136406" y="263801"/>
                  </a:lnTo>
                  <a:lnTo>
                    <a:pt x="139443" y="259364"/>
                  </a:lnTo>
                  <a:lnTo>
                    <a:pt x="142336" y="254832"/>
                  </a:lnTo>
                  <a:lnTo>
                    <a:pt x="145082" y="250210"/>
                  </a:lnTo>
                  <a:lnTo>
                    <a:pt x="147677" y="245501"/>
                  </a:lnTo>
                  <a:lnTo>
                    <a:pt x="150120" y="240712"/>
                  </a:lnTo>
                  <a:lnTo>
                    <a:pt x="152407" y="235846"/>
                  </a:lnTo>
                  <a:lnTo>
                    <a:pt x="154537" y="230909"/>
                  </a:lnTo>
                  <a:lnTo>
                    <a:pt x="156507" y="225907"/>
                  </a:lnTo>
                  <a:lnTo>
                    <a:pt x="158315" y="220843"/>
                  </a:lnTo>
                  <a:lnTo>
                    <a:pt x="159959" y="215724"/>
                  </a:lnTo>
                  <a:lnTo>
                    <a:pt x="161438" y="210555"/>
                  </a:lnTo>
                  <a:lnTo>
                    <a:pt x="162750" y="205341"/>
                  </a:lnTo>
                  <a:lnTo>
                    <a:pt x="163893" y="200087"/>
                  </a:lnTo>
                  <a:lnTo>
                    <a:pt x="164867" y="194800"/>
                  </a:lnTo>
                  <a:lnTo>
                    <a:pt x="165671" y="189484"/>
                  </a:lnTo>
                  <a:lnTo>
                    <a:pt x="166303" y="184144"/>
                  </a:lnTo>
                  <a:lnTo>
                    <a:pt x="166763" y="178787"/>
                  </a:lnTo>
                  <a:lnTo>
                    <a:pt x="167050" y="173419"/>
                  </a:lnTo>
                  <a:lnTo>
                    <a:pt x="167165" y="168043"/>
                  </a:lnTo>
                  <a:lnTo>
                    <a:pt x="167106" y="162667"/>
                  </a:lnTo>
                  <a:lnTo>
                    <a:pt x="166875" y="157295"/>
                  </a:lnTo>
                  <a:lnTo>
                    <a:pt x="166471" y="151934"/>
                  </a:lnTo>
                  <a:lnTo>
                    <a:pt x="165895" y="146588"/>
                  </a:lnTo>
                  <a:lnTo>
                    <a:pt x="165148" y="141264"/>
                  </a:lnTo>
                  <a:lnTo>
                    <a:pt x="164229" y="135967"/>
                  </a:lnTo>
                  <a:lnTo>
                    <a:pt x="163141" y="130701"/>
                  </a:lnTo>
                  <a:lnTo>
                    <a:pt x="161884" y="125474"/>
                  </a:lnTo>
                  <a:lnTo>
                    <a:pt x="160460" y="120289"/>
                  </a:lnTo>
                  <a:lnTo>
                    <a:pt x="158869" y="115153"/>
                  </a:lnTo>
                  <a:lnTo>
                    <a:pt x="157114" y="110071"/>
                  </a:lnTo>
                  <a:lnTo>
                    <a:pt x="155197" y="105048"/>
                  </a:lnTo>
                  <a:lnTo>
                    <a:pt x="153119" y="100090"/>
                  </a:lnTo>
                  <a:lnTo>
                    <a:pt x="150883" y="95200"/>
                  </a:lnTo>
                  <a:lnTo>
                    <a:pt x="148490" y="90385"/>
                  </a:lnTo>
                  <a:lnTo>
                    <a:pt x="145944" y="85650"/>
                  </a:lnTo>
                  <a:lnTo>
                    <a:pt x="143247" y="80998"/>
                  </a:lnTo>
                  <a:lnTo>
                    <a:pt x="140402" y="76436"/>
                  </a:lnTo>
                  <a:lnTo>
                    <a:pt x="137412" y="71968"/>
                  </a:lnTo>
                  <a:lnTo>
                    <a:pt x="134279" y="67598"/>
                  </a:lnTo>
                  <a:lnTo>
                    <a:pt x="131008" y="63332"/>
                  </a:lnTo>
                  <a:lnTo>
                    <a:pt x="127601" y="59172"/>
                  </a:lnTo>
                  <a:lnTo>
                    <a:pt x="124062" y="55125"/>
                  </a:lnTo>
                  <a:lnTo>
                    <a:pt x="120395" y="51193"/>
                  </a:lnTo>
                  <a:lnTo>
                    <a:pt x="116603" y="47381"/>
                  </a:lnTo>
                  <a:lnTo>
                    <a:pt x="112690" y="43693"/>
                  </a:lnTo>
                  <a:lnTo>
                    <a:pt x="108661" y="40133"/>
                  </a:lnTo>
                  <a:lnTo>
                    <a:pt x="104520" y="36705"/>
                  </a:lnTo>
                  <a:lnTo>
                    <a:pt x="100271" y="33411"/>
                  </a:lnTo>
                  <a:lnTo>
                    <a:pt x="95917" y="30256"/>
                  </a:lnTo>
                  <a:lnTo>
                    <a:pt x="91465" y="27242"/>
                  </a:lnTo>
                  <a:lnTo>
                    <a:pt x="86918" y="24373"/>
                  </a:lnTo>
                  <a:lnTo>
                    <a:pt x="82281" y="21651"/>
                  </a:lnTo>
                  <a:lnTo>
                    <a:pt x="77559" y="19081"/>
                  </a:lnTo>
                  <a:lnTo>
                    <a:pt x="72756" y="16663"/>
                  </a:lnTo>
                  <a:lnTo>
                    <a:pt x="67879" y="14401"/>
                  </a:lnTo>
                  <a:lnTo>
                    <a:pt x="62931" y="12297"/>
                  </a:lnTo>
                  <a:lnTo>
                    <a:pt x="57918" y="10354"/>
                  </a:lnTo>
                  <a:lnTo>
                    <a:pt x="52845" y="8572"/>
                  </a:lnTo>
                  <a:lnTo>
                    <a:pt x="47718" y="6955"/>
                  </a:lnTo>
                  <a:lnTo>
                    <a:pt x="42541" y="5503"/>
                  </a:lnTo>
                  <a:lnTo>
                    <a:pt x="37320" y="4219"/>
                  </a:lnTo>
                  <a:lnTo>
                    <a:pt x="32060" y="3103"/>
                  </a:lnTo>
                  <a:lnTo>
                    <a:pt x="26768" y="2157"/>
                  </a:lnTo>
                  <a:lnTo>
                    <a:pt x="21447" y="1381"/>
                  </a:lnTo>
                  <a:lnTo>
                    <a:pt x="16105" y="777"/>
                  </a:lnTo>
                  <a:lnTo>
                    <a:pt x="10746" y="345"/>
                  </a:lnTo>
                  <a:lnTo>
                    <a:pt x="5375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6283" y="1681503"/>
              <a:ext cx="36951" cy="167167"/>
            </a:xfrm>
            <a:custGeom>
              <a:avLst/>
              <a:pathLst>
                <a:path w="36951" h="167167">
                  <a:moveTo>
                    <a:pt x="36951" y="0"/>
                  </a:moveTo>
                  <a:lnTo>
                    <a:pt x="30742" y="115"/>
                  </a:lnTo>
                  <a:lnTo>
                    <a:pt x="24542" y="461"/>
                  </a:lnTo>
                  <a:lnTo>
                    <a:pt x="18360" y="1036"/>
                  </a:lnTo>
                  <a:lnTo>
                    <a:pt x="12203" y="1842"/>
                  </a:lnTo>
                  <a:lnTo>
                    <a:pt x="6080" y="2875"/>
                  </a:lnTo>
                  <a:lnTo>
                    <a:pt x="0" y="4135"/>
                  </a:lnTo>
                  <a:lnTo>
                    <a:pt x="369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6283" y="168563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6283" y="168563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6283" y="168563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6283" y="168563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6283" y="168563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6283" y="168563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6283" y="168563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6283" y="168563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6283" y="168563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6283" y="168563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6283" y="168563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6283" y="168563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86283" y="168563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86283" y="168563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86283" y="168563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86283" y="168563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86283" y="168563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86283" y="168563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86283" y="168563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386283" y="168563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386283" y="168563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386283" y="168563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256084" y="1685638"/>
              <a:ext cx="334303" cy="330199"/>
            </a:xfrm>
            <a:custGeom>
              <a:avLst/>
              <a:pathLst>
                <a:path w="334303" h="330199">
                  <a:moveTo>
                    <a:pt x="130198" y="0"/>
                  </a:moveTo>
                  <a:lnTo>
                    <a:pt x="125042" y="1255"/>
                  </a:lnTo>
                  <a:lnTo>
                    <a:pt x="119927" y="2673"/>
                  </a:lnTo>
                  <a:lnTo>
                    <a:pt x="114861" y="4253"/>
                  </a:lnTo>
                  <a:lnTo>
                    <a:pt x="109847" y="5993"/>
                  </a:lnTo>
                  <a:lnTo>
                    <a:pt x="104891" y="7891"/>
                  </a:lnTo>
                  <a:lnTo>
                    <a:pt x="99997" y="9945"/>
                  </a:lnTo>
                  <a:lnTo>
                    <a:pt x="95171" y="12154"/>
                  </a:lnTo>
                  <a:lnTo>
                    <a:pt x="90418" y="14515"/>
                  </a:lnTo>
                  <a:lnTo>
                    <a:pt x="85742" y="17026"/>
                  </a:lnTo>
                  <a:lnTo>
                    <a:pt x="81149" y="19683"/>
                  </a:lnTo>
                  <a:lnTo>
                    <a:pt x="76641" y="22486"/>
                  </a:lnTo>
                  <a:lnTo>
                    <a:pt x="72225" y="25430"/>
                  </a:lnTo>
                  <a:lnTo>
                    <a:pt x="67905" y="28512"/>
                  </a:lnTo>
                  <a:lnTo>
                    <a:pt x="63685" y="31731"/>
                  </a:lnTo>
                  <a:lnTo>
                    <a:pt x="59569" y="35081"/>
                  </a:lnTo>
                  <a:lnTo>
                    <a:pt x="55562" y="38561"/>
                  </a:lnTo>
                  <a:lnTo>
                    <a:pt x="51667" y="42166"/>
                  </a:lnTo>
                  <a:lnTo>
                    <a:pt x="47888" y="45892"/>
                  </a:lnTo>
                  <a:lnTo>
                    <a:pt x="44230" y="49737"/>
                  </a:lnTo>
                  <a:lnTo>
                    <a:pt x="40695" y="53696"/>
                  </a:lnTo>
                  <a:lnTo>
                    <a:pt x="37288" y="57766"/>
                  </a:lnTo>
                  <a:lnTo>
                    <a:pt x="34012" y="61941"/>
                  </a:lnTo>
                  <a:lnTo>
                    <a:pt x="30870" y="66218"/>
                  </a:lnTo>
                  <a:lnTo>
                    <a:pt x="27865" y="70593"/>
                  </a:lnTo>
                  <a:lnTo>
                    <a:pt x="25001" y="75061"/>
                  </a:lnTo>
                  <a:lnTo>
                    <a:pt x="22280" y="79618"/>
                  </a:lnTo>
                  <a:lnTo>
                    <a:pt x="19705" y="84259"/>
                  </a:lnTo>
                  <a:lnTo>
                    <a:pt x="17279" y="88979"/>
                  </a:lnTo>
                  <a:lnTo>
                    <a:pt x="15004" y="93774"/>
                  </a:lnTo>
                  <a:lnTo>
                    <a:pt x="12882" y="98638"/>
                  </a:lnTo>
                  <a:lnTo>
                    <a:pt x="10916" y="103568"/>
                  </a:lnTo>
                  <a:lnTo>
                    <a:pt x="9107" y="108557"/>
                  </a:lnTo>
                  <a:lnTo>
                    <a:pt x="7457" y="113602"/>
                  </a:lnTo>
                  <a:lnTo>
                    <a:pt x="5969" y="118696"/>
                  </a:lnTo>
                  <a:lnTo>
                    <a:pt x="4642" y="123835"/>
                  </a:lnTo>
                  <a:lnTo>
                    <a:pt x="3480" y="129013"/>
                  </a:lnTo>
                  <a:lnTo>
                    <a:pt x="2483" y="134226"/>
                  </a:lnTo>
                  <a:lnTo>
                    <a:pt x="1651" y="139468"/>
                  </a:lnTo>
                  <a:lnTo>
                    <a:pt x="987" y="144733"/>
                  </a:lnTo>
                  <a:lnTo>
                    <a:pt x="489" y="150017"/>
                  </a:lnTo>
                  <a:lnTo>
                    <a:pt x="160" y="155314"/>
                  </a:lnTo>
                  <a:lnTo>
                    <a:pt x="0" y="160619"/>
                  </a:lnTo>
                  <a:lnTo>
                    <a:pt x="7" y="165926"/>
                  </a:lnTo>
                  <a:lnTo>
                    <a:pt x="183" y="171231"/>
                  </a:lnTo>
                  <a:lnTo>
                    <a:pt x="528" y="176527"/>
                  </a:lnTo>
                  <a:lnTo>
                    <a:pt x="1040" y="181809"/>
                  </a:lnTo>
                  <a:lnTo>
                    <a:pt x="1720" y="187073"/>
                  </a:lnTo>
                  <a:lnTo>
                    <a:pt x="2566" y="192312"/>
                  </a:lnTo>
                  <a:lnTo>
                    <a:pt x="3579" y="197522"/>
                  </a:lnTo>
                  <a:lnTo>
                    <a:pt x="4756" y="202697"/>
                  </a:lnTo>
                  <a:lnTo>
                    <a:pt x="6097" y="207832"/>
                  </a:lnTo>
                  <a:lnTo>
                    <a:pt x="7600" y="212922"/>
                  </a:lnTo>
                  <a:lnTo>
                    <a:pt x="9264" y="217961"/>
                  </a:lnTo>
                  <a:lnTo>
                    <a:pt x="11088" y="222946"/>
                  </a:lnTo>
                  <a:lnTo>
                    <a:pt x="13068" y="227870"/>
                  </a:lnTo>
                  <a:lnTo>
                    <a:pt x="15204" y="232728"/>
                  </a:lnTo>
                  <a:lnTo>
                    <a:pt x="17493" y="237516"/>
                  </a:lnTo>
                  <a:lnTo>
                    <a:pt x="19933" y="242229"/>
                  </a:lnTo>
                  <a:lnTo>
                    <a:pt x="22521" y="246863"/>
                  </a:lnTo>
                  <a:lnTo>
                    <a:pt x="25255" y="251412"/>
                  </a:lnTo>
                  <a:lnTo>
                    <a:pt x="28132" y="255871"/>
                  </a:lnTo>
                  <a:lnTo>
                    <a:pt x="31150" y="260238"/>
                  </a:lnTo>
                  <a:lnTo>
                    <a:pt x="34304" y="264506"/>
                  </a:lnTo>
                  <a:lnTo>
                    <a:pt x="37592" y="268672"/>
                  </a:lnTo>
                  <a:lnTo>
                    <a:pt x="41011" y="272731"/>
                  </a:lnTo>
                  <a:lnTo>
                    <a:pt x="44557" y="276680"/>
                  </a:lnTo>
                  <a:lnTo>
                    <a:pt x="48226" y="280514"/>
                  </a:lnTo>
                  <a:lnTo>
                    <a:pt x="52015" y="284230"/>
                  </a:lnTo>
                  <a:lnTo>
                    <a:pt x="55921" y="287824"/>
                  </a:lnTo>
                  <a:lnTo>
                    <a:pt x="59938" y="291292"/>
                  </a:lnTo>
                  <a:lnTo>
                    <a:pt x="64064" y="294631"/>
                  </a:lnTo>
                  <a:lnTo>
                    <a:pt x="68293" y="297837"/>
                  </a:lnTo>
                  <a:lnTo>
                    <a:pt x="72622" y="300907"/>
                  </a:lnTo>
                  <a:lnTo>
                    <a:pt x="77047" y="303838"/>
                  </a:lnTo>
                  <a:lnTo>
                    <a:pt x="81562" y="306628"/>
                  </a:lnTo>
                  <a:lnTo>
                    <a:pt x="86163" y="309272"/>
                  </a:lnTo>
                  <a:lnTo>
                    <a:pt x="90846" y="311769"/>
                  </a:lnTo>
                  <a:lnTo>
                    <a:pt x="95606" y="314116"/>
                  </a:lnTo>
                  <a:lnTo>
                    <a:pt x="100438" y="316311"/>
                  </a:lnTo>
                  <a:lnTo>
                    <a:pt x="105338" y="318352"/>
                  </a:lnTo>
                  <a:lnTo>
                    <a:pt x="110299" y="320236"/>
                  </a:lnTo>
                  <a:lnTo>
                    <a:pt x="115318" y="321961"/>
                  </a:lnTo>
                  <a:lnTo>
                    <a:pt x="120390" y="323526"/>
                  </a:lnTo>
                  <a:lnTo>
                    <a:pt x="125508" y="324930"/>
                  </a:lnTo>
                  <a:lnTo>
                    <a:pt x="130668" y="326170"/>
                  </a:lnTo>
                  <a:lnTo>
                    <a:pt x="135865" y="327246"/>
                  </a:lnTo>
                  <a:lnTo>
                    <a:pt x="141094" y="328156"/>
                  </a:lnTo>
                  <a:lnTo>
                    <a:pt x="146349" y="328900"/>
                  </a:lnTo>
                  <a:lnTo>
                    <a:pt x="151625" y="329477"/>
                  </a:lnTo>
                  <a:lnTo>
                    <a:pt x="156916" y="329886"/>
                  </a:lnTo>
                  <a:lnTo>
                    <a:pt x="162218" y="330127"/>
                  </a:lnTo>
                  <a:lnTo>
                    <a:pt x="167525" y="330199"/>
                  </a:lnTo>
                  <a:lnTo>
                    <a:pt x="172831" y="330103"/>
                  </a:lnTo>
                  <a:lnTo>
                    <a:pt x="178132" y="329838"/>
                  </a:lnTo>
                  <a:lnTo>
                    <a:pt x="183421" y="329406"/>
                  </a:lnTo>
                  <a:lnTo>
                    <a:pt x="188694" y="328805"/>
                  </a:lnTo>
                  <a:lnTo>
                    <a:pt x="193946" y="328038"/>
                  </a:lnTo>
                  <a:lnTo>
                    <a:pt x="199170" y="327104"/>
                  </a:lnTo>
                  <a:lnTo>
                    <a:pt x="204363" y="326005"/>
                  </a:lnTo>
                  <a:lnTo>
                    <a:pt x="209517" y="324741"/>
                  </a:lnTo>
                  <a:lnTo>
                    <a:pt x="214629" y="323315"/>
                  </a:lnTo>
                  <a:lnTo>
                    <a:pt x="219693" y="321727"/>
                  </a:lnTo>
                  <a:lnTo>
                    <a:pt x="224705" y="319979"/>
                  </a:lnTo>
                  <a:lnTo>
                    <a:pt x="229658" y="318073"/>
                  </a:lnTo>
                  <a:lnTo>
                    <a:pt x="234548" y="316010"/>
                  </a:lnTo>
                  <a:lnTo>
                    <a:pt x="239370" y="313794"/>
                  </a:lnTo>
                  <a:lnTo>
                    <a:pt x="244119" y="311425"/>
                  </a:lnTo>
                  <a:lnTo>
                    <a:pt x="248791" y="308907"/>
                  </a:lnTo>
                  <a:lnTo>
                    <a:pt x="253381" y="306242"/>
                  </a:lnTo>
                  <a:lnTo>
                    <a:pt x="257883" y="303432"/>
                  </a:lnTo>
                  <a:lnTo>
                    <a:pt x="262295" y="300481"/>
                  </a:lnTo>
                  <a:lnTo>
                    <a:pt x="266610" y="297392"/>
                  </a:lnTo>
                  <a:lnTo>
                    <a:pt x="270825" y="294167"/>
                  </a:lnTo>
                  <a:lnTo>
                    <a:pt x="274935" y="290810"/>
                  </a:lnTo>
                  <a:lnTo>
                    <a:pt x="278937" y="287324"/>
                  </a:lnTo>
                  <a:lnTo>
                    <a:pt x="282826" y="283712"/>
                  </a:lnTo>
                  <a:lnTo>
                    <a:pt x="286599" y="279980"/>
                  </a:lnTo>
                  <a:lnTo>
                    <a:pt x="290251" y="276129"/>
                  </a:lnTo>
                  <a:lnTo>
                    <a:pt x="293779" y="272164"/>
                  </a:lnTo>
                  <a:lnTo>
                    <a:pt x="297180" y="268089"/>
                  </a:lnTo>
                  <a:lnTo>
                    <a:pt x="300449" y="263909"/>
                  </a:lnTo>
                  <a:lnTo>
                    <a:pt x="303584" y="259626"/>
                  </a:lnTo>
                  <a:lnTo>
                    <a:pt x="306582" y="255247"/>
                  </a:lnTo>
                  <a:lnTo>
                    <a:pt x="309439" y="250774"/>
                  </a:lnTo>
                  <a:lnTo>
                    <a:pt x="312153" y="246213"/>
                  </a:lnTo>
                  <a:lnTo>
                    <a:pt x="314720" y="241568"/>
                  </a:lnTo>
                  <a:lnTo>
                    <a:pt x="317139" y="236844"/>
                  </a:lnTo>
                  <a:lnTo>
                    <a:pt x="319406" y="232045"/>
                  </a:lnTo>
                  <a:lnTo>
                    <a:pt x="321520" y="227177"/>
                  </a:lnTo>
                  <a:lnTo>
                    <a:pt x="323479" y="222245"/>
                  </a:lnTo>
                  <a:lnTo>
                    <a:pt x="325280" y="217252"/>
                  </a:lnTo>
                  <a:lnTo>
                    <a:pt x="326921" y="212205"/>
                  </a:lnTo>
                  <a:lnTo>
                    <a:pt x="328401" y="207109"/>
                  </a:lnTo>
                  <a:lnTo>
                    <a:pt x="329719" y="201968"/>
                  </a:lnTo>
                  <a:lnTo>
                    <a:pt x="330873" y="196787"/>
                  </a:lnTo>
                  <a:lnTo>
                    <a:pt x="331862" y="191573"/>
                  </a:lnTo>
                  <a:lnTo>
                    <a:pt x="332685" y="186330"/>
                  </a:lnTo>
                  <a:lnTo>
                    <a:pt x="333342" y="181063"/>
                  </a:lnTo>
                  <a:lnTo>
                    <a:pt x="333830" y="175779"/>
                  </a:lnTo>
                  <a:lnTo>
                    <a:pt x="334151" y="170481"/>
                  </a:lnTo>
                  <a:lnTo>
                    <a:pt x="334303" y="165176"/>
                  </a:lnTo>
                  <a:lnTo>
                    <a:pt x="334287" y="159869"/>
                  </a:lnTo>
                  <a:lnTo>
                    <a:pt x="334102" y="154565"/>
                  </a:lnTo>
                  <a:lnTo>
                    <a:pt x="333749" y="149269"/>
                  </a:lnTo>
                  <a:lnTo>
                    <a:pt x="333229" y="143988"/>
                  </a:lnTo>
                  <a:lnTo>
                    <a:pt x="332540" y="138725"/>
                  </a:lnTo>
                  <a:lnTo>
                    <a:pt x="331685" y="133487"/>
                  </a:lnTo>
                  <a:lnTo>
                    <a:pt x="330665" y="128279"/>
                  </a:lnTo>
                  <a:lnTo>
                    <a:pt x="329479" y="123106"/>
                  </a:lnTo>
                  <a:lnTo>
                    <a:pt x="328130" y="117973"/>
                  </a:lnTo>
                  <a:lnTo>
                    <a:pt x="326618" y="112886"/>
                  </a:lnTo>
                  <a:lnTo>
                    <a:pt x="324946" y="107849"/>
                  </a:lnTo>
                  <a:lnTo>
                    <a:pt x="323115" y="102867"/>
                  </a:lnTo>
                  <a:lnTo>
                    <a:pt x="321126" y="97947"/>
                  </a:lnTo>
                  <a:lnTo>
                    <a:pt x="318983" y="93092"/>
                  </a:lnTo>
                  <a:lnTo>
                    <a:pt x="316686" y="88307"/>
                  </a:lnTo>
                  <a:lnTo>
                    <a:pt x="314239" y="83598"/>
                  </a:lnTo>
                  <a:lnTo>
                    <a:pt x="311643" y="78969"/>
                  </a:lnTo>
                  <a:lnTo>
                    <a:pt x="308902" y="74424"/>
                  </a:lnTo>
                  <a:lnTo>
                    <a:pt x="306017" y="69969"/>
                  </a:lnTo>
                  <a:lnTo>
                    <a:pt x="302993" y="65608"/>
                  </a:lnTo>
                  <a:lnTo>
                    <a:pt x="299832" y="61345"/>
                  </a:lnTo>
                  <a:lnTo>
                    <a:pt x="296537" y="57184"/>
                  </a:lnTo>
                  <a:lnTo>
                    <a:pt x="293112" y="53130"/>
                  </a:lnTo>
                  <a:lnTo>
                    <a:pt x="289560" y="49187"/>
                  </a:lnTo>
                  <a:lnTo>
                    <a:pt x="285884" y="45358"/>
                  </a:lnTo>
                  <a:lnTo>
                    <a:pt x="282089" y="41649"/>
                  </a:lnTo>
                  <a:lnTo>
                    <a:pt x="278178" y="38061"/>
                  </a:lnTo>
                  <a:lnTo>
                    <a:pt x="274155" y="34600"/>
                  </a:lnTo>
                  <a:lnTo>
                    <a:pt x="270024" y="31268"/>
                  </a:lnTo>
                  <a:lnTo>
                    <a:pt x="265789" y="28068"/>
                  </a:lnTo>
                  <a:lnTo>
                    <a:pt x="261455" y="25005"/>
                  </a:lnTo>
                  <a:lnTo>
                    <a:pt x="257026" y="22081"/>
                  </a:lnTo>
                  <a:lnTo>
                    <a:pt x="252506" y="19299"/>
                  </a:lnTo>
                  <a:lnTo>
                    <a:pt x="247901" y="16662"/>
                  </a:lnTo>
                  <a:lnTo>
                    <a:pt x="167150" y="1630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423235" y="1681503"/>
              <a:ext cx="80751" cy="167167"/>
            </a:xfrm>
            <a:custGeom>
              <a:avLst/>
              <a:pathLst>
                <a:path w="80751" h="167167">
                  <a:moveTo>
                    <a:pt x="80751" y="20797"/>
                  </a:moveTo>
                  <a:lnTo>
                    <a:pt x="75787" y="18166"/>
                  </a:lnTo>
                  <a:lnTo>
                    <a:pt x="70737" y="15703"/>
                  </a:lnTo>
                  <a:lnTo>
                    <a:pt x="65607" y="13412"/>
                  </a:lnTo>
                  <a:lnTo>
                    <a:pt x="60404" y="11294"/>
                  </a:lnTo>
                  <a:lnTo>
                    <a:pt x="55132" y="9352"/>
                  </a:lnTo>
                  <a:lnTo>
                    <a:pt x="49797" y="7589"/>
                  </a:lnTo>
                  <a:lnTo>
                    <a:pt x="44407" y="6006"/>
                  </a:lnTo>
                  <a:lnTo>
                    <a:pt x="38966" y="4605"/>
                  </a:lnTo>
                  <a:lnTo>
                    <a:pt x="33482" y="3387"/>
                  </a:lnTo>
                  <a:lnTo>
                    <a:pt x="27959" y="2354"/>
                  </a:lnTo>
                  <a:lnTo>
                    <a:pt x="22405" y="1508"/>
                  </a:lnTo>
                  <a:lnTo>
                    <a:pt x="16826" y="849"/>
                  </a:lnTo>
                  <a:lnTo>
                    <a:pt x="11228" y="377"/>
                  </a:lnTo>
                  <a:lnTo>
                    <a:pt x="5617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853879" y="1322571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6" y="83"/>
                  </a:lnTo>
                  <a:lnTo>
                    <a:pt x="156598" y="333"/>
                  </a:lnTo>
                  <a:lnTo>
                    <a:pt x="151331" y="751"/>
                  </a:lnTo>
                  <a:lnTo>
                    <a:pt x="146080" y="1334"/>
                  </a:lnTo>
                  <a:lnTo>
                    <a:pt x="140849" y="2083"/>
                  </a:lnTo>
                  <a:lnTo>
                    <a:pt x="135645" y="2997"/>
                  </a:lnTo>
                  <a:lnTo>
                    <a:pt x="130473" y="4075"/>
                  </a:lnTo>
                  <a:lnTo>
                    <a:pt x="125337" y="5316"/>
                  </a:lnTo>
                  <a:lnTo>
                    <a:pt x="120243" y="6718"/>
                  </a:lnTo>
                  <a:lnTo>
                    <a:pt x="115196" y="8281"/>
                  </a:lnTo>
                  <a:lnTo>
                    <a:pt x="110200" y="10003"/>
                  </a:lnTo>
                  <a:lnTo>
                    <a:pt x="105262" y="11881"/>
                  </a:lnTo>
                  <a:lnTo>
                    <a:pt x="100385" y="13915"/>
                  </a:lnTo>
                  <a:lnTo>
                    <a:pt x="95575" y="16102"/>
                  </a:lnTo>
                  <a:lnTo>
                    <a:pt x="90837" y="18439"/>
                  </a:lnTo>
                  <a:lnTo>
                    <a:pt x="86175" y="20926"/>
                  </a:lnTo>
                  <a:lnTo>
                    <a:pt x="81594" y="23558"/>
                  </a:lnTo>
                  <a:lnTo>
                    <a:pt x="77098" y="26334"/>
                  </a:lnTo>
                  <a:lnTo>
                    <a:pt x="72692" y="29251"/>
                  </a:lnTo>
                  <a:lnTo>
                    <a:pt x="68381" y="32305"/>
                  </a:lnTo>
                  <a:lnTo>
                    <a:pt x="64168" y="35494"/>
                  </a:lnTo>
                  <a:lnTo>
                    <a:pt x="60058" y="38815"/>
                  </a:lnTo>
                  <a:lnTo>
                    <a:pt x="56055" y="42264"/>
                  </a:lnTo>
                  <a:lnTo>
                    <a:pt x="52163" y="45837"/>
                  </a:lnTo>
                  <a:lnTo>
                    <a:pt x="48386" y="49532"/>
                  </a:lnTo>
                  <a:lnTo>
                    <a:pt x="44728" y="53344"/>
                  </a:lnTo>
                  <a:lnTo>
                    <a:pt x="41192" y="57271"/>
                  </a:lnTo>
                  <a:lnTo>
                    <a:pt x="37782" y="61306"/>
                  </a:lnTo>
                  <a:lnTo>
                    <a:pt x="34501" y="65448"/>
                  </a:lnTo>
                  <a:lnTo>
                    <a:pt x="31353" y="69691"/>
                  </a:lnTo>
                  <a:lnTo>
                    <a:pt x="28340" y="74032"/>
                  </a:lnTo>
                  <a:lnTo>
                    <a:pt x="25466" y="78466"/>
                  </a:lnTo>
                  <a:lnTo>
                    <a:pt x="22733" y="82988"/>
                  </a:lnTo>
                  <a:lnTo>
                    <a:pt x="20145" y="87594"/>
                  </a:lnTo>
                  <a:lnTo>
                    <a:pt x="17704" y="92280"/>
                  </a:lnTo>
                  <a:lnTo>
                    <a:pt x="15412" y="97041"/>
                  </a:lnTo>
                  <a:lnTo>
                    <a:pt x="13271" y="101871"/>
                  </a:lnTo>
                  <a:lnTo>
                    <a:pt x="11285" y="106767"/>
                  </a:lnTo>
                  <a:lnTo>
                    <a:pt x="9454" y="111724"/>
                  </a:lnTo>
                  <a:lnTo>
                    <a:pt x="7780" y="116735"/>
                  </a:lnTo>
                  <a:lnTo>
                    <a:pt x="6266" y="121797"/>
                  </a:lnTo>
                  <a:lnTo>
                    <a:pt x="4913" y="126905"/>
                  </a:lnTo>
                  <a:lnTo>
                    <a:pt x="3721" y="132052"/>
                  </a:lnTo>
                  <a:lnTo>
                    <a:pt x="2693" y="137235"/>
                  </a:lnTo>
                  <a:lnTo>
                    <a:pt x="1829" y="142448"/>
                  </a:lnTo>
                  <a:lnTo>
                    <a:pt x="1131" y="147685"/>
                  </a:lnTo>
                  <a:lnTo>
                    <a:pt x="598" y="152942"/>
                  </a:lnTo>
                  <a:lnTo>
                    <a:pt x="232" y="158213"/>
                  </a:lnTo>
                  <a:lnTo>
                    <a:pt x="32" y="163493"/>
                  </a:lnTo>
                  <a:lnTo>
                    <a:pt x="0" y="168776"/>
                  </a:lnTo>
                  <a:lnTo>
                    <a:pt x="134" y="174058"/>
                  </a:lnTo>
                  <a:lnTo>
                    <a:pt x="435" y="179333"/>
                  </a:lnTo>
                  <a:lnTo>
                    <a:pt x="903" y="184596"/>
                  </a:lnTo>
                  <a:lnTo>
                    <a:pt x="1537" y="189842"/>
                  </a:lnTo>
                  <a:lnTo>
                    <a:pt x="2336" y="195065"/>
                  </a:lnTo>
                  <a:lnTo>
                    <a:pt x="3300" y="200260"/>
                  </a:lnTo>
                  <a:lnTo>
                    <a:pt x="4428" y="205422"/>
                  </a:lnTo>
                  <a:lnTo>
                    <a:pt x="5718" y="210545"/>
                  </a:lnTo>
                  <a:lnTo>
                    <a:pt x="7170" y="215626"/>
                  </a:lnTo>
                  <a:lnTo>
                    <a:pt x="8781" y="220658"/>
                  </a:lnTo>
                  <a:lnTo>
                    <a:pt x="10551" y="225636"/>
                  </a:lnTo>
                  <a:lnTo>
                    <a:pt x="12477" y="230556"/>
                  </a:lnTo>
                  <a:lnTo>
                    <a:pt x="14557" y="235413"/>
                  </a:lnTo>
                  <a:lnTo>
                    <a:pt x="16790" y="240202"/>
                  </a:lnTo>
                  <a:lnTo>
                    <a:pt x="19173" y="244918"/>
                  </a:lnTo>
                  <a:lnTo>
                    <a:pt x="21704" y="249556"/>
                  </a:lnTo>
                  <a:lnTo>
                    <a:pt x="24381" y="254111"/>
                  </a:lnTo>
                  <a:lnTo>
                    <a:pt x="27200" y="258580"/>
                  </a:lnTo>
                  <a:lnTo>
                    <a:pt x="30159" y="262958"/>
                  </a:lnTo>
                  <a:lnTo>
                    <a:pt x="33255" y="267239"/>
                  </a:lnTo>
                  <a:lnTo>
                    <a:pt x="36484" y="271421"/>
                  </a:lnTo>
                  <a:lnTo>
                    <a:pt x="39844" y="275499"/>
                  </a:lnTo>
                  <a:lnTo>
                    <a:pt x="43331" y="279468"/>
                  </a:lnTo>
                  <a:lnTo>
                    <a:pt x="46942" y="283326"/>
                  </a:lnTo>
                  <a:lnTo>
                    <a:pt x="50673" y="287067"/>
                  </a:lnTo>
                  <a:lnTo>
                    <a:pt x="54521" y="290688"/>
                  </a:lnTo>
                  <a:lnTo>
                    <a:pt x="58481" y="294186"/>
                  </a:lnTo>
                  <a:lnTo>
                    <a:pt x="62549" y="297557"/>
                  </a:lnTo>
                  <a:lnTo>
                    <a:pt x="66722" y="300798"/>
                  </a:lnTo>
                  <a:lnTo>
                    <a:pt x="70995" y="303906"/>
                  </a:lnTo>
                  <a:lnTo>
                    <a:pt x="75365" y="306876"/>
                  </a:lnTo>
                  <a:lnTo>
                    <a:pt x="79826" y="309708"/>
                  </a:lnTo>
                  <a:lnTo>
                    <a:pt x="84374" y="312397"/>
                  </a:lnTo>
                  <a:lnTo>
                    <a:pt x="89005" y="314940"/>
                  </a:lnTo>
                  <a:lnTo>
                    <a:pt x="93715" y="317336"/>
                  </a:lnTo>
                  <a:lnTo>
                    <a:pt x="98497" y="319582"/>
                  </a:lnTo>
                  <a:lnTo>
                    <a:pt x="103348" y="321676"/>
                  </a:lnTo>
                  <a:lnTo>
                    <a:pt x="108263" y="323616"/>
                  </a:lnTo>
                  <a:lnTo>
                    <a:pt x="113237" y="325399"/>
                  </a:lnTo>
                  <a:lnTo>
                    <a:pt x="118264" y="327024"/>
                  </a:lnTo>
                  <a:lnTo>
                    <a:pt x="123341" y="328489"/>
                  </a:lnTo>
                  <a:lnTo>
                    <a:pt x="128461" y="329794"/>
                  </a:lnTo>
                  <a:lnTo>
                    <a:pt x="133620" y="330935"/>
                  </a:lnTo>
                  <a:lnTo>
                    <a:pt x="138812" y="331913"/>
                  </a:lnTo>
                  <a:lnTo>
                    <a:pt x="144033" y="332727"/>
                  </a:lnTo>
                  <a:lnTo>
                    <a:pt x="149277" y="333375"/>
                  </a:lnTo>
                  <a:lnTo>
                    <a:pt x="154538" y="333857"/>
                  </a:lnTo>
                  <a:lnTo>
                    <a:pt x="159813" y="334173"/>
                  </a:lnTo>
                  <a:lnTo>
                    <a:pt x="165094" y="334322"/>
                  </a:lnTo>
                  <a:lnTo>
                    <a:pt x="170378" y="334303"/>
                  </a:lnTo>
                  <a:lnTo>
                    <a:pt x="175658" y="334118"/>
                  </a:lnTo>
                  <a:lnTo>
                    <a:pt x="180930" y="333766"/>
                  </a:lnTo>
                  <a:lnTo>
                    <a:pt x="186188" y="333248"/>
                  </a:lnTo>
                  <a:lnTo>
                    <a:pt x="191428" y="332563"/>
                  </a:lnTo>
                  <a:lnTo>
                    <a:pt x="196643" y="331714"/>
                  </a:lnTo>
                  <a:lnTo>
                    <a:pt x="201828" y="330700"/>
                  </a:lnTo>
                  <a:lnTo>
                    <a:pt x="206979" y="329523"/>
                  </a:lnTo>
                  <a:lnTo>
                    <a:pt x="212090" y="328183"/>
                  </a:lnTo>
                  <a:lnTo>
                    <a:pt x="217156" y="326683"/>
                  </a:lnTo>
                  <a:lnTo>
                    <a:pt x="222172" y="325023"/>
                  </a:lnTo>
                  <a:lnTo>
                    <a:pt x="227134" y="323205"/>
                  </a:lnTo>
                  <a:lnTo>
                    <a:pt x="232035" y="321232"/>
                  </a:lnTo>
                  <a:lnTo>
                    <a:pt x="236872" y="319105"/>
                  </a:lnTo>
                  <a:lnTo>
                    <a:pt x="241638" y="316826"/>
                  </a:lnTo>
                  <a:lnTo>
                    <a:pt x="246331" y="314397"/>
                  </a:lnTo>
                  <a:lnTo>
                    <a:pt x="250944" y="311822"/>
                  </a:lnTo>
                  <a:lnTo>
                    <a:pt x="255474" y="309102"/>
                  </a:lnTo>
                  <a:lnTo>
                    <a:pt x="259916" y="306240"/>
                  </a:lnTo>
                  <a:lnTo>
                    <a:pt x="264264" y="303239"/>
                  </a:lnTo>
                  <a:lnTo>
                    <a:pt x="268516" y="300102"/>
                  </a:lnTo>
                  <a:lnTo>
                    <a:pt x="272667" y="296832"/>
                  </a:lnTo>
                  <a:lnTo>
                    <a:pt x="276712" y="293433"/>
                  </a:lnTo>
                  <a:lnTo>
                    <a:pt x="280648" y="289908"/>
                  </a:lnTo>
                  <a:lnTo>
                    <a:pt x="284470" y="286260"/>
                  </a:lnTo>
                  <a:lnTo>
                    <a:pt x="288175" y="282493"/>
                  </a:lnTo>
                  <a:lnTo>
                    <a:pt x="291759" y="278611"/>
                  </a:lnTo>
                  <a:lnTo>
                    <a:pt x="295219" y="274618"/>
                  </a:lnTo>
                  <a:lnTo>
                    <a:pt x="298551" y="270517"/>
                  </a:lnTo>
                  <a:lnTo>
                    <a:pt x="301751" y="266313"/>
                  </a:lnTo>
                  <a:lnTo>
                    <a:pt x="304817" y="262010"/>
                  </a:lnTo>
                  <a:lnTo>
                    <a:pt x="307746" y="257612"/>
                  </a:lnTo>
                  <a:lnTo>
                    <a:pt x="310534" y="253124"/>
                  </a:lnTo>
                  <a:lnTo>
                    <a:pt x="313179" y="248550"/>
                  </a:lnTo>
                  <a:lnTo>
                    <a:pt x="315678" y="243894"/>
                  </a:lnTo>
                  <a:lnTo>
                    <a:pt x="318029" y="239162"/>
                  </a:lnTo>
                  <a:lnTo>
                    <a:pt x="320229" y="234358"/>
                  </a:lnTo>
                  <a:lnTo>
                    <a:pt x="322276" y="229487"/>
                  </a:lnTo>
                  <a:lnTo>
                    <a:pt x="324168" y="224554"/>
                  </a:lnTo>
                  <a:lnTo>
                    <a:pt x="325903" y="219563"/>
                  </a:lnTo>
                  <a:lnTo>
                    <a:pt x="327479" y="214520"/>
                  </a:lnTo>
                  <a:lnTo>
                    <a:pt x="328896" y="209430"/>
                  </a:lnTo>
                  <a:lnTo>
                    <a:pt x="330151" y="204298"/>
                  </a:lnTo>
                  <a:lnTo>
                    <a:pt x="331243" y="199128"/>
                  </a:lnTo>
                  <a:lnTo>
                    <a:pt x="332171" y="193927"/>
                  </a:lnTo>
                  <a:lnTo>
                    <a:pt x="332934" y="188698"/>
                  </a:lnTo>
                  <a:lnTo>
                    <a:pt x="333532" y="183448"/>
                  </a:lnTo>
                  <a:lnTo>
                    <a:pt x="333963" y="178182"/>
                  </a:lnTo>
                  <a:lnTo>
                    <a:pt x="334228" y="172905"/>
                  </a:lnTo>
                  <a:lnTo>
                    <a:pt x="334326" y="167623"/>
                  </a:lnTo>
                  <a:lnTo>
                    <a:pt x="334257" y="162339"/>
                  </a:lnTo>
                  <a:lnTo>
                    <a:pt x="334021" y="157061"/>
                  </a:lnTo>
                  <a:lnTo>
                    <a:pt x="333618" y="151793"/>
                  </a:lnTo>
                  <a:lnTo>
                    <a:pt x="333049" y="146540"/>
                  </a:lnTo>
                  <a:lnTo>
                    <a:pt x="332314" y="141307"/>
                  </a:lnTo>
                  <a:lnTo>
                    <a:pt x="331415" y="136101"/>
                  </a:lnTo>
                  <a:lnTo>
                    <a:pt x="330351" y="130925"/>
                  </a:lnTo>
                  <a:lnTo>
                    <a:pt x="329124" y="125786"/>
                  </a:lnTo>
                  <a:lnTo>
                    <a:pt x="327735" y="120688"/>
                  </a:lnTo>
                  <a:lnTo>
                    <a:pt x="326186" y="115637"/>
                  </a:lnTo>
                  <a:lnTo>
                    <a:pt x="324478" y="110637"/>
                  </a:lnTo>
                  <a:lnTo>
                    <a:pt x="322613" y="105693"/>
                  </a:lnTo>
                  <a:lnTo>
                    <a:pt x="320593" y="100811"/>
                  </a:lnTo>
                  <a:lnTo>
                    <a:pt x="318419" y="95995"/>
                  </a:lnTo>
                  <a:lnTo>
                    <a:pt x="316094" y="91250"/>
                  </a:lnTo>
                  <a:lnTo>
                    <a:pt x="313621" y="86581"/>
                  </a:lnTo>
                  <a:lnTo>
                    <a:pt x="311001" y="81993"/>
                  </a:lnTo>
                  <a:lnTo>
                    <a:pt x="308237" y="77490"/>
                  </a:lnTo>
                  <a:lnTo>
                    <a:pt x="305332" y="73076"/>
                  </a:lnTo>
                  <a:lnTo>
                    <a:pt x="302290" y="68756"/>
                  </a:lnTo>
                  <a:lnTo>
                    <a:pt x="299112" y="64535"/>
                  </a:lnTo>
                  <a:lnTo>
                    <a:pt x="295803" y="60416"/>
                  </a:lnTo>
                  <a:lnTo>
                    <a:pt x="292365" y="56404"/>
                  </a:lnTo>
                  <a:lnTo>
                    <a:pt x="288802" y="52502"/>
                  </a:lnTo>
                  <a:lnTo>
                    <a:pt x="285117" y="48715"/>
                  </a:lnTo>
                  <a:lnTo>
                    <a:pt x="281315" y="45046"/>
                  </a:lnTo>
                  <a:lnTo>
                    <a:pt x="277399" y="41500"/>
                  </a:lnTo>
                  <a:lnTo>
                    <a:pt x="273372" y="38079"/>
                  </a:lnTo>
                  <a:lnTo>
                    <a:pt x="269239" y="34786"/>
                  </a:lnTo>
                  <a:lnTo>
                    <a:pt x="265005" y="31627"/>
                  </a:lnTo>
                  <a:lnTo>
                    <a:pt x="260672" y="28602"/>
                  </a:lnTo>
                  <a:lnTo>
                    <a:pt x="256247" y="25716"/>
                  </a:lnTo>
                  <a:lnTo>
                    <a:pt x="251732" y="22971"/>
                  </a:lnTo>
                  <a:lnTo>
                    <a:pt x="247132" y="2037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42942"/>
              <a:ext cx="79973" cy="146796"/>
            </a:xfrm>
            <a:custGeom>
              <a:avLst/>
              <a:pathLst>
                <a:path w="79973" h="146796">
                  <a:moveTo>
                    <a:pt x="79973" y="0"/>
                  </a:moveTo>
                  <a:lnTo>
                    <a:pt x="0" y="1467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42942"/>
              <a:ext cx="79973" cy="146796"/>
            </a:xfrm>
            <a:custGeom>
              <a:avLst/>
              <a:pathLst>
                <a:path w="79973" h="146796">
                  <a:moveTo>
                    <a:pt x="79973" y="0"/>
                  </a:moveTo>
                  <a:lnTo>
                    <a:pt x="0" y="1467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42942"/>
              <a:ext cx="79973" cy="146796"/>
            </a:xfrm>
            <a:custGeom>
              <a:avLst/>
              <a:pathLst>
                <a:path w="79973" h="146796">
                  <a:moveTo>
                    <a:pt x="79973" y="0"/>
                  </a:moveTo>
                  <a:lnTo>
                    <a:pt x="0" y="1467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42942"/>
              <a:ext cx="79973" cy="146796"/>
            </a:xfrm>
            <a:custGeom>
              <a:avLst/>
              <a:pathLst>
                <a:path w="79973" h="146796">
                  <a:moveTo>
                    <a:pt x="79973" y="0"/>
                  </a:moveTo>
                  <a:lnTo>
                    <a:pt x="0" y="1467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42942"/>
              <a:ext cx="79973" cy="146796"/>
            </a:xfrm>
            <a:custGeom>
              <a:avLst/>
              <a:pathLst>
                <a:path w="79973" h="146796">
                  <a:moveTo>
                    <a:pt x="79973" y="0"/>
                  </a:moveTo>
                  <a:lnTo>
                    <a:pt x="0" y="1467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42942"/>
              <a:ext cx="79973" cy="146796"/>
            </a:xfrm>
            <a:custGeom>
              <a:avLst/>
              <a:pathLst>
                <a:path w="79973" h="146796">
                  <a:moveTo>
                    <a:pt x="79973" y="0"/>
                  </a:moveTo>
                  <a:lnTo>
                    <a:pt x="0" y="1467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42942"/>
              <a:ext cx="79973" cy="146796"/>
            </a:xfrm>
            <a:custGeom>
              <a:avLst/>
              <a:pathLst>
                <a:path w="79973" h="146796">
                  <a:moveTo>
                    <a:pt x="79973" y="0"/>
                  </a:moveTo>
                  <a:lnTo>
                    <a:pt x="0" y="1467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42942"/>
              <a:ext cx="79973" cy="146796"/>
            </a:xfrm>
            <a:custGeom>
              <a:avLst/>
              <a:pathLst>
                <a:path w="79973" h="146796">
                  <a:moveTo>
                    <a:pt x="79973" y="0"/>
                  </a:moveTo>
                  <a:lnTo>
                    <a:pt x="0" y="146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42942"/>
              <a:ext cx="79973" cy="146796"/>
            </a:xfrm>
            <a:custGeom>
              <a:avLst/>
              <a:pathLst>
                <a:path w="79973" h="146796">
                  <a:moveTo>
                    <a:pt x="79973" y="0"/>
                  </a:moveTo>
                  <a:lnTo>
                    <a:pt x="0" y="146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42942"/>
              <a:ext cx="79973" cy="146796"/>
            </a:xfrm>
            <a:custGeom>
              <a:avLst/>
              <a:pathLst>
                <a:path w="79973" h="146796">
                  <a:moveTo>
                    <a:pt x="79973" y="0"/>
                  </a:moveTo>
                  <a:lnTo>
                    <a:pt x="0" y="146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42942"/>
              <a:ext cx="79973" cy="146796"/>
            </a:xfrm>
            <a:custGeom>
              <a:avLst/>
              <a:pathLst>
                <a:path w="79973" h="146796">
                  <a:moveTo>
                    <a:pt x="79973" y="0"/>
                  </a:moveTo>
                  <a:lnTo>
                    <a:pt x="0" y="146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42942"/>
              <a:ext cx="79973" cy="146796"/>
            </a:xfrm>
            <a:custGeom>
              <a:avLst/>
              <a:pathLst>
                <a:path w="79973" h="146796">
                  <a:moveTo>
                    <a:pt x="79973" y="0"/>
                  </a:moveTo>
                  <a:lnTo>
                    <a:pt x="0" y="1467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42942"/>
              <a:ext cx="79973" cy="146796"/>
            </a:xfrm>
            <a:custGeom>
              <a:avLst/>
              <a:pathLst>
                <a:path w="79973" h="146796">
                  <a:moveTo>
                    <a:pt x="79973" y="0"/>
                  </a:moveTo>
                  <a:lnTo>
                    <a:pt x="0" y="1467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42942"/>
              <a:ext cx="79973" cy="146796"/>
            </a:xfrm>
            <a:custGeom>
              <a:avLst/>
              <a:pathLst>
                <a:path w="79973" h="146796">
                  <a:moveTo>
                    <a:pt x="79973" y="0"/>
                  </a:moveTo>
                  <a:lnTo>
                    <a:pt x="0" y="1467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42942"/>
              <a:ext cx="79973" cy="146796"/>
            </a:xfrm>
            <a:custGeom>
              <a:avLst/>
              <a:pathLst>
                <a:path w="79973" h="146796">
                  <a:moveTo>
                    <a:pt x="79973" y="0"/>
                  </a:moveTo>
                  <a:lnTo>
                    <a:pt x="0" y="1467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42942"/>
              <a:ext cx="79973" cy="146796"/>
            </a:xfrm>
            <a:custGeom>
              <a:avLst/>
              <a:pathLst>
                <a:path w="79973" h="146796">
                  <a:moveTo>
                    <a:pt x="79973" y="0"/>
                  </a:moveTo>
                  <a:lnTo>
                    <a:pt x="0" y="146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42942"/>
              <a:ext cx="79973" cy="146796"/>
            </a:xfrm>
            <a:custGeom>
              <a:avLst/>
              <a:pathLst>
                <a:path w="79973" h="146796">
                  <a:moveTo>
                    <a:pt x="79973" y="0"/>
                  </a:moveTo>
                  <a:lnTo>
                    <a:pt x="0" y="146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42942"/>
              <a:ext cx="79973" cy="146796"/>
            </a:xfrm>
            <a:custGeom>
              <a:avLst/>
              <a:pathLst>
                <a:path w="79973" h="146796">
                  <a:moveTo>
                    <a:pt x="79973" y="0"/>
                  </a:moveTo>
                  <a:lnTo>
                    <a:pt x="0" y="146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42942"/>
              <a:ext cx="79973" cy="146796"/>
            </a:xfrm>
            <a:custGeom>
              <a:avLst/>
              <a:pathLst>
                <a:path w="79973" h="146796">
                  <a:moveTo>
                    <a:pt x="79973" y="0"/>
                  </a:moveTo>
                  <a:lnTo>
                    <a:pt x="0" y="146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42942"/>
              <a:ext cx="79973" cy="146796"/>
            </a:xfrm>
            <a:custGeom>
              <a:avLst/>
              <a:pathLst>
                <a:path w="79973" h="146796">
                  <a:moveTo>
                    <a:pt x="79973" y="0"/>
                  </a:moveTo>
                  <a:lnTo>
                    <a:pt x="0" y="1467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021039" y="1342942"/>
              <a:ext cx="79973" cy="146796"/>
            </a:xfrm>
            <a:custGeom>
              <a:avLst/>
              <a:pathLst>
                <a:path w="79973" h="146796">
                  <a:moveTo>
                    <a:pt x="79973" y="0"/>
                  </a:moveTo>
                  <a:lnTo>
                    <a:pt x="0" y="1467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021039" y="1342942"/>
              <a:ext cx="79973" cy="146796"/>
            </a:xfrm>
            <a:custGeom>
              <a:avLst/>
              <a:pathLst>
                <a:path w="79973" h="146796">
                  <a:moveTo>
                    <a:pt x="79973" y="0"/>
                  </a:moveTo>
                  <a:lnTo>
                    <a:pt x="0" y="1467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021039" y="1322571"/>
              <a:ext cx="79973" cy="167167"/>
            </a:xfrm>
            <a:custGeom>
              <a:avLst/>
              <a:pathLst>
                <a:path w="79973" h="167167">
                  <a:moveTo>
                    <a:pt x="79973" y="20370"/>
                  </a:moveTo>
                  <a:lnTo>
                    <a:pt x="74693" y="17615"/>
                  </a:lnTo>
                  <a:lnTo>
                    <a:pt x="69318" y="15049"/>
                  </a:lnTo>
                  <a:lnTo>
                    <a:pt x="63855" y="12676"/>
                  </a:lnTo>
                  <a:lnTo>
                    <a:pt x="58311" y="10499"/>
                  </a:lnTo>
                  <a:lnTo>
                    <a:pt x="52693" y="8521"/>
                  </a:lnTo>
                  <a:lnTo>
                    <a:pt x="47008" y="6745"/>
                  </a:lnTo>
                  <a:lnTo>
                    <a:pt x="41263" y="5172"/>
                  </a:lnTo>
                  <a:lnTo>
                    <a:pt x="35466" y="3805"/>
                  </a:lnTo>
                  <a:lnTo>
                    <a:pt x="29624" y="2645"/>
                  </a:lnTo>
                  <a:lnTo>
                    <a:pt x="23744" y="1694"/>
                  </a:lnTo>
                  <a:lnTo>
                    <a:pt x="17835" y="954"/>
                  </a:lnTo>
                  <a:lnTo>
                    <a:pt x="11902" y="424"/>
                  </a:lnTo>
                  <a:lnTo>
                    <a:pt x="5955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378111" y="1071028"/>
              <a:ext cx="334296" cy="334334"/>
            </a:xfrm>
            <a:custGeom>
              <a:avLst/>
              <a:pathLst>
                <a:path w="334296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2" y="336"/>
                  </a:lnTo>
                  <a:lnTo>
                    <a:pt x="151253" y="757"/>
                  </a:lnTo>
                  <a:lnTo>
                    <a:pt x="145980" y="1345"/>
                  </a:lnTo>
                  <a:lnTo>
                    <a:pt x="140728" y="2100"/>
                  </a:lnTo>
                  <a:lnTo>
                    <a:pt x="135503" y="3022"/>
                  </a:lnTo>
                  <a:lnTo>
                    <a:pt x="130310" y="4109"/>
                  </a:lnTo>
                  <a:lnTo>
                    <a:pt x="125154" y="5360"/>
                  </a:lnTo>
                  <a:lnTo>
                    <a:pt x="120040" y="6774"/>
                  </a:lnTo>
                  <a:lnTo>
                    <a:pt x="114974" y="8350"/>
                  </a:lnTo>
                  <a:lnTo>
                    <a:pt x="109960" y="10085"/>
                  </a:lnTo>
                  <a:lnTo>
                    <a:pt x="105004" y="11979"/>
                  </a:lnTo>
                  <a:lnTo>
                    <a:pt x="100110" y="14030"/>
                  </a:lnTo>
                  <a:lnTo>
                    <a:pt x="95284" y="16234"/>
                  </a:lnTo>
                  <a:lnTo>
                    <a:pt x="90530" y="18591"/>
                  </a:lnTo>
                  <a:lnTo>
                    <a:pt x="85854" y="21097"/>
                  </a:lnTo>
                  <a:lnTo>
                    <a:pt x="81259" y="23750"/>
                  </a:lnTo>
                  <a:lnTo>
                    <a:pt x="76751" y="26548"/>
                  </a:lnTo>
                  <a:lnTo>
                    <a:pt x="72334" y="29488"/>
                  </a:lnTo>
                  <a:lnTo>
                    <a:pt x="68013" y="32566"/>
                  </a:lnTo>
                  <a:lnTo>
                    <a:pt x="63791" y="35780"/>
                  </a:lnTo>
                  <a:lnTo>
                    <a:pt x="59674" y="39126"/>
                  </a:lnTo>
                  <a:lnTo>
                    <a:pt x="55664" y="42601"/>
                  </a:lnTo>
                  <a:lnTo>
                    <a:pt x="51768" y="46202"/>
                  </a:lnTo>
                  <a:lnTo>
                    <a:pt x="47987" y="49924"/>
                  </a:lnTo>
                  <a:lnTo>
                    <a:pt x="44326" y="53765"/>
                  </a:lnTo>
                  <a:lnTo>
                    <a:pt x="40789" y="57720"/>
                  </a:lnTo>
                  <a:lnTo>
                    <a:pt x="37379" y="61785"/>
                  </a:lnTo>
                  <a:lnTo>
                    <a:pt x="34101" y="65956"/>
                  </a:lnTo>
                  <a:lnTo>
                    <a:pt x="30956" y="70229"/>
                  </a:lnTo>
                  <a:lnTo>
                    <a:pt x="27948" y="74600"/>
                  </a:lnTo>
                  <a:lnTo>
                    <a:pt x="25080" y="79064"/>
                  </a:lnTo>
                  <a:lnTo>
                    <a:pt x="22356" y="83617"/>
                  </a:lnTo>
                  <a:lnTo>
                    <a:pt x="19778" y="88254"/>
                  </a:lnTo>
                  <a:lnTo>
                    <a:pt x="17347" y="92971"/>
                  </a:lnTo>
                  <a:lnTo>
                    <a:pt x="15068" y="97762"/>
                  </a:lnTo>
                  <a:lnTo>
                    <a:pt x="12942" y="102623"/>
                  </a:lnTo>
                  <a:lnTo>
                    <a:pt x="10972" y="107549"/>
                  </a:lnTo>
                  <a:lnTo>
                    <a:pt x="9158" y="112535"/>
                  </a:lnTo>
                  <a:lnTo>
                    <a:pt x="7504" y="117577"/>
                  </a:lnTo>
                  <a:lnTo>
                    <a:pt x="6011" y="122668"/>
                  </a:lnTo>
                  <a:lnTo>
                    <a:pt x="4680" y="127804"/>
                  </a:lnTo>
                  <a:lnTo>
                    <a:pt x="3512" y="132980"/>
                  </a:lnTo>
                  <a:lnTo>
                    <a:pt x="2510" y="138190"/>
                  </a:lnTo>
                  <a:lnTo>
                    <a:pt x="1673" y="143429"/>
                  </a:lnTo>
                  <a:lnTo>
                    <a:pt x="1003" y="148693"/>
                  </a:lnTo>
                  <a:lnTo>
                    <a:pt x="501" y="153974"/>
                  </a:lnTo>
                  <a:lnTo>
                    <a:pt x="166" y="159270"/>
                  </a:lnTo>
                  <a:lnTo>
                    <a:pt x="0" y="164573"/>
                  </a:lnTo>
                  <a:lnTo>
                    <a:pt x="1" y="169878"/>
                  </a:lnTo>
                  <a:lnTo>
                    <a:pt x="172" y="175181"/>
                  </a:lnTo>
                  <a:lnTo>
                    <a:pt x="510" y="180476"/>
                  </a:lnTo>
                  <a:lnTo>
                    <a:pt x="1016" y="185758"/>
                  </a:lnTo>
                  <a:lnTo>
                    <a:pt x="1690" y="191021"/>
                  </a:lnTo>
                  <a:lnTo>
                    <a:pt x="2530" y="196259"/>
                  </a:lnTo>
                  <a:lnTo>
                    <a:pt x="3536" y="201469"/>
                  </a:lnTo>
                  <a:lnTo>
                    <a:pt x="4707" y="206644"/>
                  </a:lnTo>
                  <a:lnTo>
                    <a:pt x="6042" y="211779"/>
                  </a:lnTo>
                  <a:lnTo>
                    <a:pt x="7539" y="216869"/>
                  </a:lnTo>
                  <a:lnTo>
                    <a:pt x="9197" y="221909"/>
                  </a:lnTo>
                  <a:lnTo>
                    <a:pt x="11013" y="226894"/>
                  </a:lnTo>
                  <a:lnTo>
                    <a:pt x="12988" y="231819"/>
                  </a:lnTo>
                  <a:lnTo>
                    <a:pt x="15117" y="236679"/>
                  </a:lnTo>
                  <a:lnTo>
                    <a:pt x="17399" y="241468"/>
                  </a:lnTo>
                  <a:lnTo>
                    <a:pt x="19833" y="246183"/>
                  </a:lnTo>
                  <a:lnTo>
                    <a:pt x="22415" y="250818"/>
                  </a:lnTo>
                  <a:lnTo>
                    <a:pt x="25142" y="255369"/>
                  </a:lnTo>
                  <a:lnTo>
                    <a:pt x="28013" y="259831"/>
                  </a:lnTo>
                  <a:lnTo>
                    <a:pt x="31024" y="264200"/>
                  </a:lnTo>
                  <a:lnTo>
                    <a:pt x="34172" y="268471"/>
                  </a:lnTo>
                  <a:lnTo>
                    <a:pt x="37453" y="272640"/>
                  </a:lnTo>
                  <a:lnTo>
                    <a:pt x="40866" y="276703"/>
                  </a:lnTo>
                  <a:lnTo>
                    <a:pt x="44406" y="280655"/>
                  </a:lnTo>
                  <a:lnTo>
                    <a:pt x="48069" y="284493"/>
                  </a:lnTo>
                  <a:lnTo>
                    <a:pt x="51852" y="288213"/>
                  </a:lnTo>
                  <a:lnTo>
                    <a:pt x="55752" y="291811"/>
                  </a:lnTo>
                  <a:lnTo>
                    <a:pt x="59763" y="295283"/>
                  </a:lnTo>
                  <a:lnTo>
                    <a:pt x="63883" y="298626"/>
                  </a:lnTo>
                  <a:lnTo>
                    <a:pt x="68107" y="301837"/>
                  </a:lnTo>
                  <a:lnTo>
                    <a:pt x="72431" y="304913"/>
                  </a:lnTo>
                  <a:lnTo>
                    <a:pt x="76850" y="307849"/>
                  </a:lnTo>
                  <a:lnTo>
                    <a:pt x="81360" y="310644"/>
                  </a:lnTo>
                  <a:lnTo>
                    <a:pt x="85956" y="313294"/>
                  </a:lnTo>
                  <a:lnTo>
                    <a:pt x="90635" y="315797"/>
                  </a:lnTo>
                  <a:lnTo>
                    <a:pt x="95390" y="318150"/>
                  </a:lnTo>
                  <a:lnTo>
                    <a:pt x="100218" y="320351"/>
                  </a:lnTo>
                  <a:lnTo>
                    <a:pt x="105113" y="322398"/>
                  </a:lnTo>
                  <a:lnTo>
                    <a:pt x="110070" y="324289"/>
                  </a:lnTo>
                  <a:lnTo>
                    <a:pt x="115085" y="326021"/>
                  </a:lnTo>
                  <a:lnTo>
                    <a:pt x="120153" y="327593"/>
                  </a:lnTo>
                  <a:lnTo>
                    <a:pt x="125267" y="329003"/>
                  </a:lnTo>
                  <a:lnTo>
                    <a:pt x="130424" y="330251"/>
                  </a:lnTo>
                  <a:lnTo>
                    <a:pt x="135618" y="331334"/>
                  </a:lnTo>
                  <a:lnTo>
                    <a:pt x="140844" y="332252"/>
                  </a:lnTo>
                  <a:lnTo>
                    <a:pt x="146096" y="333004"/>
                  </a:lnTo>
                  <a:lnTo>
                    <a:pt x="151370" y="333588"/>
                  </a:lnTo>
                  <a:lnTo>
                    <a:pt x="156659" y="334005"/>
                  </a:lnTo>
                  <a:lnTo>
                    <a:pt x="161959" y="334254"/>
                  </a:lnTo>
                  <a:lnTo>
                    <a:pt x="167264" y="334334"/>
                  </a:lnTo>
                  <a:lnTo>
                    <a:pt x="172569" y="334246"/>
                  </a:lnTo>
                  <a:lnTo>
                    <a:pt x="177869" y="333990"/>
                  </a:lnTo>
                  <a:lnTo>
                    <a:pt x="183157" y="333566"/>
                  </a:lnTo>
                  <a:lnTo>
                    <a:pt x="188430" y="332974"/>
                  </a:lnTo>
                  <a:lnTo>
                    <a:pt x="193681" y="332215"/>
                  </a:lnTo>
                  <a:lnTo>
                    <a:pt x="198905" y="331290"/>
                  </a:lnTo>
                  <a:lnTo>
                    <a:pt x="204098" y="330199"/>
                  </a:lnTo>
                  <a:lnTo>
                    <a:pt x="209253" y="328945"/>
                  </a:lnTo>
                  <a:lnTo>
                    <a:pt x="214366" y="327527"/>
                  </a:lnTo>
                  <a:lnTo>
                    <a:pt x="219431" y="325948"/>
                  </a:lnTo>
                  <a:lnTo>
                    <a:pt x="224444" y="324208"/>
                  </a:lnTo>
                  <a:lnTo>
                    <a:pt x="229399" y="322311"/>
                  </a:lnTo>
                  <a:lnTo>
                    <a:pt x="234291" y="320257"/>
                  </a:lnTo>
                  <a:lnTo>
                    <a:pt x="239115" y="318049"/>
                  </a:lnTo>
                  <a:lnTo>
                    <a:pt x="243867" y="315689"/>
                  </a:lnTo>
                  <a:lnTo>
                    <a:pt x="248542" y="313180"/>
                  </a:lnTo>
                  <a:lnTo>
                    <a:pt x="253135" y="310523"/>
                  </a:lnTo>
                  <a:lnTo>
                    <a:pt x="257641" y="307722"/>
                  </a:lnTo>
                  <a:lnTo>
                    <a:pt x="262056" y="304780"/>
                  </a:lnTo>
                  <a:lnTo>
                    <a:pt x="266375" y="301698"/>
                  </a:lnTo>
                  <a:lnTo>
                    <a:pt x="270594" y="298482"/>
                  </a:lnTo>
                  <a:lnTo>
                    <a:pt x="274710" y="295133"/>
                  </a:lnTo>
                  <a:lnTo>
                    <a:pt x="278716" y="291655"/>
                  </a:lnTo>
                  <a:lnTo>
                    <a:pt x="282611" y="288051"/>
                  </a:lnTo>
                  <a:lnTo>
                    <a:pt x="286389" y="284326"/>
                  </a:lnTo>
                  <a:lnTo>
                    <a:pt x="290047" y="280483"/>
                  </a:lnTo>
                  <a:lnTo>
                    <a:pt x="293581" y="276526"/>
                  </a:lnTo>
                  <a:lnTo>
                    <a:pt x="296988" y="272458"/>
                  </a:lnTo>
                  <a:lnTo>
                    <a:pt x="300264" y="268285"/>
                  </a:lnTo>
                  <a:lnTo>
                    <a:pt x="303406" y="264009"/>
                  </a:lnTo>
                  <a:lnTo>
                    <a:pt x="306411" y="259636"/>
                  </a:lnTo>
                  <a:lnTo>
                    <a:pt x="309275" y="255170"/>
                  </a:lnTo>
                  <a:lnTo>
                    <a:pt x="311996" y="250615"/>
                  </a:lnTo>
                  <a:lnTo>
                    <a:pt x="314571" y="245977"/>
                  </a:lnTo>
                  <a:lnTo>
                    <a:pt x="316998" y="241258"/>
                  </a:lnTo>
                  <a:lnTo>
                    <a:pt x="319274" y="236465"/>
                  </a:lnTo>
                  <a:lnTo>
                    <a:pt x="321397" y="231603"/>
                  </a:lnTo>
                  <a:lnTo>
                    <a:pt x="323364" y="226675"/>
                  </a:lnTo>
                  <a:lnTo>
                    <a:pt x="325174" y="221688"/>
                  </a:lnTo>
                  <a:lnTo>
                    <a:pt x="326824" y="216645"/>
                  </a:lnTo>
                  <a:lnTo>
                    <a:pt x="328314" y="211553"/>
                  </a:lnTo>
                  <a:lnTo>
                    <a:pt x="329641" y="206416"/>
                  </a:lnTo>
                  <a:lnTo>
                    <a:pt x="330805" y="201239"/>
                  </a:lnTo>
                  <a:lnTo>
                    <a:pt x="331804" y="196029"/>
                  </a:lnTo>
                  <a:lnTo>
                    <a:pt x="332637" y="190789"/>
                  </a:lnTo>
                  <a:lnTo>
                    <a:pt x="333303" y="185525"/>
                  </a:lnTo>
                  <a:lnTo>
                    <a:pt x="333802" y="180243"/>
                  </a:lnTo>
                  <a:lnTo>
                    <a:pt x="334133" y="174947"/>
                  </a:lnTo>
                  <a:lnTo>
                    <a:pt x="334296" y="169644"/>
                  </a:lnTo>
                  <a:lnTo>
                    <a:pt x="334290" y="164338"/>
                  </a:lnTo>
                  <a:lnTo>
                    <a:pt x="334116" y="159035"/>
                  </a:lnTo>
                  <a:lnTo>
                    <a:pt x="333774" y="153741"/>
                  </a:lnTo>
                  <a:lnTo>
                    <a:pt x="333264" y="148460"/>
                  </a:lnTo>
                  <a:lnTo>
                    <a:pt x="332587" y="143197"/>
                  </a:lnTo>
                  <a:lnTo>
                    <a:pt x="331743" y="137959"/>
                  </a:lnTo>
                  <a:lnTo>
                    <a:pt x="330733" y="132750"/>
                  </a:lnTo>
                  <a:lnTo>
                    <a:pt x="329558" y="127576"/>
                  </a:lnTo>
                  <a:lnTo>
                    <a:pt x="328220" y="122442"/>
                  </a:lnTo>
                  <a:lnTo>
                    <a:pt x="326720" y="117353"/>
                  </a:lnTo>
                  <a:lnTo>
                    <a:pt x="325059" y="11231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83343"/>
              <a:ext cx="157911" cy="54852"/>
            </a:xfrm>
            <a:custGeom>
              <a:avLst/>
              <a:pathLst>
                <a:path w="157911" h="54852">
                  <a:moveTo>
                    <a:pt x="157911" y="0"/>
                  </a:moveTo>
                  <a:lnTo>
                    <a:pt x="0" y="548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83343"/>
              <a:ext cx="157911" cy="54852"/>
            </a:xfrm>
            <a:custGeom>
              <a:avLst/>
              <a:pathLst>
                <a:path w="157911" h="54852">
                  <a:moveTo>
                    <a:pt x="157911" y="0"/>
                  </a:moveTo>
                  <a:lnTo>
                    <a:pt x="0" y="548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83343"/>
              <a:ext cx="157911" cy="54852"/>
            </a:xfrm>
            <a:custGeom>
              <a:avLst/>
              <a:pathLst>
                <a:path w="157911" h="54852">
                  <a:moveTo>
                    <a:pt x="157911" y="0"/>
                  </a:moveTo>
                  <a:lnTo>
                    <a:pt x="0" y="548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83343"/>
              <a:ext cx="157911" cy="54852"/>
            </a:xfrm>
            <a:custGeom>
              <a:avLst/>
              <a:pathLst>
                <a:path w="157911" h="54852">
                  <a:moveTo>
                    <a:pt x="157911" y="0"/>
                  </a:moveTo>
                  <a:lnTo>
                    <a:pt x="0" y="548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83343"/>
              <a:ext cx="157911" cy="54852"/>
            </a:xfrm>
            <a:custGeom>
              <a:avLst/>
              <a:pathLst>
                <a:path w="157911" h="54852">
                  <a:moveTo>
                    <a:pt x="157911" y="0"/>
                  </a:moveTo>
                  <a:lnTo>
                    <a:pt x="0" y="548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83343"/>
              <a:ext cx="157911" cy="54852"/>
            </a:xfrm>
            <a:custGeom>
              <a:avLst/>
              <a:pathLst>
                <a:path w="157911" h="54852">
                  <a:moveTo>
                    <a:pt x="157911" y="0"/>
                  </a:moveTo>
                  <a:lnTo>
                    <a:pt x="0" y="548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83343"/>
              <a:ext cx="157911" cy="54852"/>
            </a:xfrm>
            <a:custGeom>
              <a:avLst/>
              <a:pathLst>
                <a:path w="157911" h="54852">
                  <a:moveTo>
                    <a:pt x="157911" y="0"/>
                  </a:moveTo>
                  <a:lnTo>
                    <a:pt x="0" y="548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83343"/>
              <a:ext cx="157911" cy="54852"/>
            </a:xfrm>
            <a:custGeom>
              <a:avLst/>
              <a:pathLst>
                <a:path w="157911" h="54852">
                  <a:moveTo>
                    <a:pt x="157911" y="0"/>
                  </a:moveTo>
                  <a:lnTo>
                    <a:pt x="0" y="548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83343"/>
              <a:ext cx="157911" cy="54852"/>
            </a:xfrm>
            <a:custGeom>
              <a:avLst/>
              <a:pathLst>
                <a:path w="157911" h="54852">
                  <a:moveTo>
                    <a:pt x="157911" y="0"/>
                  </a:moveTo>
                  <a:lnTo>
                    <a:pt x="0" y="548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83343"/>
              <a:ext cx="157911" cy="54852"/>
            </a:xfrm>
            <a:custGeom>
              <a:avLst/>
              <a:pathLst>
                <a:path w="157911" h="54852">
                  <a:moveTo>
                    <a:pt x="157911" y="0"/>
                  </a:moveTo>
                  <a:lnTo>
                    <a:pt x="0" y="548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83343"/>
              <a:ext cx="157911" cy="54852"/>
            </a:xfrm>
            <a:custGeom>
              <a:avLst/>
              <a:pathLst>
                <a:path w="157911" h="54852">
                  <a:moveTo>
                    <a:pt x="157911" y="0"/>
                  </a:moveTo>
                  <a:lnTo>
                    <a:pt x="0" y="548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83343"/>
              <a:ext cx="157911" cy="54852"/>
            </a:xfrm>
            <a:custGeom>
              <a:avLst/>
              <a:pathLst>
                <a:path w="157911" h="54852">
                  <a:moveTo>
                    <a:pt x="157911" y="0"/>
                  </a:moveTo>
                  <a:lnTo>
                    <a:pt x="0" y="548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83343"/>
              <a:ext cx="157911" cy="54852"/>
            </a:xfrm>
            <a:custGeom>
              <a:avLst/>
              <a:pathLst>
                <a:path w="157911" h="54852">
                  <a:moveTo>
                    <a:pt x="157911" y="0"/>
                  </a:moveTo>
                  <a:lnTo>
                    <a:pt x="0" y="548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83343"/>
              <a:ext cx="157911" cy="54852"/>
            </a:xfrm>
            <a:custGeom>
              <a:avLst/>
              <a:pathLst>
                <a:path w="157911" h="54852">
                  <a:moveTo>
                    <a:pt x="157911" y="0"/>
                  </a:moveTo>
                  <a:lnTo>
                    <a:pt x="0" y="548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83343"/>
              <a:ext cx="157911" cy="54852"/>
            </a:xfrm>
            <a:custGeom>
              <a:avLst/>
              <a:pathLst>
                <a:path w="157911" h="54852">
                  <a:moveTo>
                    <a:pt x="157911" y="0"/>
                  </a:moveTo>
                  <a:lnTo>
                    <a:pt x="0" y="548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83343"/>
              <a:ext cx="157911" cy="54852"/>
            </a:xfrm>
            <a:custGeom>
              <a:avLst/>
              <a:pathLst>
                <a:path w="157911" h="54852">
                  <a:moveTo>
                    <a:pt x="157911" y="0"/>
                  </a:moveTo>
                  <a:lnTo>
                    <a:pt x="0" y="548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183343"/>
              <a:ext cx="157911" cy="54852"/>
            </a:xfrm>
            <a:custGeom>
              <a:avLst/>
              <a:pathLst>
                <a:path w="157911" h="54852">
                  <a:moveTo>
                    <a:pt x="157911" y="0"/>
                  </a:moveTo>
                  <a:lnTo>
                    <a:pt x="0" y="548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183343"/>
              <a:ext cx="157911" cy="54852"/>
            </a:xfrm>
            <a:custGeom>
              <a:avLst/>
              <a:pathLst>
                <a:path w="157911" h="54852">
                  <a:moveTo>
                    <a:pt x="157911" y="0"/>
                  </a:moveTo>
                  <a:lnTo>
                    <a:pt x="0" y="548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545258" y="1183343"/>
              <a:ext cx="157911" cy="54852"/>
            </a:xfrm>
            <a:custGeom>
              <a:avLst/>
              <a:pathLst>
                <a:path w="157911" h="54852">
                  <a:moveTo>
                    <a:pt x="157911" y="0"/>
                  </a:moveTo>
                  <a:lnTo>
                    <a:pt x="0" y="548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545258" y="1183343"/>
              <a:ext cx="157911" cy="54852"/>
            </a:xfrm>
            <a:custGeom>
              <a:avLst/>
              <a:pathLst>
                <a:path w="157911" h="54852">
                  <a:moveTo>
                    <a:pt x="157911" y="0"/>
                  </a:moveTo>
                  <a:lnTo>
                    <a:pt x="0" y="548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5258" y="1182506"/>
              <a:ext cx="157911" cy="55690"/>
            </a:xfrm>
            <a:custGeom>
              <a:avLst/>
              <a:pathLst>
                <a:path w="157911" h="55690">
                  <a:moveTo>
                    <a:pt x="157911" y="837"/>
                  </a:moveTo>
                  <a:lnTo>
                    <a:pt x="157618" y="0"/>
                  </a:lnTo>
                  <a:lnTo>
                    <a:pt x="0" y="556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545258" y="1071028"/>
              <a:ext cx="157618" cy="167167"/>
            </a:xfrm>
            <a:custGeom>
              <a:avLst/>
              <a:pathLst>
                <a:path w="157618" h="167167">
                  <a:moveTo>
                    <a:pt x="157618" y="111477"/>
                  </a:moveTo>
                  <a:lnTo>
                    <a:pt x="155731" y="106400"/>
                  </a:lnTo>
                  <a:lnTo>
                    <a:pt x="153681" y="101387"/>
                  </a:lnTo>
                  <a:lnTo>
                    <a:pt x="151470" y="96444"/>
                  </a:lnTo>
                  <a:lnTo>
                    <a:pt x="149099" y="91574"/>
                  </a:lnTo>
                  <a:lnTo>
                    <a:pt x="146572" y="86784"/>
                  </a:lnTo>
                  <a:lnTo>
                    <a:pt x="143891" y="82078"/>
                  </a:lnTo>
                  <a:lnTo>
                    <a:pt x="141060" y="77462"/>
                  </a:lnTo>
                  <a:lnTo>
                    <a:pt x="138080" y="72939"/>
                  </a:lnTo>
                  <a:lnTo>
                    <a:pt x="134955" y="68516"/>
                  </a:lnTo>
                  <a:lnTo>
                    <a:pt x="131688" y="64196"/>
                  </a:lnTo>
                  <a:lnTo>
                    <a:pt x="128284" y="59984"/>
                  </a:lnTo>
                  <a:lnTo>
                    <a:pt x="124744" y="55885"/>
                  </a:lnTo>
                  <a:lnTo>
                    <a:pt x="121074" y="51902"/>
                  </a:lnTo>
                  <a:lnTo>
                    <a:pt x="117277" y="48041"/>
                  </a:lnTo>
                  <a:lnTo>
                    <a:pt x="113356" y="44304"/>
                  </a:lnTo>
                  <a:lnTo>
                    <a:pt x="109317" y="40697"/>
                  </a:lnTo>
                  <a:lnTo>
                    <a:pt x="105163" y="37222"/>
                  </a:lnTo>
                  <a:lnTo>
                    <a:pt x="100898" y="33884"/>
                  </a:lnTo>
                  <a:lnTo>
                    <a:pt x="96528" y="30685"/>
                  </a:lnTo>
                  <a:lnTo>
                    <a:pt x="92056" y="27630"/>
                  </a:lnTo>
                  <a:lnTo>
                    <a:pt x="87488" y="24721"/>
                  </a:lnTo>
                  <a:lnTo>
                    <a:pt x="82827" y="21962"/>
                  </a:lnTo>
                  <a:lnTo>
                    <a:pt x="78080" y="19355"/>
                  </a:lnTo>
                  <a:lnTo>
                    <a:pt x="73251" y="16903"/>
                  </a:lnTo>
                  <a:lnTo>
                    <a:pt x="68345" y="14609"/>
                  </a:lnTo>
                  <a:lnTo>
                    <a:pt x="63367" y="12475"/>
                  </a:lnTo>
                  <a:lnTo>
                    <a:pt x="58323" y="10504"/>
                  </a:lnTo>
                  <a:lnTo>
                    <a:pt x="53218" y="8697"/>
                  </a:lnTo>
                  <a:lnTo>
                    <a:pt x="48056" y="7056"/>
                  </a:lnTo>
                  <a:lnTo>
                    <a:pt x="42845" y="5583"/>
                  </a:lnTo>
                  <a:lnTo>
                    <a:pt x="37588" y="4280"/>
                  </a:lnTo>
                  <a:lnTo>
                    <a:pt x="32292" y="3148"/>
                  </a:lnTo>
                  <a:lnTo>
                    <a:pt x="26962" y="2188"/>
                  </a:lnTo>
                  <a:lnTo>
                    <a:pt x="21603" y="1401"/>
                  </a:lnTo>
                  <a:lnTo>
                    <a:pt x="16222" y="789"/>
                  </a:lnTo>
                  <a:lnTo>
                    <a:pt x="10824" y="350"/>
                  </a:lnTo>
                  <a:lnTo>
                    <a:pt x="5415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56308" y="941493"/>
              <a:ext cx="67235" cy="167167"/>
            </a:xfrm>
            <a:custGeom>
              <a:avLst/>
              <a:pathLst>
                <a:path w="67235" h="167167">
                  <a:moveTo>
                    <a:pt x="67235" y="0"/>
                  </a:moveTo>
                  <a:lnTo>
                    <a:pt x="61470" y="99"/>
                  </a:lnTo>
                  <a:lnTo>
                    <a:pt x="55712" y="397"/>
                  </a:lnTo>
                  <a:lnTo>
                    <a:pt x="49968" y="894"/>
                  </a:lnTo>
                  <a:lnTo>
                    <a:pt x="44244" y="1588"/>
                  </a:lnTo>
                  <a:lnTo>
                    <a:pt x="38547" y="2480"/>
                  </a:lnTo>
                  <a:lnTo>
                    <a:pt x="32884" y="3567"/>
                  </a:lnTo>
                  <a:lnTo>
                    <a:pt x="27263" y="4849"/>
                  </a:lnTo>
                  <a:lnTo>
                    <a:pt x="21689" y="6324"/>
                  </a:lnTo>
                  <a:lnTo>
                    <a:pt x="16169" y="7990"/>
                  </a:lnTo>
                  <a:lnTo>
                    <a:pt x="10710" y="9846"/>
                  </a:lnTo>
                  <a:lnTo>
                    <a:pt x="5318" y="11889"/>
                  </a:lnTo>
                  <a:lnTo>
                    <a:pt x="0" y="14117"/>
                  </a:lnTo>
                  <a:lnTo>
                    <a:pt x="6723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56308" y="955610"/>
              <a:ext cx="67235" cy="153049"/>
            </a:xfrm>
            <a:custGeom>
              <a:avLst/>
              <a:pathLst>
                <a:path w="67235" h="153049">
                  <a:moveTo>
                    <a:pt x="0" y="0"/>
                  </a:moveTo>
                  <a:lnTo>
                    <a:pt x="67235" y="1530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56308" y="955610"/>
              <a:ext cx="67235" cy="153049"/>
            </a:xfrm>
            <a:custGeom>
              <a:avLst/>
              <a:pathLst>
                <a:path w="67235" h="153049">
                  <a:moveTo>
                    <a:pt x="0" y="0"/>
                  </a:moveTo>
                  <a:lnTo>
                    <a:pt x="67235" y="1530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56308" y="955610"/>
              <a:ext cx="67235" cy="153049"/>
            </a:xfrm>
            <a:custGeom>
              <a:avLst/>
              <a:pathLst>
                <a:path w="67235" h="153049">
                  <a:moveTo>
                    <a:pt x="0" y="0"/>
                  </a:moveTo>
                  <a:lnTo>
                    <a:pt x="67235" y="1530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56308" y="955610"/>
              <a:ext cx="67235" cy="153049"/>
            </a:xfrm>
            <a:custGeom>
              <a:avLst/>
              <a:pathLst>
                <a:path w="67235" h="153049">
                  <a:moveTo>
                    <a:pt x="0" y="0"/>
                  </a:moveTo>
                  <a:lnTo>
                    <a:pt x="67235" y="1530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56308" y="955610"/>
              <a:ext cx="67235" cy="153049"/>
            </a:xfrm>
            <a:custGeom>
              <a:avLst/>
              <a:pathLst>
                <a:path w="67235" h="153049">
                  <a:moveTo>
                    <a:pt x="0" y="0"/>
                  </a:moveTo>
                  <a:lnTo>
                    <a:pt x="67235" y="1530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56308" y="955610"/>
              <a:ext cx="67235" cy="153049"/>
            </a:xfrm>
            <a:custGeom>
              <a:avLst/>
              <a:pathLst>
                <a:path w="67235" h="153049">
                  <a:moveTo>
                    <a:pt x="0" y="0"/>
                  </a:moveTo>
                  <a:lnTo>
                    <a:pt x="67235" y="1530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56308" y="955610"/>
              <a:ext cx="67235" cy="153049"/>
            </a:xfrm>
            <a:custGeom>
              <a:avLst/>
              <a:pathLst>
                <a:path w="67235" h="153049">
                  <a:moveTo>
                    <a:pt x="0" y="0"/>
                  </a:moveTo>
                  <a:lnTo>
                    <a:pt x="67235" y="1530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56308" y="955610"/>
              <a:ext cx="67235" cy="153049"/>
            </a:xfrm>
            <a:custGeom>
              <a:avLst/>
              <a:pathLst>
                <a:path w="67235" h="153049">
                  <a:moveTo>
                    <a:pt x="0" y="0"/>
                  </a:moveTo>
                  <a:lnTo>
                    <a:pt x="67235" y="1530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56308" y="955610"/>
              <a:ext cx="67235" cy="153049"/>
            </a:xfrm>
            <a:custGeom>
              <a:avLst/>
              <a:pathLst>
                <a:path w="67235" h="153049">
                  <a:moveTo>
                    <a:pt x="0" y="0"/>
                  </a:moveTo>
                  <a:lnTo>
                    <a:pt x="67235" y="1530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56308" y="955610"/>
              <a:ext cx="67235" cy="153049"/>
            </a:xfrm>
            <a:custGeom>
              <a:avLst/>
              <a:pathLst>
                <a:path w="67235" h="153049">
                  <a:moveTo>
                    <a:pt x="0" y="0"/>
                  </a:moveTo>
                  <a:lnTo>
                    <a:pt x="67235" y="1530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56308" y="955610"/>
              <a:ext cx="67235" cy="153049"/>
            </a:xfrm>
            <a:custGeom>
              <a:avLst/>
              <a:pathLst>
                <a:path w="67235" h="153049">
                  <a:moveTo>
                    <a:pt x="0" y="0"/>
                  </a:moveTo>
                  <a:lnTo>
                    <a:pt x="67235" y="1530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56308" y="955610"/>
              <a:ext cx="67235" cy="153049"/>
            </a:xfrm>
            <a:custGeom>
              <a:avLst/>
              <a:pathLst>
                <a:path w="67235" h="153049">
                  <a:moveTo>
                    <a:pt x="0" y="0"/>
                  </a:moveTo>
                  <a:lnTo>
                    <a:pt x="67235" y="1530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56308" y="955610"/>
              <a:ext cx="67235" cy="153049"/>
            </a:xfrm>
            <a:custGeom>
              <a:avLst/>
              <a:pathLst>
                <a:path w="67235" h="153049">
                  <a:moveTo>
                    <a:pt x="0" y="0"/>
                  </a:moveTo>
                  <a:lnTo>
                    <a:pt x="67235" y="1530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56308" y="955610"/>
              <a:ext cx="67235" cy="153049"/>
            </a:xfrm>
            <a:custGeom>
              <a:avLst/>
              <a:pathLst>
                <a:path w="67235" h="153049">
                  <a:moveTo>
                    <a:pt x="0" y="0"/>
                  </a:moveTo>
                  <a:lnTo>
                    <a:pt x="67235" y="153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56308" y="955610"/>
              <a:ext cx="67235" cy="153049"/>
            </a:xfrm>
            <a:custGeom>
              <a:avLst/>
              <a:pathLst>
                <a:path w="67235" h="153049">
                  <a:moveTo>
                    <a:pt x="0" y="0"/>
                  </a:moveTo>
                  <a:lnTo>
                    <a:pt x="67235" y="153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956308" y="955610"/>
              <a:ext cx="67235" cy="153049"/>
            </a:xfrm>
            <a:custGeom>
              <a:avLst/>
              <a:pathLst>
                <a:path w="67235" h="153049">
                  <a:moveTo>
                    <a:pt x="0" y="0"/>
                  </a:moveTo>
                  <a:lnTo>
                    <a:pt x="67235" y="153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956308" y="955610"/>
              <a:ext cx="67235" cy="153049"/>
            </a:xfrm>
            <a:custGeom>
              <a:avLst/>
              <a:pathLst>
                <a:path w="67235" h="153049">
                  <a:moveTo>
                    <a:pt x="0" y="0"/>
                  </a:moveTo>
                  <a:lnTo>
                    <a:pt x="67235" y="153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956308" y="955610"/>
              <a:ext cx="67235" cy="153049"/>
            </a:xfrm>
            <a:custGeom>
              <a:avLst/>
              <a:pathLst>
                <a:path w="67235" h="153049">
                  <a:moveTo>
                    <a:pt x="0" y="0"/>
                  </a:moveTo>
                  <a:lnTo>
                    <a:pt x="67235" y="1530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956308" y="955610"/>
              <a:ext cx="67235" cy="153049"/>
            </a:xfrm>
            <a:custGeom>
              <a:avLst/>
              <a:pathLst>
                <a:path w="67235" h="153049">
                  <a:moveTo>
                    <a:pt x="0" y="0"/>
                  </a:moveTo>
                  <a:lnTo>
                    <a:pt x="67235" y="1530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856394" y="955610"/>
              <a:ext cx="334312" cy="320215"/>
            </a:xfrm>
            <a:custGeom>
              <a:avLst/>
              <a:pathLst>
                <a:path w="334312" h="320215">
                  <a:moveTo>
                    <a:pt x="99913" y="0"/>
                  </a:moveTo>
                  <a:lnTo>
                    <a:pt x="95102" y="2205"/>
                  </a:lnTo>
                  <a:lnTo>
                    <a:pt x="90363" y="4561"/>
                  </a:lnTo>
                  <a:lnTo>
                    <a:pt x="85701" y="7066"/>
                  </a:lnTo>
                  <a:lnTo>
                    <a:pt x="81121" y="9718"/>
                  </a:lnTo>
                  <a:lnTo>
                    <a:pt x="76626" y="12513"/>
                  </a:lnTo>
                  <a:lnTo>
                    <a:pt x="72223" y="15449"/>
                  </a:lnTo>
                  <a:lnTo>
                    <a:pt x="67915" y="18523"/>
                  </a:lnTo>
                  <a:lnTo>
                    <a:pt x="63706" y="21731"/>
                  </a:lnTo>
                  <a:lnTo>
                    <a:pt x="59601" y="25072"/>
                  </a:lnTo>
                  <a:lnTo>
                    <a:pt x="55603" y="28541"/>
                  </a:lnTo>
                  <a:lnTo>
                    <a:pt x="51718" y="32134"/>
                  </a:lnTo>
                  <a:lnTo>
                    <a:pt x="47948" y="35849"/>
                  </a:lnTo>
                  <a:lnTo>
                    <a:pt x="44298" y="39681"/>
                  </a:lnTo>
                  <a:lnTo>
                    <a:pt x="40770" y="43627"/>
                  </a:lnTo>
                  <a:lnTo>
                    <a:pt x="37370" y="47682"/>
                  </a:lnTo>
                  <a:lnTo>
                    <a:pt x="34099" y="51843"/>
                  </a:lnTo>
                  <a:lnTo>
                    <a:pt x="30962" y="56106"/>
                  </a:lnTo>
                  <a:lnTo>
                    <a:pt x="27962" y="60465"/>
                  </a:lnTo>
                  <a:lnTo>
                    <a:pt x="25101" y="64918"/>
                  </a:lnTo>
                  <a:lnTo>
                    <a:pt x="22382" y="69459"/>
                  </a:lnTo>
                  <a:lnTo>
                    <a:pt x="19808" y="74083"/>
                  </a:lnTo>
                  <a:lnTo>
                    <a:pt x="17382" y="78787"/>
                  </a:lnTo>
                  <a:lnTo>
                    <a:pt x="15107" y="83565"/>
                  </a:lnTo>
                  <a:lnTo>
                    <a:pt x="12983" y="88413"/>
                  </a:lnTo>
                  <a:lnTo>
                    <a:pt x="11014" y="93326"/>
                  </a:lnTo>
                  <a:lnTo>
                    <a:pt x="9202" y="98298"/>
                  </a:lnTo>
                  <a:lnTo>
                    <a:pt x="7548" y="103326"/>
                  </a:lnTo>
                  <a:lnTo>
                    <a:pt x="6054" y="108403"/>
                  </a:lnTo>
                  <a:lnTo>
                    <a:pt x="4721" y="113525"/>
                  </a:lnTo>
                  <a:lnTo>
                    <a:pt x="3552" y="118687"/>
                  </a:lnTo>
                  <a:lnTo>
                    <a:pt x="2546" y="123883"/>
                  </a:lnTo>
                  <a:lnTo>
                    <a:pt x="1705" y="129108"/>
                  </a:lnTo>
                  <a:lnTo>
                    <a:pt x="1030" y="134357"/>
                  </a:lnTo>
                  <a:lnTo>
                    <a:pt x="522" y="139625"/>
                  </a:lnTo>
                  <a:lnTo>
                    <a:pt x="180" y="144907"/>
                  </a:lnTo>
                  <a:lnTo>
                    <a:pt x="6" y="150196"/>
                  </a:lnTo>
                  <a:lnTo>
                    <a:pt x="0" y="155489"/>
                  </a:lnTo>
                  <a:lnTo>
                    <a:pt x="160" y="160779"/>
                  </a:lnTo>
                  <a:lnTo>
                    <a:pt x="489" y="166061"/>
                  </a:lnTo>
                  <a:lnTo>
                    <a:pt x="984" y="171331"/>
                  </a:lnTo>
                  <a:lnTo>
                    <a:pt x="1646" y="176581"/>
                  </a:lnTo>
                  <a:lnTo>
                    <a:pt x="2474" y="181809"/>
                  </a:lnTo>
                  <a:lnTo>
                    <a:pt x="3467" y="187007"/>
                  </a:lnTo>
                  <a:lnTo>
                    <a:pt x="4624" y="192172"/>
                  </a:lnTo>
                  <a:lnTo>
                    <a:pt x="5944" y="197297"/>
                  </a:lnTo>
                  <a:lnTo>
                    <a:pt x="7425" y="202378"/>
                  </a:lnTo>
                  <a:lnTo>
                    <a:pt x="9067" y="207409"/>
                  </a:lnTo>
                  <a:lnTo>
                    <a:pt x="10867" y="212386"/>
                  </a:lnTo>
                  <a:lnTo>
                    <a:pt x="12824" y="217304"/>
                  </a:lnTo>
                  <a:lnTo>
                    <a:pt x="14935" y="222157"/>
                  </a:lnTo>
                  <a:lnTo>
                    <a:pt x="17199" y="226941"/>
                  </a:lnTo>
                  <a:lnTo>
                    <a:pt x="19613" y="231651"/>
                  </a:lnTo>
                  <a:lnTo>
                    <a:pt x="22176" y="236282"/>
                  </a:lnTo>
                  <a:lnTo>
                    <a:pt x="24883" y="240829"/>
                  </a:lnTo>
                  <a:lnTo>
                    <a:pt x="27733" y="245289"/>
                  </a:lnTo>
                  <a:lnTo>
                    <a:pt x="30723" y="249656"/>
                  </a:lnTo>
                  <a:lnTo>
                    <a:pt x="33849" y="253926"/>
                  </a:lnTo>
                  <a:lnTo>
                    <a:pt x="37109" y="258095"/>
                  </a:lnTo>
                  <a:lnTo>
                    <a:pt x="40500" y="262159"/>
                  </a:lnTo>
                  <a:lnTo>
                    <a:pt x="44017" y="266114"/>
                  </a:lnTo>
                  <a:lnTo>
                    <a:pt x="47658" y="269955"/>
                  </a:lnTo>
                  <a:lnTo>
                    <a:pt x="51419" y="273679"/>
                  </a:lnTo>
                  <a:lnTo>
                    <a:pt x="55296" y="277282"/>
                  </a:lnTo>
                  <a:lnTo>
                    <a:pt x="59284" y="280761"/>
                  </a:lnTo>
                  <a:lnTo>
                    <a:pt x="63381" y="284111"/>
                  </a:lnTo>
                  <a:lnTo>
                    <a:pt x="67582" y="287330"/>
                  </a:lnTo>
                  <a:lnTo>
                    <a:pt x="71883" y="290415"/>
                  </a:lnTo>
                  <a:lnTo>
                    <a:pt x="76279" y="293362"/>
                  </a:lnTo>
                  <a:lnTo>
                    <a:pt x="80766" y="296168"/>
                  </a:lnTo>
                  <a:lnTo>
                    <a:pt x="85340" y="298831"/>
                  </a:lnTo>
                  <a:lnTo>
                    <a:pt x="89996" y="301348"/>
                  </a:lnTo>
                  <a:lnTo>
                    <a:pt x="94729" y="303716"/>
                  </a:lnTo>
                  <a:lnTo>
                    <a:pt x="99535" y="305933"/>
                  </a:lnTo>
                  <a:lnTo>
                    <a:pt x="104408" y="307996"/>
                  </a:lnTo>
                  <a:lnTo>
                    <a:pt x="109345" y="309905"/>
                  </a:lnTo>
                  <a:lnTo>
                    <a:pt x="114339" y="311656"/>
                  </a:lnTo>
                  <a:lnTo>
                    <a:pt x="119386" y="313248"/>
                  </a:lnTo>
                  <a:lnTo>
                    <a:pt x="124482" y="314680"/>
                  </a:lnTo>
                  <a:lnTo>
                    <a:pt x="129620" y="315950"/>
                  </a:lnTo>
                  <a:lnTo>
                    <a:pt x="134795" y="317056"/>
                  </a:lnTo>
                  <a:lnTo>
                    <a:pt x="140003" y="317998"/>
                  </a:lnTo>
                  <a:lnTo>
                    <a:pt x="145238" y="318775"/>
                  </a:lnTo>
                  <a:lnTo>
                    <a:pt x="150495" y="319385"/>
                  </a:lnTo>
                  <a:lnTo>
                    <a:pt x="155769" y="319829"/>
                  </a:lnTo>
                  <a:lnTo>
                    <a:pt x="161055" y="320106"/>
                  </a:lnTo>
                  <a:lnTo>
                    <a:pt x="166346" y="320215"/>
                  </a:lnTo>
                  <a:lnTo>
                    <a:pt x="171638" y="320157"/>
                  </a:lnTo>
                  <a:lnTo>
                    <a:pt x="176926" y="319931"/>
                  </a:lnTo>
                  <a:lnTo>
                    <a:pt x="182204" y="319538"/>
                  </a:lnTo>
                  <a:lnTo>
                    <a:pt x="187466" y="318978"/>
                  </a:lnTo>
                  <a:lnTo>
                    <a:pt x="192709" y="318251"/>
                  </a:lnTo>
                  <a:lnTo>
                    <a:pt x="197926" y="317359"/>
                  </a:lnTo>
                  <a:lnTo>
                    <a:pt x="203112" y="316303"/>
                  </a:lnTo>
                  <a:lnTo>
                    <a:pt x="208262" y="315083"/>
                  </a:lnTo>
                  <a:lnTo>
                    <a:pt x="213370" y="313700"/>
                  </a:lnTo>
                  <a:lnTo>
                    <a:pt x="218433" y="312156"/>
                  </a:lnTo>
                  <a:lnTo>
                    <a:pt x="223444" y="310453"/>
                  </a:lnTo>
                  <a:lnTo>
                    <a:pt x="228398" y="308592"/>
                  </a:lnTo>
                  <a:lnTo>
                    <a:pt x="233291" y="306575"/>
                  </a:lnTo>
                  <a:lnTo>
                    <a:pt x="238118" y="304405"/>
                  </a:lnTo>
                  <a:lnTo>
                    <a:pt x="242874" y="302082"/>
                  </a:lnTo>
                  <a:lnTo>
                    <a:pt x="247554" y="299610"/>
                  </a:lnTo>
                  <a:lnTo>
                    <a:pt x="252153" y="296992"/>
                  </a:lnTo>
                  <a:lnTo>
                    <a:pt x="256667" y="294229"/>
                  </a:lnTo>
                  <a:lnTo>
                    <a:pt x="261091" y="291324"/>
                  </a:lnTo>
                  <a:lnTo>
                    <a:pt x="265421" y="288281"/>
                  </a:lnTo>
                  <a:lnTo>
                    <a:pt x="269653" y="285102"/>
                  </a:lnTo>
                  <a:lnTo>
                    <a:pt x="273782" y="281791"/>
                  </a:lnTo>
                  <a:lnTo>
                    <a:pt x="277804" y="278351"/>
                  </a:lnTo>
                  <a:lnTo>
                    <a:pt x="281715" y="274785"/>
                  </a:lnTo>
                  <a:lnTo>
                    <a:pt x="285511" y="271098"/>
                  </a:lnTo>
                  <a:lnTo>
                    <a:pt x="289189" y="267292"/>
                  </a:lnTo>
                  <a:lnTo>
                    <a:pt x="292744" y="263371"/>
                  </a:lnTo>
                  <a:lnTo>
                    <a:pt x="296173" y="259340"/>
                  </a:lnTo>
                  <a:lnTo>
                    <a:pt x="299473" y="255202"/>
                  </a:lnTo>
                  <a:lnTo>
                    <a:pt x="302641" y="250962"/>
                  </a:lnTo>
                  <a:lnTo>
                    <a:pt x="305672" y="246624"/>
                  </a:lnTo>
                  <a:lnTo>
                    <a:pt x="308565" y="242192"/>
                  </a:lnTo>
                  <a:lnTo>
                    <a:pt x="311316" y="237671"/>
                  </a:lnTo>
                  <a:lnTo>
                    <a:pt x="313923" y="233065"/>
                  </a:lnTo>
                  <a:lnTo>
                    <a:pt x="316382" y="228378"/>
                  </a:lnTo>
                  <a:lnTo>
                    <a:pt x="318692" y="223617"/>
                  </a:lnTo>
                  <a:lnTo>
                    <a:pt x="320850" y="218784"/>
                  </a:lnTo>
                  <a:lnTo>
                    <a:pt x="322854" y="213886"/>
                  </a:lnTo>
                  <a:lnTo>
                    <a:pt x="324702" y="208926"/>
                  </a:lnTo>
                  <a:lnTo>
                    <a:pt x="326391" y="203911"/>
                  </a:lnTo>
                  <a:lnTo>
                    <a:pt x="327922" y="198844"/>
                  </a:lnTo>
                  <a:lnTo>
                    <a:pt x="329291" y="193732"/>
                  </a:lnTo>
                  <a:lnTo>
                    <a:pt x="330497" y="188579"/>
                  </a:lnTo>
                  <a:lnTo>
                    <a:pt x="331540" y="183390"/>
                  </a:lnTo>
                  <a:lnTo>
                    <a:pt x="332418" y="178171"/>
                  </a:lnTo>
                  <a:lnTo>
                    <a:pt x="333131" y="172926"/>
                  </a:lnTo>
                  <a:lnTo>
                    <a:pt x="333677" y="167662"/>
                  </a:lnTo>
                  <a:lnTo>
                    <a:pt x="334056" y="162383"/>
                  </a:lnTo>
                  <a:lnTo>
                    <a:pt x="334268" y="157095"/>
                  </a:lnTo>
                  <a:lnTo>
                    <a:pt x="334312" y="151803"/>
                  </a:lnTo>
                  <a:lnTo>
                    <a:pt x="334189" y="146512"/>
                  </a:lnTo>
                  <a:lnTo>
                    <a:pt x="333898" y="141227"/>
                  </a:lnTo>
                  <a:lnTo>
                    <a:pt x="333440" y="135954"/>
                  </a:lnTo>
                  <a:lnTo>
                    <a:pt x="332816" y="130699"/>
                  </a:lnTo>
                  <a:lnTo>
                    <a:pt x="332025" y="125466"/>
                  </a:lnTo>
                  <a:lnTo>
                    <a:pt x="331069" y="120260"/>
                  </a:lnTo>
                  <a:lnTo>
                    <a:pt x="329949" y="115088"/>
                  </a:lnTo>
                  <a:lnTo>
                    <a:pt x="328666" y="109953"/>
                  </a:lnTo>
                  <a:lnTo>
                    <a:pt x="327221" y="104862"/>
                  </a:lnTo>
                  <a:lnTo>
                    <a:pt x="325615" y="99819"/>
                  </a:lnTo>
                  <a:lnTo>
                    <a:pt x="323851" y="94829"/>
                  </a:lnTo>
                  <a:lnTo>
                    <a:pt x="321929" y="89898"/>
                  </a:lnTo>
                  <a:lnTo>
                    <a:pt x="167149" y="1530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5023544" y="941493"/>
              <a:ext cx="154779" cy="167167"/>
            </a:xfrm>
            <a:custGeom>
              <a:avLst/>
              <a:pathLst>
                <a:path w="154779" h="167167">
                  <a:moveTo>
                    <a:pt x="154779" y="104015"/>
                  </a:moveTo>
                  <a:lnTo>
                    <a:pt x="152620" y="98962"/>
                  </a:lnTo>
                  <a:lnTo>
                    <a:pt x="150296" y="93983"/>
                  </a:lnTo>
                  <a:lnTo>
                    <a:pt x="147810" y="89083"/>
                  </a:lnTo>
                  <a:lnTo>
                    <a:pt x="145163" y="84267"/>
                  </a:lnTo>
                  <a:lnTo>
                    <a:pt x="142360" y="79541"/>
                  </a:lnTo>
                  <a:lnTo>
                    <a:pt x="139403" y="74909"/>
                  </a:lnTo>
                  <a:lnTo>
                    <a:pt x="136296" y="70377"/>
                  </a:lnTo>
                  <a:lnTo>
                    <a:pt x="133041" y="65950"/>
                  </a:lnTo>
                  <a:lnTo>
                    <a:pt x="129643" y="61632"/>
                  </a:lnTo>
                  <a:lnTo>
                    <a:pt x="126104" y="57428"/>
                  </a:lnTo>
                  <a:lnTo>
                    <a:pt x="122429" y="53343"/>
                  </a:lnTo>
                  <a:lnTo>
                    <a:pt x="118622" y="49381"/>
                  </a:lnTo>
                  <a:lnTo>
                    <a:pt x="114687" y="45546"/>
                  </a:lnTo>
                  <a:lnTo>
                    <a:pt x="110628" y="41842"/>
                  </a:lnTo>
                  <a:lnTo>
                    <a:pt x="106449" y="38274"/>
                  </a:lnTo>
                  <a:lnTo>
                    <a:pt x="102155" y="34845"/>
                  </a:lnTo>
                  <a:lnTo>
                    <a:pt x="97751" y="31559"/>
                  </a:lnTo>
                  <a:lnTo>
                    <a:pt x="93241" y="28419"/>
                  </a:lnTo>
                  <a:lnTo>
                    <a:pt x="88631" y="25430"/>
                  </a:lnTo>
                  <a:lnTo>
                    <a:pt x="83924" y="22593"/>
                  </a:lnTo>
                  <a:lnTo>
                    <a:pt x="79127" y="19913"/>
                  </a:lnTo>
                  <a:lnTo>
                    <a:pt x="74245" y="17392"/>
                  </a:lnTo>
                  <a:lnTo>
                    <a:pt x="69282" y="15033"/>
                  </a:lnTo>
                  <a:lnTo>
                    <a:pt x="64245" y="12838"/>
                  </a:lnTo>
                  <a:lnTo>
                    <a:pt x="59138" y="10810"/>
                  </a:lnTo>
                  <a:lnTo>
                    <a:pt x="53967" y="8950"/>
                  </a:lnTo>
                  <a:lnTo>
                    <a:pt x="48738" y="7262"/>
                  </a:lnTo>
                  <a:lnTo>
                    <a:pt x="43456" y="5747"/>
                  </a:lnTo>
                  <a:lnTo>
                    <a:pt x="38127" y="4406"/>
                  </a:lnTo>
                  <a:lnTo>
                    <a:pt x="32757" y="3240"/>
                  </a:lnTo>
                  <a:lnTo>
                    <a:pt x="27352" y="2252"/>
                  </a:lnTo>
                  <a:lnTo>
                    <a:pt x="21917" y="1443"/>
                  </a:lnTo>
                  <a:lnTo>
                    <a:pt x="16458" y="812"/>
                  </a:lnTo>
                  <a:lnTo>
                    <a:pt x="10982" y="361"/>
                  </a:lnTo>
                  <a:lnTo>
                    <a:pt x="5494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98568" y="941493"/>
              <a:ext cx="87647" cy="167167"/>
            </a:xfrm>
            <a:custGeom>
              <a:avLst/>
              <a:pathLst>
                <a:path w="87647" h="167167">
                  <a:moveTo>
                    <a:pt x="87647" y="0"/>
                  </a:moveTo>
                  <a:lnTo>
                    <a:pt x="81882" y="99"/>
                  </a:lnTo>
                  <a:lnTo>
                    <a:pt x="76123" y="397"/>
                  </a:lnTo>
                  <a:lnTo>
                    <a:pt x="70379" y="894"/>
                  </a:lnTo>
                  <a:lnTo>
                    <a:pt x="64655" y="1588"/>
                  </a:lnTo>
                  <a:lnTo>
                    <a:pt x="58958" y="2480"/>
                  </a:lnTo>
                  <a:lnTo>
                    <a:pt x="53296" y="3567"/>
                  </a:lnTo>
                  <a:lnTo>
                    <a:pt x="47674" y="4849"/>
                  </a:lnTo>
                  <a:lnTo>
                    <a:pt x="42100" y="6324"/>
                  </a:lnTo>
                  <a:lnTo>
                    <a:pt x="36580" y="7990"/>
                  </a:lnTo>
                  <a:lnTo>
                    <a:pt x="31121" y="9846"/>
                  </a:lnTo>
                  <a:lnTo>
                    <a:pt x="25729" y="11889"/>
                  </a:lnTo>
                  <a:lnTo>
                    <a:pt x="20411" y="14117"/>
                  </a:lnTo>
                  <a:lnTo>
                    <a:pt x="15172" y="16527"/>
                  </a:lnTo>
                  <a:lnTo>
                    <a:pt x="10020" y="19116"/>
                  </a:lnTo>
                  <a:lnTo>
                    <a:pt x="4961" y="21881"/>
                  </a:lnTo>
                  <a:lnTo>
                    <a:pt x="0" y="24819"/>
                  </a:lnTo>
                  <a:lnTo>
                    <a:pt x="876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98568" y="96631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98568" y="96631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98568" y="96631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98568" y="96631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98568" y="96631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98568" y="96631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98568" y="96631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98568" y="96631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98568" y="96631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98568" y="96631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98568" y="96631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98568" y="96631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98568" y="96631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98568" y="96631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98568" y="96631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98568" y="96631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398568" y="96631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4398568" y="96631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319069" y="966312"/>
              <a:ext cx="167146" cy="253455"/>
            </a:xfrm>
            <a:custGeom>
              <a:avLst/>
              <a:pathLst>
                <a:path w="167146" h="253455">
                  <a:moveTo>
                    <a:pt x="79499" y="0"/>
                  </a:moveTo>
                  <a:lnTo>
                    <a:pt x="74943" y="2907"/>
                  </a:lnTo>
                  <a:lnTo>
                    <a:pt x="70484" y="5961"/>
                  </a:lnTo>
                  <a:lnTo>
                    <a:pt x="66126" y="9157"/>
                  </a:lnTo>
                  <a:lnTo>
                    <a:pt x="61873" y="12492"/>
                  </a:lnTo>
                  <a:lnTo>
                    <a:pt x="57730" y="15963"/>
                  </a:lnTo>
                  <a:lnTo>
                    <a:pt x="53702" y="19566"/>
                  </a:lnTo>
                  <a:lnTo>
                    <a:pt x="49792" y="23297"/>
                  </a:lnTo>
                  <a:lnTo>
                    <a:pt x="46005" y="27153"/>
                  </a:lnTo>
                  <a:lnTo>
                    <a:pt x="42344" y="31129"/>
                  </a:lnTo>
                  <a:lnTo>
                    <a:pt x="38814" y="35222"/>
                  </a:lnTo>
                  <a:lnTo>
                    <a:pt x="35419" y="39426"/>
                  </a:lnTo>
                  <a:lnTo>
                    <a:pt x="32160" y="43738"/>
                  </a:lnTo>
                  <a:lnTo>
                    <a:pt x="29043" y="48153"/>
                  </a:lnTo>
                  <a:lnTo>
                    <a:pt x="26070" y="52667"/>
                  </a:lnTo>
                  <a:lnTo>
                    <a:pt x="23245" y="57274"/>
                  </a:lnTo>
                  <a:lnTo>
                    <a:pt x="20570" y="61971"/>
                  </a:lnTo>
                  <a:lnTo>
                    <a:pt x="18049" y="66751"/>
                  </a:lnTo>
                  <a:lnTo>
                    <a:pt x="15683" y="71610"/>
                  </a:lnTo>
                  <a:lnTo>
                    <a:pt x="13475" y="76543"/>
                  </a:lnTo>
                  <a:lnTo>
                    <a:pt x="11428" y="81545"/>
                  </a:lnTo>
                  <a:lnTo>
                    <a:pt x="9544" y="86611"/>
                  </a:lnTo>
                  <a:lnTo>
                    <a:pt x="7825" y="91735"/>
                  </a:lnTo>
                  <a:lnTo>
                    <a:pt x="6272" y="96911"/>
                  </a:lnTo>
                  <a:lnTo>
                    <a:pt x="4887" y="102136"/>
                  </a:lnTo>
                  <a:lnTo>
                    <a:pt x="3672" y="107402"/>
                  </a:lnTo>
                  <a:lnTo>
                    <a:pt x="2628" y="112705"/>
                  </a:lnTo>
                  <a:lnTo>
                    <a:pt x="1756" y="118038"/>
                  </a:lnTo>
                  <a:lnTo>
                    <a:pt x="1056" y="123397"/>
                  </a:lnTo>
                  <a:lnTo>
                    <a:pt x="531" y="128776"/>
                  </a:lnTo>
                  <a:lnTo>
                    <a:pt x="179" y="134170"/>
                  </a:lnTo>
                  <a:lnTo>
                    <a:pt x="2" y="139571"/>
                  </a:lnTo>
                  <a:lnTo>
                    <a:pt x="0" y="144976"/>
                  </a:lnTo>
                  <a:lnTo>
                    <a:pt x="172" y="150378"/>
                  </a:lnTo>
                  <a:lnTo>
                    <a:pt x="519" y="155771"/>
                  </a:lnTo>
                  <a:lnTo>
                    <a:pt x="1040" y="161151"/>
                  </a:lnTo>
                  <a:lnTo>
                    <a:pt x="1734" y="166510"/>
                  </a:lnTo>
                  <a:lnTo>
                    <a:pt x="2602" y="171845"/>
                  </a:lnTo>
                  <a:lnTo>
                    <a:pt x="3641" y="177149"/>
                  </a:lnTo>
                  <a:lnTo>
                    <a:pt x="4852" y="182416"/>
                  </a:lnTo>
                  <a:lnTo>
                    <a:pt x="6232" y="187641"/>
                  </a:lnTo>
                  <a:lnTo>
                    <a:pt x="7780" y="192819"/>
                  </a:lnTo>
                  <a:lnTo>
                    <a:pt x="9495" y="197945"/>
                  </a:lnTo>
                  <a:lnTo>
                    <a:pt x="11375" y="203012"/>
                  </a:lnTo>
                  <a:lnTo>
                    <a:pt x="13417" y="208016"/>
                  </a:lnTo>
                  <a:lnTo>
                    <a:pt x="15620" y="212951"/>
                  </a:lnTo>
                  <a:lnTo>
                    <a:pt x="17982" y="217812"/>
                  </a:lnTo>
                  <a:lnTo>
                    <a:pt x="20499" y="222595"/>
                  </a:lnTo>
                  <a:lnTo>
                    <a:pt x="23170" y="227293"/>
                  </a:lnTo>
                  <a:lnTo>
                    <a:pt x="25991" y="231903"/>
                  </a:lnTo>
                  <a:lnTo>
                    <a:pt x="28960" y="236419"/>
                  </a:lnTo>
                  <a:lnTo>
                    <a:pt x="32073" y="240837"/>
                  </a:lnTo>
                  <a:lnTo>
                    <a:pt x="35328" y="245152"/>
                  </a:lnTo>
                  <a:lnTo>
                    <a:pt x="38720" y="249360"/>
                  </a:lnTo>
                  <a:lnTo>
                    <a:pt x="42246" y="253455"/>
                  </a:lnTo>
                  <a:lnTo>
                    <a:pt x="167146" y="1423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4361315" y="941493"/>
              <a:ext cx="292061" cy="334316"/>
            </a:xfrm>
            <a:custGeom>
              <a:avLst/>
              <a:pathLst>
                <a:path w="292061" h="334316">
                  <a:moveTo>
                    <a:pt x="0" y="278275"/>
                  </a:moveTo>
                  <a:lnTo>
                    <a:pt x="3605" y="282200"/>
                  </a:lnTo>
                  <a:lnTo>
                    <a:pt x="7333" y="286008"/>
                  </a:lnTo>
                  <a:lnTo>
                    <a:pt x="11182" y="289695"/>
                  </a:lnTo>
                  <a:lnTo>
                    <a:pt x="15145" y="293258"/>
                  </a:lnTo>
                  <a:lnTo>
                    <a:pt x="19220" y="296692"/>
                  </a:lnTo>
                  <a:lnTo>
                    <a:pt x="23403" y="299995"/>
                  </a:lnTo>
                  <a:lnTo>
                    <a:pt x="27689" y="303163"/>
                  </a:lnTo>
                  <a:lnTo>
                    <a:pt x="32074" y="306193"/>
                  </a:lnTo>
                  <a:lnTo>
                    <a:pt x="36553" y="309082"/>
                  </a:lnTo>
                  <a:lnTo>
                    <a:pt x="41121" y="311826"/>
                  </a:lnTo>
                  <a:lnTo>
                    <a:pt x="45775" y="314423"/>
                  </a:lnTo>
                  <a:lnTo>
                    <a:pt x="50510" y="316870"/>
                  </a:lnTo>
                  <a:lnTo>
                    <a:pt x="55320" y="319166"/>
                  </a:lnTo>
                  <a:lnTo>
                    <a:pt x="60200" y="321306"/>
                  </a:lnTo>
                  <a:lnTo>
                    <a:pt x="65147" y="323290"/>
                  </a:lnTo>
                  <a:lnTo>
                    <a:pt x="70154" y="325116"/>
                  </a:lnTo>
                  <a:lnTo>
                    <a:pt x="75217" y="326781"/>
                  </a:lnTo>
                  <a:lnTo>
                    <a:pt x="80330" y="328283"/>
                  </a:lnTo>
                  <a:lnTo>
                    <a:pt x="85489" y="329622"/>
                  </a:lnTo>
                  <a:lnTo>
                    <a:pt x="90688" y="330796"/>
                  </a:lnTo>
                  <a:lnTo>
                    <a:pt x="95921" y="331803"/>
                  </a:lnTo>
                  <a:lnTo>
                    <a:pt x="101184" y="332644"/>
                  </a:lnTo>
                  <a:lnTo>
                    <a:pt x="106471" y="333315"/>
                  </a:lnTo>
                  <a:lnTo>
                    <a:pt x="111777" y="333819"/>
                  </a:lnTo>
                  <a:lnTo>
                    <a:pt x="117096" y="334152"/>
                  </a:lnTo>
                  <a:lnTo>
                    <a:pt x="122423" y="334316"/>
                  </a:lnTo>
                  <a:lnTo>
                    <a:pt x="127752" y="334310"/>
                  </a:lnTo>
                  <a:lnTo>
                    <a:pt x="133079" y="334134"/>
                  </a:lnTo>
                  <a:lnTo>
                    <a:pt x="138397" y="333789"/>
                  </a:lnTo>
                  <a:lnTo>
                    <a:pt x="143702" y="333274"/>
                  </a:lnTo>
                  <a:lnTo>
                    <a:pt x="148988" y="332590"/>
                  </a:lnTo>
                  <a:lnTo>
                    <a:pt x="154249" y="331738"/>
                  </a:lnTo>
                  <a:lnTo>
                    <a:pt x="159480" y="330719"/>
                  </a:lnTo>
                  <a:lnTo>
                    <a:pt x="164676" y="329533"/>
                  </a:lnTo>
                  <a:lnTo>
                    <a:pt x="169831" y="328183"/>
                  </a:lnTo>
                  <a:lnTo>
                    <a:pt x="174941" y="326669"/>
                  </a:lnTo>
                  <a:lnTo>
                    <a:pt x="180000" y="324992"/>
                  </a:lnTo>
                  <a:lnTo>
                    <a:pt x="185004" y="323156"/>
                  </a:lnTo>
                  <a:lnTo>
                    <a:pt x="189946" y="321160"/>
                  </a:lnTo>
                  <a:lnTo>
                    <a:pt x="194821" y="319009"/>
                  </a:lnTo>
                  <a:lnTo>
                    <a:pt x="199626" y="316703"/>
                  </a:lnTo>
                  <a:lnTo>
                    <a:pt x="204355" y="314244"/>
                  </a:lnTo>
                  <a:lnTo>
                    <a:pt x="209003" y="311637"/>
                  </a:lnTo>
                  <a:lnTo>
                    <a:pt x="213566" y="308882"/>
                  </a:lnTo>
                  <a:lnTo>
                    <a:pt x="218038" y="305984"/>
                  </a:lnTo>
                  <a:lnTo>
                    <a:pt x="222416" y="302944"/>
                  </a:lnTo>
                  <a:lnTo>
                    <a:pt x="226695" y="299767"/>
                  </a:lnTo>
                  <a:lnTo>
                    <a:pt x="230870" y="296454"/>
                  </a:lnTo>
                  <a:lnTo>
                    <a:pt x="234937" y="293011"/>
                  </a:lnTo>
                  <a:lnTo>
                    <a:pt x="238893" y="289439"/>
                  </a:lnTo>
                  <a:lnTo>
                    <a:pt x="242733" y="285743"/>
                  </a:lnTo>
                  <a:lnTo>
                    <a:pt x="246453" y="281926"/>
                  </a:lnTo>
                  <a:lnTo>
                    <a:pt x="250049" y="277993"/>
                  </a:lnTo>
                  <a:lnTo>
                    <a:pt x="253519" y="273948"/>
                  </a:lnTo>
                  <a:lnTo>
                    <a:pt x="256857" y="269793"/>
                  </a:lnTo>
                  <a:lnTo>
                    <a:pt x="260062" y="265535"/>
                  </a:lnTo>
                  <a:lnTo>
                    <a:pt x="263129" y="261176"/>
                  </a:lnTo>
                  <a:lnTo>
                    <a:pt x="266055" y="256722"/>
                  </a:lnTo>
                  <a:lnTo>
                    <a:pt x="268838" y="252177"/>
                  </a:lnTo>
                  <a:lnTo>
                    <a:pt x="271475" y="247545"/>
                  </a:lnTo>
                  <a:lnTo>
                    <a:pt x="273963" y="242832"/>
                  </a:lnTo>
                  <a:lnTo>
                    <a:pt x="276299" y="238041"/>
                  </a:lnTo>
                  <a:lnTo>
                    <a:pt x="278481" y="233179"/>
                  </a:lnTo>
                  <a:lnTo>
                    <a:pt x="280508" y="228250"/>
                  </a:lnTo>
                  <a:lnTo>
                    <a:pt x="282376" y="223258"/>
                  </a:lnTo>
                  <a:lnTo>
                    <a:pt x="284084" y="218210"/>
                  </a:lnTo>
                  <a:lnTo>
                    <a:pt x="285630" y="213110"/>
                  </a:lnTo>
                  <a:lnTo>
                    <a:pt x="287013" y="207963"/>
                  </a:lnTo>
                  <a:lnTo>
                    <a:pt x="288231" y="202774"/>
                  </a:lnTo>
                  <a:lnTo>
                    <a:pt x="289283" y="197549"/>
                  </a:lnTo>
                  <a:lnTo>
                    <a:pt x="290168" y="192294"/>
                  </a:lnTo>
                  <a:lnTo>
                    <a:pt x="290885" y="187013"/>
                  </a:lnTo>
                  <a:lnTo>
                    <a:pt x="291433" y="181711"/>
                  </a:lnTo>
                  <a:lnTo>
                    <a:pt x="291812" y="176395"/>
                  </a:lnTo>
                  <a:lnTo>
                    <a:pt x="292021" y="171070"/>
                  </a:lnTo>
                  <a:lnTo>
                    <a:pt x="292061" y="165740"/>
                  </a:lnTo>
                  <a:lnTo>
                    <a:pt x="291931" y="160413"/>
                  </a:lnTo>
                  <a:lnTo>
                    <a:pt x="291630" y="155091"/>
                  </a:lnTo>
                  <a:lnTo>
                    <a:pt x="291161" y="149783"/>
                  </a:lnTo>
                  <a:lnTo>
                    <a:pt x="290522" y="144491"/>
                  </a:lnTo>
                  <a:lnTo>
                    <a:pt x="289715" y="139223"/>
                  </a:lnTo>
                  <a:lnTo>
                    <a:pt x="288740" y="133984"/>
                  </a:lnTo>
                  <a:lnTo>
                    <a:pt x="287599" y="128778"/>
                  </a:lnTo>
                  <a:lnTo>
                    <a:pt x="286293" y="123611"/>
                  </a:lnTo>
                  <a:lnTo>
                    <a:pt x="284822" y="118488"/>
                  </a:lnTo>
                  <a:lnTo>
                    <a:pt x="283189" y="113415"/>
                  </a:lnTo>
                  <a:lnTo>
                    <a:pt x="281395" y="108396"/>
                  </a:lnTo>
                  <a:lnTo>
                    <a:pt x="279442" y="103437"/>
                  </a:lnTo>
                  <a:lnTo>
                    <a:pt x="277332" y="98543"/>
                  </a:lnTo>
                  <a:lnTo>
                    <a:pt x="275067" y="93719"/>
                  </a:lnTo>
                  <a:lnTo>
                    <a:pt x="272650" y="88969"/>
                  </a:lnTo>
                  <a:lnTo>
                    <a:pt x="270082" y="84299"/>
                  </a:lnTo>
                  <a:lnTo>
                    <a:pt x="267366" y="79713"/>
                  </a:lnTo>
                  <a:lnTo>
                    <a:pt x="264506" y="75216"/>
                  </a:lnTo>
                  <a:lnTo>
                    <a:pt x="261504" y="70813"/>
                  </a:lnTo>
                  <a:lnTo>
                    <a:pt x="258363" y="66507"/>
                  </a:lnTo>
                  <a:lnTo>
                    <a:pt x="255087" y="62304"/>
                  </a:lnTo>
                  <a:lnTo>
                    <a:pt x="251678" y="58207"/>
                  </a:lnTo>
                  <a:lnTo>
                    <a:pt x="248140" y="54221"/>
                  </a:lnTo>
                  <a:lnTo>
                    <a:pt x="244477" y="50350"/>
                  </a:lnTo>
                  <a:lnTo>
                    <a:pt x="240692" y="46597"/>
                  </a:lnTo>
                  <a:lnTo>
                    <a:pt x="236790" y="42967"/>
                  </a:lnTo>
                  <a:lnTo>
                    <a:pt x="232774" y="39464"/>
                  </a:lnTo>
                  <a:lnTo>
                    <a:pt x="228648" y="36090"/>
                  </a:lnTo>
                  <a:lnTo>
                    <a:pt x="224417" y="32849"/>
                  </a:lnTo>
                  <a:lnTo>
                    <a:pt x="220085" y="29745"/>
                  </a:lnTo>
                  <a:lnTo>
                    <a:pt x="215656" y="26781"/>
                  </a:lnTo>
                  <a:lnTo>
                    <a:pt x="211134" y="23959"/>
                  </a:lnTo>
                  <a:lnTo>
                    <a:pt x="206525" y="21283"/>
                  </a:lnTo>
                  <a:lnTo>
                    <a:pt x="201834" y="18755"/>
                  </a:lnTo>
                  <a:lnTo>
                    <a:pt x="197063" y="16378"/>
                  </a:lnTo>
                  <a:lnTo>
                    <a:pt x="192220" y="14154"/>
                  </a:lnTo>
                  <a:lnTo>
                    <a:pt x="187308" y="12086"/>
                  </a:lnTo>
                  <a:lnTo>
                    <a:pt x="182333" y="10175"/>
                  </a:lnTo>
                  <a:lnTo>
                    <a:pt x="177299" y="8424"/>
                  </a:lnTo>
                  <a:lnTo>
                    <a:pt x="172212" y="6835"/>
                  </a:lnTo>
                  <a:lnTo>
                    <a:pt x="167077" y="5408"/>
                  </a:lnTo>
                  <a:lnTo>
                    <a:pt x="161899" y="4146"/>
                  </a:lnTo>
                  <a:lnTo>
                    <a:pt x="156684" y="3049"/>
                  </a:lnTo>
                  <a:lnTo>
                    <a:pt x="151436" y="2119"/>
                  </a:lnTo>
                  <a:lnTo>
                    <a:pt x="146161" y="1357"/>
                  </a:lnTo>
                  <a:lnTo>
                    <a:pt x="140865" y="764"/>
                  </a:lnTo>
                  <a:lnTo>
                    <a:pt x="135552" y="339"/>
                  </a:lnTo>
                  <a:lnTo>
                    <a:pt x="130228" y="84"/>
                  </a:lnTo>
                  <a:lnTo>
                    <a:pt x="124900" y="0"/>
                  </a:lnTo>
                  <a:lnTo>
                    <a:pt x="12490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797334" y="1071028"/>
              <a:ext cx="167167" cy="334250"/>
            </a:xfrm>
            <a:custGeom>
              <a:avLst/>
              <a:pathLst>
                <a:path w="167167" h="334250">
                  <a:moveTo>
                    <a:pt x="167167" y="0"/>
                  </a:moveTo>
                  <a:lnTo>
                    <a:pt x="161809" y="85"/>
                  </a:lnTo>
                  <a:lnTo>
                    <a:pt x="156456" y="343"/>
                  </a:lnTo>
                  <a:lnTo>
                    <a:pt x="151114" y="772"/>
                  </a:lnTo>
                  <a:lnTo>
                    <a:pt x="145789" y="1372"/>
                  </a:lnTo>
                  <a:lnTo>
                    <a:pt x="140485" y="2143"/>
                  </a:lnTo>
                  <a:lnTo>
                    <a:pt x="135209" y="3083"/>
                  </a:lnTo>
                  <a:lnTo>
                    <a:pt x="129966" y="4191"/>
                  </a:lnTo>
                  <a:lnTo>
                    <a:pt x="124761" y="5467"/>
                  </a:lnTo>
                  <a:lnTo>
                    <a:pt x="119600" y="6910"/>
                  </a:lnTo>
                  <a:lnTo>
                    <a:pt x="114488" y="8517"/>
                  </a:lnTo>
                  <a:lnTo>
                    <a:pt x="109429" y="10287"/>
                  </a:lnTo>
                  <a:lnTo>
                    <a:pt x="104430" y="12218"/>
                  </a:lnTo>
                  <a:lnTo>
                    <a:pt x="99496" y="14309"/>
                  </a:lnTo>
                  <a:lnTo>
                    <a:pt x="94631" y="16557"/>
                  </a:lnTo>
                  <a:lnTo>
                    <a:pt x="89841" y="18959"/>
                  </a:lnTo>
                  <a:lnTo>
                    <a:pt x="85130" y="21514"/>
                  </a:lnTo>
                  <a:lnTo>
                    <a:pt x="80503" y="24218"/>
                  </a:lnTo>
                  <a:lnTo>
                    <a:pt x="75966" y="27070"/>
                  </a:lnTo>
                  <a:lnTo>
                    <a:pt x="71522" y="30065"/>
                  </a:lnTo>
                  <a:lnTo>
                    <a:pt x="67176" y="33201"/>
                  </a:lnTo>
                  <a:lnTo>
                    <a:pt x="62934" y="36475"/>
                  </a:lnTo>
                  <a:lnTo>
                    <a:pt x="58798" y="39883"/>
                  </a:lnTo>
                  <a:lnTo>
                    <a:pt x="54774" y="43422"/>
                  </a:lnTo>
                  <a:lnTo>
                    <a:pt x="50865" y="47089"/>
                  </a:lnTo>
                  <a:lnTo>
                    <a:pt x="47076" y="50878"/>
                  </a:lnTo>
                  <a:lnTo>
                    <a:pt x="43410" y="54787"/>
                  </a:lnTo>
                  <a:lnTo>
                    <a:pt x="39871" y="58812"/>
                  </a:lnTo>
                  <a:lnTo>
                    <a:pt x="36464" y="62948"/>
                  </a:lnTo>
                  <a:lnTo>
                    <a:pt x="33190" y="67191"/>
                  </a:lnTo>
                  <a:lnTo>
                    <a:pt x="30054" y="71537"/>
                  </a:lnTo>
                  <a:lnTo>
                    <a:pt x="27060" y="75981"/>
                  </a:lnTo>
                  <a:lnTo>
                    <a:pt x="24209" y="80519"/>
                  </a:lnTo>
                  <a:lnTo>
                    <a:pt x="21505" y="85146"/>
                  </a:lnTo>
                  <a:lnTo>
                    <a:pt x="18951" y="89857"/>
                  </a:lnTo>
                  <a:lnTo>
                    <a:pt x="16549" y="94647"/>
                  </a:lnTo>
                  <a:lnTo>
                    <a:pt x="14301" y="99513"/>
                  </a:lnTo>
                  <a:lnTo>
                    <a:pt x="12211" y="104447"/>
                  </a:lnTo>
                  <a:lnTo>
                    <a:pt x="10281" y="109446"/>
                  </a:lnTo>
                  <a:lnTo>
                    <a:pt x="8511" y="114505"/>
                  </a:lnTo>
                  <a:lnTo>
                    <a:pt x="6905" y="119618"/>
                  </a:lnTo>
                  <a:lnTo>
                    <a:pt x="5463" y="124779"/>
                  </a:lnTo>
                  <a:lnTo>
                    <a:pt x="4187" y="129984"/>
                  </a:lnTo>
                  <a:lnTo>
                    <a:pt x="3079" y="135227"/>
                  </a:lnTo>
                  <a:lnTo>
                    <a:pt x="2140" y="140503"/>
                  </a:lnTo>
                  <a:lnTo>
                    <a:pt x="1370" y="145807"/>
                  </a:lnTo>
                  <a:lnTo>
                    <a:pt x="770" y="151132"/>
                  </a:lnTo>
                  <a:lnTo>
                    <a:pt x="342" y="156474"/>
                  </a:lnTo>
                  <a:lnTo>
                    <a:pt x="85" y="161827"/>
                  </a:lnTo>
                  <a:lnTo>
                    <a:pt x="0" y="167185"/>
                  </a:lnTo>
                  <a:lnTo>
                    <a:pt x="86" y="172544"/>
                  </a:lnTo>
                  <a:lnTo>
                    <a:pt x="344" y="177896"/>
                  </a:lnTo>
                  <a:lnTo>
                    <a:pt x="774" y="183238"/>
                  </a:lnTo>
                  <a:lnTo>
                    <a:pt x="1374" y="188563"/>
                  </a:lnTo>
                  <a:lnTo>
                    <a:pt x="2146" y="193867"/>
                  </a:lnTo>
                  <a:lnTo>
                    <a:pt x="3086" y="199143"/>
                  </a:lnTo>
                  <a:lnTo>
                    <a:pt x="4195" y="204386"/>
                  </a:lnTo>
                  <a:lnTo>
                    <a:pt x="5472" y="209590"/>
                  </a:lnTo>
                  <a:lnTo>
                    <a:pt x="6915" y="214751"/>
                  </a:lnTo>
                  <a:lnTo>
                    <a:pt x="8523" y="219864"/>
                  </a:lnTo>
                  <a:lnTo>
                    <a:pt x="10293" y="224922"/>
                  </a:lnTo>
                  <a:lnTo>
                    <a:pt x="12225" y="229920"/>
                  </a:lnTo>
                  <a:lnTo>
                    <a:pt x="14316" y="234855"/>
                  </a:lnTo>
                  <a:lnTo>
                    <a:pt x="16564" y="239719"/>
                  </a:lnTo>
                  <a:lnTo>
                    <a:pt x="18967" y="244509"/>
                  </a:lnTo>
                  <a:lnTo>
                    <a:pt x="21523" y="249220"/>
                  </a:lnTo>
                  <a:lnTo>
                    <a:pt x="24228" y="253846"/>
                  </a:lnTo>
                  <a:lnTo>
                    <a:pt x="27080" y="258384"/>
                  </a:lnTo>
                  <a:lnTo>
                    <a:pt x="30075" y="262827"/>
                  </a:lnTo>
                  <a:lnTo>
                    <a:pt x="33212" y="267172"/>
                  </a:lnTo>
                  <a:lnTo>
                    <a:pt x="36486" y="271415"/>
                  </a:lnTo>
                  <a:lnTo>
                    <a:pt x="39895" y="275550"/>
                  </a:lnTo>
                  <a:lnTo>
                    <a:pt x="43435" y="279574"/>
                  </a:lnTo>
                  <a:lnTo>
                    <a:pt x="47101" y="283482"/>
                  </a:lnTo>
                  <a:lnTo>
                    <a:pt x="50891" y="287271"/>
                  </a:lnTo>
                  <a:lnTo>
                    <a:pt x="54801" y="290936"/>
                  </a:lnTo>
                  <a:lnTo>
                    <a:pt x="58826" y="294474"/>
                  </a:lnTo>
                  <a:lnTo>
                    <a:pt x="62962" y="297882"/>
                  </a:lnTo>
                  <a:lnTo>
                    <a:pt x="67206" y="301155"/>
                  </a:lnTo>
                  <a:lnTo>
                    <a:pt x="71552" y="304290"/>
                  </a:lnTo>
                  <a:lnTo>
                    <a:pt x="75996" y="307284"/>
                  </a:lnTo>
                  <a:lnTo>
                    <a:pt x="80534" y="310135"/>
                  </a:lnTo>
                  <a:lnTo>
                    <a:pt x="85162" y="312838"/>
                  </a:lnTo>
                  <a:lnTo>
                    <a:pt x="89873" y="315392"/>
                  </a:lnTo>
                  <a:lnTo>
                    <a:pt x="94664" y="317793"/>
                  </a:lnTo>
                  <a:lnTo>
                    <a:pt x="99529" y="320040"/>
                  </a:lnTo>
                  <a:lnTo>
                    <a:pt x="104464" y="322129"/>
                  </a:lnTo>
                  <a:lnTo>
                    <a:pt x="109464" y="324060"/>
                  </a:lnTo>
                  <a:lnTo>
                    <a:pt x="114522" y="325829"/>
                  </a:lnTo>
                  <a:lnTo>
                    <a:pt x="119635" y="327434"/>
                  </a:lnTo>
                  <a:lnTo>
                    <a:pt x="124797" y="328876"/>
                  </a:lnTo>
                  <a:lnTo>
                    <a:pt x="130002" y="330151"/>
                  </a:lnTo>
                  <a:lnTo>
                    <a:pt x="135245" y="331258"/>
                  </a:lnTo>
                  <a:lnTo>
                    <a:pt x="140521" y="332197"/>
                  </a:lnTo>
                  <a:lnTo>
                    <a:pt x="145825" y="332966"/>
                  </a:lnTo>
                  <a:lnTo>
                    <a:pt x="151150" y="333565"/>
                  </a:lnTo>
                  <a:lnTo>
                    <a:pt x="156492" y="333993"/>
                  </a:lnTo>
                  <a:lnTo>
                    <a:pt x="161845" y="33425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59179" y="1238196"/>
              <a:ext cx="5321" cy="167082"/>
            </a:xfrm>
            <a:custGeom>
              <a:avLst/>
              <a:pathLst>
                <a:path w="5321" h="167082">
                  <a:moveTo>
                    <a:pt x="0" y="167082"/>
                  </a:moveTo>
                  <a:lnTo>
                    <a:pt x="532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59179" y="1238196"/>
              <a:ext cx="5321" cy="167082"/>
            </a:xfrm>
            <a:custGeom>
              <a:avLst/>
              <a:pathLst>
                <a:path w="5321" h="167082">
                  <a:moveTo>
                    <a:pt x="0" y="167082"/>
                  </a:moveTo>
                  <a:lnTo>
                    <a:pt x="532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59179" y="1238196"/>
              <a:ext cx="5321" cy="167082"/>
            </a:xfrm>
            <a:custGeom>
              <a:avLst/>
              <a:pathLst>
                <a:path w="5321" h="167082">
                  <a:moveTo>
                    <a:pt x="0" y="167082"/>
                  </a:moveTo>
                  <a:lnTo>
                    <a:pt x="532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59179" y="1238196"/>
              <a:ext cx="5321" cy="167082"/>
            </a:xfrm>
            <a:custGeom>
              <a:avLst/>
              <a:pathLst>
                <a:path w="5321" h="167082">
                  <a:moveTo>
                    <a:pt x="0" y="167082"/>
                  </a:moveTo>
                  <a:lnTo>
                    <a:pt x="53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59179" y="1238196"/>
              <a:ext cx="5321" cy="167082"/>
            </a:xfrm>
            <a:custGeom>
              <a:avLst/>
              <a:pathLst>
                <a:path w="5321" h="167082">
                  <a:moveTo>
                    <a:pt x="0" y="167082"/>
                  </a:moveTo>
                  <a:lnTo>
                    <a:pt x="53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59179" y="1238196"/>
              <a:ext cx="5321" cy="167082"/>
            </a:xfrm>
            <a:custGeom>
              <a:avLst/>
              <a:pathLst>
                <a:path w="5321" h="167082">
                  <a:moveTo>
                    <a:pt x="0" y="167082"/>
                  </a:moveTo>
                  <a:lnTo>
                    <a:pt x="53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59179" y="1238196"/>
              <a:ext cx="5321" cy="167082"/>
            </a:xfrm>
            <a:custGeom>
              <a:avLst/>
              <a:pathLst>
                <a:path w="5321" h="167082">
                  <a:moveTo>
                    <a:pt x="0" y="167082"/>
                  </a:moveTo>
                  <a:lnTo>
                    <a:pt x="53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59179" y="1238196"/>
              <a:ext cx="5321" cy="167082"/>
            </a:xfrm>
            <a:custGeom>
              <a:avLst/>
              <a:pathLst>
                <a:path w="5321" h="167082">
                  <a:moveTo>
                    <a:pt x="0" y="167082"/>
                  </a:moveTo>
                  <a:lnTo>
                    <a:pt x="532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59179" y="1238196"/>
              <a:ext cx="5321" cy="167082"/>
            </a:xfrm>
            <a:custGeom>
              <a:avLst/>
              <a:pathLst>
                <a:path w="5321" h="167082">
                  <a:moveTo>
                    <a:pt x="0" y="167082"/>
                  </a:moveTo>
                  <a:lnTo>
                    <a:pt x="532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59179" y="1238196"/>
              <a:ext cx="5321" cy="167082"/>
            </a:xfrm>
            <a:custGeom>
              <a:avLst/>
              <a:pathLst>
                <a:path w="5321" h="167082">
                  <a:moveTo>
                    <a:pt x="0" y="167082"/>
                  </a:moveTo>
                  <a:lnTo>
                    <a:pt x="532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59179" y="1238196"/>
              <a:ext cx="5321" cy="167082"/>
            </a:xfrm>
            <a:custGeom>
              <a:avLst/>
              <a:pathLst>
                <a:path w="5321" h="167082">
                  <a:moveTo>
                    <a:pt x="0" y="167082"/>
                  </a:moveTo>
                  <a:lnTo>
                    <a:pt x="532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59179" y="1238196"/>
              <a:ext cx="5321" cy="167082"/>
            </a:xfrm>
            <a:custGeom>
              <a:avLst/>
              <a:pathLst>
                <a:path w="5321" h="167082">
                  <a:moveTo>
                    <a:pt x="0" y="167082"/>
                  </a:moveTo>
                  <a:lnTo>
                    <a:pt x="53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59179" y="1238196"/>
              <a:ext cx="5321" cy="167082"/>
            </a:xfrm>
            <a:custGeom>
              <a:avLst/>
              <a:pathLst>
                <a:path w="5321" h="167082">
                  <a:moveTo>
                    <a:pt x="0" y="167082"/>
                  </a:moveTo>
                  <a:lnTo>
                    <a:pt x="53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59179" y="1238196"/>
              <a:ext cx="5321" cy="167082"/>
            </a:xfrm>
            <a:custGeom>
              <a:avLst/>
              <a:pathLst>
                <a:path w="5321" h="167082">
                  <a:moveTo>
                    <a:pt x="0" y="167082"/>
                  </a:moveTo>
                  <a:lnTo>
                    <a:pt x="53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59179" y="1238196"/>
              <a:ext cx="5321" cy="167082"/>
            </a:xfrm>
            <a:custGeom>
              <a:avLst/>
              <a:pathLst>
                <a:path w="5321" h="167082">
                  <a:moveTo>
                    <a:pt x="0" y="167082"/>
                  </a:moveTo>
                  <a:lnTo>
                    <a:pt x="53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959179" y="1238196"/>
              <a:ext cx="5321" cy="167082"/>
            </a:xfrm>
            <a:custGeom>
              <a:avLst/>
              <a:pathLst>
                <a:path w="5321" h="167082">
                  <a:moveTo>
                    <a:pt x="0" y="167082"/>
                  </a:moveTo>
                  <a:lnTo>
                    <a:pt x="532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959179" y="1238196"/>
              <a:ext cx="5321" cy="167082"/>
            </a:xfrm>
            <a:custGeom>
              <a:avLst/>
              <a:pathLst>
                <a:path w="5321" h="167082">
                  <a:moveTo>
                    <a:pt x="0" y="167082"/>
                  </a:moveTo>
                  <a:lnTo>
                    <a:pt x="532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959179" y="1073285"/>
              <a:ext cx="172488" cy="332077"/>
            </a:xfrm>
            <a:custGeom>
              <a:avLst/>
              <a:pathLst>
                <a:path w="172488" h="332077">
                  <a:moveTo>
                    <a:pt x="0" y="331993"/>
                  </a:moveTo>
                  <a:lnTo>
                    <a:pt x="5350" y="332077"/>
                  </a:lnTo>
                  <a:lnTo>
                    <a:pt x="10700" y="331991"/>
                  </a:lnTo>
                  <a:lnTo>
                    <a:pt x="16044" y="331733"/>
                  </a:lnTo>
                  <a:lnTo>
                    <a:pt x="21378" y="331305"/>
                  </a:lnTo>
                  <a:lnTo>
                    <a:pt x="26695" y="330705"/>
                  </a:lnTo>
                  <a:lnTo>
                    <a:pt x="31990" y="329936"/>
                  </a:lnTo>
                  <a:lnTo>
                    <a:pt x="37258" y="328998"/>
                  </a:lnTo>
                  <a:lnTo>
                    <a:pt x="42493" y="327892"/>
                  </a:lnTo>
                  <a:lnTo>
                    <a:pt x="47690" y="326619"/>
                  </a:lnTo>
                  <a:lnTo>
                    <a:pt x="52844" y="325180"/>
                  </a:lnTo>
                  <a:lnTo>
                    <a:pt x="57949" y="323577"/>
                  </a:lnTo>
                  <a:lnTo>
                    <a:pt x="63000" y="321812"/>
                  </a:lnTo>
                  <a:lnTo>
                    <a:pt x="67992" y="319885"/>
                  </a:lnTo>
                  <a:lnTo>
                    <a:pt x="72920" y="317800"/>
                  </a:lnTo>
                  <a:lnTo>
                    <a:pt x="77778" y="315558"/>
                  </a:lnTo>
                  <a:lnTo>
                    <a:pt x="82563" y="313162"/>
                  </a:lnTo>
                  <a:lnTo>
                    <a:pt x="87268" y="310614"/>
                  </a:lnTo>
                  <a:lnTo>
                    <a:pt x="91889" y="307917"/>
                  </a:lnTo>
                  <a:lnTo>
                    <a:pt x="96422" y="305073"/>
                  </a:lnTo>
                  <a:lnTo>
                    <a:pt x="100861" y="302086"/>
                  </a:lnTo>
                  <a:lnTo>
                    <a:pt x="105202" y="298958"/>
                  </a:lnTo>
                  <a:lnTo>
                    <a:pt x="109441" y="295692"/>
                  </a:lnTo>
                  <a:lnTo>
                    <a:pt x="113573" y="292293"/>
                  </a:lnTo>
                  <a:lnTo>
                    <a:pt x="117595" y="288763"/>
                  </a:lnTo>
                  <a:lnTo>
                    <a:pt x="121501" y="285107"/>
                  </a:lnTo>
                  <a:lnTo>
                    <a:pt x="125288" y="281327"/>
                  </a:lnTo>
                  <a:lnTo>
                    <a:pt x="128953" y="277428"/>
                  </a:lnTo>
                  <a:lnTo>
                    <a:pt x="132490" y="273413"/>
                  </a:lnTo>
                  <a:lnTo>
                    <a:pt x="135898" y="269288"/>
                  </a:lnTo>
                  <a:lnTo>
                    <a:pt x="139171" y="265055"/>
                  </a:lnTo>
                  <a:lnTo>
                    <a:pt x="142308" y="260720"/>
                  </a:lnTo>
                  <a:lnTo>
                    <a:pt x="145304" y="256287"/>
                  </a:lnTo>
                  <a:lnTo>
                    <a:pt x="148157" y="251760"/>
                  </a:lnTo>
                  <a:lnTo>
                    <a:pt x="150863" y="247144"/>
                  </a:lnTo>
                  <a:lnTo>
                    <a:pt x="153421" y="242444"/>
                  </a:lnTo>
                  <a:lnTo>
                    <a:pt x="155826" y="237665"/>
                  </a:lnTo>
                  <a:lnTo>
                    <a:pt x="158078" y="232811"/>
                  </a:lnTo>
                  <a:lnTo>
                    <a:pt x="160172" y="227887"/>
                  </a:lnTo>
                  <a:lnTo>
                    <a:pt x="162109" y="222899"/>
                  </a:lnTo>
                  <a:lnTo>
                    <a:pt x="163884" y="217851"/>
                  </a:lnTo>
                  <a:lnTo>
                    <a:pt x="165497" y="212749"/>
                  </a:lnTo>
                  <a:lnTo>
                    <a:pt x="166946" y="207598"/>
                  </a:lnTo>
                  <a:lnTo>
                    <a:pt x="168230" y="202404"/>
                  </a:lnTo>
                  <a:lnTo>
                    <a:pt x="169346" y="197171"/>
                  </a:lnTo>
                  <a:lnTo>
                    <a:pt x="170295" y="191905"/>
                  </a:lnTo>
                  <a:lnTo>
                    <a:pt x="171074" y="186611"/>
                  </a:lnTo>
                  <a:lnTo>
                    <a:pt x="171684" y="181295"/>
                  </a:lnTo>
                  <a:lnTo>
                    <a:pt x="172123" y="175963"/>
                  </a:lnTo>
                  <a:lnTo>
                    <a:pt x="172391" y="170619"/>
                  </a:lnTo>
                  <a:lnTo>
                    <a:pt x="172488" y="165269"/>
                  </a:lnTo>
                  <a:lnTo>
                    <a:pt x="172414" y="159918"/>
                  </a:lnTo>
                  <a:lnTo>
                    <a:pt x="172169" y="154573"/>
                  </a:lnTo>
                  <a:lnTo>
                    <a:pt x="171753" y="149239"/>
                  </a:lnTo>
                  <a:lnTo>
                    <a:pt x="171166" y="143920"/>
                  </a:lnTo>
                  <a:lnTo>
                    <a:pt x="170409" y="138623"/>
                  </a:lnTo>
                  <a:lnTo>
                    <a:pt x="169483" y="133353"/>
                  </a:lnTo>
                  <a:lnTo>
                    <a:pt x="168389" y="128115"/>
                  </a:lnTo>
                  <a:lnTo>
                    <a:pt x="167128" y="122915"/>
                  </a:lnTo>
                  <a:lnTo>
                    <a:pt x="165701" y="117758"/>
                  </a:lnTo>
                  <a:lnTo>
                    <a:pt x="164110" y="112650"/>
                  </a:lnTo>
                  <a:lnTo>
                    <a:pt x="162356" y="107594"/>
                  </a:lnTo>
                  <a:lnTo>
                    <a:pt x="160441" y="102598"/>
                  </a:lnTo>
                  <a:lnTo>
                    <a:pt x="158367" y="97665"/>
                  </a:lnTo>
                  <a:lnTo>
                    <a:pt x="156137" y="92802"/>
                  </a:lnTo>
                  <a:lnTo>
                    <a:pt x="153752" y="88012"/>
                  </a:lnTo>
                  <a:lnTo>
                    <a:pt x="151215" y="83301"/>
                  </a:lnTo>
                  <a:lnTo>
                    <a:pt x="148528" y="78673"/>
                  </a:lnTo>
                  <a:lnTo>
                    <a:pt x="145695" y="74134"/>
                  </a:lnTo>
                  <a:lnTo>
                    <a:pt x="142718" y="69688"/>
                  </a:lnTo>
                  <a:lnTo>
                    <a:pt x="139600" y="65340"/>
                  </a:lnTo>
                  <a:lnTo>
                    <a:pt x="136344" y="61093"/>
                  </a:lnTo>
                  <a:lnTo>
                    <a:pt x="132955" y="56953"/>
                  </a:lnTo>
                  <a:lnTo>
                    <a:pt x="129434" y="52924"/>
                  </a:lnTo>
                  <a:lnTo>
                    <a:pt x="125787" y="49009"/>
                  </a:lnTo>
                  <a:lnTo>
                    <a:pt x="122016" y="45213"/>
                  </a:lnTo>
                  <a:lnTo>
                    <a:pt x="118125" y="41539"/>
                  </a:lnTo>
                  <a:lnTo>
                    <a:pt x="114119" y="37992"/>
                  </a:lnTo>
                  <a:lnTo>
                    <a:pt x="110001" y="34575"/>
                  </a:lnTo>
                  <a:lnTo>
                    <a:pt x="105776" y="31292"/>
                  </a:lnTo>
                  <a:lnTo>
                    <a:pt x="101448" y="28145"/>
                  </a:lnTo>
                  <a:lnTo>
                    <a:pt x="97022" y="25139"/>
                  </a:lnTo>
                  <a:lnTo>
                    <a:pt x="92502" y="22276"/>
                  </a:lnTo>
                  <a:lnTo>
                    <a:pt x="87892" y="19559"/>
                  </a:lnTo>
                  <a:lnTo>
                    <a:pt x="83198" y="16991"/>
                  </a:lnTo>
                  <a:lnTo>
                    <a:pt x="78424" y="14574"/>
                  </a:lnTo>
                  <a:lnTo>
                    <a:pt x="73575" y="12311"/>
                  </a:lnTo>
                  <a:lnTo>
                    <a:pt x="68656" y="10205"/>
                  </a:lnTo>
                  <a:lnTo>
                    <a:pt x="63673" y="8257"/>
                  </a:lnTo>
                  <a:lnTo>
                    <a:pt x="58629" y="6470"/>
                  </a:lnTo>
                  <a:lnTo>
                    <a:pt x="53531" y="4845"/>
                  </a:lnTo>
                  <a:lnTo>
                    <a:pt x="48384" y="3384"/>
                  </a:lnTo>
                  <a:lnTo>
                    <a:pt x="43192" y="2089"/>
                  </a:lnTo>
                  <a:lnTo>
                    <a:pt x="37962" y="960"/>
                  </a:lnTo>
                  <a:lnTo>
                    <a:pt x="32698" y="0"/>
                  </a:lnTo>
                  <a:lnTo>
                    <a:pt x="5321" y="164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964501" y="1071028"/>
              <a:ext cx="27376" cy="167167"/>
            </a:xfrm>
            <a:custGeom>
              <a:avLst/>
              <a:pathLst>
                <a:path w="27376" h="167167">
                  <a:moveTo>
                    <a:pt x="27376" y="2256"/>
                  </a:moveTo>
                  <a:lnTo>
                    <a:pt x="20573" y="1270"/>
                  </a:lnTo>
                  <a:lnTo>
                    <a:pt x="13734" y="565"/>
                  </a:lnTo>
                  <a:lnTo>
                    <a:pt x="6873" y="14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62648" y="1322571"/>
              <a:ext cx="126072" cy="167167"/>
            </a:xfrm>
            <a:custGeom>
              <a:avLst/>
              <a:pathLst>
                <a:path w="126072" h="167167">
                  <a:moveTo>
                    <a:pt x="126072" y="0"/>
                  </a:moveTo>
                  <a:lnTo>
                    <a:pt x="120579" y="90"/>
                  </a:lnTo>
                  <a:lnTo>
                    <a:pt x="115093" y="360"/>
                  </a:lnTo>
                  <a:lnTo>
                    <a:pt x="109619" y="811"/>
                  </a:lnTo>
                  <a:lnTo>
                    <a:pt x="104162" y="1442"/>
                  </a:lnTo>
                  <a:lnTo>
                    <a:pt x="98729" y="2251"/>
                  </a:lnTo>
                  <a:lnTo>
                    <a:pt x="93325" y="3238"/>
                  </a:lnTo>
                  <a:lnTo>
                    <a:pt x="87957" y="4403"/>
                  </a:lnTo>
                  <a:lnTo>
                    <a:pt x="82630" y="5743"/>
                  </a:lnTo>
                  <a:lnTo>
                    <a:pt x="77350" y="7257"/>
                  </a:lnTo>
                  <a:lnTo>
                    <a:pt x="72122" y="8944"/>
                  </a:lnTo>
                  <a:lnTo>
                    <a:pt x="66953" y="10802"/>
                  </a:lnTo>
                  <a:lnTo>
                    <a:pt x="61847" y="12829"/>
                  </a:lnTo>
                  <a:lnTo>
                    <a:pt x="56811" y="15022"/>
                  </a:lnTo>
                  <a:lnTo>
                    <a:pt x="51850" y="17380"/>
                  </a:lnTo>
                  <a:lnTo>
                    <a:pt x="46969" y="19900"/>
                  </a:lnTo>
                  <a:lnTo>
                    <a:pt x="42173" y="22578"/>
                  </a:lnTo>
                  <a:lnTo>
                    <a:pt x="37468" y="25413"/>
                  </a:lnTo>
                  <a:lnTo>
                    <a:pt x="32858" y="28400"/>
                  </a:lnTo>
                  <a:lnTo>
                    <a:pt x="28350" y="31538"/>
                  </a:lnTo>
                  <a:lnTo>
                    <a:pt x="23946" y="34822"/>
                  </a:lnTo>
                  <a:lnTo>
                    <a:pt x="19653" y="38248"/>
                  </a:lnTo>
                  <a:lnTo>
                    <a:pt x="15475" y="41814"/>
                  </a:lnTo>
                  <a:lnTo>
                    <a:pt x="11416" y="45516"/>
                  </a:lnTo>
                  <a:lnTo>
                    <a:pt x="7481" y="49348"/>
                  </a:lnTo>
                  <a:lnTo>
                    <a:pt x="3674" y="53308"/>
                  </a:lnTo>
                  <a:lnTo>
                    <a:pt x="0" y="57391"/>
                  </a:lnTo>
                  <a:lnTo>
                    <a:pt x="12607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321568" y="1343799"/>
              <a:ext cx="334303" cy="313106"/>
            </a:xfrm>
            <a:custGeom>
              <a:avLst/>
              <a:pathLst>
                <a:path w="334303" h="313106">
                  <a:moveTo>
                    <a:pt x="41079" y="36163"/>
                  </a:moveTo>
                  <a:lnTo>
                    <a:pt x="37659" y="40219"/>
                  </a:lnTo>
                  <a:lnTo>
                    <a:pt x="34370" y="44381"/>
                  </a:lnTo>
                  <a:lnTo>
                    <a:pt x="31214" y="48646"/>
                  </a:lnTo>
                  <a:lnTo>
                    <a:pt x="28195" y="53009"/>
                  </a:lnTo>
                  <a:lnTo>
                    <a:pt x="25316" y="57465"/>
                  </a:lnTo>
                  <a:lnTo>
                    <a:pt x="22580" y="62010"/>
                  </a:lnTo>
                  <a:lnTo>
                    <a:pt x="19990" y="66640"/>
                  </a:lnTo>
                  <a:lnTo>
                    <a:pt x="17547" y="71350"/>
                  </a:lnTo>
                  <a:lnTo>
                    <a:pt x="15256" y="76135"/>
                  </a:lnTo>
                  <a:lnTo>
                    <a:pt x="13117" y="80990"/>
                  </a:lnTo>
                  <a:lnTo>
                    <a:pt x="11134" y="85910"/>
                  </a:lnTo>
                  <a:lnTo>
                    <a:pt x="9308" y="90892"/>
                  </a:lnTo>
                  <a:lnTo>
                    <a:pt x="7640" y="95928"/>
                  </a:lnTo>
                  <a:lnTo>
                    <a:pt x="6134" y="101015"/>
                  </a:lnTo>
                  <a:lnTo>
                    <a:pt x="4789" y="106147"/>
                  </a:lnTo>
                  <a:lnTo>
                    <a:pt x="3608" y="111319"/>
                  </a:lnTo>
                  <a:lnTo>
                    <a:pt x="2592" y="116526"/>
                  </a:lnTo>
                  <a:lnTo>
                    <a:pt x="1742" y="121763"/>
                  </a:lnTo>
                  <a:lnTo>
                    <a:pt x="1058" y="127024"/>
                  </a:lnTo>
                  <a:lnTo>
                    <a:pt x="541" y="132304"/>
                  </a:lnTo>
                  <a:lnTo>
                    <a:pt x="192" y="137598"/>
                  </a:lnTo>
                  <a:lnTo>
                    <a:pt x="12" y="142900"/>
                  </a:lnTo>
                  <a:lnTo>
                    <a:pt x="0" y="148205"/>
                  </a:lnTo>
                  <a:lnTo>
                    <a:pt x="156" y="153508"/>
                  </a:lnTo>
                  <a:lnTo>
                    <a:pt x="480" y="158804"/>
                  </a:lnTo>
                  <a:lnTo>
                    <a:pt x="972" y="164086"/>
                  </a:lnTo>
                  <a:lnTo>
                    <a:pt x="1632" y="169350"/>
                  </a:lnTo>
                  <a:lnTo>
                    <a:pt x="2458" y="174591"/>
                  </a:lnTo>
                  <a:lnTo>
                    <a:pt x="3450" y="179803"/>
                  </a:lnTo>
                  <a:lnTo>
                    <a:pt x="4607" y="184980"/>
                  </a:lnTo>
                  <a:lnTo>
                    <a:pt x="5928" y="190118"/>
                  </a:lnTo>
                  <a:lnTo>
                    <a:pt x="7411" y="195212"/>
                  </a:lnTo>
                  <a:lnTo>
                    <a:pt x="9055" y="200256"/>
                  </a:lnTo>
                  <a:lnTo>
                    <a:pt x="10858" y="205246"/>
                  </a:lnTo>
                  <a:lnTo>
                    <a:pt x="12819" y="210176"/>
                  </a:lnTo>
                  <a:lnTo>
                    <a:pt x="14935" y="215041"/>
                  </a:lnTo>
                  <a:lnTo>
                    <a:pt x="17204" y="219836"/>
                  </a:lnTo>
                  <a:lnTo>
                    <a:pt x="19625" y="224557"/>
                  </a:lnTo>
                  <a:lnTo>
                    <a:pt x="22194" y="229199"/>
                  </a:lnTo>
                  <a:lnTo>
                    <a:pt x="24909" y="233757"/>
                  </a:lnTo>
                  <a:lnTo>
                    <a:pt x="27767" y="238226"/>
                  </a:lnTo>
                  <a:lnTo>
                    <a:pt x="30766" y="242603"/>
                  </a:lnTo>
                  <a:lnTo>
                    <a:pt x="33902" y="246882"/>
                  </a:lnTo>
                  <a:lnTo>
                    <a:pt x="37172" y="251059"/>
                  </a:lnTo>
                  <a:lnTo>
                    <a:pt x="40573" y="255131"/>
                  </a:lnTo>
                  <a:lnTo>
                    <a:pt x="44102" y="259093"/>
                  </a:lnTo>
                  <a:lnTo>
                    <a:pt x="47755" y="262940"/>
                  </a:lnTo>
                  <a:lnTo>
                    <a:pt x="51527" y="266670"/>
                  </a:lnTo>
                  <a:lnTo>
                    <a:pt x="55417" y="270278"/>
                  </a:lnTo>
                  <a:lnTo>
                    <a:pt x="59419" y="273761"/>
                  </a:lnTo>
                  <a:lnTo>
                    <a:pt x="63529" y="277116"/>
                  </a:lnTo>
                  <a:lnTo>
                    <a:pt x="67744" y="280338"/>
                  </a:lnTo>
                  <a:lnTo>
                    <a:pt x="72059" y="283425"/>
                  </a:lnTo>
                  <a:lnTo>
                    <a:pt x="76469" y="286373"/>
                  </a:lnTo>
                  <a:lnTo>
                    <a:pt x="80971" y="289180"/>
                  </a:lnTo>
                  <a:lnTo>
                    <a:pt x="85560" y="291842"/>
                  </a:lnTo>
                  <a:lnTo>
                    <a:pt x="90231" y="294358"/>
                  </a:lnTo>
                  <a:lnTo>
                    <a:pt x="94979" y="296724"/>
                  </a:lnTo>
                  <a:lnTo>
                    <a:pt x="99800" y="298938"/>
                  </a:lnTo>
                  <a:lnTo>
                    <a:pt x="104689" y="300998"/>
                  </a:lnTo>
                  <a:lnTo>
                    <a:pt x="109641" y="302902"/>
                  </a:lnTo>
                  <a:lnTo>
                    <a:pt x="114651" y="304648"/>
                  </a:lnTo>
                  <a:lnTo>
                    <a:pt x="119714" y="306234"/>
                  </a:lnTo>
                  <a:lnTo>
                    <a:pt x="124824" y="307659"/>
                  </a:lnTo>
                  <a:lnTo>
                    <a:pt x="129977" y="308921"/>
                  </a:lnTo>
                  <a:lnTo>
                    <a:pt x="135168" y="310018"/>
                  </a:lnTo>
                  <a:lnTo>
                    <a:pt x="140391" y="310951"/>
                  </a:lnTo>
                  <a:lnTo>
                    <a:pt x="145640" y="311717"/>
                  </a:lnTo>
                  <a:lnTo>
                    <a:pt x="150912" y="312316"/>
                  </a:lnTo>
                  <a:lnTo>
                    <a:pt x="156199" y="312747"/>
                  </a:lnTo>
                  <a:lnTo>
                    <a:pt x="161498" y="313011"/>
                  </a:lnTo>
                  <a:lnTo>
                    <a:pt x="166802" y="313106"/>
                  </a:lnTo>
                  <a:lnTo>
                    <a:pt x="172107" y="313033"/>
                  </a:lnTo>
                  <a:lnTo>
                    <a:pt x="177407" y="312792"/>
                  </a:lnTo>
                  <a:lnTo>
                    <a:pt x="182697" y="312382"/>
                  </a:lnTo>
                  <a:lnTo>
                    <a:pt x="187970" y="311805"/>
                  </a:lnTo>
                  <a:lnTo>
                    <a:pt x="193223" y="311061"/>
                  </a:lnTo>
                  <a:lnTo>
                    <a:pt x="198450" y="310150"/>
                  </a:lnTo>
                  <a:lnTo>
                    <a:pt x="203645" y="309075"/>
                  </a:lnTo>
                  <a:lnTo>
                    <a:pt x="208803" y="307834"/>
                  </a:lnTo>
                  <a:lnTo>
                    <a:pt x="213919" y="306431"/>
                  </a:lnTo>
                  <a:lnTo>
                    <a:pt x="218989" y="304866"/>
                  </a:lnTo>
                  <a:lnTo>
                    <a:pt x="224006" y="303141"/>
                  </a:lnTo>
                  <a:lnTo>
                    <a:pt x="228966" y="301258"/>
                  </a:lnTo>
                  <a:lnTo>
                    <a:pt x="233863" y="299218"/>
                  </a:lnTo>
                  <a:lnTo>
                    <a:pt x="238693" y="297024"/>
                  </a:lnTo>
                  <a:lnTo>
                    <a:pt x="243452" y="294678"/>
                  </a:lnTo>
                  <a:lnTo>
                    <a:pt x="248133" y="292182"/>
                  </a:lnTo>
                  <a:lnTo>
                    <a:pt x="252733" y="289538"/>
                  </a:lnTo>
                  <a:lnTo>
                    <a:pt x="257247" y="286750"/>
                  </a:lnTo>
                  <a:lnTo>
                    <a:pt x="261670" y="283821"/>
                  </a:lnTo>
                  <a:lnTo>
                    <a:pt x="265997" y="280752"/>
                  </a:lnTo>
                  <a:lnTo>
                    <a:pt x="270225" y="277547"/>
                  </a:lnTo>
                  <a:lnTo>
                    <a:pt x="274350" y="274210"/>
                  </a:lnTo>
                  <a:lnTo>
                    <a:pt x="278366" y="270744"/>
                  </a:lnTo>
                  <a:lnTo>
                    <a:pt x="282270" y="267152"/>
                  </a:lnTo>
                  <a:lnTo>
                    <a:pt x="286059" y="263438"/>
                  </a:lnTo>
                  <a:lnTo>
                    <a:pt x="289728" y="259606"/>
                  </a:lnTo>
                  <a:lnTo>
                    <a:pt x="293273" y="255659"/>
                  </a:lnTo>
                  <a:lnTo>
                    <a:pt x="296691" y="251601"/>
                  </a:lnTo>
                  <a:lnTo>
                    <a:pt x="299979" y="247438"/>
                  </a:lnTo>
                  <a:lnTo>
                    <a:pt x="303132" y="243172"/>
                  </a:lnTo>
                  <a:lnTo>
                    <a:pt x="306149" y="238808"/>
                  </a:lnTo>
                  <a:lnTo>
                    <a:pt x="309026" y="234350"/>
                  </a:lnTo>
                  <a:lnTo>
                    <a:pt x="311760" y="229803"/>
                  </a:lnTo>
                  <a:lnTo>
                    <a:pt x="314349" y="225172"/>
                  </a:lnTo>
                  <a:lnTo>
                    <a:pt x="316789" y="220462"/>
                  </a:lnTo>
                  <a:lnTo>
                    <a:pt x="319078" y="215676"/>
                  </a:lnTo>
                  <a:lnTo>
                    <a:pt x="321215" y="210820"/>
                  </a:lnTo>
                  <a:lnTo>
                    <a:pt x="323196" y="205898"/>
                  </a:lnTo>
                  <a:lnTo>
                    <a:pt x="325020" y="200916"/>
                  </a:lnTo>
                  <a:lnTo>
                    <a:pt x="326685" y="195879"/>
                  </a:lnTo>
                  <a:lnTo>
                    <a:pt x="328189" y="190792"/>
                  </a:lnTo>
                  <a:lnTo>
                    <a:pt x="329532" y="185659"/>
                  </a:lnTo>
                  <a:lnTo>
                    <a:pt x="330710" y="180486"/>
                  </a:lnTo>
                  <a:lnTo>
                    <a:pt x="331724" y="175279"/>
                  </a:lnTo>
                  <a:lnTo>
                    <a:pt x="332572" y="170041"/>
                  </a:lnTo>
                  <a:lnTo>
                    <a:pt x="333254" y="164780"/>
                  </a:lnTo>
                  <a:lnTo>
                    <a:pt x="333768" y="159500"/>
                  </a:lnTo>
                  <a:lnTo>
                    <a:pt x="334114" y="154206"/>
                  </a:lnTo>
                  <a:lnTo>
                    <a:pt x="334293" y="148904"/>
                  </a:lnTo>
                  <a:lnTo>
                    <a:pt x="334303" y="143598"/>
                  </a:lnTo>
                  <a:lnTo>
                    <a:pt x="334144" y="138295"/>
                  </a:lnTo>
                  <a:lnTo>
                    <a:pt x="333818" y="133000"/>
                  </a:lnTo>
                  <a:lnTo>
                    <a:pt x="333323" y="127718"/>
                  </a:lnTo>
                  <a:lnTo>
                    <a:pt x="332661" y="122454"/>
                  </a:lnTo>
                  <a:lnTo>
                    <a:pt x="331833" y="117214"/>
                  </a:lnTo>
                  <a:lnTo>
                    <a:pt x="330838" y="112003"/>
                  </a:lnTo>
                  <a:lnTo>
                    <a:pt x="329679" y="106826"/>
                  </a:lnTo>
                  <a:lnTo>
                    <a:pt x="328356" y="101688"/>
                  </a:lnTo>
                  <a:lnTo>
                    <a:pt x="326870" y="96595"/>
                  </a:lnTo>
                  <a:lnTo>
                    <a:pt x="325224" y="91551"/>
                  </a:lnTo>
                  <a:lnTo>
                    <a:pt x="323419" y="86563"/>
                  </a:lnTo>
                  <a:lnTo>
                    <a:pt x="321456" y="81634"/>
                  </a:lnTo>
                  <a:lnTo>
                    <a:pt x="319338" y="76770"/>
                  </a:lnTo>
                  <a:lnTo>
                    <a:pt x="317066" y="71975"/>
                  </a:lnTo>
                  <a:lnTo>
                    <a:pt x="314643" y="67255"/>
                  </a:lnTo>
                  <a:lnTo>
                    <a:pt x="312072" y="62615"/>
                  </a:lnTo>
                  <a:lnTo>
                    <a:pt x="309355" y="58058"/>
                  </a:lnTo>
                  <a:lnTo>
                    <a:pt x="306495" y="53590"/>
                  </a:lnTo>
                  <a:lnTo>
                    <a:pt x="303494" y="49215"/>
                  </a:lnTo>
                  <a:lnTo>
                    <a:pt x="300356" y="44937"/>
                  </a:lnTo>
                  <a:lnTo>
                    <a:pt x="297084" y="40761"/>
                  </a:lnTo>
                  <a:lnTo>
                    <a:pt x="293681" y="36691"/>
                  </a:lnTo>
                  <a:lnTo>
                    <a:pt x="290151" y="32731"/>
                  </a:lnTo>
                  <a:lnTo>
                    <a:pt x="286497" y="28885"/>
                  </a:lnTo>
                  <a:lnTo>
                    <a:pt x="282722" y="25156"/>
                  </a:lnTo>
                  <a:lnTo>
                    <a:pt x="278831" y="21550"/>
                  </a:lnTo>
                  <a:lnTo>
                    <a:pt x="274828" y="18069"/>
                  </a:lnTo>
                  <a:lnTo>
                    <a:pt x="270716" y="14716"/>
                  </a:lnTo>
                  <a:lnTo>
                    <a:pt x="266500" y="11496"/>
                  </a:lnTo>
                  <a:lnTo>
                    <a:pt x="262183" y="8411"/>
                  </a:lnTo>
                  <a:lnTo>
                    <a:pt x="257771" y="5465"/>
                  </a:lnTo>
                  <a:lnTo>
                    <a:pt x="253268" y="2660"/>
                  </a:lnTo>
                  <a:lnTo>
                    <a:pt x="248678" y="0"/>
                  </a:lnTo>
                  <a:lnTo>
                    <a:pt x="167152" y="1459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488720" y="1322571"/>
              <a:ext cx="81526" cy="167167"/>
            </a:xfrm>
            <a:custGeom>
              <a:avLst/>
              <a:pathLst>
                <a:path w="81526" h="167167">
                  <a:moveTo>
                    <a:pt x="81526" y="21227"/>
                  </a:moveTo>
                  <a:lnTo>
                    <a:pt x="76524" y="18543"/>
                  </a:lnTo>
                  <a:lnTo>
                    <a:pt x="71433" y="16030"/>
                  </a:lnTo>
                  <a:lnTo>
                    <a:pt x="66259" y="13692"/>
                  </a:lnTo>
                  <a:lnTo>
                    <a:pt x="61010" y="11530"/>
                  </a:lnTo>
                  <a:lnTo>
                    <a:pt x="55690" y="9549"/>
                  </a:lnTo>
                  <a:lnTo>
                    <a:pt x="50305" y="7748"/>
                  </a:lnTo>
                  <a:lnTo>
                    <a:pt x="44863" y="6132"/>
                  </a:lnTo>
                  <a:lnTo>
                    <a:pt x="39369" y="4702"/>
                  </a:lnTo>
                  <a:lnTo>
                    <a:pt x="33829" y="3458"/>
                  </a:lnTo>
                  <a:lnTo>
                    <a:pt x="28251" y="2404"/>
                  </a:lnTo>
                  <a:lnTo>
                    <a:pt x="22640" y="1540"/>
                  </a:lnTo>
                  <a:lnTo>
                    <a:pt x="17003" y="866"/>
                  </a:lnTo>
                  <a:lnTo>
                    <a:pt x="11346" y="385"/>
                  </a:lnTo>
                  <a:lnTo>
                    <a:pt x="5676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1450" y="1681503"/>
              <a:ext cx="95074" cy="167167"/>
            </a:xfrm>
            <a:custGeom>
              <a:avLst/>
              <a:pathLst>
                <a:path w="95074" h="167167">
                  <a:moveTo>
                    <a:pt x="95074" y="0"/>
                  </a:moveTo>
                  <a:lnTo>
                    <a:pt x="89456" y="94"/>
                  </a:lnTo>
                  <a:lnTo>
                    <a:pt x="83845" y="377"/>
                  </a:lnTo>
                  <a:lnTo>
                    <a:pt x="78247" y="849"/>
                  </a:lnTo>
                  <a:lnTo>
                    <a:pt x="72668" y="1508"/>
                  </a:lnTo>
                  <a:lnTo>
                    <a:pt x="67114" y="2354"/>
                  </a:lnTo>
                  <a:lnTo>
                    <a:pt x="61591" y="3387"/>
                  </a:lnTo>
                  <a:lnTo>
                    <a:pt x="56107" y="4605"/>
                  </a:lnTo>
                  <a:lnTo>
                    <a:pt x="50666" y="6006"/>
                  </a:lnTo>
                  <a:lnTo>
                    <a:pt x="45276" y="7589"/>
                  </a:lnTo>
                  <a:lnTo>
                    <a:pt x="39942" y="9352"/>
                  </a:lnTo>
                  <a:lnTo>
                    <a:pt x="34670" y="11294"/>
                  </a:lnTo>
                  <a:lnTo>
                    <a:pt x="29466" y="13412"/>
                  </a:lnTo>
                  <a:lnTo>
                    <a:pt x="24336" y="15703"/>
                  </a:lnTo>
                  <a:lnTo>
                    <a:pt x="19287" y="18166"/>
                  </a:lnTo>
                  <a:lnTo>
                    <a:pt x="14323" y="20797"/>
                  </a:lnTo>
                  <a:lnTo>
                    <a:pt x="9450" y="23593"/>
                  </a:lnTo>
                  <a:lnTo>
                    <a:pt x="4674" y="26551"/>
                  </a:lnTo>
                  <a:lnTo>
                    <a:pt x="0" y="29668"/>
                  </a:lnTo>
                  <a:lnTo>
                    <a:pt x="9507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1450" y="171117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1450" y="171117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1450" y="171117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1450" y="171117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1450" y="171117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1450" y="171117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1450" y="171117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1450" y="171117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1450" y="171117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91450" y="171117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91450" y="171117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91450" y="171117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91450" y="171117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991450" y="171117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991450" y="171117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991450" y="171117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919374" y="1681503"/>
              <a:ext cx="334298" cy="334334"/>
            </a:xfrm>
            <a:custGeom>
              <a:avLst/>
              <a:pathLst>
                <a:path w="334298" h="334334">
                  <a:moveTo>
                    <a:pt x="72076" y="29668"/>
                  </a:moveTo>
                  <a:lnTo>
                    <a:pt x="67763" y="32753"/>
                  </a:lnTo>
                  <a:lnTo>
                    <a:pt x="63550" y="35973"/>
                  </a:lnTo>
                  <a:lnTo>
                    <a:pt x="59441" y="39325"/>
                  </a:lnTo>
                  <a:lnTo>
                    <a:pt x="55440" y="42805"/>
                  </a:lnTo>
                  <a:lnTo>
                    <a:pt x="51552" y="46411"/>
                  </a:lnTo>
                  <a:lnTo>
                    <a:pt x="47780" y="50138"/>
                  </a:lnTo>
                  <a:lnTo>
                    <a:pt x="44129" y="53983"/>
                  </a:lnTo>
                  <a:lnTo>
                    <a:pt x="40601" y="57942"/>
                  </a:lnTo>
                  <a:lnTo>
                    <a:pt x="37200" y="62010"/>
                  </a:lnTo>
                  <a:lnTo>
                    <a:pt x="33930" y="66185"/>
                  </a:lnTo>
                  <a:lnTo>
                    <a:pt x="30794" y="70461"/>
                  </a:lnTo>
                  <a:lnTo>
                    <a:pt x="27796" y="74834"/>
                  </a:lnTo>
                  <a:lnTo>
                    <a:pt x="24937" y="79300"/>
                  </a:lnTo>
                  <a:lnTo>
                    <a:pt x="22222" y="83855"/>
                  </a:lnTo>
                  <a:lnTo>
                    <a:pt x="19653" y="88494"/>
                  </a:lnTo>
                  <a:lnTo>
                    <a:pt x="17232" y="93211"/>
                  </a:lnTo>
                  <a:lnTo>
                    <a:pt x="14962" y="98004"/>
                  </a:lnTo>
                  <a:lnTo>
                    <a:pt x="12844" y="102865"/>
                  </a:lnTo>
                  <a:lnTo>
                    <a:pt x="10883" y="107792"/>
                  </a:lnTo>
                  <a:lnTo>
                    <a:pt x="9078" y="112778"/>
                  </a:lnTo>
                  <a:lnTo>
                    <a:pt x="7433" y="117819"/>
                  </a:lnTo>
                  <a:lnTo>
                    <a:pt x="5948" y="122909"/>
                  </a:lnTo>
                  <a:lnTo>
                    <a:pt x="4625" y="128044"/>
                  </a:lnTo>
                  <a:lnTo>
                    <a:pt x="3466" y="133219"/>
                  </a:lnTo>
                  <a:lnTo>
                    <a:pt x="2472" y="138427"/>
                  </a:lnTo>
                  <a:lnTo>
                    <a:pt x="1643" y="143665"/>
                  </a:lnTo>
                  <a:lnTo>
                    <a:pt x="981" y="148926"/>
                  </a:lnTo>
                  <a:lnTo>
                    <a:pt x="486" y="154205"/>
                  </a:lnTo>
                  <a:lnTo>
                    <a:pt x="159" y="159498"/>
                  </a:lnTo>
                  <a:lnTo>
                    <a:pt x="0" y="164798"/>
                  </a:lnTo>
                  <a:lnTo>
                    <a:pt x="8" y="170101"/>
                  </a:lnTo>
                  <a:lnTo>
                    <a:pt x="186" y="175400"/>
                  </a:lnTo>
                  <a:lnTo>
                    <a:pt x="531" y="180692"/>
                  </a:lnTo>
                  <a:lnTo>
                    <a:pt x="1044" y="185970"/>
                  </a:lnTo>
                  <a:lnTo>
                    <a:pt x="1723" y="191228"/>
                  </a:lnTo>
                  <a:lnTo>
                    <a:pt x="2570" y="196463"/>
                  </a:lnTo>
                  <a:lnTo>
                    <a:pt x="3582" y="201668"/>
                  </a:lnTo>
                  <a:lnTo>
                    <a:pt x="4758" y="206839"/>
                  </a:lnTo>
                  <a:lnTo>
                    <a:pt x="6098" y="211969"/>
                  </a:lnTo>
                  <a:lnTo>
                    <a:pt x="7600" y="217055"/>
                  </a:lnTo>
                  <a:lnTo>
                    <a:pt x="9263" y="222090"/>
                  </a:lnTo>
                  <a:lnTo>
                    <a:pt x="11084" y="227070"/>
                  </a:lnTo>
                  <a:lnTo>
                    <a:pt x="13063" y="231990"/>
                  </a:lnTo>
                  <a:lnTo>
                    <a:pt x="15196" y="236844"/>
                  </a:lnTo>
                  <a:lnTo>
                    <a:pt x="17483" y="241629"/>
                  </a:lnTo>
                  <a:lnTo>
                    <a:pt x="19920" y="246338"/>
                  </a:lnTo>
                  <a:lnTo>
                    <a:pt x="22505" y="250968"/>
                  </a:lnTo>
                  <a:lnTo>
                    <a:pt x="25235" y="255514"/>
                  </a:lnTo>
                  <a:lnTo>
                    <a:pt x="28109" y="259970"/>
                  </a:lnTo>
                  <a:lnTo>
                    <a:pt x="31122" y="264333"/>
                  </a:lnTo>
                  <a:lnTo>
                    <a:pt x="34272" y="268599"/>
                  </a:lnTo>
                  <a:lnTo>
                    <a:pt x="37556" y="272762"/>
                  </a:lnTo>
                  <a:lnTo>
                    <a:pt x="40971" y="276819"/>
                  </a:lnTo>
                  <a:lnTo>
                    <a:pt x="44512" y="280766"/>
                  </a:lnTo>
                  <a:lnTo>
                    <a:pt x="48176" y="284599"/>
                  </a:lnTo>
                  <a:lnTo>
                    <a:pt x="51961" y="288313"/>
                  </a:lnTo>
                  <a:lnTo>
                    <a:pt x="55861" y="291906"/>
                  </a:lnTo>
                  <a:lnTo>
                    <a:pt x="59873" y="295372"/>
                  </a:lnTo>
                  <a:lnTo>
                    <a:pt x="63994" y="298710"/>
                  </a:lnTo>
                  <a:lnTo>
                    <a:pt x="68218" y="301916"/>
                  </a:lnTo>
                  <a:lnTo>
                    <a:pt x="72541" y="304986"/>
                  </a:lnTo>
                  <a:lnTo>
                    <a:pt x="76960" y="307917"/>
                  </a:lnTo>
                  <a:lnTo>
                    <a:pt x="81469" y="310707"/>
                  </a:lnTo>
                  <a:lnTo>
                    <a:pt x="86065" y="313352"/>
                  </a:lnTo>
                  <a:lnTo>
                    <a:pt x="90742" y="315851"/>
                  </a:lnTo>
                  <a:lnTo>
                    <a:pt x="95497" y="318199"/>
                  </a:lnTo>
                  <a:lnTo>
                    <a:pt x="100323" y="320396"/>
                  </a:lnTo>
                  <a:lnTo>
                    <a:pt x="105216" y="322438"/>
                  </a:lnTo>
                  <a:lnTo>
                    <a:pt x="110172" y="324324"/>
                  </a:lnTo>
                  <a:lnTo>
                    <a:pt x="115185" y="326052"/>
                  </a:lnTo>
                  <a:lnTo>
                    <a:pt x="120251" y="327621"/>
                  </a:lnTo>
                  <a:lnTo>
                    <a:pt x="125363" y="329027"/>
                  </a:lnTo>
                  <a:lnTo>
                    <a:pt x="130518" y="330271"/>
                  </a:lnTo>
                  <a:lnTo>
                    <a:pt x="135710" y="331351"/>
                  </a:lnTo>
                  <a:lnTo>
                    <a:pt x="140933" y="332266"/>
                  </a:lnTo>
                  <a:lnTo>
                    <a:pt x="146182" y="333014"/>
                  </a:lnTo>
                  <a:lnTo>
                    <a:pt x="151453" y="333596"/>
                  </a:lnTo>
                  <a:lnTo>
                    <a:pt x="156739" y="334010"/>
                  </a:lnTo>
                  <a:lnTo>
                    <a:pt x="162036" y="334256"/>
                  </a:lnTo>
                  <a:lnTo>
                    <a:pt x="167338" y="334334"/>
                  </a:lnTo>
                  <a:lnTo>
                    <a:pt x="172640" y="334244"/>
                  </a:lnTo>
                  <a:lnTo>
                    <a:pt x="177937" y="333986"/>
                  </a:lnTo>
                  <a:lnTo>
                    <a:pt x="183222" y="333560"/>
                  </a:lnTo>
                  <a:lnTo>
                    <a:pt x="188492" y="332967"/>
                  </a:lnTo>
                  <a:lnTo>
                    <a:pt x="193739" y="332206"/>
                  </a:lnTo>
                  <a:lnTo>
                    <a:pt x="198961" y="331280"/>
                  </a:lnTo>
                  <a:lnTo>
                    <a:pt x="204150" y="330188"/>
                  </a:lnTo>
                  <a:lnTo>
                    <a:pt x="209301" y="328933"/>
                  </a:lnTo>
                  <a:lnTo>
                    <a:pt x="214411" y="327515"/>
                  </a:lnTo>
                  <a:lnTo>
                    <a:pt x="219473" y="325935"/>
                  </a:lnTo>
                  <a:lnTo>
                    <a:pt x="224482" y="324196"/>
                  </a:lnTo>
                  <a:lnTo>
                    <a:pt x="229434" y="322298"/>
                  </a:lnTo>
                  <a:lnTo>
                    <a:pt x="234323" y="320245"/>
                  </a:lnTo>
                  <a:lnTo>
                    <a:pt x="239144" y="318037"/>
                  </a:lnTo>
                  <a:lnTo>
                    <a:pt x="243893" y="315678"/>
                  </a:lnTo>
                  <a:lnTo>
                    <a:pt x="248564" y="313169"/>
                  </a:lnTo>
                  <a:lnTo>
                    <a:pt x="253154" y="310514"/>
                  </a:lnTo>
                  <a:lnTo>
                    <a:pt x="257657" y="307714"/>
                  </a:lnTo>
                  <a:lnTo>
                    <a:pt x="262069" y="304772"/>
                  </a:lnTo>
                  <a:lnTo>
                    <a:pt x="266386" y="301693"/>
                  </a:lnTo>
                  <a:lnTo>
                    <a:pt x="270603" y="298478"/>
                  </a:lnTo>
                  <a:lnTo>
                    <a:pt x="274715" y="295130"/>
                  </a:lnTo>
                  <a:lnTo>
                    <a:pt x="278720" y="291654"/>
                  </a:lnTo>
                  <a:lnTo>
                    <a:pt x="282612" y="288053"/>
                  </a:lnTo>
                  <a:lnTo>
                    <a:pt x="286388" y="284330"/>
                  </a:lnTo>
                  <a:lnTo>
                    <a:pt x="290044" y="280490"/>
                  </a:lnTo>
                  <a:lnTo>
                    <a:pt x="293577" y="276535"/>
                  </a:lnTo>
                  <a:lnTo>
                    <a:pt x="296982" y="272470"/>
                  </a:lnTo>
                  <a:lnTo>
                    <a:pt x="300256" y="268299"/>
                  </a:lnTo>
                  <a:lnTo>
                    <a:pt x="303397" y="264027"/>
                  </a:lnTo>
                  <a:lnTo>
                    <a:pt x="306400" y="259657"/>
                  </a:lnTo>
                  <a:lnTo>
                    <a:pt x="309264" y="255194"/>
                  </a:lnTo>
                  <a:lnTo>
                    <a:pt x="311984" y="250642"/>
                  </a:lnTo>
                  <a:lnTo>
                    <a:pt x="314559" y="246006"/>
                  </a:lnTo>
                  <a:lnTo>
                    <a:pt x="316985" y="241291"/>
                  </a:lnTo>
                  <a:lnTo>
                    <a:pt x="319261" y="236502"/>
                  </a:lnTo>
                  <a:lnTo>
                    <a:pt x="321383" y="231642"/>
                  </a:lnTo>
                  <a:lnTo>
                    <a:pt x="323351" y="226718"/>
                  </a:lnTo>
                  <a:lnTo>
                    <a:pt x="325161" y="221734"/>
                  </a:lnTo>
                  <a:lnTo>
                    <a:pt x="326812" y="216695"/>
                  </a:lnTo>
                  <a:lnTo>
                    <a:pt x="328303" y="211606"/>
                  </a:lnTo>
                  <a:lnTo>
                    <a:pt x="329631" y="206473"/>
                  </a:lnTo>
                  <a:lnTo>
                    <a:pt x="330796" y="201300"/>
                  </a:lnTo>
                  <a:lnTo>
                    <a:pt x="331796" y="196092"/>
                  </a:lnTo>
                  <a:lnTo>
                    <a:pt x="332631" y="190856"/>
                  </a:lnTo>
                  <a:lnTo>
                    <a:pt x="333299" y="185595"/>
                  </a:lnTo>
                  <a:lnTo>
                    <a:pt x="333800" y="180316"/>
                  </a:lnTo>
                  <a:lnTo>
                    <a:pt x="334133" y="175024"/>
                  </a:lnTo>
                  <a:lnTo>
                    <a:pt x="334298" y="169724"/>
                  </a:lnTo>
                  <a:lnTo>
                    <a:pt x="334295" y="164421"/>
                  </a:lnTo>
                  <a:lnTo>
                    <a:pt x="334124" y="159122"/>
                  </a:lnTo>
                  <a:lnTo>
                    <a:pt x="333785" y="153830"/>
                  </a:lnTo>
                  <a:lnTo>
                    <a:pt x="333278" y="148551"/>
                  </a:lnTo>
                  <a:lnTo>
                    <a:pt x="332604" y="143292"/>
                  </a:lnTo>
                  <a:lnTo>
                    <a:pt x="331763" y="138056"/>
                  </a:lnTo>
                  <a:lnTo>
                    <a:pt x="330757" y="132850"/>
                  </a:lnTo>
                  <a:lnTo>
                    <a:pt x="329587" y="127678"/>
                  </a:lnTo>
                  <a:lnTo>
                    <a:pt x="328252" y="122546"/>
                  </a:lnTo>
                  <a:lnTo>
                    <a:pt x="326756" y="117459"/>
                  </a:lnTo>
                  <a:lnTo>
                    <a:pt x="325099" y="112422"/>
                  </a:lnTo>
                  <a:lnTo>
                    <a:pt x="323283" y="107440"/>
                  </a:lnTo>
                  <a:lnTo>
                    <a:pt x="321311" y="102518"/>
                  </a:lnTo>
                  <a:lnTo>
                    <a:pt x="319183" y="97661"/>
                  </a:lnTo>
                  <a:lnTo>
                    <a:pt x="316902" y="92874"/>
                  </a:lnTo>
                  <a:lnTo>
                    <a:pt x="314470" y="88162"/>
                  </a:lnTo>
                  <a:lnTo>
                    <a:pt x="311890" y="83529"/>
                  </a:lnTo>
                  <a:lnTo>
                    <a:pt x="309164" y="78980"/>
                  </a:lnTo>
                  <a:lnTo>
                    <a:pt x="306296" y="74520"/>
                  </a:lnTo>
                  <a:lnTo>
                    <a:pt x="303288" y="70154"/>
                  </a:lnTo>
                  <a:lnTo>
                    <a:pt x="300142" y="65885"/>
                  </a:lnTo>
                  <a:lnTo>
                    <a:pt x="296863" y="61718"/>
                  </a:lnTo>
                  <a:lnTo>
                    <a:pt x="293453" y="57657"/>
                  </a:lnTo>
                  <a:lnTo>
                    <a:pt x="289916" y="53706"/>
                  </a:lnTo>
                  <a:lnTo>
                    <a:pt x="286256" y="49869"/>
                  </a:lnTo>
                  <a:lnTo>
                    <a:pt x="282476" y="46151"/>
                  </a:lnTo>
                  <a:lnTo>
                    <a:pt x="278580" y="42554"/>
                  </a:lnTo>
                  <a:lnTo>
                    <a:pt x="274571" y="39082"/>
                  </a:lnTo>
                  <a:lnTo>
                    <a:pt x="270455" y="35740"/>
                  </a:lnTo>
                  <a:lnTo>
                    <a:pt x="266234" y="32529"/>
                  </a:lnTo>
                  <a:lnTo>
                    <a:pt x="261914" y="29455"/>
                  </a:lnTo>
                  <a:lnTo>
                    <a:pt x="257499" y="26518"/>
                  </a:lnTo>
                  <a:lnTo>
                    <a:pt x="252993" y="23723"/>
                  </a:lnTo>
                  <a:lnTo>
                    <a:pt x="248400" y="21073"/>
                  </a:lnTo>
                  <a:lnTo>
                    <a:pt x="243725" y="18570"/>
                  </a:lnTo>
                  <a:lnTo>
                    <a:pt x="238974" y="16216"/>
                  </a:lnTo>
                  <a:lnTo>
                    <a:pt x="234150" y="14014"/>
                  </a:lnTo>
                  <a:lnTo>
                    <a:pt x="229259" y="11966"/>
                  </a:lnTo>
                  <a:lnTo>
                    <a:pt x="224305" y="10074"/>
                  </a:lnTo>
                  <a:lnTo>
                    <a:pt x="219294" y="8340"/>
                  </a:lnTo>
                  <a:lnTo>
                    <a:pt x="214230" y="6766"/>
                  </a:lnTo>
                  <a:lnTo>
                    <a:pt x="209119" y="5354"/>
                  </a:lnTo>
                  <a:lnTo>
                    <a:pt x="203966" y="4104"/>
                  </a:lnTo>
                  <a:lnTo>
                    <a:pt x="198776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86213" y="2126963"/>
              <a:ext cx="95074" cy="167167"/>
            </a:xfrm>
            <a:custGeom>
              <a:avLst/>
              <a:pathLst>
                <a:path w="95074" h="167167">
                  <a:moveTo>
                    <a:pt x="95074" y="0"/>
                  </a:moveTo>
                  <a:lnTo>
                    <a:pt x="89456" y="94"/>
                  </a:lnTo>
                  <a:lnTo>
                    <a:pt x="83845" y="377"/>
                  </a:lnTo>
                  <a:lnTo>
                    <a:pt x="78247" y="849"/>
                  </a:lnTo>
                  <a:lnTo>
                    <a:pt x="72668" y="1508"/>
                  </a:lnTo>
                  <a:lnTo>
                    <a:pt x="67114" y="2354"/>
                  </a:lnTo>
                  <a:lnTo>
                    <a:pt x="61591" y="3387"/>
                  </a:lnTo>
                  <a:lnTo>
                    <a:pt x="56107" y="4605"/>
                  </a:lnTo>
                  <a:lnTo>
                    <a:pt x="50666" y="6006"/>
                  </a:lnTo>
                  <a:lnTo>
                    <a:pt x="45276" y="7589"/>
                  </a:lnTo>
                  <a:lnTo>
                    <a:pt x="39942" y="9352"/>
                  </a:lnTo>
                  <a:lnTo>
                    <a:pt x="34670" y="11294"/>
                  </a:lnTo>
                  <a:lnTo>
                    <a:pt x="29466" y="13412"/>
                  </a:lnTo>
                  <a:lnTo>
                    <a:pt x="24336" y="15703"/>
                  </a:lnTo>
                  <a:lnTo>
                    <a:pt x="19287" y="18166"/>
                  </a:lnTo>
                  <a:lnTo>
                    <a:pt x="14323" y="20797"/>
                  </a:lnTo>
                  <a:lnTo>
                    <a:pt x="9450" y="23593"/>
                  </a:lnTo>
                  <a:lnTo>
                    <a:pt x="4674" y="26551"/>
                  </a:lnTo>
                  <a:lnTo>
                    <a:pt x="0" y="29668"/>
                  </a:lnTo>
                  <a:lnTo>
                    <a:pt x="9507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86213" y="215663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86213" y="215663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86213" y="215663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86213" y="215663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86213" y="215663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86213" y="215663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86213" y="215663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86213" y="215663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86213" y="215663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86213" y="215663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86213" y="215663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686213" y="215663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686213" y="215663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686213" y="2156632"/>
              <a:ext cx="95074" cy="137498"/>
            </a:xfrm>
            <a:custGeom>
              <a:avLst/>
              <a:pathLst>
                <a:path w="95074" h="137498">
                  <a:moveTo>
                    <a:pt x="0" y="0"/>
                  </a:moveTo>
                  <a:lnTo>
                    <a:pt x="95074" y="1374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614139" y="2127812"/>
              <a:ext cx="334303" cy="333485"/>
            </a:xfrm>
            <a:custGeom>
              <a:avLst/>
              <a:pathLst>
                <a:path w="334303" h="333485">
                  <a:moveTo>
                    <a:pt x="72074" y="28819"/>
                  </a:moveTo>
                  <a:lnTo>
                    <a:pt x="67765" y="31901"/>
                  </a:lnTo>
                  <a:lnTo>
                    <a:pt x="63556" y="35117"/>
                  </a:lnTo>
                  <a:lnTo>
                    <a:pt x="59451" y="38465"/>
                  </a:lnTo>
                  <a:lnTo>
                    <a:pt x="55454" y="41942"/>
                  </a:lnTo>
                  <a:lnTo>
                    <a:pt x="51569" y="45543"/>
                  </a:lnTo>
                  <a:lnTo>
                    <a:pt x="47801" y="49266"/>
                  </a:lnTo>
                  <a:lnTo>
                    <a:pt x="44152" y="53106"/>
                  </a:lnTo>
                  <a:lnTo>
                    <a:pt x="40626" y="57060"/>
                  </a:lnTo>
                  <a:lnTo>
                    <a:pt x="37228" y="61124"/>
                  </a:lnTo>
                  <a:lnTo>
                    <a:pt x="33960" y="65293"/>
                  </a:lnTo>
                  <a:lnTo>
                    <a:pt x="30826" y="69564"/>
                  </a:lnTo>
                  <a:lnTo>
                    <a:pt x="27829" y="73931"/>
                  </a:lnTo>
                  <a:lnTo>
                    <a:pt x="24972" y="78392"/>
                  </a:lnTo>
                  <a:lnTo>
                    <a:pt x="22257" y="82941"/>
                  </a:lnTo>
                  <a:lnTo>
                    <a:pt x="19688" y="87574"/>
                  </a:lnTo>
                  <a:lnTo>
                    <a:pt x="17267" y="92285"/>
                  </a:lnTo>
                  <a:lnTo>
                    <a:pt x="14997" y="97071"/>
                  </a:lnTo>
                  <a:lnTo>
                    <a:pt x="12879" y="101927"/>
                  </a:lnTo>
                  <a:lnTo>
                    <a:pt x="10917" y="106847"/>
                  </a:lnTo>
                  <a:lnTo>
                    <a:pt x="9111" y="111827"/>
                  </a:lnTo>
                  <a:lnTo>
                    <a:pt x="7464" y="116862"/>
                  </a:lnTo>
                  <a:lnTo>
                    <a:pt x="5977" y="121946"/>
                  </a:lnTo>
                  <a:lnTo>
                    <a:pt x="4652" y="127075"/>
                  </a:lnTo>
                  <a:lnTo>
                    <a:pt x="3490" y="132243"/>
                  </a:lnTo>
                  <a:lnTo>
                    <a:pt x="2493" y="137446"/>
                  </a:lnTo>
                  <a:lnTo>
                    <a:pt x="1660" y="142677"/>
                  </a:lnTo>
                  <a:lnTo>
                    <a:pt x="994" y="147932"/>
                  </a:lnTo>
                  <a:lnTo>
                    <a:pt x="495" y="153206"/>
                  </a:lnTo>
                  <a:lnTo>
                    <a:pt x="164" y="158493"/>
                  </a:lnTo>
                  <a:lnTo>
                    <a:pt x="0" y="163788"/>
                  </a:lnTo>
                  <a:lnTo>
                    <a:pt x="3" y="169085"/>
                  </a:lnTo>
                  <a:lnTo>
                    <a:pt x="175" y="174379"/>
                  </a:lnTo>
                  <a:lnTo>
                    <a:pt x="514" y="179666"/>
                  </a:lnTo>
                  <a:lnTo>
                    <a:pt x="1021" y="184939"/>
                  </a:lnTo>
                  <a:lnTo>
                    <a:pt x="1694" y="190193"/>
                  </a:lnTo>
                  <a:lnTo>
                    <a:pt x="2534" y="195423"/>
                  </a:lnTo>
                  <a:lnTo>
                    <a:pt x="3538" y="200625"/>
                  </a:lnTo>
                  <a:lnTo>
                    <a:pt x="4708" y="205791"/>
                  </a:lnTo>
                  <a:lnTo>
                    <a:pt x="6040" y="210918"/>
                  </a:lnTo>
                  <a:lnTo>
                    <a:pt x="7534" y="216000"/>
                  </a:lnTo>
                  <a:lnTo>
                    <a:pt x="9188" y="221033"/>
                  </a:lnTo>
                  <a:lnTo>
                    <a:pt x="11001" y="226010"/>
                  </a:lnTo>
                  <a:lnTo>
                    <a:pt x="12971" y="230928"/>
                  </a:lnTo>
                  <a:lnTo>
                    <a:pt x="15095" y="235780"/>
                  </a:lnTo>
                  <a:lnTo>
                    <a:pt x="17373" y="240563"/>
                  </a:lnTo>
                  <a:lnTo>
                    <a:pt x="19800" y="245271"/>
                  </a:lnTo>
                  <a:lnTo>
                    <a:pt x="22376" y="249900"/>
                  </a:lnTo>
                  <a:lnTo>
                    <a:pt x="25097" y="254445"/>
                  </a:lnTo>
                  <a:lnTo>
                    <a:pt x="27960" y="258902"/>
                  </a:lnTo>
                  <a:lnTo>
                    <a:pt x="30964" y="263265"/>
                  </a:lnTo>
                  <a:lnTo>
                    <a:pt x="34104" y="267532"/>
                  </a:lnTo>
                  <a:lnTo>
                    <a:pt x="37377" y="271696"/>
                  </a:lnTo>
                  <a:lnTo>
                    <a:pt x="40781" y="275755"/>
                  </a:lnTo>
                  <a:lnTo>
                    <a:pt x="44312" y="279704"/>
                  </a:lnTo>
                  <a:lnTo>
                    <a:pt x="47967" y="283539"/>
                  </a:lnTo>
                  <a:lnTo>
                    <a:pt x="51740" y="287256"/>
                  </a:lnTo>
                  <a:lnTo>
                    <a:pt x="55630" y="290852"/>
                  </a:lnTo>
                  <a:lnTo>
                    <a:pt x="59632" y="294323"/>
                  </a:lnTo>
                  <a:lnTo>
                    <a:pt x="63742" y="297665"/>
                  </a:lnTo>
                  <a:lnTo>
                    <a:pt x="67955" y="300876"/>
                  </a:lnTo>
                  <a:lnTo>
                    <a:pt x="72269" y="303951"/>
                  </a:lnTo>
                  <a:lnTo>
                    <a:pt x="76677" y="306888"/>
                  </a:lnTo>
                  <a:lnTo>
                    <a:pt x="81176" y="309684"/>
                  </a:lnTo>
                  <a:lnTo>
                    <a:pt x="85762" y="312336"/>
                  </a:lnTo>
                  <a:lnTo>
                    <a:pt x="90429" y="314841"/>
                  </a:lnTo>
                  <a:lnTo>
                    <a:pt x="95174" y="317198"/>
                  </a:lnTo>
                  <a:lnTo>
                    <a:pt x="99990" y="319402"/>
                  </a:lnTo>
                  <a:lnTo>
                    <a:pt x="104874" y="321453"/>
                  </a:lnTo>
                  <a:lnTo>
                    <a:pt x="109821" y="323349"/>
                  </a:lnTo>
                  <a:lnTo>
                    <a:pt x="114825" y="325086"/>
                  </a:lnTo>
                  <a:lnTo>
                    <a:pt x="119882" y="326664"/>
                  </a:lnTo>
                  <a:lnTo>
                    <a:pt x="124986" y="328081"/>
                  </a:lnTo>
                  <a:lnTo>
                    <a:pt x="130133" y="329336"/>
                  </a:lnTo>
                  <a:lnTo>
                    <a:pt x="135316" y="330427"/>
                  </a:lnTo>
                  <a:lnTo>
                    <a:pt x="140532" y="331353"/>
                  </a:lnTo>
                  <a:lnTo>
                    <a:pt x="145775" y="332113"/>
                  </a:lnTo>
                  <a:lnTo>
                    <a:pt x="151038" y="332707"/>
                  </a:lnTo>
                  <a:lnTo>
                    <a:pt x="156318" y="333134"/>
                  </a:lnTo>
                  <a:lnTo>
                    <a:pt x="161609" y="333394"/>
                  </a:lnTo>
                  <a:lnTo>
                    <a:pt x="166906" y="333485"/>
                  </a:lnTo>
                  <a:lnTo>
                    <a:pt x="172203" y="333409"/>
                  </a:lnTo>
                  <a:lnTo>
                    <a:pt x="177494" y="333165"/>
                  </a:lnTo>
                  <a:lnTo>
                    <a:pt x="182775" y="332753"/>
                  </a:lnTo>
                  <a:lnTo>
                    <a:pt x="188041" y="332175"/>
                  </a:lnTo>
                  <a:lnTo>
                    <a:pt x="193286" y="331429"/>
                  </a:lnTo>
                  <a:lnTo>
                    <a:pt x="198504" y="330518"/>
                  </a:lnTo>
                  <a:lnTo>
                    <a:pt x="203691" y="329442"/>
                  </a:lnTo>
                  <a:lnTo>
                    <a:pt x="208841" y="328203"/>
                  </a:lnTo>
                  <a:lnTo>
                    <a:pt x="213949" y="326800"/>
                  </a:lnTo>
                  <a:lnTo>
                    <a:pt x="219011" y="325237"/>
                  </a:lnTo>
                  <a:lnTo>
                    <a:pt x="224020" y="323514"/>
                  </a:lnTo>
                  <a:lnTo>
                    <a:pt x="228972" y="321633"/>
                  </a:lnTo>
                  <a:lnTo>
                    <a:pt x="233862" y="319596"/>
                  </a:lnTo>
                  <a:lnTo>
                    <a:pt x="238685" y="317405"/>
                  </a:lnTo>
                  <a:lnTo>
                    <a:pt x="243436" y="315063"/>
                  </a:lnTo>
                  <a:lnTo>
                    <a:pt x="248111" y="312571"/>
                  </a:lnTo>
                  <a:lnTo>
                    <a:pt x="252704" y="309932"/>
                  </a:lnTo>
                  <a:lnTo>
                    <a:pt x="257211" y="307149"/>
                  </a:lnTo>
                  <a:lnTo>
                    <a:pt x="261628" y="304225"/>
                  </a:lnTo>
                  <a:lnTo>
                    <a:pt x="265950" y="301162"/>
                  </a:lnTo>
                  <a:lnTo>
                    <a:pt x="270173" y="297964"/>
                  </a:lnTo>
                  <a:lnTo>
                    <a:pt x="274293" y="294634"/>
                  </a:lnTo>
                  <a:lnTo>
                    <a:pt x="278304" y="291174"/>
                  </a:lnTo>
                  <a:lnTo>
                    <a:pt x="282205" y="287590"/>
                  </a:lnTo>
                  <a:lnTo>
                    <a:pt x="285989" y="283883"/>
                  </a:lnTo>
                  <a:lnTo>
                    <a:pt x="289655" y="280059"/>
                  </a:lnTo>
                  <a:lnTo>
                    <a:pt x="293197" y="276120"/>
                  </a:lnTo>
                  <a:lnTo>
                    <a:pt x="296613" y="272071"/>
                  </a:lnTo>
                  <a:lnTo>
                    <a:pt x="299898" y="267916"/>
                  </a:lnTo>
                  <a:lnTo>
                    <a:pt x="303051" y="263659"/>
                  </a:lnTo>
                  <a:lnTo>
                    <a:pt x="306067" y="259304"/>
                  </a:lnTo>
                  <a:lnTo>
                    <a:pt x="308943" y="254856"/>
                  </a:lnTo>
                  <a:lnTo>
                    <a:pt x="311677" y="250319"/>
                  </a:lnTo>
                  <a:lnTo>
                    <a:pt x="314266" y="245697"/>
                  </a:lnTo>
                  <a:lnTo>
                    <a:pt x="316708" y="240996"/>
                  </a:lnTo>
                  <a:lnTo>
                    <a:pt x="318999" y="236220"/>
                  </a:lnTo>
                  <a:lnTo>
                    <a:pt x="321137" y="231374"/>
                  </a:lnTo>
                  <a:lnTo>
                    <a:pt x="323121" y="226462"/>
                  </a:lnTo>
                  <a:lnTo>
                    <a:pt x="324948" y="221490"/>
                  </a:lnTo>
                  <a:lnTo>
                    <a:pt x="326617" y="216462"/>
                  </a:lnTo>
                  <a:lnTo>
                    <a:pt x="328126" y="211384"/>
                  </a:lnTo>
                  <a:lnTo>
                    <a:pt x="329473" y="206261"/>
                  </a:lnTo>
                  <a:lnTo>
                    <a:pt x="330657" y="201098"/>
                  </a:lnTo>
                  <a:lnTo>
                    <a:pt x="331677" y="195900"/>
                  </a:lnTo>
                  <a:lnTo>
                    <a:pt x="332532" y="190672"/>
                  </a:lnTo>
                  <a:lnTo>
                    <a:pt x="333220" y="185420"/>
                  </a:lnTo>
                  <a:lnTo>
                    <a:pt x="333742" y="180148"/>
                  </a:lnTo>
                  <a:lnTo>
                    <a:pt x="334097" y="174863"/>
                  </a:lnTo>
                  <a:lnTo>
                    <a:pt x="334284" y="169569"/>
                  </a:lnTo>
                  <a:lnTo>
                    <a:pt x="334303" y="164272"/>
                  </a:lnTo>
                  <a:lnTo>
                    <a:pt x="334154" y="158976"/>
                  </a:lnTo>
                  <a:lnTo>
                    <a:pt x="333837" y="153689"/>
                  </a:lnTo>
                  <a:lnTo>
                    <a:pt x="333354" y="148413"/>
                  </a:lnTo>
                  <a:lnTo>
                    <a:pt x="332703" y="143156"/>
                  </a:lnTo>
                  <a:lnTo>
                    <a:pt x="331886" y="137922"/>
                  </a:lnTo>
                  <a:lnTo>
                    <a:pt x="330904" y="132717"/>
                  </a:lnTo>
                  <a:lnTo>
                    <a:pt x="329757" y="127545"/>
                  </a:lnTo>
                  <a:lnTo>
                    <a:pt x="328447" y="122413"/>
                  </a:lnTo>
                  <a:lnTo>
                    <a:pt x="326974" y="117324"/>
                  </a:lnTo>
                  <a:lnTo>
                    <a:pt x="325342" y="112285"/>
                  </a:lnTo>
                  <a:lnTo>
                    <a:pt x="323550" y="107300"/>
                  </a:lnTo>
                  <a:lnTo>
                    <a:pt x="321602" y="102374"/>
                  </a:lnTo>
                  <a:lnTo>
                    <a:pt x="319498" y="97512"/>
                  </a:lnTo>
                  <a:lnTo>
                    <a:pt x="317242" y="92719"/>
                  </a:lnTo>
                  <a:lnTo>
                    <a:pt x="314835" y="88001"/>
                  </a:lnTo>
                  <a:lnTo>
                    <a:pt x="312279" y="83361"/>
                  </a:lnTo>
                  <a:lnTo>
                    <a:pt x="309578" y="78804"/>
                  </a:lnTo>
                  <a:lnTo>
                    <a:pt x="306733" y="74335"/>
                  </a:lnTo>
                  <a:lnTo>
                    <a:pt x="303749" y="69959"/>
                  </a:lnTo>
                  <a:lnTo>
                    <a:pt x="300627" y="65679"/>
                  </a:lnTo>
                  <a:lnTo>
                    <a:pt x="297371" y="61500"/>
                  </a:lnTo>
                  <a:lnTo>
                    <a:pt x="293985" y="57427"/>
                  </a:lnTo>
                  <a:lnTo>
                    <a:pt x="290471" y="53463"/>
                  </a:lnTo>
                  <a:lnTo>
                    <a:pt x="286833" y="49612"/>
                  </a:lnTo>
                  <a:lnTo>
                    <a:pt x="283076" y="45878"/>
                  </a:lnTo>
                  <a:lnTo>
                    <a:pt x="279201" y="42266"/>
                  </a:lnTo>
                  <a:lnTo>
                    <a:pt x="275214" y="38778"/>
                  </a:lnTo>
                  <a:lnTo>
                    <a:pt x="271119" y="35418"/>
                  </a:lnTo>
                  <a:lnTo>
                    <a:pt x="266920" y="32189"/>
                  </a:lnTo>
                  <a:lnTo>
                    <a:pt x="262620" y="29095"/>
                  </a:lnTo>
                  <a:lnTo>
                    <a:pt x="258224" y="26139"/>
                  </a:lnTo>
                  <a:lnTo>
                    <a:pt x="253737" y="23324"/>
                  </a:lnTo>
                  <a:lnTo>
                    <a:pt x="249162" y="20652"/>
                  </a:lnTo>
                  <a:lnTo>
                    <a:pt x="244506" y="18127"/>
                  </a:lnTo>
                  <a:lnTo>
                    <a:pt x="239772" y="15750"/>
                  </a:lnTo>
                  <a:lnTo>
                    <a:pt x="234965" y="13525"/>
                  </a:lnTo>
                  <a:lnTo>
                    <a:pt x="230089" y="11452"/>
                  </a:lnTo>
                  <a:lnTo>
                    <a:pt x="225151" y="9536"/>
                  </a:lnTo>
                  <a:lnTo>
                    <a:pt x="220154" y="7777"/>
                  </a:lnTo>
                  <a:lnTo>
                    <a:pt x="215104" y="6177"/>
                  </a:lnTo>
                  <a:lnTo>
                    <a:pt x="210006" y="4738"/>
                  </a:lnTo>
                  <a:lnTo>
                    <a:pt x="204865" y="3461"/>
                  </a:lnTo>
                  <a:lnTo>
                    <a:pt x="199686" y="2348"/>
                  </a:lnTo>
                  <a:lnTo>
                    <a:pt x="194475" y="1399"/>
                  </a:lnTo>
                  <a:lnTo>
                    <a:pt x="189236" y="616"/>
                  </a:lnTo>
                  <a:lnTo>
                    <a:pt x="183974" y="0"/>
                  </a:lnTo>
                  <a:lnTo>
                    <a:pt x="167148" y="1663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781287" y="2126963"/>
              <a:ext cx="16826" cy="167167"/>
            </a:xfrm>
            <a:custGeom>
              <a:avLst/>
              <a:pathLst>
                <a:path w="16826" h="167167">
                  <a:moveTo>
                    <a:pt x="16826" y="849"/>
                  </a:moveTo>
                  <a:lnTo>
                    <a:pt x="8424" y="2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423594" y="2633064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0" y="2091"/>
                  </a:lnTo>
                  <a:lnTo>
                    <a:pt x="135575" y="3009"/>
                  </a:lnTo>
                  <a:lnTo>
                    <a:pt x="130392" y="4091"/>
                  </a:lnTo>
                  <a:lnTo>
                    <a:pt x="125247" y="5337"/>
                  </a:lnTo>
                  <a:lnTo>
                    <a:pt x="120143" y="6746"/>
                  </a:lnTo>
                  <a:lnTo>
                    <a:pt x="115086" y="8315"/>
                  </a:lnTo>
                  <a:lnTo>
                    <a:pt x="110082" y="10043"/>
                  </a:lnTo>
                  <a:lnTo>
                    <a:pt x="105134" y="11930"/>
                  </a:lnTo>
                  <a:lnTo>
                    <a:pt x="100249" y="13971"/>
                  </a:lnTo>
                  <a:lnTo>
                    <a:pt x="95431" y="16167"/>
                  </a:lnTo>
                  <a:lnTo>
                    <a:pt x="90686" y="18514"/>
                  </a:lnTo>
                  <a:lnTo>
                    <a:pt x="86016" y="21010"/>
                  </a:lnTo>
                  <a:lnTo>
                    <a:pt x="81428" y="23653"/>
                  </a:lnTo>
                  <a:lnTo>
                    <a:pt x="76927" y="26440"/>
                  </a:lnTo>
                  <a:lnTo>
                    <a:pt x="72515" y="29368"/>
                  </a:lnTo>
                  <a:lnTo>
                    <a:pt x="68199" y="32434"/>
                  </a:lnTo>
                  <a:lnTo>
                    <a:pt x="63982" y="35635"/>
                  </a:lnTo>
                  <a:lnTo>
                    <a:pt x="59868" y="38968"/>
                  </a:lnTo>
                  <a:lnTo>
                    <a:pt x="55862" y="42430"/>
                  </a:lnTo>
                  <a:lnTo>
                    <a:pt x="51968" y="46017"/>
                  </a:lnTo>
                  <a:lnTo>
                    <a:pt x="48189" y="49726"/>
                  </a:lnTo>
                  <a:lnTo>
                    <a:pt x="44529" y="53552"/>
                  </a:lnTo>
                  <a:lnTo>
                    <a:pt x="40993" y="57492"/>
                  </a:lnTo>
                  <a:lnTo>
                    <a:pt x="37583" y="61542"/>
                  </a:lnTo>
                  <a:lnTo>
                    <a:pt x="34303" y="65699"/>
                  </a:lnTo>
                  <a:lnTo>
                    <a:pt x="31156" y="69957"/>
                  </a:lnTo>
                  <a:lnTo>
                    <a:pt x="28146" y="74312"/>
                  </a:lnTo>
                  <a:lnTo>
                    <a:pt x="25275" y="78761"/>
                  </a:lnTo>
                  <a:lnTo>
                    <a:pt x="22547" y="83298"/>
                  </a:lnTo>
                  <a:lnTo>
                    <a:pt x="19963" y="87920"/>
                  </a:lnTo>
                  <a:lnTo>
                    <a:pt x="17527" y="92621"/>
                  </a:lnTo>
                  <a:lnTo>
                    <a:pt x="15242" y="97397"/>
                  </a:lnTo>
                  <a:lnTo>
                    <a:pt x="13108" y="102242"/>
                  </a:lnTo>
                  <a:lnTo>
                    <a:pt x="11130" y="107153"/>
                  </a:lnTo>
                  <a:lnTo>
                    <a:pt x="9307" y="112124"/>
                  </a:lnTo>
                  <a:lnTo>
                    <a:pt x="7643" y="117151"/>
                  </a:lnTo>
                  <a:lnTo>
                    <a:pt x="6140" y="122227"/>
                  </a:lnTo>
                  <a:lnTo>
                    <a:pt x="4797" y="127349"/>
                  </a:lnTo>
                  <a:lnTo>
                    <a:pt x="3618" y="132510"/>
                  </a:lnTo>
                  <a:lnTo>
                    <a:pt x="2602" y="137706"/>
                  </a:lnTo>
                  <a:lnTo>
                    <a:pt x="1752" y="142932"/>
                  </a:lnTo>
                  <a:lnTo>
                    <a:pt x="1067" y="148182"/>
                  </a:lnTo>
                  <a:lnTo>
                    <a:pt x="549" y="153452"/>
                  </a:lnTo>
                  <a:lnTo>
                    <a:pt x="198" y="158735"/>
                  </a:lnTo>
                  <a:lnTo>
                    <a:pt x="15" y="164026"/>
                  </a:lnTo>
                  <a:lnTo>
                    <a:pt x="0" y="169321"/>
                  </a:lnTo>
                  <a:lnTo>
                    <a:pt x="152" y="174613"/>
                  </a:lnTo>
                  <a:lnTo>
                    <a:pt x="471" y="179898"/>
                  </a:lnTo>
                  <a:lnTo>
                    <a:pt x="958" y="185170"/>
                  </a:lnTo>
                  <a:lnTo>
                    <a:pt x="1611" y="190424"/>
                  </a:lnTo>
                  <a:lnTo>
                    <a:pt x="2431" y="195655"/>
                  </a:lnTo>
                  <a:lnTo>
                    <a:pt x="3416" y="200857"/>
                  </a:lnTo>
                  <a:lnTo>
                    <a:pt x="4565" y="206025"/>
                  </a:lnTo>
                  <a:lnTo>
                    <a:pt x="5877" y="211155"/>
                  </a:lnTo>
                  <a:lnTo>
                    <a:pt x="7351" y="216240"/>
                  </a:lnTo>
                  <a:lnTo>
                    <a:pt x="8985" y="221276"/>
                  </a:lnTo>
                  <a:lnTo>
                    <a:pt x="10778" y="226258"/>
                  </a:lnTo>
                  <a:lnTo>
                    <a:pt x="12728" y="231180"/>
                  </a:lnTo>
                  <a:lnTo>
                    <a:pt x="14832" y="236039"/>
                  </a:lnTo>
                  <a:lnTo>
                    <a:pt x="17090" y="240828"/>
                  </a:lnTo>
                  <a:lnTo>
                    <a:pt x="19498" y="245543"/>
                  </a:lnTo>
                  <a:lnTo>
                    <a:pt x="22054" y="250180"/>
                  </a:lnTo>
                  <a:lnTo>
                    <a:pt x="24755" y="254733"/>
                  </a:lnTo>
                  <a:lnTo>
                    <a:pt x="27600" y="259199"/>
                  </a:lnTo>
                  <a:lnTo>
                    <a:pt x="30584" y="263572"/>
                  </a:lnTo>
                  <a:lnTo>
                    <a:pt x="33706" y="267849"/>
                  </a:lnTo>
                  <a:lnTo>
                    <a:pt x="36961" y="272024"/>
                  </a:lnTo>
                  <a:lnTo>
                    <a:pt x="40347" y="276095"/>
                  </a:lnTo>
                  <a:lnTo>
                    <a:pt x="43860" y="280056"/>
                  </a:lnTo>
                  <a:lnTo>
                    <a:pt x="47497" y="283903"/>
                  </a:lnTo>
                  <a:lnTo>
                    <a:pt x="51254" y="287634"/>
                  </a:lnTo>
                  <a:lnTo>
                    <a:pt x="55127" y="291244"/>
                  </a:lnTo>
                  <a:lnTo>
                    <a:pt x="59113" y="294730"/>
                  </a:lnTo>
                  <a:lnTo>
                    <a:pt x="63207" y="298087"/>
                  </a:lnTo>
                  <a:lnTo>
                    <a:pt x="67405" y="301313"/>
                  </a:lnTo>
                  <a:lnTo>
                    <a:pt x="71703" y="304405"/>
                  </a:lnTo>
                  <a:lnTo>
                    <a:pt x="76097" y="307359"/>
                  </a:lnTo>
                  <a:lnTo>
                    <a:pt x="80582" y="310172"/>
                  </a:lnTo>
                  <a:lnTo>
                    <a:pt x="85154" y="312842"/>
                  </a:lnTo>
                  <a:lnTo>
                    <a:pt x="89809" y="315365"/>
                  </a:lnTo>
                  <a:lnTo>
                    <a:pt x="94541" y="317741"/>
                  </a:lnTo>
                  <a:lnTo>
                    <a:pt x="99346" y="319964"/>
                  </a:lnTo>
                  <a:lnTo>
                    <a:pt x="104218" y="322035"/>
                  </a:lnTo>
                  <a:lnTo>
                    <a:pt x="109154" y="323951"/>
                  </a:lnTo>
                  <a:lnTo>
                    <a:pt x="114149" y="325709"/>
                  </a:lnTo>
                  <a:lnTo>
                    <a:pt x="119196" y="327308"/>
                  </a:lnTo>
                  <a:lnTo>
                    <a:pt x="124291" y="328746"/>
                  </a:lnTo>
                  <a:lnTo>
                    <a:pt x="129430" y="330022"/>
                  </a:lnTo>
                  <a:lnTo>
                    <a:pt x="134606" y="331135"/>
                  </a:lnTo>
                  <a:lnTo>
                    <a:pt x="139815" y="332084"/>
                  </a:lnTo>
                  <a:lnTo>
                    <a:pt x="145051" y="332867"/>
                  </a:lnTo>
                  <a:lnTo>
                    <a:pt x="150310" y="333484"/>
                  </a:lnTo>
                  <a:lnTo>
                    <a:pt x="155585" y="333934"/>
                  </a:lnTo>
                  <a:lnTo>
                    <a:pt x="160872" y="334216"/>
                  </a:lnTo>
                  <a:lnTo>
                    <a:pt x="166166" y="334331"/>
                  </a:lnTo>
                  <a:lnTo>
                    <a:pt x="171460" y="334279"/>
                  </a:lnTo>
                  <a:lnTo>
                    <a:pt x="176750" y="334059"/>
                  </a:lnTo>
                  <a:lnTo>
                    <a:pt x="182030" y="333671"/>
                  </a:lnTo>
                  <a:lnTo>
                    <a:pt x="187296" y="333116"/>
                  </a:lnTo>
                  <a:lnTo>
                    <a:pt x="192541" y="332395"/>
                  </a:lnTo>
                  <a:lnTo>
                    <a:pt x="197761" y="331508"/>
                  </a:lnTo>
                  <a:lnTo>
                    <a:pt x="202950" y="330457"/>
                  </a:lnTo>
                  <a:lnTo>
                    <a:pt x="208103" y="329241"/>
                  </a:lnTo>
                  <a:lnTo>
                    <a:pt x="213215" y="327863"/>
                  </a:lnTo>
                  <a:lnTo>
                    <a:pt x="218281" y="326324"/>
                  </a:lnTo>
                  <a:lnTo>
                    <a:pt x="223295" y="324625"/>
                  </a:lnTo>
                  <a:lnTo>
                    <a:pt x="228254" y="322768"/>
                  </a:lnTo>
                  <a:lnTo>
                    <a:pt x="233151" y="320755"/>
                  </a:lnTo>
                  <a:lnTo>
                    <a:pt x="237981" y="318588"/>
                  </a:lnTo>
                  <a:lnTo>
                    <a:pt x="242741" y="316269"/>
                  </a:lnTo>
                  <a:lnTo>
                    <a:pt x="247425" y="313800"/>
                  </a:lnTo>
                  <a:lnTo>
                    <a:pt x="252028" y="311185"/>
                  </a:lnTo>
                  <a:lnTo>
                    <a:pt x="256547" y="308425"/>
                  </a:lnTo>
                  <a:lnTo>
                    <a:pt x="260975" y="305523"/>
                  </a:lnTo>
                  <a:lnTo>
                    <a:pt x="265310" y="302482"/>
                  </a:lnTo>
                  <a:lnTo>
                    <a:pt x="269546" y="299306"/>
                  </a:lnTo>
                  <a:lnTo>
                    <a:pt x="273679" y="295997"/>
                  </a:lnTo>
                  <a:lnTo>
                    <a:pt x="277705" y="292559"/>
                  </a:lnTo>
                  <a:lnTo>
                    <a:pt x="281621" y="288995"/>
                  </a:lnTo>
                  <a:lnTo>
                    <a:pt x="285421" y="285309"/>
                  </a:lnTo>
                  <a:lnTo>
                    <a:pt x="289103" y="281504"/>
                  </a:lnTo>
                  <a:lnTo>
                    <a:pt x="292663" y="277585"/>
                  </a:lnTo>
                  <a:lnTo>
                    <a:pt x="296097" y="273555"/>
                  </a:lnTo>
                  <a:lnTo>
                    <a:pt x="299401" y="269418"/>
                  </a:lnTo>
                  <a:lnTo>
                    <a:pt x="302573" y="265179"/>
                  </a:lnTo>
                  <a:lnTo>
                    <a:pt x="305609" y="260841"/>
                  </a:lnTo>
                  <a:lnTo>
                    <a:pt x="308506" y="256410"/>
                  </a:lnTo>
                  <a:lnTo>
                    <a:pt x="311261" y="251888"/>
                  </a:lnTo>
                  <a:lnTo>
                    <a:pt x="313872" y="247282"/>
                  </a:lnTo>
                  <a:lnTo>
                    <a:pt x="316336" y="242596"/>
                  </a:lnTo>
                  <a:lnTo>
                    <a:pt x="318650" y="237833"/>
                  </a:lnTo>
                  <a:lnTo>
                    <a:pt x="320811" y="233000"/>
                  </a:lnTo>
                  <a:lnTo>
                    <a:pt x="322819" y="228101"/>
                  </a:lnTo>
                  <a:lnTo>
                    <a:pt x="324671" y="223141"/>
                  </a:lnTo>
                  <a:lnTo>
                    <a:pt x="326364" y="218125"/>
                  </a:lnTo>
                  <a:lnTo>
                    <a:pt x="327898" y="213057"/>
                  </a:lnTo>
                  <a:lnTo>
                    <a:pt x="329271" y="207944"/>
                  </a:lnTo>
                  <a:lnTo>
                    <a:pt x="330481" y="202789"/>
                  </a:lnTo>
                  <a:lnTo>
                    <a:pt x="331527" y="197599"/>
                  </a:lnTo>
                  <a:lnTo>
                    <a:pt x="332408" y="192378"/>
                  </a:lnTo>
                  <a:lnTo>
                    <a:pt x="333124" y="187132"/>
                  </a:lnTo>
                  <a:lnTo>
                    <a:pt x="333673" y="181866"/>
                  </a:lnTo>
                  <a:lnTo>
                    <a:pt x="334055" y="176585"/>
                  </a:lnTo>
                  <a:lnTo>
                    <a:pt x="334270" y="171295"/>
                  </a:lnTo>
                  <a:lnTo>
                    <a:pt x="334316" y="166001"/>
                  </a:lnTo>
                  <a:lnTo>
                    <a:pt x="334196" y="160708"/>
                  </a:lnTo>
                  <a:lnTo>
                    <a:pt x="333907" y="155421"/>
                  </a:lnTo>
                  <a:lnTo>
                    <a:pt x="333452" y="150146"/>
                  </a:lnTo>
                  <a:lnTo>
                    <a:pt x="332829" y="144888"/>
                  </a:lnTo>
                  <a:lnTo>
                    <a:pt x="332041" y="139653"/>
                  </a:lnTo>
                  <a:lnTo>
                    <a:pt x="331087" y="134445"/>
                  </a:lnTo>
                  <a:lnTo>
                    <a:pt x="329968" y="129270"/>
                  </a:lnTo>
                  <a:lnTo>
                    <a:pt x="328686" y="124133"/>
                  </a:lnTo>
                  <a:lnTo>
                    <a:pt x="327243" y="119039"/>
                  </a:lnTo>
                  <a:lnTo>
                    <a:pt x="325638" y="113993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47057"/>
              <a:ext cx="158484" cy="53173"/>
            </a:xfrm>
            <a:custGeom>
              <a:avLst/>
              <a:pathLst>
                <a:path w="158484" h="53173">
                  <a:moveTo>
                    <a:pt x="158484" y="0"/>
                  </a:moveTo>
                  <a:lnTo>
                    <a:pt x="0" y="531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47057"/>
              <a:ext cx="158484" cy="53173"/>
            </a:xfrm>
            <a:custGeom>
              <a:avLst/>
              <a:pathLst>
                <a:path w="158484" h="53173">
                  <a:moveTo>
                    <a:pt x="158484" y="0"/>
                  </a:moveTo>
                  <a:lnTo>
                    <a:pt x="0" y="531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47057"/>
              <a:ext cx="158484" cy="53173"/>
            </a:xfrm>
            <a:custGeom>
              <a:avLst/>
              <a:pathLst>
                <a:path w="158484" h="53173">
                  <a:moveTo>
                    <a:pt x="158484" y="0"/>
                  </a:moveTo>
                  <a:lnTo>
                    <a:pt x="0" y="531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47057"/>
              <a:ext cx="158484" cy="53173"/>
            </a:xfrm>
            <a:custGeom>
              <a:avLst/>
              <a:pathLst>
                <a:path w="158484" h="53173">
                  <a:moveTo>
                    <a:pt x="158484" y="0"/>
                  </a:moveTo>
                  <a:lnTo>
                    <a:pt x="0" y="531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47057"/>
              <a:ext cx="158484" cy="53173"/>
            </a:xfrm>
            <a:custGeom>
              <a:avLst/>
              <a:pathLst>
                <a:path w="158484" h="53173">
                  <a:moveTo>
                    <a:pt x="158484" y="0"/>
                  </a:moveTo>
                  <a:lnTo>
                    <a:pt x="0" y="531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47057"/>
              <a:ext cx="158484" cy="53173"/>
            </a:xfrm>
            <a:custGeom>
              <a:avLst/>
              <a:pathLst>
                <a:path w="158484" h="53173">
                  <a:moveTo>
                    <a:pt x="158484" y="0"/>
                  </a:moveTo>
                  <a:lnTo>
                    <a:pt x="0" y="531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47057"/>
              <a:ext cx="158484" cy="53173"/>
            </a:xfrm>
            <a:custGeom>
              <a:avLst/>
              <a:pathLst>
                <a:path w="158484" h="53173">
                  <a:moveTo>
                    <a:pt x="158484" y="0"/>
                  </a:moveTo>
                  <a:lnTo>
                    <a:pt x="0" y="531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47057"/>
              <a:ext cx="158484" cy="53173"/>
            </a:xfrm>
            <a:custGeom>
              <a:avLst/>
              <a:pathLst>
                <a:path w="158484" h="53173">
                  <a:moveTo>
                    <a:pt x="158484" y="0"/>
                  </a:moveTo>
                  <a:lnTo>
                    <a:pt x="0" y="53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47057"/>
              <a:ext cx="158484" cy="53173"/>
            </a:xfrm>
            <a:custGeom>
              <a:avLst/>
              <a:pathLst>
                <a:path w="158484" h="53173">
                  <a:moveTo>
                    <a:pt x="158484" y="0"/>
                  </a:moveTo>
                  <a:lnTo>
                    <a:pt x="0" y="53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747057"/>
              <a:ext cx="158484" cy="53173"/>
            </a:xfrm>
            <a:custGeom>
              <a:avLst/>
              <a:pathLst>
                <a:path w="158484" h="53173">
                  <a:moveTo>
                    <a:pt x="158484" y="0"/>
                  </a:moveTo>
                  <a:lnTo>
                    <a:pt x="0" y="53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747057"/>
              <a:ext cx="158484" cy="53173"/>
            </a:xfrm>
            <a:custGeom>
              <a:avLst/>
              <a:pathLst>
                <a:path w="158484" h="53173">
                  <a:moveTo>
                    <a:pt x="158484" y="0"/>
                  </a:moveTo>
                  <a:lnTo>
                    <a:pt x="0" y="53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747057"/>
              <a:ext cx="158484" cy="53173"/>
            </a:xfrm>
            <a:custGeom>
              <a:avLst/>
              <a:pathLst>
                <a:path w="158484" h="53173">
                  <a:moveTo>
                    <a:pt x="158484" y="0"/>
                  </a:moveTo>
                  <a:lnTo>
                    <a:pt x="0" y="531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2747057"/>
              <a:ext cx="158484" cy="53173"/>
            </a:xfrm>
            <a:custGeom>
              <a:avLst/>
              <a:pathLst>
                <a:path w="158484" h="53173">
                  <a:moveTo>
                    <a:pt x="158484" y="0"/>
                  </a:moveTo>
                  <a:lnTo>
                    <a:pt x="0" y="531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2642320"/>
              <a:ext cx="158484" cy="157911"/>
            </a:xfrm>
            <a:custGeom>
              <a:avLst/>
              <a:pathLst>
                <a:path w="158484" h="157911">
                  <a:moveTo>
                    <a:pt x="158484" y="104737"/>
                  </a:moveTo>
                  <a:lnTo>
                    <a:pt x="156667" y="99600"/>
                  </a:lnTo>
                  <a:lnTo>
                    <a:pt x="154683" y="94525"/>
                  </a:lnTo>
                  <a:lnTo>
                    <a:pt x="152535" y="89517"/>
                  </a:lnTo>
                  <a:lnTo>
                    <a:pt x="150225" y="84582"/>
                  </a:lnTo>
                  <a:lnTo>
                    <a:pt x="147755" y="79724"/>
                  </a:lnTo>
                  <a:lnTo>
                    <a:pt x="145128" y="74950"/>
                  </a:lnTo>
                  <a:lnTo>
                    <a:pt x="142347" y="70264"/>
                  </a:lnTo>
                  <a:lnTo>
                    <a:pt x="139415" y="65671"/>
                  </a:lnTo>
                  <a:lnTo>
                    <a:pt x="136335" y="61176"/>
                  </a:lnTo>
                  <a:lnTo>
                    <a:pt x="133109" y="56784"/>
                  </a:lnTo>
                  <a:lnTo>
                    <a:pt x="129743" y="52499"/>
                  </a:lnTo>
                  <a:lnTo>
                    <a:pt x="126238" y="48327"/>
                  </a:lnTo>
                  <a:lnTo>
                    <a:pt x="122599" y="44270"/>
                  </a:lnTo>
                  <a:lnTo>
                    <a:pt x="118830" y="40335"/>
                  </a:lnTo>
                  <a:lnTo>
                    <a:pt x="114935" y="36524"/>
                  </a:lnTo>
                  <a:lnTo>
                    <a:pt x="110918" y="32843"/>
                  </a:lnTo>
                  <a:lnTo>
                    <a:pt x="106782" y="29294"/>
                  </a:lnTo>
                  <a:lnTo>
                    <a:pt x="102534" y="25882"/>
                  </a:lnTo>
                  <a:lnTo>
                    <a:pt x="98176" y="22610"/>
                  </a:lnTo>
                  <a:lnTo>
                    <a:pt x="93714" y="19482"/>
                  </a:lnTo>
                  <a:lnTo>
                    <a:pt x="89152" y="16502"/>
                  </a:lnTo>
                  <a:lnTo>
                    <a:pt x="84496" y="13671"/>
                  </a:lnTo>
                  <a:lnTo>
                    <a:pt x="79750" y="10994"/>
                  </a:lnTo>
                  <a:lnTo>
                    <a:pt x="74919" y="8472"/>
                  </a:lnTo>
                  <a:lnTo>
                    <a:pt x="70009" y="6110"/>
                  </a:lnTo>
                  <a:lnTo>
                    <a:pt x="65024" y="3909"/>
                  </a:lnTo>
                  <a:lnTo>
                    <a:pt x="59970" y="1871"/>
                  </a:lnTo>
                  <a:lnTo>
                    <a:pt x="54852" y="0"/>
                  </a:lnTo>
                  <a:lnTo>
                    <a:pt x="0" y="1579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90748" y="2633064"/>
              <a:ext cx="54852" cy="167167"/>
            </a:xfrm>
            <a:custGeom>
              <a:avLst/>
              <a:pathLst>
                <a:path w="54852" h="167167">
                  <a:moveTo>
                    <a:pt x="54852" y="9255"/>
                  </a:moveTo>
                  <a:lnTo>
                    <a:pt x="48950" y="7327"/>
                  </a:lnTo>
                  <a:lnTo>
                    <a:pt x="42980" y="5619"/>
                  </a:lnTo>
                  <a:lnTo>
                    <a:pt x="36951" y="4135"/>
                  </a:lnTo>
                  <a:lnTo>
                    <a:pt x="30870" y="2875"/>
                  </a:lnTo>
                  <a:lnTo>
                    <a:pt x="24747" y="1842"/>
                  </a:lnTo>
                  <a:lnTo>
                    <a:pt x="18590" y="1036"/>
                  </a:lnTo>
                  <a:lnTo>
                    <a:pt x="12408" y="461"/>
                  </a:lnTo>
                  <a:lnTo>
                    <a:pt x="6208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358822" y="3170392"/>
              <a:ext cx="334325" cy="334326"/>
            </a:xfrm>
            <a:custGeom>
              <a:avLst/>
              <a:pathLst>
                <a:path w="334325" h="334326">
                  <a:moveTo>
                    <a:pt x="167157" y="0"/>
                  </a:moveTo>
                  <a:lnTo>
                    <a:pt x="161871" y="83"/>
                  </a:lnTo>
                  <a:lnTo>
                    <a:pt x="156589" y="334"/>
                  </a:lnTo>
                  <a:lnTo>
                    <a:pt x="151318" y="752"/>
                  </a:lnTo>
                  <a:lnTo>
                    <a:pt x="146063" y="1336"/>
                  </a:lnTo>
                  <a:lnTo>
                    <a:pt x="140829" y="2086"/>
                  </a:lnTo>
                  <a:lnTo>
                    <a:pt x="135622" y="3001"/>
                  </a:lnTo>
                  <a:lnTo>
                    <a:pt x="130446" y="4080"/>
                  </a:lnTo>
                  <a:lnTo>
                    <a:pt x="125306" y="5323"/>
                  </a:lnTo>
                  <a:lnTo>
                    <a:pt x="120209" y="6728"/>
                  </a:lnTo>
                  <a:lnTo>
                    <a:pt x="115159" y="8293"/>
                  </a:lnTo>
                  <a:lnTo>
                    <a:pt x="110160" y="10016"/>
                  </a:lnTo>
                  <a:lnTo>
                    <a:pt x="105219" y="11898"/>
                  </a:lnTo>
                  <a:lnTo>
                    <a:pt x="100339" y="13934"/>
                  </a:lnTo>
                  <a:lnTo>
                    <a:pt x="95527" y="16124"/>
                  </a:lnTo>
                  <a:lnTo>
                    <a:pt x="90786" y="18465"/>
                  </a:lnTo>
                  <a:lnTo>
                    <a:pt x="86121" y="20954"/>
                  </a:lnTo>
                  <a:lnTo>
                    <a:pt x="81538" y="23590"/>
                  </a:lnTo>
                  <a:lnTo>
                    <a:pt x="77040" y="26370"/>
                  </a:lnTo>
                  <a:lnTo>
                    <a:pt x="72632" y="29290"/>
                  </a:lnTo>
                  <a:lnTo>
                    <a:pt x="68319" y="32349"/>
                  </a:lnTo>
                  <a:lnTo>
                    <a:pt x="64105" y="35542"/>
                  </a:lnTo>
                  <a:lnTo>
                    <a:pt x="59994" y="38867"/>
                  </a:lnTo>
                  <a:lnTo>
                    <a:pt x="55990" y="42320"/>
                  </a:lnTo>
                  <a:lnTo>
                    <a:pt x="52097" y="45898"/>
                  </a:lnTo>
                  <a:lnTo>
                    <a:pt x="48319" y="49598"/>
                  </a:lnTo>
                  <a:lnTo>
                    <a:pt x="44661" y="53415"/>
                  </a:lnTo>
                  <a:lnTo>
                    <a:pt x="41125" y="57346"/>
                  </a:lnTo>
                  <a:lnTo>
                    <a:pt x="37714" y="61387"/>
                  </a:lnTo>
                  <a:lnTo>
                    <a:pt x="34434" y="65533"/>
                  </a:lnTo>
                  <a:lnTo>
                    <a:pt x="31286" y="69781"/>
                  </a:lnTo>
                  <a:lnTo>
                    <a:pt x="28274" y="74127"/>
                  </a:lnTo>
                  <a:lnTo>
                    <a:pt x="25401" y="78566"/>
                  </a:lnTo>
                  <a:lnTo>
                    <a:pt x="22670" y="83093"/>
                  </a:lnTo>
                  <a:lnTo>
                    <a:pt x="20083" y="87705"/>
                  </a:lnTo>
                  <a:lnTo>
                    <a:pt x="17644" y="92396"/>
                  </a:lnTo>
                  <a:lnTo>
                    <a:pt x="15354" y="97162"/>
                  </a:lnTo>
                  <a:lnTo>
                    <a:pt x="13216" y="101997"/>
                  </a:lnTo>
                  <a:lnTo>
                    <a:pt x="11232" y="106898"/>
                  </a:lnTo>
                  <a:lnTo>
                    <a:pt x="9404" y="111860"/>
                  </a:lnTo>
                  <a:lnTo>
                    <a:pt x="7734" y="116876"/>
                  </a:lnTo>
                  <a:lnTo>
                    <a:pt x="6223" y="121943"/>
                  </a:lnTo>
                  <a:lnTo>
                    <a:pt x="4874" y="127056"/>
                  </a:lnTo>
                  <a:lnTo>
                    <a:pt x="3686" y="132208"/>
                  </a:lnTo>
                  <a:lnTo>
                    <a:pt x="2662" y="137395"/>
                  </a:lnTo>
                  <a:lnTo>
                    <a:pt x="1803" y="142612"/>
                  </a:lnTo>
                  <a:lnTo>
                    <a:pt x="1109" y="147854"/>
                  </a:lnTo>
                  <a:lnTo>
                    <a:pt x="582" y="153115"/>
                  </a:lnTo>
                  <a:lnTo>
                    <a:pt x="220" y="158390"/>
                  </a:lnTo>
                  <a:lnTo>
                    <a:pt x="26" y="163674"/>
                  </a:lnTo>
                  <a:lnTo>
                    <a:pt x="0" y="168961"/>
                  </a:lnTo>
                  <a:lnTo>
                    <a:pt x="140" y="174247"/>
                  </a:lnTo>
                  <a:lnTo>
                    <a:pt x="447" y="179525"/>
                  </a:lnTo>
                  <a:lnTo>
                    <a:pt x="922" y="184791"/>
                  </a:lnTo>
                  <a:lnTo>
                    <a:pt x="1562" y="190040"/>
                  </a:lnTo>
                  <a:lnTo>
                    <a:pt x="2368" y="195265"/>
                  </a:lnTo>
                  <a:lnTo>
                    <a:pt x="3339" y="200463"/>
                  </a:lnTo>
                  <a:lnTo>
                    <a:pt x="4474" y="205627"/>
                  </a:lnTo>
                  <a:lnTo>
                    <a:pt x="5772" y="210752"/>
                  </a:lnTo>
                  <a:lnTo>
                    <a:pt x="7231" y="215835"/>
                  </a:lnTo>
                  <a:lnTo>
                    <a:pt x="8850" y="220868"/>
                  </a:lnTo>
                  <a:lnTo>
                    <a:pt x="10628" y="225848"/>
                  </a:lnTo>
                  <a:lnTo>
                    <a:pt x="12562" y="230769"/>
                  </a:lnTo>
                  <a:lnTo>
                    <a:pt x="14650" y="235626"/>
                  </a:lnTo>
                  <a:lnTo>
                    <a:pt x="16892" y="240415"/>
                  </a:lnTo>
                  <a:lnTo>
                    <a:pt x="19283" y="245130"/>
                  </a:lnTo>
                  <a:lnTo>
                    <a:pt x="21823" y="249768"/>
                  </a:lnTo>
                  <a:lnTo>
                    <a:pt x="24508" y="254323"/>
                  </a:lnTo>
                  <a:lnTo>
                    <a:pt x="27336" y="258790"/>
                  </a:lnTo>
                  <a:lnTo>
                    <a:pt x="30303" y="263167"/>
                  </a:lnTo>
                  <a:lnTo>
                    <a:pt x="33408" y="267447"/>
                  </a:lnTo>
                  <a:lnTo>
                    <a:pt x="36646" y="271626"/>
                  </a:lnTo>
                  <a:lnTo>
                    <a:pt x="40015" y="275701"/>
                  </a:lnTo>
                  <a:lnTo>
                    <a:pt x="43511" y="279668"/>
                  </a:lnTo>
                  <a:lnTo>
                    <a:pt x="47131" y="283522"/>
                  </a:lnTo>
                  <a:lnTo>
                    <a:pt x="50870" y="287260"/>
                  </a:lnTo>
                  <a:lnTo>
                    <a:pt x="54727" y="290877"/>
                  </a:lnTo>
                  <a:lnTo>
                    <a:pt x="58695" y="294371"/>
                  </a:lnTo>
                  <a:lnTo>
                    <a:pt x="62772" y="297738"/>
                  </a:lnTo>
                  <a:lnTo>
                    <a:pt x="66954" y="300974"/>
                  </a:lnTo>
                  <a:lnTo>
                    <a:pt x="71236" y="304076"/>
                  </a:lnTo>
                  <a:lnTo>
                    <a:pt x="75613" y="307041"/>
                  </a:lnTo>
                  <a:lnTo>
                    <a:pt x="80083" y="309866"/>
                  </a:lnTo>
                  <a:lnTo>
                    <a:pt x="84639" y="312548"/>
                  </a:lnTo>
                  <a:lnTo>
                    <a:pt x="89278" y="315085"/>
                  </a:lnTo>
                  <a:lnTo>
                    <a:pt x="93995" y="317474"/>
                  </a:lnTo>
                  <a:lnTo>
                    <a:pt x="98785" y="319713"/>
                  </a:lnTo>
                  <a:lnTo>
                    <a:pt x="103644" y="321799"/>
                  </a:lnTo>
                  <a:lnTo>
                    <a:pt x="108566" y="323730"/>
                  </a:lnTo>
                  <a:lnTo>
                    <a:pt x="113547" y="325505"/>
                  </a:lnTo>
                  <a:lnTo>
                    <a:pt x="118581" y="327121"/>
                  </a:lnTo>
                  <a:lnTo>
                    <a:pt x="123664" y="328577"/>
                  </a:lnTo>
                  <a:lnTo>
                    <a:pt x="128790" y="329872"/>
                  </a:lnTo>
                  <a:lnTo>
                    <a:pt x="133955" y="331004"/>
                  </a:lnTo>
                  <a:lnTo>
                    <a:pt x="139153" y="331972"/>
                  </a:lnTo>
                  <a:lnTo>
                    <a:pt x="144379" y="332775"/>
                  </a:lnTo>
                  <a:lnTo>
                    <a:pt x="149628" y="333413"/>
                  </a:lnTo>
                  <a:lnTo>
                    <a:pt x="154894" y="333884"/>
                  </a:lnTo>
                  <a:lnTo>
                    <a:pt x="160173" y="334188"/>
                  </a:lnTo>
                  <a:lnTo>
                    <a:pt x="165458" y="334326"/>
                  </a:lnTo>
                  <a:lnTo>
                    <a:pt x="170746" y="334296"/>
                  </a:lnTo>
                  <a:lnTo>
                    <a:pt x="176029" y="334099"/>
                  </a:lnTo>
                  <a:lnTo>
                    <a:pt x="181304" y="333735"/>
                  </a:lnTo>
                  <a:lnTo>
                    <a:pt x="186565" y="333204"/>
                  </a:lnTo>
                  <a:lnTo>
                    <a:pt x="191806" y="332507"/>
                  </a:lnTo>
                  <a:lnTo>
                    <a:pt x="197023" y="331645"/>
                  </a:lnTo>
                  <a:lnTo>
                    <a:pt x="202209" y="330618"/>
                  </a:lnTo>
                  <a:lnTo>
                    <a:pt x="207361" y="329428"/>
                  </a:lnTo>
                  <a:lnTo>
                    <a:pt x="212473" y="328075"/>
                  </a:lnTo>
                  <a:lnTo>
                    <a:pt x="217539" y="326562"/>
                  </a:lnTo>
                  <a:lnTo>
                    <a:pt x="222554" y="324889"/>
                  </a:lnTo>
                  <a:lnTo>
                    <a:pt x="227515" y="323058"/>
                  </a:lnTo>
                  <a:lnTo>
                    <a:pt x="232415" y="321071"/>
                  </a:lnTo>
                  <a:lnTo>
                    <a:pt x="237249" y="318930"/>
                  </a:lnTo>
                  <a:lnTo>
                    <a:pt x="242014" y="316638"/>
                  </a:lnTo>
                  <a:lnTo>
                    <a:pt x="246703" y="314195"/>
                  </a:lnTo>
                  <a:lnTo>
                    <a:pt x="251313" y="311606"/>
                  </a:lnTo>
                  <a:lnTo>
                    <a:pt x="255839" y="308873"/>
                  </a:lnTo>
                  <a:lnTo>
                    <a:pt x="260276" y="305997"/>
                  </a:lnTo>
                  <a:lnTo>
                    <a:pt x="264620" y="302983"/>
                  </a:lnTo>
                  <a:lnTo>
                    <a:pt x="268867" y="299832"/>
                  </a:lnTo>
                  <a:lnTo>
                    <a:pt x="273011" y="296550"/>
                  </a:lnTo>
                  <a:lnTo>
                    <a:pt x="277050" y="293137"/>
                  </a:lnTo>
                  <a:lnTo>
                    <a:pt x="280979" y="289599"/>
                  </a:lnTo>
                  <a:lnTo>
                    <a:pt x="284794" y="285938"/>
                  </a:lnTo>
                  <a:lnTo>
                    <a:pt x="288491" y="282158"/>
                  </a:lnTo>
                  <a:lnTo>
                    <a:pt x="292067" y="278263"/>
                  </a:lnTo>
                  <a:lnTo>
                    <a:pt x="295518" y="274257"/>
                  </a:lnTo>
                  <a:lnTo>
                    <a:pt x="298841" y="270144"/>
                  </a:lnTo>
                  <a:lnTo>
                    <a:pt x="302032" y="265928"/>
                  </a:lnTo>
                  <a:lnTo>
                    <a:pt x="305088" y="261614"/>
                  </a:lnTo>
                  <a:lnTo>
                    <a:pt x="308006" y="257204"/>
                  </a:lnTo>
                  <a:lnTo>
                    <a:pt x="310783" y="252705"/>
                  </a:lnTo>
                  <a:lnTo>
                    <a:pt x="313416" y="248120"/>
                  </a:lnTo>
                  <a:lnTo>
                    <a:pt x="315903" y="243454"/>
                  </a:lnTo>
                  <a:lnTo>
                    <a:pt x="318241" y="238712"/>
                  </a:lnTo>
                  <a:lnTo>
                    <a:pt x="320428" y="233898"/>
                  </a:lnTo>
                  <a:lnTo>
                    <a:pt x="322462" y="229017"/>
                  </a:lnTo>
                  <a:lnTo>
                    <a:pt x="324340" y="224075"/>
                  </a:lnTo>
                  <a:lnTo>
                    <a:pt x="326061" y="219075"/>
                  </a:lnTo>
                  <a:lnTo>
                    <a:pt x="327623" y="214024"/>
                  </a:lnTo>
                  <a:lnTo>
                    <a:pt x="329025" y="208926"/>
                  </a:lnTo>
                  <a:lnTo>
                    <a:pt x="330265" y="203786"/>
                  </a:lnTo>
                  <a:lnTo>
                    <a:pt x="331341" y="198609"/>
                  </a:lnTo>
                  <a:lnTo>
                    <a:pt x="332253" y="193401"/>
                  </a:lnTo>
                  <a:lnTo>
                    <a:pt x="333001" y="188167"/>
                  </a:lnTo>
                  <a:lnTo>
                    <a:pt x="333582" y="182911"/>
                  </a:lnTo>
                  <a:lnTo>
                    <a:pt x="333996" y="177640"/>
                  </a:lnTo>
                  <a:lnTo>
                    <a:pt x="334244" y="172358"/>
                  </a:lnTo>
                  <a:lnTo>
                    <a:pt x="334325" y="167072"/>
                  </a:lnTo>
                  <a:lnTo>
                    <a:pt x="334238" y="161785"/>
                  </a:lnTo>
                  <a:lnTo>
                    <a:pt x="333984" y="156504"/>
                  </a:lnTo>
                  <a:lnTo>
                    <a:pt x="333564" y="151233"/>
                  </a:lnTo>
                  <a:lnTo>
                    <a:pt x="332976" y="145978"/>
                  </a:lnTo>
                  <a:lnTo>
                    <a:pt x="332223" y="140745"/>
                  </a:lnTo>
                  <a:lnTo>
                    <a:pt x="331305" y="135538"/>
                  </a:lnTo>
                  <a:lnTo>
                    <a:pt x="330223" y="130362"/>
                  </a:lnTo>
                  <a:lnTo>
                    <a:pt x="328977" y="125224"/>
                  </a:lnTo>
                  <a:lnTo>
                    <a:pt x="327570" y="120127"/>
                  </a:lnTo>
                  <a:lnTo>
                    <a:pt x="326002" y="115078"/>
                  </a:lnTo>
                  <a:lnTo>
                    <a:pt x="324275" y="110080"/>
                  </a:lnTo>
                  <a:lnTo>
                    <a:pt x="322391" y="105140"/>
                  </a:lnTo>
                  <a:lnTo>
                    <a:pt x="320352" y="100262"/>
                  </a:lnTo>
                  <a:lnTo>
                    <a:pt x="318160" y="95450"/>
                  </a:lnTo>
                  <a:lnTo>
                    <a:pt x="315816" y="90711"/>
                  </a:lnTo>
                  <a:lnTo>
                    <a:pt x="313324" y="86047"/>
                  </a:lnTo>
                  <a:lnTo>
                    <a:pt x="310685" y="81465"/>
                  </a:lnTo>
                  <a:lnTo>
                    <a:pt x="307903" y="76969"/>
                  </a:lnTo>
                  <a:lnTo>
                    <a:pt x="304980" y="72563"/>
                  </a:lnTo>
                  <a:lnTo>
                    <a:pt x="301919" y="68252"/>
                  </a:lnTo>
                  <a:lnTo>
                    <a:pt x="298724" y="64039"/>
                  </a:lnTo>
                  <a:lnTo>
                    <a:pt x="295396" y="59930"/>
                  </a:lnTo>
                  <a:lnTo>
                    <a:pt x="291941" y="55928"/>
                  </a:lnTo>
                  <a:lnTo>
                    <a:pt x="288360" y="52038"/>
                  </a:lnTo>
                  <a:lnTo>
                    <a:pt x="284659" y="48262"/>
                  </a:lnTo>
                  <a:lnTo>
                    <a:pt x="280840" y="44606"/>
                  </a:lnTo>
                  <a:lnTo>
                    <a:pt x="276907" y="41072"/>
                  </a:lnTo>
                  <a:lnTo>
                    <a:pt x="272864" y="37664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25980" y="3204220"/>
              <a:ext cx="105706" cy="133339"/>
            </a:xfrm>
            <a:custGeom>
              <a:avLst/>
              <a:pathLst>
                <a:path w="105706" h="133339">
                  <a:moveTo>
                    <a:pt x="105706" y="3836"/>
                  </a:moveTo>
                  <a:lnTo>
                    <a:pt x="100824" y="0"/>
                  </a:lnTo>
                  <a:lnTo>
                    <a:pt x="0" y="1333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25980" y="3170392"/>
              <a:ext cx="100824" cy="167167"/>
            </a:xfrm>
            <a:custGeom>
              <a:avLst/>
              <a:pathLst>
                <a:path w="100824" h="167167">
                  <a:moveTo>
                    <a:pt x="100824" y="33827"/>
                  </a:moveTo>
                  <a:lnTo>
                    <a:pt x="96222" y="30470"/>
                  </a:lnTo>
                  <a:lnTo>
                    <a:pt x="91510" y="27271"/>
                  </a:lnTo>
                  <a:lnTo>
                    <a:pt x="86690" y="24235"/>
                  </a:lnTo>
                  <a:lnTo>
                    <a:pt x="81771" y="21364"/>
                  </a:lnTo>
                  <a:lnTo>
                    <a:pt x="76756" y="18663"/>
                  </a:lnTo>
                  <a:lnTo>
                    <a:pt x="71652" y="16134"/>
                  </a:lnTo>
                  <a:lnTo>
                    <a:pt x="66465" y="13781"/>
                  </a:lnTo>
                  <a:lnTo>
                    <a:pt x="61201" y="11606"/>
                  </a:lnTo>
                  <a:lnTo>
                    <a:pt x="55866" y="9611"/>
                  </a:lnTo>
                  <a:lnTo>
                    <a:pt x="50466" y="7799"/>
                  </a:lnTo>
                  <a:lnTo>
                    <a:pt x="45007" y="6172"/>
                  </a:lnTo>
                  <a:lnTo>
                    <a:pt x="39496" y="4732"/>
                  </a:lnTo>
                  <a:lnTo>
                    <a:pt x="33939" y="3481"/>
                  </a:lnTo>
                  <a:lnTo>
                    <a:pt x="28343" y="2420"/>
                  </a:lnTo>
                  <a:lnTo>
                    <a:pt x="22714" y="1550"/>
                  </a:lnTo>
                  <a:lnTo>
                    <a:pt x="17058" y="872"/>
                  </a:lnTo>
                  <a:lnTo>
                    <a:pt x="11383" y="388"/>
                  </a:lnTo>
                  <a:lnTo>
                    <a:pt x="5695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423594" y="3707720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60" y="83"/>
                  </a:lnTo>
                  <a:lnTo>
                    <a:pt x="156572" y="335"/>
                  </a:lnTo>
                  <a:lnTo>
                    <a:pt x="151294" y="753"/>
                  </a:lnTo>
                  <a:lnTo>
                    <a:pt x="146032" y="1339"/>
                  </a:lnTo>
                  <a:lnTo>
                    <a:pt x="140792" y="2091"/>
                  </a:lnTo>
                  <a:lnTo>
                    <a:pt x="135578" y="3009"/>
                  </a:lnTo>
                  <a:lnTo>
                    <a:pt x="130396" y="4091"/>
                  </a:lnTo>
                  <a:lnTo>
                    <a:pt x="125250" y="5337"/>
                  </a:lnTo>
                  <a:lnTo>
                    <a:pt x="120147" y="6745"/>
                  </a:lnTo>
                  <a:lnTo>
                    <a:pt x="115090" y="8314"/>
                  </a:lnTo>
                  <a:lnTo>
                    <a:pt x="110086" y="10042"/>
                  </a:lnTo>
                  <a:lnTo>
                    <a:pt x="105139" y="11928"/>
                  </a:lnTo>
                  <a:lnTo>
                    <a:pt x="100255" y="13969"/>
                  </a:lnTo>
                  <a:lnTo>
                    <a:pt x="95437" y="16165"/>
                  </a:lnTo>
                  <a:lnTo>
                    <a:pt x="90691" y="18511"/>
                  </a:lnTo>
                  <a:lnTo>
                    <a:pt x="86022" y="21007"/>
                  </a:lnTo>
                  <a:lnTo>
                    <a:pt x="81435" y="23649"/>
                  </a:lnTo>
                  <a:lnTo>
                    <a:pt x="76933" y="26436"/>
                  </a:lnTo>
                  <a:lnTo>
                    <a:pt x="72522" y="29363"/>
                  </a:lnTo>
                  <a:lnTo>
                    <a:pt x="68206" y="32429"/>
                  </a:lnTo>
                  <a:lnTo>
                    <a:pt x="63989" y="35630"/>
                  </a:lnTo>
                  <a:lnTo>
                    <a:pt x="59875" y="38962"/>
                  </a:lnTo>
                  <a:lnTo>
                    <a:pt x="55869" y="42424"/>
                  </a:lnTo>
                  <a:lnTo>
                    <a:pt x="51975" y="46010"/>
                  </a:lnTo>
                  <a:lnTo>
                    <a:pt x="48196" y="49718"/>
                  </a:lnTo>
                  <a:lnTo>
                    <a:pt x="44537" y="53544"/>
                  </a:lnTo>
                  <a:lnTo>
                    <a:pt x="41001" y="57484"/>
                  </a:lnTo>
                  <a:lnTo>
                    <a:pt x="37591" y="61533"/>
                  </a:lnTo>
                  <a:lnTo>
                    <a:pt x="34311" y="65689"/>
                  </a:lnTo>
                  <a:lnTo>
                    <a:pt x="31164" y="69947"/>
                  </a:lnTo>
                  <a:lnTo>
                    <a:pt x="28153" y="74302"/>
                  </a:lnTo>
                  <a:lnTo>
                    <a:pt x="25282" y="78750"/>
                  </a:lnTo>
                  <a:lnTo>
                    <a:pt x="22554" y="83286"/>
                  </a:lnTo>
                  <a:lnTo>
                    <a:pt x="19970" y="87907"/>
                  </a:lnTo>
                  <a:lnTo>
                    <a:pt x="17534" y="92608"/>
                  </a:lnTo>
                  <a:lnTo>
                    <a:pt x="15248" y="97383"/>
                  </a:lnTo>
                  <a:lnTo>
                    <a:pt x="13115" y="102228"/>
                  </a:lnTo>
                  <a:lnTo>
                    <a:pt x="11136" y="107139"/>
                  </a:lnTo>
                  <a:lnTo>
                    <a:pt x="9313" y="112109"/>
                  </a:lnTo>
                  <a:lnTo>
                    <a:pt x="7649" y="117135"/>
                  </a:lnTo>
                  <a:lnTo>
                    <a:pt x="6144" y="122211"/>
                  </a:lnTo>
                  <a:lnTo>
                    <a:pt x="4802" y="127332"/>
                  </a:lnTo>
                  <a:lnTo>
                    <a:pt x="3622" y="132493"/>
                  </a:lnTo>
                  <a:lnTo>
                    <a:pt x="2606" y="137688"/>
                  </a:lnTo>
                  <a:lnTo>
                    <a:pt x="1755" y="142914"/>
                  </a:lnTo>
                  <a:lnTo>
                    <a:pt x="1070" y="148163"/>
                  </a:lnTo>
                  <a:lnTo>
                    <a:pt x="551" y="153432"/>
                  </a:lnTo>
                  <a:lnTo>
                    <a:pt x="200" y="158715"/>
                  </a:lnTo>
                  <a:lnTo>
                    <a:pt x="16" y="164006"/>
                  </a:lnTo>
                  <a:lnTo>
                    <a:pt x="0" y="169300"/>
                  </a:lnTo>
                  <a:lnTo>
                    <a:pt x="151" y="174592"/>
                  </a:lnTo>
                  <a:lnTo>
                    <a:pt x="470" y="179876"/>
                  </a:lnTo>
                  <a:lnTo>
                    <a:pt x="956" y="185148"/>
                  </a:lnTo>
                  <a:lnTo>
                    <a:pt x="1608" y="190402"/>
                  </a:lnTo>
                  <a:lnTo>
                    <a:pt x="2427" y="195632"/>
                  </a:lnTo>
                  <a:lnTo>
                    <a:pt x="3411" y="200834"/>
                  </a:lnTo>
                  <a:lnTo>
                    <a:pt x="4559" y="206002"/>
                  </a:lnTo>
                  <a:lnTo>
                    <a:pt x="5871" y="211132"/>
                  </a:lnTo>
                  <a:lnTo>
                    <a:pt x="7344" y="216217"/>
                  </a:lnTo>
                  <a:lnTo>
                    <a:pt x="8977" y="221253"/>
                  </a:lnTo>
                  <a:lnTo>
                    <a:pt x="10769" y="226234"/>
                  </a:lnTo>
                  <a:lnTo>
                    <a:pt x="12718" y="231157"/>
                  </a:lnTo>
                  <a:lnTo>
                    <a:pt x="14822" y="236015"/>
                  </a:lnTo>
                  <a:lnTo>
                    <a:pt x="17078" y="240804"/>
                  </a:lnTo>
                  <a:lnTo>
                    <a:pt x="19485" y="245519"/>
                  </a:lnTo>
                  <a:lnTo>
                    <a:pt x="22040" y="250156"/>
                  </a:lnTo>
                  <a:lnTo>
                    <a:pt x="24741" y="254710"/>
                  </a:lnTo>
                  <a:lnTo>
                    <a:pt x="27585" y="259175"/>
                  </a:lnTo>
                  <a:lnTo>
                    <a:pt x="30568" y="263549"/>
                  </a:lnTo>
                  <a:lnTo>
                    <a:pt x="33689" y="267825"/>
                  </a:lnTo>
                  <a:lnTo>
                    <a:pt x="36943" y="272001"/>
                  </a:lnTo>
                  <a:lnTo>
                    <a:pt x="40328" y="276072"/>
                  </a:lnTo>
                  <a:lnTo>
                    <a:pt x="43840" y="280033"/>
                  </a:lnTo>
                  <a:lnTo>
                    <a:pt x="47476" y="283881"/>
                  </a:lnTo>
                  <a:lnTo>
                    <a:pt x="51232" y="287613"/>
                  </a:lnTo>
                  <a:lnTo>
                    <a:pt x="55104" y="291223"/>
                  </a:lnTo>
                  <a:lnTo>
                    <a:pt x="59089" y="294709"/>
                  </a:lnTo>
                  <a:lnTo>
                    <a:pt x="63181" y="298067"/>
                  </a:lnTo>
                  <a:lnTo>
                    <a:pt x="67379" y="301294"/>
                  </a:lnTo>
                  <a:lnTo>
                    <a:pt x="71676" y="304386"/>
                  </a:lnTo>
                  <a:lnTo>
                    <a:pt x="76069" y="307340"/>
                  </a:lnTo>
                  <a:lnTo>
                    <a:pt x="80553" y="310154"/>
                  </a:lnTo>
                  <a:lnTo>
                    <a:pt x="85125" y="312825"/>
                  </a:lnTo>
                  <a:lnTo>
                    <a:pt x="89778" y="315349"/>
                  </a:lnTo>
                  <a:lnTo>
                    <a:pt x="94509" y="317725"/>
                  </a:lnTo>
                  <a:lnTo>
                    <a:pt x="99313" y="319950"/>
                  </a:lnTo>
                  <a:lnTo>
                    <a:pt x="104185" y="322022"/>
                  </a:lnTo>
                  <a:lnTo>
                    <a:pt x="109120" y="323938"/>
                  </a:lnTo>
                  <a:lnTo>
                    <a:pt x="114114" y="325697"/>
                  </a:lnTo>
                  <a:lnTo>
                    <a:pt x="119160" y="327297"/>
                  </a:lnTo>
                  <a:lnTo>
                    <a:pt x="124255" y="328736"/>
                  </a:lnTo>
                  <a:lnTo>
                    <a:pt x="129393" y="330014"/>
                  </a:lnTo>
                  <a:lnTo>
                    <a:pt x="134568" y="331128"/>
                  </a:lnTo>
                  <a:lnTo>
                    <a:pt x="139777" y="332077"/>
                  </a:lnTo>
                  <a:lnTo>
                    <a:pt x="145012" y="332862"/>
                  </a:lnTo>
                  <a:lnTo>
                    <a:pt x="150270" y="333480"/>
                  </a:lnTo>
                  <a:lnTo>
                    <a:pt x="155545" y="333931"/>
                  </a:lnTo>
                  <a:lnTo>
                    <a:pt x="160832" y="334215"/>
                  </a:lnTo>
                  <a:lnTo>
                    <a:pt x="166125" y="334331"/>
                  </a:lnTo>
                  <a:lnTo>
                    <a:pt x="171419" y="334280"/>
                  </a:lnTo>
                  <a:lnTo>
                    <a:pt x="176708" y="334061"/>
                  </a:lnTo>
                  <a:lnTo>
                    <a:pt x="181988" y="333675"/>
                  </a:lnTo>
                  <a:lnTo>
                    <a:pt x="187253" y="333122"/>
                  </a:lnTo>
                  <a:lnTo>
                    <a:pt x="192498" y="332402"/>
                  </a:lnTo>
                  <a:lnTo>
                    <a:pt x="197718" y="331516"/>
                  </a:lnTo>
                  <a:lnTo>
                    <a:pt x="202907" y="330466"/>
                  </a:lnTo>
                  <a:lnTo>
                    <a:pt x="208060" y="329252"/>
                  </a:lnTo>
                  <a:lnTo>
                    <a:pt x="213172" y="327875"/>
                  </a:lnTo>
                  <a:lnTo>
                    <a:pt x="218238" y="326338"/>
                  </a:lnTo>
                  <a:lnTo>
                    <a:pt x="223253" y="324640"/>
                  </a:lnTo>
                  <a:lnTo>
                    <a:pt x="228211" y="322785"/>
                  </a:lnTo>
                  <a:lnTo>
                    <a:pt x="233108" y="320773"/>
                  </a:lnTo>
                  <a:lnTo>
                    <a:pt x="237939" y="318608"/>
                  </a:lnTo>
                  <a:lnTo>
                    <a:pt x="242699" y="316290"/>
                  </a:lnTo>
                  <a:lnTo>
                    <a:pt x="247383" y="313823"/>
                  </a:lnTo>
                  <a:lnTo>
                    <a:pt x="251987" y="311209"/>
                  </a:lnTo>
                  <a:lnTo>
                    <a:pt x="256506" y="308451"/>
                  </a:lnTo>
                  <a:lnTo>
                    <a:pt x="260935" y="305550"/>
                  </a:lnTo>
                  <a:lnTo>
                    <a:pt x="265270" y="302511"/>
                  </a:lnTo>
                  <a:lnTo>
                    <a:pt x="269506" y="299337"/>
                  </a:lnTo>
                  <a:lnTo>
                    <a:pt x="273640" y="296029"/>
                  </a:lnTo>
                  <a:lnTo>
                    <a:pt x="277667" y="292593"/>
                  </a:lnTo>
                  <a:lnTo>
                    <a:pt x="281584" y="289030"/>
                  </a:lnTo>
                  <a:lnTo>
                    <a:pt x="285385" y="285345"/>
                  </a:lnTo>
                  <a:lnTo>
                    <a:pt x="289068" y="281542"/>
                  </a:lnTo>
                  <a:lnTo>
                    <a:pt x="292629" y="277624"/>
                  </a:lnTo>
                  <a:lnTo>
                    <a:pt x="296064" y="273596"/>
                  </a:lnTo>
                  <a:lnTo>
                    <a:pt x="299369" y="269460"/>
                  </a:lnTo>
                  <a:lnTo>
                    <a:pt x="302542" y="265222"/>
                  </a:lnTo>
                  <a:lnTo>
                    <a:pt x="305579" y="260886"/>
                  </a:lnTo>
                  <a:lnTo>
                    <a:pt x="308477" y="256456"/>
                  </a:lnTo>
                  <a:lnTo>
                    <a:pt x="311234" y="251936"/>
                  </a:lnTo>
                  <a:lnTo>
                    <a:pt x="313846" y="247331"/>
                  </a:lnTo>
                  <a:lnTo>
                    <a:pt x="316311" y="242645"/>
                  </a:lnTo>
                  <a:lnTo>
                    <a:pt x="318626" y="237884"/>
                  </a:lnTo>
                  <a:lnTo>
                    <a:pt x="320789" y="233052"/>
                  </a:lnTo>
                  <a:lnTo>
                    <a:pt x="322799" y="228154"/>
                  </a:lnTo>
                  <a:lnTo>
                    <a:pt x="324652" y="223195"/>
                  </a:lnTo>
                  <a:lnTo>
                    <a:pt x="326347" y="218180"/>
                  </a:lnTo>
                  <a:lnTo>
                    <a:pt x="327883" y="213113"/>
                  </a:lnTo>
                  <a:lnTo>
                    <a:pt x="329257" y="208000"/>
                  </a:lnTo>
                  <a:lnTo>
                    <a:pt x="330469" y="202847"/>
                  </a:lnTo>
                  <a:lnTo>
                    <a:pt x="331517" y="197657"/>
                  </a:lnTo>
                  <a:lnTo>
                    <a:pt x="332400" y="192437"/>
                  </a:lnTo>
                  <a:lnTo>
                    <a:pt x="333117" y="187192"/>
                  </a:lnTo>
                  <a:lnTo>
                    <a:pt x="333668" y="181927"/>
                  </a:lnTo>
                  <a:lnTo>
                    <a:pt x="334052" y="176646"/>
                  </a:lnTo>
                  <a:lnTo>
                    <a:pt x="334268" y="171357"/>
                  </a:lnTo>
                  <a:lnTo>
                    <a:pt x="334317" y="166063"/>
                  </a:lnTo>
                  <a:lnTo>
                    <a:pt x="334198" y="160770"/>
                  </a:lnTo>
                  <a:lnTo>
                    <a:pt x="333912" y="155484"/>
                  </a:lnTo>
                  <a:lnTo>
                    <a:pt x="333458" y="150209"/>
                  </a:lnTo>
                  <a:lnTo>
                    <a:pt x="332838" y="144951"/>
                  </a:lnTo>
                  <a:lnTo>
                    <a:pt x="332051" y="139716"/>
                  </a:lnTo>
                  <a:lnTo>
                    <a:pt x="331099" y="134508"/>
                  </a:lnTo>
                  <a:lnTo>
                    <a:pt x="329983" y="129333"/>
                  </a:lnTo>
                  <a:lnTo>
                    <a:pt x="328703" y="124196"/>
                  </a:lnTo>
                  <a:lnTo>
                    <a:pt x="327262" y="119102"/>
                  </a:lnTo>
                  <a:lnTo>
                    <a:pt x="325659" y="114056"/>
                  </a:lnTo>
                  <a:lnTo>
                    <a:pt x="323898" y="109063"/>
                  </a:lnTo>
                  <a:lnTo>
                    <a:pt x="321980" y="104129"/>
                  </a:lnTo>
                  <a:lnTo>
                    <a:pt x="319906" y="99258"/>
                  </a:lnTo>
                  <a:lnTo>
                    <a:pt x="317679" y="94455"/>
                  </a:lnTo>
                  <a:lnTo>
                    <a:pt x="315301" y="89725"/>
                  </a:lnTo>
                  <a:lnTo>
                    <a:pt x="312774" y="85072"/>
                  </a:lnTo>
                  <a:lnTo>
                    <a:pt x="310102" y="80502"/>
                  </a:lnTo>
                  <a:lnTo>
                    <a:pt x="307286" y="76019"/>
                  </a:lnTo>
                  <a:lnTo>
                    <a:pt x="304329" y="71628"/>
                  </a:lnTo>
                  <a:lnTo>
                    <a:pt x="301235" y="67332"/>
                  </a:lnTo>
                  <a:lnTo>
                    <a:pt x="298006" y="63136"/>
                  </a:lnTo>
                  <a:lnTo>
                    <a:pt x="294646" y="59045"/>
                  </a:lnTo>
                  <a:lnTo>
                    <a:pt x="291159" y="55062"/>
                  </a:lnTo>
                  <a:lnTo>
                    <a:pt x="287547" y="51191"/>
                  </a:lnTo>
                  <a:lnTo>
                    <a:pt x="283814" y="47437"/>
                  </a:lnTo>
                  <a:lnTo>
                    <a:pt x="279964" y="43803"/>
                  </a:lnTo>
                  <a:lnTo>
                    <a:pt x="276001" y="40292"/>
                  </a:lnTo>
                  <a:lnTo>
                    <a:pt x="271929" y="36909"/>
                  </a:lnTo>
                  <a:lnTo>
                    <a:pt x="267752" y="33657"/>
                  </a:lnTo>
                  <a:lnTo>
                    <a:pt x="263473" y="30538"/>
                  </a:lnTo>
                  <a:lnTo>
                    <a:pt x="259099" y="27557"/>
                  </a:lnTo>
                  <a:lnTo>
                    <a:pt x="254632" y="24715"/>
                  </a:lnTo>
                  <a:lnTo>
                    <a:pt x="250077" y="22017"/>
                  </a:lnTo>
                  <a:lnTo>
                    <a:pt x="245439" y="19464"/>
                  </a:lnTo>
                  <a:lnTo>
                    <a:pt x="240723" y="17059"/>
                  </a:lnTo>
                  <a:lnTo>
                    <a:pt x="235932" y="14804"/>
                  </a:lnTo>
                  <a:lnTo>
                    <a:pt x="231073" y="12703"/>
                  </a:lnTo>
                  <a:lnTo>
                    <a:pt x="226150" y="10756"/>
                  </a:lnTo>
                  <a:lnTo>
                    <a:pt x="221167" y="8966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16687"/>
              <a:ext cx="54014" cy="158200"/>
            </a:xfrm>
            <a:custGeom>
              <a:avLst/>
              <a:pathLst>
                <a:path w="54014" h="158200">
                  <a:moveTo>
                    <a:pt x="54014" y="0"/>
                  </a:moveTo>
                  <a:lnTo>
                    <a:pt x="0" y="1582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16687"/>
              <a:ext cx="54014" cy="158200"/>
            </a:xfrm>
            <a:custGeom>
              <a:avLst/>
              <a:pathLst>
                <a:path w="54014" h="158200">
                  <a:moveTo>
                    <a:pt x="54014" y="0"/>
                  </a:moveTo>
                  <a:lnTo>
                    <a:pt x="0" y="1582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16687"/>
              <a:ext cx="54014" cy="158200"/>
            </a:xfrm>
            <a:custGeom>
              <a:avLst/>
              <a:pathLst>
                <a:path w="54014" h="158200">
                  <a:moveTo>
                    <a:pt x="54014" y="0"/>
                  </a:moveTo>
                  <a:lnTo>
                    <a:pt x="0" y="1582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16687"/>
              <a:ext cx="54014" cy="158200"/>
            </a:xfrm>
            <a:custGeom>
              <a:avLst/>
              <a:pathLst>
                <a:path w="54014" h="158200">
                  <a:moveTo>
                    <a:pt x="54014" y="0"/>
                  </a:moveTo>
                  <a:lnTo>
                    <a:pt x="0" y="1582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16687"/>
              <a:ext cx="54014" cy="158200"/>
            </a:xfrm>
            <a:custGeom>
              <a:avLst/>
              <a:pathLst>
                <a:path w="54014" h="158200">
                  <a:moveTo>
                    <a:pt x="54014" y="0"/>
                  </a:moveTo>
                  <a:lnTo>
                    <a:pt x="0" y="1582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16687"/>
              <a:ext cx="54014" cy="158200"/>
            </a:xfrm>
            <a:custGeom>
              <a:avLst/>
              <a:pathLst>
                <a:path w="54014" h="158200">
                  <a:moveTo>
                    <a:pt x="54014" y="0"/>
                  </a:moveTo>
                  <a:lnTo>
                    <a:pt x="0" y="158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16687"/>
              <a:ext cx="54014" cy="158200"/>
            </a:xfrm>
            <a:custGeom>
              <a:avLst/>
              <a:pathLst>
                <a:path w="54014" h="158200">
                  <a:moveTo>
                    <a:pt x="54014" y="0"/>
                  </a:moveTo>
                  <a:lnTo>
                    <a:pt x="0" y="158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16687"/>
              <a:ext cx="54014" cy="158200"/>
            </a:xfrm>
            <a:custGeom>
              <a:avLst/>
              <a:pathLst>
                <a:path w="54014" h="158200">
                  <a:moveTo>
                    <a:pt x="54014" y="0"/>
                  </a:moveTo>
                  <a:lnTo>
                    <a:pt x="0" y="158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16687"/>
              <a:ext cx="54014" cy="158200"/>
            </a:xfrm>
            <a:custGeom>
              <a:avLst/>
              <a:pathLst>
                <a:path w="54014" h="158200">
                  <a:moveTo>
                    <a:pt x="54014" y="0"/>
                  </a:moveTo>
                  <a:lnTo>
                    <a:pt x="0" y="158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16687"/>
              <a:ext cx="54014" cy="158200"/>
            </a:xfrm>
            <a:custGeom>
              <a:avLst/>
              <a:pathLst>
                <a:path w="54014" h="158200">
                  <a:moveTo>
                    <a:pt x="54014" y="0"/>
                  </a:moveTo>
                  <a:lnTo>
                    <a:pt x="0" y="1582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3716687"/>
              <a:ext cx="54014" cy="158200"/>
            </a:xfrm>
            <a:custGeom>
              <a:avLst/>
              <a:pathLst>
                <a:path w="54014" h="158200">
                  <a:moveTo>
                    <a:pt x="54014" y="0"/>
                  </a:moveTo>
                  <a:lnTo>
                    <a:pt x="0" y="1582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3716687"/>
              <a:ext cx="54014" cy="158200"/>
            </a:xfrm>
            <a:custGeom>
              <a:avLst/>
              <a:pathLst>
                <a:path w="54014" h="158200">
                  <a:moveTo>
                    <a:pt x="54014" y="0"/>
                  </a:moveTo>
                  <a:lnTo>
                    <a:pt x="0" y="1582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3707720"/>
              <a:ext cx="54014" cy="167167"/>
            </a:xfrm>
            <a:custGeom>
              <a:avLst/>
              <a:pathLst>
                <a:path w="54014" h="167167">
                  <a:moveTo>
                    <a:pt x="54014" y="8966"/>
                  </a:moveTo>
                  <a:lnTo>
                    <a:pt x="48195" y="7098"/>
                  </a:lnTo>
                  <a:lnTo>
                    <a:pt x="42313" y="5443"/>
                  </a:lnTo>
                  <a:lnTo>
                    <a:pt x="36374" y="4005"/>
                  </a:lnTo>
                  <a:lnTo>
                    <a:pt x="30386" y="2784"/>
                  </a:lnTo>
                  <a:lnTo>
                    <a:pt x="24357" y="1784"/>
                  </a:lnTo>
                  <a:lnTo>
                    <a:pt x="18296" y="1004"/>
                  </a:lnTo>
                  <a:lnTo>
                    <a:pt x="12211" y="446"/>
                  </a:lnTo>
                  <a:lnTo>
                    <a:pt x="6109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14140" y="4213821"/>
              <a:ext cx="334295" cy="334334"/>
            </a:xfrm>
            <a:custGeom>
              <a:avLst/>
              <a:pathLst>
                <a:path w="334295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6" y="336"/>
                  </a:lnTo>
                  <a:lnTo>
                    <a:pt x="151259" y="756"/>
                  </a:lnTo>
                  <a:lnTo>
                    <a:pt x="145988" y="1344"/>
                  </a:lnTo>
                  <a:lnTo>
                    <a:pt x="140739" y="2099"/>
                  </a:lnTo>
                  <a:lnTo>
                    <a:pt x="135516" y="3019"/>
                  </a:lnTo>
                  <a:lnTo>
                    <a:pt x="130324" y="4105"/>
                  </a:lnTo>
                  <a:lnTo>
                    <a:pt x="125170" y="5356"/>
                  </a:lnTo>
                  <a:lnTo>
                    <a:pt x="120058" y="6769"/>
                  </a:lnTo>
                  <a:lnTo>
                    <a:pt x="114994" y="8343"/>
                  </a:lnTo>
                  <a:lnTo>
                    <a:pt x="109982" y="10077"/>
                  </a:lnTo>
                  <a:lnTo>
                    <a:pt x="105027" y="11970"/>
                  </a:lnTo>
                  <a:lnTo>
                    <a:pt x="100135" y="14018"/>
                  </a:lnTo>
                  <a:lnTo>
                    <a:pt x="95311" y="16221"/>
                  </a:lnTo>
                  <a:lnTo>
                    <a:pt x="90559" y="18576"/>
                  </a:lnTo>
                  <a:lnTo>
                    <a:pt x="85884" y="21080"/>
                  </a:lnTo>
                  <a:lnTo>
                    <a:pt x="81290" y="23732"/>
                  </a:lnTo>
                  <a:lnTo>
                    <a:pt x="76784" y="26527"/>
                  </a:lnTo>
                  <a:lnTo>
                    <a:pt x="72368" y="29465"/>
                  </a:lnTo>
                  <a:lnTo>
                    <a:pt x="68047" y="32541"/>
                  </a:lnTo>
                  <a:lnTo>
                    <a:pt x="63826" y="35752"/>
                  </a:lnTo>
                  <a:lnTo>
                    <a:pt x="59710" y="39096"/>
                  </a:lnTo>
                  <a:lnTo>
                    <a:pt x="55701" y="42568"/>
                  </a:lnTo>
                  <a:lnTo>
                    <a:pt x="51804" y="46166"/>
                  </a:lnTo>
                  <a:lnTo>
                    <a:pt x="48024" y="49886"/>
                  </a:lnTo>
                  <a:lnTo>
                    <a:pt x="44364" y="53724"/>
                  </a:lnTo>
                  <a:lnTo>
                    <a:pt x="40827" y="57676"/>
                  </a:lnTo>
                  <a:lnTo>
                    <a:pt x="37417" y="61738"/>
                  </a:lnTo>
                  <a:lnTo>
                    <a:pt x="34138" y="65907"/>
                  </a:lnTo>
                  <a:lnTo>
                    <a:pt x="30993" y="70177"/>
                  </a:lnTo>
                  <a:lnTo>
                    <a:pt x="27984" y="74545"/>
                  </a:lnTo>
                  <a:lnTo>
                    <a:pt x="25116" y="79006"/>
                  </a:lnTo>
                  <a:lnTo>
                    <a:pt x="22391" y="83556"/>
                  </a:lnTo>
                  <a:lnTo>
                    <a:pt x="19812" y="88190"/>
                  </a:lnTo>
                  <a:lnTo>
                    <a:pt x="17380" y="92904"/>
                  </a:lnTo>
                  <a:lnTo>
                    <a:pt x="15100" y="97692"/>
                  </a:lnTo>
                  <a:lnTo>
                    <a:pt x="12973" y="102550"/>
                  </a:lnTo>
                  <a:lnTo>
                    <a:pt x="11000" y="107473"/>
                  </a:lnTo>
                  <a:lnTo>
                    <a:pt x="9185" y="112457"/>
                  </a:lnTo>
                  <a:lnTo>
                    <a:pt x="7529" y="117495"/>
                  </a:lnTo>
                  <a:lnTo>
                    <a:pt x="6034" y="122584"/>
                  </a:lnTo>
                  <a:lnTo>
                    <a:pt x="4701" y="127717"/>
                  </a:lnTo>
                  <a:lnTo>
                    <a:pt x="3531" y="132890"/>
                  </a:lnTo>
                  <a:lnTo>
                    <a:pt x="2526" y="138097"/>
                  </a:lnTo>
                  <a:lnTo>
                    <a:pt x="1687" y="143334"/>
                  </a:lnTo>
                  <a:lnTo>
                    <a:pt x="1014" y="148595"/>
                  </a:lnTo>
                  <a:lnTo>
                    <a:pt x="509" y="153874"/>
                  </a:lnTo>
                  <a:lnTo>
                    <a:pt x="171" y="159167"/>
                  </a:lnTo>
                  <a:lnTo>
                    <a:pt x="1" y="164468"/>
                  </a:lnTo>
                  <a:lnTo>
                    <a:pt x="0" y="169772"/>
                  </a:lnTo>
                  <a:lnTo>
                    <a:pt x="166" y="175073"/>
                  </a:lnTo>
                  <a:lnTo>
                    <a:pt x="501" y="180366"/>
                  </a:lnTo>
                  <a:lnTo>
                    <a:pt x="1004" y="185645"/>
                  </a:lnTo>
                  <a:lnTo>
                    <a:pt x="1673" y="190906"/>
                  </a:lnTo>
                  <a:lnTo>
                    <a:pt x="2510" y="196144"/>
                  </a:lnTo>
                  <a:lnTo>
                    <a:pt x="3512" y="201352"/>
                  </a:lnTo>
                  <a:lnTo>
                    <a:pt x="4679" y="206525"/>
                  </a:lnTo>
                  <a:lnTo>
                    <a:pt x="6009" y="211659"/>
                  </a:lnTo>
                  <a:lnTo>
                    <a:pt x="7501" y="216749"/>
                  </a:lnTo>
                  <a:lnTo>
                    <a:pt x="9155" y="221788"/>
                  </a:lnTo>
                  <a:lnTo>
                    <a:pt x="10967" y="226772"/>
                  </a:lnTo>
                  <a:lnTo>
                    <a:pt x="12936" y="231697"/>
                  </a:lnTo>
                  <a:lnTo>
                    <a:pt x="15061" y="236556"/>
                  </a:lnTo>
                  <a:lnTo>
                    <a:pt x="17339" y="241346"/>
                  </a:lnTo>
                  <a:lnTo>
                    <a:pt x="19767" y="246061"/>
                  </a:lnTo>
                  <a:lnTo>
                    <a:pt x="22344" y="250696"/>
                  </a:lnTo>
                  <a:lnTo>
                    <a:pt x="25067" y="255248"/>
                  </a:lnTo>
                  <a:lnTo>
                    <a:pt x="27932" y="259710"/>
                  </a:lnTo>
                  <a:lnTo>
                    <a:pt x="30938" y="264080"/>
                  </a:lnTo>
                  <a:lnTo>
                    <a:pt x="34081" y="268352"/>
                  </a:lnTo>
                  <a:lnTo>
                    <a:pt x="37358" y="272522"/>
                  </a:lnTo>
                  <a:lnTo>
                    <a:pt x="40765" y="276586"/>
                  </a:lnTo>
                  <a:lnTo>
                    <a:pt x="44300" y="280540"/>
                  </a:lnTo>
                  <a:lnTo>
                    <a:pt x="47958" y="284380"/>
                  </a:lnTo>
                  <a:lnTo>
                    <a:pt x="51736" y="288102"/>
                  </a:lnTo>
                  <a:lnTo>
                    <a:pt x="55631" y="291703"/>
                  </a:lnTo>
                  <a:lnTo>
                    <a:pt x="59637" y="295177"/>
                  </a:lnTo>
                  <a:lnTo>
                    <a:pt x="63752" y="298523"/>
                  </a:lnTo>
                  <a:lnTo>
                    <a:pt x="67971" y="301737"/>
                  </a:lnTo>
                  <a:lnTo>
                    <a:pt x="72290" y="304816"/>
                  </a:lnTo>
                  <a:lnTo>
                    <a:pt x="76704" y="307755"/>
                  </a:lnTo>
                  <a:lnTo>
                    <a:pt x="81209" y="310554"/>
                  </a:lnTo>
                  <a:lnTo>
                    <a:pt x="85801" y="313208"/>
                  </a:lnTo>
                  <a:lnTo>
                    <a:pt x="90475" y="315715"/>
                  </a:lnTo>
                  <a:lnTo>
                    <a:pt x="95226" y="318072"/>
                  </a:lnTo>
                  <a:lnTo>
                    <a:pt x="100049" y="320278"/>
                  </a:lnTo>
                  <a:lnTo>
                    <a:pt x="104940" y="322329"/>
                  </a:lnTo>
                  <a:lnTo>
                    <a:pt x="109893" y="324224"/>
                  </a:lnTo>
                  <a:lnTo>
                    <a:pt x="114904" y="325961"/>
                  </a:lnTo>
                  <a:lnTo>
                    <a:pt x="119968" y="327539"/>
                  </a:lnTo>
                  <a:lnTo>
                    <a:pt x="125079" y="328955"/>
                  </a:lnTo>
                  <a:lnTo>
                    <a:pt x="130232" y="330208"/>
                  </a:lnTo>
                  <a:lnTo>
                    <a:pt x="135423" y="331297"/>
                  </a:lnTo>
                  <a:lnTo>
                    <a:pt x="140645" y="332220"/>
                  </a:lnTo>
                  <a:lnTo>
                    <a:pt x="145895" y="332978"/>
                  </a:lnTo>
                  <a:lnTo>
                    <a:pt x="151165" y="333569"/>
                  </a:lnTo>
                  <a:lnTo>
                    <a:pt x="156452" y="333992"/>
                  </a:lnTo>
                  <a:lnTo>
                    <a:pt x="161749" y="334247"/>
                  </a:lnTo>
                  <a:lnTo>
                    <a:pt x="167052" y="334334"/>
                  </a:lnTo>
                  <a:lnTo>
                    <a:pt x="172355" y="334253"/>
                  </a:lnTo>
                  <a:lnTo>
                    <a:pt x="177653" y="334004"/>
                  </a:lnTo>
                  <a:lnTo>
                    <a:pt x="182940" y="333587"/>
                  </a:lnTo>
                  <a:lnTo>
                    <a:pt x="188211" y="333002"/>
                  </a:lnTo>
                  <a:lnTo>
                    <a:pt x="193461" y="332250"/>
                  </a:lnTo>
                  <a:lnTo>
                    <a:pt x="198685" y="331332"/>
                  </a:lnTo>
                  <a:lnTo>
                    <a:pt x="203877" y="330249"/>
                  </a:lnTo>
                  <a:lnTo>
                    <a:pt x="209032" y="329002"/>
                  </a:lnTo>
                  <a:lnTo>
                    <a:pt x="214144" y="327592"/>
                  </a:lnTo>
                  <a:lnTo>
                    <a:pt x="219210" y="326020"/>
                  </a:lnTo>
                  <a:lnTo>
                    <a:pt x="224223" y="324289"/>
                  </a:lnTo>
                  <a:lnTo>
                    <a:pt x="229178" y="322399"/>
                  </a:lnTo>
                  <a:lnTo>
                    <a:pt x="234071" y="320353"/>
                  </a:lnTo>
                  <a:lnTo>
                    <a:pt x="238897" y="318153"/>
                  </a:lnTo>
                  <a:lnTo>
                    <a:pt x="243651" y="315801"/>
                  </a:lnTo>
                  <a:lnTo>
                    <a:pt x="248327" y="313299"/>
                  </a:lnTo>
                  <a:lnTo>
                    <a:pt x="252922" y="310651"/>
                  </a:lnTo>
                  <a:lnTo>
                    <a:pt x="257430" y="307857"/>
                  </a:lnTo>
                  <a:lnTo>
                    <a:pt x="261848" y="304923"/>
                  </a:lnTo>
                  <a:lnTo>
                    <a:pt x="266170" y="301849"/>
                  </a:lnTo>
                  <a:lnTo>
                    <a:pt x="270393" y="298640"/>
                  </a:lnTo>
                  <a:lnTo>
                    <a:pt x="274511" y="295299"/>
                  </a:lnTo>
                  <a:lnTo>
                    <a:pt x="278522" y="291828"/>
                  </a:lnTo>
                  <a:lnTo>
                    <a:pt x="282421" y="288233"/>
                  </a:lnTo>
                  <a:lnTo>
                    <a:pt x="286203" y="284515"/>
                  </a:lnTo>
                  <a:lnTo>
                    <a:pt x="289866" y="280679"/>
                  </a:lnTo>
                  <a:lnTo>
                    <a:pt x="293405" y="276729"/>
                  </a:lnTo>
                  <a:lnTo>
                    <a:pt x="296817" y="272669"/>
                  </a:lnTo>
                  <a:lnTo>
                    <a:pt x="300098" y="268502"/>
                  </a:lnTo>
                  <a:lnTo>
                    <a:pt x="303246" y="264234"/>
                  </a:lnTo>
                  <a:lnTo>
                    <a:pt x="306257" y="259867"/>
                  </a:lnTo>
                  <a:lnTo>
                    <a:pt x="309127" y="255408"/>
                  </a:lnTo>
                  <a:lnTo>
                    <a:pt x="311855" y="250860"/>
                  </a:lnTo>
                  <a:lnTo>
                    <a:pt x="314437" y="246227"/>
                  </a:lnTo>
                  <a:lnTo>
                    <a:pt x="316871" y="241515"/>
                  </a:lnTo>
                  <a:lnTo>
                    <a:pt x="319154" y="236728"/>
                  </a:lnTo>
                  <a:lnTo>
                    <a:pt x="321284" y="231871"/>
                  </a:lnTo>
                  <a:lnTo>
                    <a:pt x="323259" y="226949"/>
                  </a:lnTo>
                  <a:lnTo>
                    <a:pt x="325077" y="221966"/>
                  </a:lnTo>
                  <a:lnTo>
                    <a:pt x="326736" y="216929"/>
                  </a:lnTo>
                  <a:lnTo>
                    <a:pt x="328234" y="211841"/>
                  </a:lnTo>
                  <a:lnTo>
                    <a:pt x="329570" y="206709"/>
                  </a:lnTo>
                  <a:lnTo>
                    <a:pt x="330743" y="201536"/>
                  </a:lnTo>
                  <a:lnTo>
                    <a:pt x="331751" y="196330"/>
                  </a:lnTo>
                  <a:lnTo>
                    <a:pt x="332593" y="191093"/>
                  </a:lnTo>
                  <a:lnTo>
                    <a:pt x="333269" y="185833"/>
                  </a:lnTo>
                  <a:lnTo>
                    <a:pt x="333777" y="180554"/>
                  </a:lnTo>
                  <a:lnTo>
                    <a:pt x="334118" y="175261"/>
                  </a:lnTo>
                  <a:lnTo>
                    <a:pt x="334291" y="169960"/>
                  </a:lnTo>
                  <a:lnTo>
                    <a:pt x="334295" y="164657"/>
                  </a:lnTo>
                  <a:lnTo>
                    <a:pt x="334131" y="159356"/>
                  </a:lnTo>
                  <a:lnTo>
                    <a:pt x="333800" y="154062"/>
                  </a:lnTo>
                  <a:lnTo>
                    <a:pt x="333300" y="148782"/>
                  </a:lnTo>
                  <a:lnTo>
                    <a:pt x="332633" y="143521"/>
                  </a:lnTo>
                  <a:lnTo>
                    <a:pt x="331800" y="138283"/>
                  </a:lnTo>
                  <a:lnTo>
                    <a:pt x="330801" y="133075"/>
                  </a:lnTo>
                  <a:lnTo>
                    <a:pt x="329637" y="127900"/>
                  </a:lnTo>
                  <a:lnTo>
                    <a:pt x="328309" y="122765"/>
                  </a:lnTo>
                  <a:lnTo>
                    <a:pt x="326820" y="117675"/>
                  </a:lnTo>
                  <a:lnTo>
                    <a:pt x="325170" y="112635"/>
                  </a:lnTo>
                  <a:lnTo>
                    <a:pt x="323360" y="107650"/>
                  </a:lnTo>
                  <a:lnTo>
                    <a:pt x="321393" y="102724"/>
                  </a:lnTo>
                  <a:lnTo>
                    <a:pt x="319272" y="97864"/>
                  </a:lnTo>
                  <a:lnTo>
                    <a:pt x="316997" y="93073"/>
                  </a:lnTo>
                  <a:lnTo>
                    <a:pt x="314571" y="88356"/>
                  </a:lnTo>
                  <a:lnTo>
                    <a:pt x="311996" y="83719"/>
                  </a:lnTo>
                  <a:lnTo>
                    <a:pt x="309276" y="79167"/>
                  </a:lnTo>
                  <a:lnTo>
                    <a:pt x="306413" y="74702"/>
                  </a:lnTo>
                  <a:lnTo>
                    <a:pt x="303410" y="70331"/>
                  </a:lnTo>
                  <a:lnTo>
                    <a:pt x="300270" y="66057"/>
                  </a:lnTo>
                  <a:lnTo>
                    <a:pt x="296995" y="61885"/>
                  </a:lnTo>
                  <a:lnTo>
                    <a:pt x="293590" y="57819"/>
                  </a:lnTo>
                  <a:lnTo>
                    <a:pt x="290058" y="53863"/>
                  </a:lnTo>
                  <a:lnTo>
                    <a:pt x="286402" y="50021"/>
                  </a:lnTo>
                  <a:lnTo>
                    <a:pt x="282625" y="46297"/>
                  </a:lnTo>
                  <a:lnTo>
                    <a:pt x="278733" y="42694"/>
                  </a:lnTo>
                  <a:lnTo>
                    <a:pt x="274728" y="39217"/>
                  </a:lnTo>
                  <a:lnTo>
                    <a:pt x="270615" y="35869"/>
                  </a:lnTo>
                  <a:lnTo>
                    <a:pt x="266398" y="32653"/>
                  </a:lnTo>
                  <a:lnTo>
                    <a:pt x="262081" y="29572"/>
                  </a:lnTo>
                  <a:lnTo>
                    <a:pt x="257668" y="26630"/>
                  </a:lnTo>
                  <a:lnTo>
                    <a:pt x="253165" y="23829"/>
                  </a:lnTo>
                  <a:lnTo>
                    <a:pt x="248574" y="21172"/>
                  </a:lnTo>
                  <a:lnTo>
                    <a:pt x="243902" y="18663"/>
                  </a:lnTo>
                  <a:lnTo>
                    <a:pt x="239153" y="16302"/>
                  </a:lnTo>
                  <a:lnTo>
                    <a:pt x="234331" y="14094"/>
                  </a:lnTo>
                  <a:lnTo>
                    <a:pt x="229441" y="12040"/>
                  </a:lnTo>
                  <a:lnTo>
                    <a:pt x="224489" y="10142"/>
                  </a:lnTo>
                  <a:lnTo>
                    <a:pt x="219479" y="8402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222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222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222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222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222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222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222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222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2222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781287" y="42222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781287" y="4222223"/>
              <a:ext cx="52332" cy="158764"/>
            </a:xfrm>
            <a:custGeom>
              <a:avLst/>
              <a:pathLst>
                <a:path w="52332" h="158764">
                  <a:moveTo>
                    <a:pt x="52332" y="0"/>
                  </a:moveTo>
                  <a:lnTo>
                    <a:pt x="0" y="1587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781287" y="4213821"/>
              <a:ext cx="52332" cy="167167"/>
            </a:xfrm>
            <a:custGeom>
              <a:avLst/>
              <a:pathLst>
                <a:path w="52332" h="167167">
                  <a:moveTo>
                    <a:pt x="52332" y="8402"/>
                  </a:moveTo>
                  <a:lnTo>
                    <a:pt x="46683" y="6650"/>
                  </a:lnTo>
                  <a:lnTo>
                    <a:pt x="40976" y="5100"/>
                  </a:lnTo>
                  <a:lnTo>
                    <a:pt x="35218" y="3752"/>
                  </a:lnTo>
                  <a:lnTo>
                    <a:pt x="29416" y="2608"/>
                  </a:lnTo>
                  <a:lnTo>
                    <a:pt x="23577" y="1671"/>
                  </a:lnTo>
                  <a:lnTo>
                    <a:pt x="17709" y="940"/>
                  </a:lnTo>
                  <a:lnTo>
                    <a:pt x="11818" y="418"/>
                  </a:lnTo>
                  <a:lnTo>
                    <a:pt x="5912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19358" y="4659281"/>
              <a:ext cx="167166" cy="266570"/>
            </a:xfrm>
            <a:custGeom>
              <a:avLst/>
              <a:pathLst>
                <a:path w="167166" h="266570">
                  <a:moveTo>
                    <a:pt x="167166" y="0"/>
                  </a:moveTo>
                  <a:lnTo>
                    <a:pt x="161819" y="85"/>
                  </a:lnTo>
                  <a:lnTo>
                    <a:pt x="156477" y="342"/>
                  </a:lnTo>
                  <a:lnTo>
                    <a:pt x="151146" y="769"/>
                  </a:lnTo>
                  <a:lnTo>
                    <a:pt x="145831" y="1367"/>
                  </a:lnTo>
                  <a:lnTo>
                    <a:pt x="140538" y="2134"/>
                  </a:lnTo>
                  <a:lnTo>
                    <a:pt x="135272" y="3070"/>
                  </a:lnTo>
                  <a:lnTo>
                    <a:pt x="130040" y="4174"/>
                  </a:lnTo>
                  <a:lnTo>
                    <a:pt x="124845" y="5445"/>
                  </a:lnTo>
                  <a:lnTo>
                    <a:pt x="119693" y="6882"/>
                  </a:lnTo>
                  <a:lnTo>
                    <a:pt x="114590" y="8483"/>
                  </a:lnTo>
                  <a:lnTo>
                    <a:pt x="109541" y="10246"/>
                  </a:lnTo>
                  <a:lnTo>
                    <a:pt x="104550" y="12169"/>
                  </a:lnTo>
                  <a:lnTo>
                    <a:pt x="99624" y="14252"/>
                  </a:lnTo>
                  <a:lnTo>
                    <a:pt x="94767" y="16491"/>
                  </a:lnTo>
                  <a:lnTo>
                    <a:pt x="89984" y="18884"/>
                  </a:lnTo>
                  <a:lnTo>
                    <a:pt x="85281" y="21428"/>
                  </a:lnTo>
                  <a:lnTo>
                    <a:pt x="80660" y="24123"/>
                  </a:lnTo>
                  <a:lnTo>
                    <a:pt x="76129" y="26963"/>
                  </a:lnTo>
                  <a:lnTo>
                    <a:pt x="71690" y="29947"/>
                  </a:lnTo>
                  <a:lnTo>
                    <a:pt x="67350" y="33071"/>
                  </a:lnTo>
                  <a:lnTo>
                    <a:pt x="63111" y="36333"/>
                  </a:lnTo>
                  <a:lnTo>
                    <a:pt x="58979" y="39728"/>
                  </a:lnTo>
                  <a:lnTo>
                    <a:pt x="54958" y="43254"/>
                  </a:lnTo>
                  <a:lnTo>
                    <a:pt x="51052" y="46907"/>
                  </a:lnTo>
                  <a:lnTo>
                    <a:pt x="47264" y="50683"/>
                  </a:lnTo>
                  <a:lnTo>
                    <a:pt x="43599" y="54578"/>
                  </a:lnTo>
                  <a:lnTo>
                    <a:pt x="40061" y="58589"/>
                  </a:lnTo>
                  <a:lnTo>
                    <a:pt x="36653" y="62710"/>
                  </a:lnTo>
                  <a:lnTo>
                    <a:pt x="33378" y="66939"/>
                  </a:lnTo>
                  <a:lnTo>
                    <a:pt x="30240" y="71270"/>
                  </a:lnTo>
                  <a:lnTo>
                    <a:pt x="27243" y="75699"/>
                  </a:lnTo>
                  <a:lnTo>
                    <a:pt x="24389" y="80222"/>
                  </a:lnTo>
                  <a:lnTo>
                    <a:pt x="21680" y="84833"/>
                  </a:lnTo>
                  <a:lnTo>
                    <a:pt x="19121" y="89529"/>
                  </a:lnTo>
                  <a:lnTo>
                    <a:pt x="16713" y="94305"/>
                  </a:lnTo>
                  <a:lnTo>
                    <a:pt x="14459" y="99155"/>
                  </a:lnTo>
                  <a:lnTo>
                    <a:pt x="12362" y="104075"/>
                  </a:lnTo>
                  <a:lnTo>
                    <a:pt x="10423" y="109059"/>
                  </a:lnTo>
                  <a:lnTo>
                    <a:pt x="8644" y="114103"/>
                  </a:lnTo>
                  <a:lnTo>
                    <a:pt x="7028" y="119201"/>
                  </a:lnTo>
                  <a:lnTo>
                    <a:pt x="5576" y="124348"/>
                  </a:lnTo>
                  <a:lnTo>
                    <a:pt x="4289" y="129539"/>
                  </a:lnTo>
                  <a:lnTo>
                    <a:pt x="3168" y="134769"/>
                  </a:lnTo>
                  <a:lnTo>
                    <a:pt x="2216" y="140031"/>
                  </a:lnTo>
                  <a:lnTo>
                    <a:pt x="1432" y="145322"/>
                  </a:lnTo>
                  <a:lnTo>
                    <a:pt x="818" y="150635"/>
                  </a:lnTo>
                  <a:lnTo>
                    <a:pt x="375" y="155964"/>
                  </a:lnTo>
                  <a:lnTo>
                    <a:pt x="102" y="161305"/>
                  </a:lnTo>
                  <a:lnTo>
                    <a:pt x="0" y="166653"/>
                  </a:lnTo>
                  <a:lnTo>
                    <a:pt x="69" y="172000"/>
                  </a:lnTo>
                  <a:lnTo>
                    <a:pt x="309" y="177343"/>
                  </a:lnTo>
                  <a:lnTo>
                    <a:pt x="720" y="182676"/>
                  </a:lnTo>
                  <a:lnTo>
                    <a:pt x="1301" y="187992"/>
                  </a:lnTo>
                  <a:lnTo>
                    <a:pt x="2052" y="193287"/>
                  </a:lnTo>
                  <a:lnTo>
                    <a:pt x="2972" y="198556"/>
                  </a:lnTo>
                  <a:lnTo>
                    <a:pt x="4060" y="203792"/>
                  </a:lnTo>
                  <a:lnTo>
                    <a:pt x="5315" y="208991"/>
                  </a:lnTo>
                  <a:lnTo>
                    <a:pt x="6736" y="214147"/>
                  </a:lnTo>
                  <a:lnTo>
                    <a:pt x="8321" y="219255"/>
                  </a:lnTo>
                  <a:lnTo>
                    <a:pt x="10068" y="224309"/>
                  </a:lnTo>
                  <a:lnTo>
                    <a:pt x="11977" y="229305"/>
                  </a:lnTo>
                  <a:lnTo>
                    <a:pt x="14044" y="234238"/>
                  </a:lnTo>
                  <a:lnTo>
                    <a:pt x="16268" y="239102"/>
                  </a:lnTo>
                  <a:lnTo>
                    <a:pt x="18646" y="243892"/>
                  </a:lnTo>
                  <a:lnTo>
                    <a:pt x="21176" y="248604"/>
                  </a:lnTo>
                  <a:lnTo>
                    <a:pt x="23856" y="253232"/>
                  </a:lnTo>
                  <a:lnTo>
                    <a:pt x="26683" y="257772"/>
                  </a:lnTo>
                  <a:lnTo>
                    <a:pt x="29653" y="262220"/>
                  </a:lnTo>
                  <a:lnTo>
                    <a:pt x="32764" y="26657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52122" y="4826449"/>
              <a:ext cx="134402" cy="99403"/>
            </a:xfrm>
            <a:custGeom>
              <a:avLst/>
              <a:pathLst>
                <a:path w="134402" h="99403">
                  <a:moveTo>
                    <a:pt x="0" y="99403"/>
                  </a:moveTo>
                  <a:lnTo>
                    <a:pt x="13440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52122" y="4826449"/>
              <a:ext cx="134402" cy="99403"/>
            </a:xfrm>
            <a:custGeom>
              <a:avLst/>
              <a:pathLst>
                <a:path w="134402" h="99403">
                  <a:moveTo>
                    <a:pt x="0" y="99403"/>
                  </a:moveTo>
                  <a:lnTo>
                    <a:pt x="13440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52122" y="4826449"/>
              <a:ext cx="134402" cy="99403"/>
            </a:xfrm>
            <a:custGeom>
              <a:avLst/>
              <a:pathLst>
                <a:path w="134402" h="99403">
                  <a:moveTo>
                    <a:pt x="0" y="99403"/>
                  </a:moveTo>
                  <a:lnTo>
                    <a:pt x="13440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52122" y="4826449"/>
              <a:ext cx="134402" cy="99403"/>
            </a:xfrm>
            <a:custGeom>
              <a:avLst/>
              <a:pathLst>
                <a:path w="134402" h="99403">
                  <a:moveTo>
                    <a:pt x="0" y="99403"/>
                  </a:moveTo>
                  <a:lnTo>
                    <a:pt x="1344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52122" y="4826449"/>
              <a:ext cx="134402" cy="99403"/>
            </a:xfrm>
            <a:custGeom>
              <a:avLst/>
              <a:pathLst>
                <a:path w="134402" h="99403">
                  <a:moveTo>
                    <a:pt x="0" y="99403"/>
                  </a:moveTo>
                  <a:lnTo>
                    <a:pt x="1344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52122" y="4826449"/>
              <a:ext cx="134402" cy="99403"/>
            </a:xfrm>
            <a:custGeom>
              <a:avLst/>
              <a:pathLst>
                <a:path w="134402" h="99403">
                  <a:moveTo>
                    <a:pt x="0" y="99403"/>
                  </a:moveTo>
                  <a:lnTo>
                    <a:pt x="1344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52122" y="4826449"/>
              <a:ext cx="134402" cy="99403"/>
            </a:xfrm>
            <a:custGeom>
              <a:avLst/>
              <a:pathLst>
                <a:path w="134402" h="99403">
                  <a:moveTo>
                    <a:pt x="0" y="99403"/>
                  </a:moveTo>
                  <a:lnTo>
                    <a:pt x="1344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952122" y="4826449"/>
              <a:ext cx="134402" cy="99403"/>
            </a:xfrm>
            <a:custGeom>
              <a:avLst/>
              <a:pathLst>
                <a:path w="134402" h="99403">
                  <a:moveTo>
                    <a:pt x="0" y="99403"/>
                  </a:moveTo>
                  <a:lnTo>
                    <a:pt x="13440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952122" y="4826449"/>
              <a:ext cx="134402" cy="99403"/>
            </a:xfrm>
            <a:custGeom>
              <a:avLst/>
              <a:pathLst>
                <a:path w="134402" h="99403">
                  <a:moveTo>
                    <a:pt x="0" y="99403"/>
                  </a:moveTo>
                  <a:lnTo>
                    <a:pt x="13440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952122" y="4826449"/>
              <a:ext cx="134402" cy="117576"/>
            </a:xfrm>
            <a:custGeom>
              <a:avLst/>
              <a:pathLst>
                <a:path w="134402" h="117576">
                  <a:moveTo>
                    <a:pt x="0" y="99403"/>
                  </a:moveTo>
                  <a:lnTo>
                    <a:pt x="4899" y="105706"/>
                  </a:lnTo>
                  <a:lnTo>
                    <a:pt x="10093" y="111768"/>
                  </a:lnTo>
                  <a:lnTo>
                    <a:pt x="15571" y="117576"/>
                  </a:lnTo>
                  <a:lnTo>
                    <a:pt x="13440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967694" y="4659281"/>
              <a:ext cx="285979" cy="334334"/>
            </a:xfrm>
            <a:custGeom>
              <a:avLst/>
              <a:pathLst>
                <a:path w="285979" h="334334">
                  <a:moveTo>
                    <a:pt x="0" y="284743"/>
                  </a:moveTo>
                  <a:lnTo>
                    <a:pt x="3787" y="288452"/>
                  </a:lnTo>
                  <a:lnTo>
                    <a:pt x="7691" y="292039"/>
                  </a:lnTo>
                  <a:lnTo>
                    <a:pt x="11706" y="295500"/>
                  </a:lnTo>
                  <a:lnTo>
                    <a:pt x="15829" y="298832"/>
                  </a:lnTo>
                  <a:lnTo>
                    <a:pt x="20055" y="302031"/>
                  </a:lnTo>
                  <a:lnTo>
                    <a:pt x="24381" y="305095"/>
                  </a:lnTo>
                  <a:lnTo>
                    <a:pt x="28802" y="308021"/>
                  </a:lnTo>
                  <a:lnTo>
                    <a:pt x="33313" y="310804"/>
                  </a:lnTo>
                  <a:lnTo>
                    <a:pt x="37910" y="313444"/>
                  </a:lnTo>
                  <a:lnTo>
                    <a:pt x="42589" y="315936"/>
                  </a:lnTo>
                  <a:lnTo>
                    <a:pt x="47344" y="318278"/>
                  </a:lnTo>
                  <a:lnTo>
                    <a:pt x="52171" y="320469"/>
                  </a:lnTo>
                  <a:lnTo>
                    <a:pt x="57066" y="322505"/>
                  </a:lnTo>
                  <a:lnTo>
                    <a:pt x="62022" y="324386"/>
                  </a:lnTo>
                  <a:lnTo>
                    <a:pt x="67035" y="326108"/>
                  </a:lnTo>
                  <a:lnTo>
                    <a:pt x="72101" y="327670"/>
                  </a:lnTo>
                  <a:lnTo>
                    <a:pt x="77213" y="329071"/>
                  </a:lnTo>
                  <a:lnTo>
                    <a:pt x="82368" y="330309"/>
                  </a:lnTo>
                  <a:lnTo>
                    <a:pt x="87559" y="331383"/>
                  </a:lnTo>
                  <a:lnTo>
                    <a:pt x="92781" y="332292"/>
                  </a:lnTo>
                  <a:lnTo>
                    <a:pt x="98030" y="333035"/>
                  </a:lnTo>
                  <a:lnTo>
                    <a:pt x="103300" y="333611"/>
                  </a:lnTo>
                  <a:lnTo>
                    <a:pt x="108585" y="334020"/>
                  </a:lnTo>
                  <a:lnTo>
                    <a:pt x="113880" y="334261"/>
                  </a:lnTo>
                  <a:lnTo>
                    <a:pt x="119181" y="334334"/>
                  </a:lnTo>
                  <a:lnTo>
                    <a:pt x="124481" y="334239"/>
                  </a:lnTo>
                  <a:lnTo>
                    <a:pt x="129776" y="333976"/>
                  </a:lnTo>
                  <a:lnTo>
                    <a:pt x="135059" y="333545"/>
                  </a:lnTo>
                  <a:lnTo>
                    <a:pt x="140326" y="332947"/>
                  </a:lnTo>
                  <a:lnTo>
                    <a:pt x="145572" y="332182"/>
                  </a:lnTo>
                  <a:lnTo>
                    <a:pt x="150790" y="331251"/>
                  </a:lnTo>
                  <a:lnTo>
                    <a:pt x="155977" y="330155"/>
                  </a:lnTo>
                  <a:lnTo>
                    <a:pt x="161126" y="328895"/>
                  </a:lnTo>
                  <a:lnTo>
                    <a:pt x="166233" y="327473"/>
                  </a:lnTo>
                  <a:lnTo>
                    <a:pt x="171291" y="325889"/>
                  </a:lnTo>
                  <a:lnTo>
                    <a:pt x="176298" y="324146"/>
                  </a:lnTo>
                  <a:lnTo>
                    <a:pt x="181246" y="322245"/>
                  </a:lnTo>
                  <a:lnTo>
                    <a:pt x="186132" y="320188"/>
                  </a:lnTo>
                  <a:lnTo>
                    <a:pt x="190950" y="317977"/>
                  </a:lnTo>
                  <a:lnTo>
                    <a:pt x="195695" y="315615"/>
                  </a:lnTo>
                  <a:lnTo>
                    <a:pt x="200363" y="313103"/>
                  </a:lnTo>
                  <a:lnTo>
                    <a:pt x="204949" y="310444"/>
                  </a:lnTo>
                  <a:lnTo>
                    <a:pt x="209449" y="307642"/>
                  </a:lnTo>
                  <a:lnTo>
                    <a:pt x="213857" y="304698"/>
                  </a:lnTo>
                  <a:lnTo>
                    <a:pt x="218170" y="301616"/>
                  </a:lnTo>
                  <a:lnTo>
                    <a:pt x="222383" y="298399"/>
                  </a:lnTo>
                  <a:lnTo>
                    <a:pt x="226492" y="295049"/>
                  </a:lnTo>
                  <a:lnTo>
                    <a:pt x="230493" y="291571"/>
                  </a:lnTo>
                  <a:lnTo>
                    <a:pt x="234381" y="287968"/>
                  </a:lnTo>
                  <a:lnTo>
                    <a:pt x="238153" y="284244"/>
                  </a:lnTo>
                  <a:lnTo>
                    <a:pt x="241805" y="280402"/>
                  </a:lnTo>
                  <a:lnTo>
                    <a:pt x="245334" y="276446"/>
                  </a:lnTo>
                  <a:lnTo>
                    <a:pt x="248735" y="272380"/>
                  </a:lnTo>
                  <a:lnTo>
                    <a:pt x="252006" y="268208"/>
                  </a:lnTo>
                  <a:lnTo>
                    <a:pt x="255143" y="263934"/>
                  </a:lnTo>
                  <a:lnTo>
                    <a:pt x="258142" y="259564"/>
                  </a:lnTo>
                  <a:lnTo>
                    <a:pt x="261002" y="255100"/>
                  </a:lnTo>
                  <a:lnTo>
                    <a:pt x="263718" y="250548"/>
                  </a:lnTo>
                  <a:lnTo>
                    <a:pt x="266289" y="245912"/>
                  </a:lnTo>
                  <a:lnTo>
                    <a:pt x="268712" y="241197"/>
                  </a:lnTo>
                  <a:lnTo>
                    <a:pt x="270984" y="236408"/>
                  </a:lnTo>
                  <a:lnTo>
                    <a:pt x="273103" y="231549"/>
                  </a:lnTo>
                  <a:lnTo>
                    <a:pt x="275066" y="226625"/>
                  </a:lnTo>
                  <a:lnTo>
                    <a:pt x="276873" y="221641"/>
                  </a:lnTo>
                  <a:lnTo>
                    <a:pt x="278521" y="216603"/>
                  </a:lnTo>
                  <a:lnTo>
                    <a:pt x="280008" y="211515"/>
                  </a:lnTo>
                  <a:lnTo>
                    <a:pt x="281333" y="206382"/>
                  </a:lnTo>
                  <a:lnTo>
                    <a:pt x="282495" y="201210"/>
                  </a:lnTo>
                  <a:lnTo>
                    <a:pt x="283492" y="196003"/>
                  </a:lnTo>
                  <a:lnTo>
                    <a:pt x="284323" y="190768"/>
                  </a:lnTo>
                  <a:lnTo>
                    <a:pt x="284988" y="185509"/>
                  </a:lnTo>
                  <a:lnTo>
                    <a:pt x="285487" y="180231"/>
                  </a:lnTo>
                  <a:lnTo>
                    <a:pt x="285817" y="174941"/>
                  </a:lnTo>
                  <a:lnTo>
                    <a:pt x="285979" y="169642"/>
                  </a:lnTo>
                  <a:lnTo>
                    <a:pt x="285974" y="164341"/>
                  </a:lnTo>
                  <a:lnTo>
                    <a:pt x="285800" y="159043"/>
                  </a:lnTo>
                  <a:lnTo>
                    <a:pt x="285459" y="153753"/>
                  </a:lnTo>
                  <a:lnTo>
                    <a:pt x="284950" y="148477"/>
                  </a:lnTo>
                  <a:lnTo>
                    <a:pt x="284274" y="143219"/>
                  </a:lnTo>
                  <a:lnTo>
                    <a:pt x="283431" y="137985"/>
                  </a:lnTo>
                  <a:lnTo>
                    <a:pt x="282423" y="132781"/>
                  </a:lnTo>
                  <a:lnTo>
                    <a:pt x="281250" y="127611"/>
                  </a:lnTo>
                  <a:lnTo>
                    <a:pt x="279915" y="122481"/>
                  </a:lnTo>
                  <a:lnTo>
                    <a:pt x="278417" y="117396"/>
                  </a:lnTo>
                  <a:lnTo>
                    <a:pt x="276758" y="112361"/>
                  </a:lnTo>
                  <a:lnTo>
                    <a:pt x="274941" y="107382"/>
                  </a:lnTo>
                  <a:lnTo>
                    <a:pt x="272967" y="102462"/>
                  </a:lnTo>
                  <a:lnTo>
                    <a:pt x="270838" y="97607"/>
                  </a:lnTo>
                  <a:lnTo>
                    <a:pt x="268556" y="92822"/>
                  </a:lnTo>
                  <a:lnTo>
                    <a:pt x="266124" y="88112"/>
                  </a:lnTo>
                  <a:lnTo>
                    <a:pt x="263543" y="83482"/>
                  </a:lnTo>
                  <a:lnTo>
                    <a:pt x="260817" y="78936"/>
                  </a:lnTo>
                  <a:lnTo>
                    <a:pt x="257948" y="74478"/>
                  </a:lnTo>
                  <a:lnTo>
                    <a:pt x="254939" y="70114"/>
                  </a:lnTo>
                  <a:lnTo>
                    <a:pt x="251794" y="65847"/>
                  </a:lnTo>
                  <a:lnTo>
                    <a:pt x="248514" y="61682"/>
                  </a:lnTo>
                  <a:lnTo>
                    <a:pt x="245104" y="57623"/>
                  </a:lnTo>
                  <a:lnTo>
                    <a:pt x="241568" y="53675"/>
                  </a:lnTo>
                  <a:lnTo>
                    <a:pt x="237907" y="49840"/>
                  </a:lnTo>
                  <a:lnTo>
                    <a:pt x="234128" y="46124"/>
                  </a:lnTo>
                  <a:lnTo>
                    <a:pt x="230232" y="42529"/>
                  </a:lnTo>
                  <a:lnTo>
                    <a:pt x="226224" y="39059"/>
                  </a:lnTo>
                  <a:lnTo>
                    <a:pt x="222108" y="35719"/>
                  </a:lnTo>
                  <a:lnTo>
                    <a:pt x="217888" y="32510"/>
                  </a:lnTo>
                  <a:lnTo>
                    <a:pt x="213569" y="29437"/>
                  </a:lnTo>
                  <a:lnTo>
                    <a:pt x="209154" y="26502"/>
                  </a:lnTo>
                  <a:lnTo>
                    <a:pt x="204649" y="23709"/>
                  </a:lnTo>
                  <a:lnTo>
                    <a:pt x="200057" y="21060"/>
                  </a:lnTo>
                  <a:lnTo>
                    <a:pt x="195384" y="18558"/>
                  </a:lnTo>
                  <a:lnTo>
                    <a:pt x="190633" y="16206"/>
                  </a:lnTo>
                  <a:lnTo>
                    <a:pt x="185811" y="14005"/>
                  </a:lnTo>
                  <a:lnTo>
                    <a:pt x="180921" y="11958"/>
                  </a:lnTo>
                  <a:lnTo>
                    <a:pt x="175968" y="10068"/>
                  </a:lnTo>
                  <a:lnTo>
                    <a:pt x="170959" y="8335"/>
                  </a:lnTo>
                  <a:lnTo>
                    <a:pt x="165896" y="6762"/>
                  </a:lnTo>
                  <a:lnTo>
                    <a:pt x="160787" y="5350"/>
                  </a:lnTo>
                  <a:lnTo>
                    <a:pt x="155635" y="4101"/>
                  </a:lnTo>
                  <a:lnTo>
                    <a:pt x="150446" y="3016"/>
                  </a:lnTo>
                  <a:lnTo>
                    <a:pt x="145226" y="2097"/>
                  </a:lnTo>
                  <a:lnTo>
                    <a:pt x="139978" y="1343"/>
                  </a:lnTo>
                  <a:lnTo>
                    <a:pt x="134710" y="755"/>
                  </a:lnTo>
                  <a:lnTo>
                    <a:pt x="129426" y="336"/>
                  </a:lnTo>
                  <a:lnTo>
                    <a:pt x="124131" y="84"/>
                  </a:lnTo>
                  <a:lnTo>
                    <a:pt x="118830" y="0"/>
                  </a:lnTo>
                  <a:lnTo>
                    <a:pt x="11883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321559" y="5018213"/>
              <a:ext cx="334326" cy="334318"/>
            </a:xfrm>
            <a:custGeom>
              <a:avLst/>
              <a:pathLst>
                <a:path w="334326" h="334318">
                  <a:moveTo>
                    <a:pt x="167160" y="0"/>
                  </a:moveTo>
                  <a:lnTo>
                    <a:pt x="161880" y="83"/>
                  </a:lnTo>
                  <a:lnTo>
                    <a:pt x="156605" y="333"/>
                  </a:lnTo>
                  <a:lnTo>
                    <a:pt x="151341" y="750"/>
                  </a:lnTo>
                  <a:lnTo>
                    <a:pt x="146092" y="1332"/>
                  </a:lnTo>
                  <a:lnTo>
                    <a:pt x="140865" y="2081"/>
                  </a:lnTo>
                  <a:lnTo>
                    <a:pt x="135663" y="2994"/>
                  </a:lnTo>
                  <a:lnTo>
                    <a:pt x="130493" y="4070"/>
                  </a:lnTo>
                  <a:lnTo>
                    <a:pt x="125360" y="5310"/>
                  </a:lnTo>
                  <a:lnTo>
                    <a:pt x="120268" y="6711"/>
                  </a:lnTo>
                  <a:lnTo>
                    <a:pt x="115224" y="8272"/>
                  </a:lnTo>
                  <a:lnTo>
                    <a:pt x="110231" y="9992"/>
                  </a:lnTo>
                  <a:lnTo>
                    <a:pt x="105294" y="11869"/>
                  </a:lnTo>
                  <a:lnTo>
                    <a:pt x="100420" y="13900"/>
                  </a:lnTo>
                  <a:lnTo>
                    <a:pt x="95612" y="16085"/>
                  </a:lnTo>
                  <a:lnTo>
                    <a:pt x="90876" y="18420"/>
                  </a:lnTo>
                  <a:lnTo>
                    <a:pt x="86215" y="20904"/>
                  </a:lnTo>
                  <a:lnTo>
                    <a:pt x="81636" y="23534"/>
                  </a:lnTo>
                  <a:lnTo>
                    <a:pt x="77142" y="26307"/>
                  </a:lnTo>
                  <a:lnTo>
                    <a:pt x="72737" y="29221"/>
                  </a:lnTo>
                  <a:lnTo>
                    <a:pt x="68427" y="32272"/>
                  </a:lnTo>
                  <a:lnTo>
                    <a:pt x="64215" y="35458"/>
                  </a:lnTo>
                  <a:lnTo>
                    <a:pt x="60107" y="38775"/>
                  </a:lnTo>
                  <a:lnTo>
                    <a:pt x="56105" y="42221"/>
                  </a:lnTo>
                  <a:lnTo>
                    <a:pt x="52213" y="45791"/>
                  </a:lnTo>
                  <a:lnTo>
                    <a:pt x="48437" y="49482"/>
                  </a:lnTo>
                  <a:lnTo>
                    <a:pt x="44779" y="53291"/>
                  </a:lnTo>
                  <a:lnTo>
                    <a:pt x="41243" y="57214"/>
                  </a:lnTo>
                  <a:lnTo>
                    <a:pt x="37833" y="61246"/>
                  </a:lnTo>
                  <a:lnTo>
                    <a:pt x="34552" y="65384"/>
                  </a:lnTo>
                  <a:lnTo>
                    <a:pt x="31403" y="69623"/>
                  </a:lnTo>
                  <a:lnTo>
                    <a:pt x="28390" y="73960"/>
                  </a:lnTo>
                  <a:lnTo>
                    <a:pt x="25515" y="78390"/>
                  </a:lnTo>
                  <a:lnTo>
                    <a:pt x="22781" y="82908"/>
                  </a:lnTo>
                  <a:lnTo>
                    <a:pt x="20192" y="87510"/>
                  </a:lnTo>
                  <a:lnTo>
                    <a:pt x="17749" y="92192"/>
                  </a:lnTo>
                  <a:lnTo>
                    <a:pt x="15455" y="96949"/>
                  </a:lnTo>
                  <a:lnTo>
                    <a:pt x="13313" y="101776"/>
                  </a:lnTo>
                  <a:lnTo>
                    <a:pt x="11325" y="106668"/>
                  </a:lnTo>
                  <a:lnTo>
                    <a:pt x="9491" y="111621"/>
                  </a:lnTo>
                  <a:lnTo>
                    <a:pt x="7816" y="116629"/>
                  </a:lnTo>
                  <a:lnTo>
                    <a:pt x="6299" y="121687"/>
                  </a:lnTo>
                  <a:lnTo>
                    <a:pt x="4942" y="126791"/>
                  </a:lnTo>
                  <a:lnTo>
                    <a:pt x="3748" y="131935"/>
                  </a:lnTo>
                  <a:lnTo>
                    <a:pt x="2717" y="137114"/>
                  </a:lnTo>
                  <a:lnTo>
                    <a:pt x="1849" y="142323"/>
                  </a:lnTo>
                  <a:lnTo>
                    <a:pt x="1147" y="147557"/>
                  </a:lnTo>
                  <a:lnTo>
                    <a:pt x="611" y="152811"/>
                  </a:lnTo>
                  <a:lnTo>
                    <a:pt x="240" y="158078"/>
                  </a:lnTo>
                  <a:lnTo>
                    <a:pt x="37" y="163355"/>
                  </a:lnTo>
                  <a:lnTo>
                    <a:pt x="0" y="168636"/>
                  </a:lnTo>
                  <a:lnTo>
                    <a:pt x="129" y="173915"/>
                  </a:lnTo>
                  <a:lnTo>
                    <a:pt x="426" y="179188"/>
                  </a:lnTo>
                  <a:lnTo>
                    <a:pt x="889" y="184449"/>
                  </a:lnTo>
                  <a:lnTo>
                    <a:pt x="1518" y="189692"/>
                  </a:lnTo>
                  <a:lnTo>
                    <a:pt x="2312" y="194913"/>
                  </a:lnTo>
                  <a:lnTo>
                    <a:pt x="3270" y="200106"/>
                  </a:lnTo>
                  <a:lnTo>
                    <a:pt x="4393" y="205266"/>
                  </a:lnTo>
                  <a:lnTo>
                    <a:pt x="5677" y="210388"/>
                  </a:lnTo>
                  <a:lnTo>
                    <a:pt x="7123" y="215468"/>
                  </a:lnTo>
                  <a:lnTo>
                    <a:pt x="8728" y="220498"/>
                  </a:lnTo>
                  <a:lnTo>
                    <a:pt x="10492" y="225476"/>
                  </a:lnTo>
                  <a:lnTo>
                    <a:pt x="12412" y="230396"/>
                  </a:lnTo>
                  <a:lnTo>
                    <a:pt x="14486" y="235252"/>
                  </a:lnTo>
                  <a:lnTo>
                    <a:pt x="16713" y="240041"/>
                  </a:lnTo>
                  <a:lnTo>
                    <a:pt x="19090" y="244756"/>
                  </a:lnTo>
                  <a:lnTo>
                    <a:pt x="21615" y="249395"/>
                  </a:lnTo>
                  <a:lnTo>
                    <a:pt x="24285" y="253951"/>
                  </a:lnTo>
                  <a:lnTo>
                    <a:pt x="27097" y="258420"/>
                  </a:lnTo>
                  <a:lnTo>
                    <a:pt x="30049" y="262799"/>
                  </a:lnTo>
                  <a:lnTo>
                    <a:pt x="33138" y="267082"/>
                  </a:lnTo>
                  <a:lnTo>
                    <a:pt x="36361" y="271266"/>
                  </a:lnTo>
                  <a:lnTo>
                    <a:pt x="39715" y="275345"/>
                  </a:lnTo>
                  <a:lnTo>
                    <a:pt x="43195" y="279317"/>
                  </a:lnTo>
                  <a:lnTo>
                    <a:pt x="46800" y="283176"/>
                  </a:lnTo>
                  <a:lnTo>
                    <a:pt x="50524" y="286920"/>
                  </a:lnTo>
                  <a:lnTo>
                    <a:pt x="54365" y="290545"/>
                  </a:lnTo>
                  <a:lnTo>
                    <a:pt x="58318" y="294046"/>
                  </a:lnTo>
                  <a:lnTo>
                    <a:pt x="62380" y="297421"/>
                  </a:lnTo>
                  <a:lnTo>
                    <a:pt x="66547" y="300665"/>
                  </a:lnTo>
                  <a:lnTo>
                    <a:pt x="70813" y="303777"/>
                  </a:lnTo>
                  <a:lnTo>
                    <a:pt x="75177" y="306752"/>
                  </a:lnTo>
                  <a:lnTo>
                    <a:pt x="79631" y="309588"/>
                  </a:lnTo>
                  <a:lnTo>
                    <a:pt x="84174" y="312281"/>
                  </a:lnTo>
                  <a:lnTo>
                    <a:pt x="88799" y="314830"/>
                  </a:lnTo>
                  <a:lnTo>
                    <a:pt x="93502" y="317232"/>
                  </a:lnTo>
                  <a:lnTo>
                    <a:pt x="98279" y="319483"/>
                  </a:lnTo>
                  <a:lnTo>
                    <a:pt x="103124" y="321583"/>
                  </a:lnTo>
                  <a:lnTo>
                    <a:pt x="108034" y="323529"/>
                  </a:lnTo>
                  <a:lnTo>
                    <a:pt x="113002" y="325318"/>
                  </a:lnTo>
                  <a:lnTo>
                    <a:pt x="118025" y="326950"/>
                  </a:lnTo>
                  <a:lnTo>
                    <a:pt x="123096" y="328422"/>
                  </a:lnTo>
                  <a:lnTo>
                    <a:pt x="128212" y="329734"/>
                  </a:lnTo>
                  <a:lnTo>
                    <a:pt x="133366" y="330883"/>
                  </a:lnTo>
                  <a:lnTo>
                    <a:pt x="138554" y="331869"/>
                  </a:lnTo>
                  <a:lnTo>
                    <a:pt x="143771" y="332690"/>
                  </a:lnTo>
                  <a:lnTo>
                    <a:pt x="149010" y="333346"/>
                  </a:lnTo>
                  <a:lnTo>
                    <a:pt x="154269" y="333837"/>
                  </a:lnTo>
                  <a:lnTo>
                    <a:pt x="159539" y="334161"/>
                  </a:lnTo>
                  <a:lnTo>
                    <a:pt x="164818" y="334318"/>
                  </a:lnTo>
                  <a:lnTo>
                    <a:pt x="170099" y="334309"/>
                  </a:lnTo>
                  <a:lnTo>
                    <a:pt x="175377" y="334132"/>
                  </a:lnTo>
                  <a:lnTo>
                    <a:pt x="180647" y="333790"/>
                  </a:lnTo>
                  <a:lnTo>
                    <a:pt x="185903" y="333280"/>
                  </a:lnTo>
                  <a:lnTo>
                    <a:pt x="191140" y="332605"/>
                  </a:lnTo>
                  <a:lnTo>
                    <a:pt x="196354" y="331766"/>
                  </a:lnTo>
                  <a:lnTo>
                    <a:pt x="201539" y="330761"/>
                  </a:lnTo>
                  <a:lnTo>
                    <a:pt x="206689" y="329594"/>
                  </a:lnTo>
                  <a:lnTo>
                    <a:pt x="211800" y="328264"/>
                  </a:lnTo>
                  <a:lnTo>
                    <a:pt x="216866" y="326774"/>
                  </a:lnTo>
                  <a:lnTo>
                    <a:pt x="221882" y="325124"/>
                  </a:lnTo>
                  <a:lnTo>
                    <a:pt x="226844" y="323317"/>
                  </a:lnTo>
                  <a:lnTo>
                    <a:pt x="231747" y="321354"/>
                  </a:lnTo>
                  <a:lnTo>
                    <a:pt x="236585" y="319237"/>
                  </a:lnTo>
                  <a:lnTo>
                    <a:pt x="241354" y="316968"/>
                  </a:lnTo>
                  <a:lnTo>
                    <a:pt x="246048" y="314550"/>
                  </a:lnTo>
                  <a:lnTo>
                    <a:pt x="250664" y="311984"/>
                  </a:lnTo>
                  <a:lnTo>
                    <a:pt x="255197" y="309275"/>
                  </a:lnTo>
                  <a:lnTo>
                    <a:pt x="259642" y="306423"/>
                  </a:lnTo>
                  <a:lnTo>
                    <a:pt x="263994" y="303432"/>
                  </a:lnTo>
                  <a:lnTo>
                    <a:pt x="268250" y="300306"/>
                  </a:lnTo>
                  <a:lnTo>
                    <a:pt x="272405" y="297046"/>
                  </a:lnTo>
                  <a:lnTo>
                    <a:pt x="276455" y="293657"/>
                  </a:lnTo>
                  <a:lnTo>
                    <a:pt x="280395" y="290142"/>
                  </a:lnTo>
                  <a:lnTo>
                    <a:pt x="284223" y="286504"/>
                  </a:lnTo>
                  <a:lnTo>
                    <a:pt x="287934" y="282746"/>
                  </a:lnTo>
                  <a:lnTo>
                    <a:pt x="291525" y="278874"/>
                  </a:lnTo>
                  <a:lnTo>
                    <a:pt x="294991" y="274890"/>
                  </a:lnTo>
                  <a:lnTo>
                    <a:pt x="298330" y="270799"/>
                  </a:lnTo>
                  <a:lnTo>
                    <a:pt x="301538" y="266604"/>
                  </a:lnTo>
                  <a:lnTo>
                    <a:pt x="304612" y="262310"/>
                  </a:lnTo>
                  <a:lnTo>
                    <a:pt x="307548" y="257920"/>
                  </a:lnTo>
                  <a:lnTo>
                    <a:pt x="310345" y="253441"/>
                  </a:lnTo>
                  <a:lnTo>
                    <a:pt x="312999" y="248875"/>
                  </a:lnTo>
                  <a:lnTo>
                    <a:pt x="315507" y="244228"/>
                  </a:lnTo>
                  <a:lnTo>
                    <a:pt x="317867" y="239504"/>
                  </a:lnTo>
                  <a:lnTo>
                    <a:pt x="320076" y="234707"/>
                  </a:lnTo>
                  <a:lnTo>
                    <a:pt x="322133" y="229844"/>
                  </a:lnTo>
                  <a:lnTo>
                    <a:pt x="324036" y="224917"/>
                  </a:lnTo>
                  <a:lnTo>
                    <a:pt x="325782" y="219933"/>
                  </a:lnTo>
                  <a:lnTo>
                    <a:pt x="327369" y="214897"/>
                  </a:lnTo>
                  <a:lnTo>
                    <a:pt x="328797" y="209812"/>
                  </a:lnTo>
                  <a:lnTo>
                    <a:pt x="330063" y="204686"/>
                  </a:lnTo>
                  <a:lnTo>
                    <a:pt x="331167" y="199521"/>
                  </a:lnTo>
                  <a:lnTo>
                    <a:pt x="332107" y="194325"/>
                  </a:lnTo>
                  <a:lnTo>
                    <a:pt x="332883" y="189101"/>
                  </a:lnTo>
                  <a:lnTo>
                    <a:pt x="333493" y="183856"/>
                  </a:lnTo>
                  <a:lnTo>
                    <a:pt x="333937" y="178593"/>
                  </a:lnTo>
                  <a:lnTo>
                    <a:pt x="334215" y="173320"/>
                  </a:lnTo>
                  <a:lnTo>
                    <a:pt x="334326" y="168040"/>
                  </a:lnTo>
                  <a:lnTo>
                    <a:pt x="334270" y="162760"/>
                  </a:lnTo>
                  <a:lnTo>
                    <a:pt x="334047" y="157483"/>
                  </a:lnTo>
                  <a:lnTo>
                    <a:pt x="333658" y="152217"/>
                  </a:lnTo>
                  <a:lnTo>
                    <a:pt x="333103" y="146965"/>
                  </a:lnTo>
                  <a:lnTo>
                    <a:pt x="332382" y="141734"/>
                  </a:lnTo>
                  <a:lnTo>
                    <a:pt x="331496" y="136528"/>
                  </a:lnTo>
                  <a:lnTo>
                    <a:pt x="330446" y="131352"/>
                  </a:lnTo>
                  <a:lnTo>
                    <a:pt x="329234" y="126213"/>
                  </a:lnTo>
                  <a:lnTo>
                    <a:pt x="327859" y="121114"/>
                  </a:lnTo>
                  <a:lnTo>
                    <a:pt x="326324" y="116061"/>
                  </a:lnTo>
                  <a:lnTo>
                    <a:pt x="324631" y="111059"/>
                  </a:lnTo>
                  <a:lnTo>
                    <a:pt x="322780" y="106113"/>
                  </a:lnTo>
                  <a:lnTo>
                    <a:pt x="320774" y="101228"/>
                  </a:lnTo>
                  <a:lnTo>
                    <a:pt x="318614" y="96409"/>
                  </a:lnTo>
                  <a:lnTo>
                    <a:pt x="316304" y="91660"/>
                  </a:lnTo>
                  <a:lnTo>
                    <a:pt x="313844" y="86987"/>
                  </a:lnTo>
                  <a:lnTo>
                    <a:pt x="311238" y="82394"/>
                  </a:lnTo>
                  <a:lnTo>
                    <a:pt x="308489" y="77885"/>
                  </a:lnTo>
                  <a:lnTo>
                    <a:pt x="305598" y="73466"/>
                  </a:lnTo>
                  <a:lnTo>
                    <a:pt x="302569" y="69140"/>
                  </a:lnTo>
                  <a:lnTo>
                    <a:pt x="299406" y="64911"/>
                  </a:lnTo>
                  <a:lnTo>
                    <a:pt x="296110" y="60785"/>
                  </a:lnTo>
                  <a:lnTo>
                    <a:pt x="292685" y="56765"/>
                  </a:lnTo>
                  <a:lnTo>
                    <a:pt x="289135" y="52855"/>
                  </a:lnTo>
                  <a:lnTo>
                    <a:pt x="285464" y="49060"/>
                  </a:lnTo>
                  <a:lnTo>
                    <a:pt x="281674" y="45382"/>
                  </a:lnTo>
                  <a:lnTo>
                    <a:pt x="277770" y="41826"/>
                  </a:lnTo>
                  <a:lnTo>
                    <a:pt x="273756" y="38394"/>
                  </a:lnTo>
                  <a:lnTo>
                    <a:pt x="269635" y="35092"/>
                  </a:lnTo>
                  <a:lnTo>
                    <a:pt x="265412" y="31921"/>
                  </a:lnTo>
                  <a:lnTo>
                    <a:pt x="261091" y="28885"/>
                  </a:lnTo>
                  <a:lnTo>
                    <a:pt x="256677" y="25987"/>
                  </a:lnTo>
                  <a:lnTo>
                    <a:pt x="252173" y="23230"/>
                  </a:lnTo>
                  <a:lnTo>
                    <a:pt x="247584" y="20616"/>
                  </a:lnTo>
                  <a:lnTo>
                    <a:pt x="242915" y="18149"/>
                  </a:lnTo>
                  <a:lnTo>
                    <a:pt x="238170" y="15831"/>
                  </a:lnTo>
                  <a:lnTo>
                    <a:pt x="233354" y="13663"/>
                  </a:lnTo>
                  <a:lnTo>
                    <a:pt x="228473" y="11649"/>
                  </a:lnTo>
                  <a:lnTo>
                    <a:pt x="223530" y="9790"/>
                  </a:lnTo>
                  <a:lnTo>
                    <a:pt x="218531" y="8088"/>
                  </a:lnTo>
                  <a:lnTo>
                    <a:pt x="213480" y="6545"/>
                  </a:lnTo>
                  <a:lnTo>
                    <a:pt x="208384" y="5162"/>
                  </a:lnTo>
                  <a:lnTo>
                    <a:pt x="203246" y="3941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488720" y="5018213"/>
              <a:ext cx="36085" cy="167167"/>
            </a:xfrm>
            <a:custGeom>
              <a:avLst/>
              <a:pathLst>
                <a:path w="36085" h="167167">
                  <a:moveTo>
                    <a:pt x="36085" y="3941"/>
                  </a:moveTo>
                  <a:lnTo>
                    <a:pt x="28950" y="2525"/>
                  </a:lnTo>
                  <a:lnTo>
                    <a:pt x="21761" y="1422"/>
                  </a:lnTo>
                  <a:lnTo>
                    <a:pt x="14530" y="632"/>
                  </a:lnTo>
                  <a:lnTo>
                    <a:pt x="7272" y="15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797334" y="5269756"/>
              <a:ext cx="167167" cy="279594"/>
            </a:xfrm>
            <a:custGeom>
              <a:avLst/>
              <a:pathLst>
                <a:path w="167167" h="279594">
                  <a:moveTo>
                    <a:pt x="167167" y="0"/>
                  </a:moveTo>
                  <a:lnTo>
                    <a:pt x="161808" y="85"/>
                  </a:lnTo>
                  <a:lnTo>
                    <a:pt x="156455" y="343"/>
                  </a:lnTo>
                  <a:lnTo>
                    <a:pt x="151113" y="772"/>
                  </a:lnTo>
                  <a:lnTo>
                    <a:pt x="145787" y="1372"/>
                  </a:lnTo>
                  <a:lnTo>
                    <a:pt x="140483" y="2143"/>
                  </a:lnTo>
                  <a:lnTo>
                    <a:pt x="135207" y="3083"/>
                  </a:lnTo>
                  <a:lnTo>
                    <a:pt x="129964" y="4192"/>
                  </a:lnTo>
                  <a:lnTo>
                    <a:pt x="124758" y="5468"/>
                  </a:lnTo>
                  <a:lnTo>
                    <a:pt x="119597" y="6911"/>
                  </a:lnTo>
                  <a:lnTo>
                    <a:pt x="114484" y="8518"/>
                  </a:lnTo>
                  <a:lnTo>
                    <a:pt x="109425" y="10288"/>
                  </a:lnTo>
                  <a:lnTo>
                    <a:pt x="104426" y="12220"/>
                  </a:lnTo>
                  <a:lnTo>
                    <a:pt x="99491" y="14311"/>
                  </a:lnTo>
                  <a:lnTo>
                    <a:pt x="94626" y="16559"/>
                  </a:lnTo>
                  <a:lnTo>
                    <a:pt x="89836" y="18962"/>
                  </a:lnTo>
                  <a:lnTo>
                    <a:pt x="85124" y="21517"/>
                  </a:lnTo>
                  <a:lnTo>
                    <a:pt x="80498" y="24222"/>
                  </a:lnTo>
                  <a:lnTo>
                    <a:pt x="75960" y="27073"/>
                  </a:lnTo>
                  <a:lnTo>
                    <a:pt x="71516" y="30069"/>
                  </a:lnTo>
                  <a:lnTo>
                    <a:pt x="67170" y="33206"/>
                  </a:lnTo>
                  <a:lnTo>
                    <a:pt x="62927" y="36480"/>
                  </a:lnTo>
                  <a:lnTo>
                    <a:pt x="58792" y="39889"/>
                  </a:lnTo>
                  <a:lnTo>
                    <a:pt x="54767" y="43428"/>
                  </a:lnTo>
                  <a:lnTo>
                    <a:pt x="50858" y="47095"/>
                  </a:lnTo>
                  <a:lnTo>
                    <a:pt x="47069" y="50885"/>
                  </a:lnTo>
                  <a:lnTo>
                    <a:pt x="43403" y="54795"/>
                  </a:lnTo>
                  <a:lnTo>
                    <a:pt x="39865" y="58820"/>
                  </a:lnTo>
                  <a:lnTo>
                    <a:pt x="36457" y="62956"/>
                  </a:lnTo>
                  <a:lnTo>
                    <a:pt x="33184" y="67200"/>
                  </a:lnTo>
                  <a:lnTo>
                    <a:pt x="30048" y="71546"/>
                  </a:lnTo>
                  <a:lnTo>
                    <a:pt x="27053" y="75991"/>
                  </a:lnTo>
                  <a:lnTo>
                    <a:pt x="24202" y="80529"/>
                  </a:lnTo>
                  <a:lnTo>
                    <a:pt x="21499" y="85157"/>
                  </a:lnTo>
                  <a:lnTo>
                    <a:pt x="18945" y="89868"/>
                  </a:lnTo>
                  <a:lnTo>
                    <a:pt x="16543" y="94659"/>
                  </a:lnTo>
                  <a:lnTo>
                    <a:pt x="14296" y="99525"/>
                  </a:lnTo>
                  <a:lnTo>
                    <a:pt x="12206" y="104460"/>
                  </a:lnTo>
                  <a:lnTo>
                    <a:pt x="10276" y="109460"/>
                  </a:lnTo>
                  <a:lnTo>
                    <a:pt x="8506" y="114519"/>
                  </a:lnTo>
                  <a:lnTo>
                    <a:pt x="6900" y="119632"/>
                  </a:lnTo>
                  <a:lnTo>
                    <a:pt x="5459" y="124794"/>
                  </a:lnTo>
                  <a:lnTo>
                    <a:pt x="4184" y="130000"/>
                  </a:lnTo>
                  <a:lnTo>
                    <a:pt x="3076" y="135243"/>
                  </a:lnTo>
                  <a:lnTo>
                    <a:pt x="2137" y="140520"/>
                  </a:lnTo>
                  <a:lnTo>
                    <a:pt x="1368" y="145824"/>
                  </a:lnTo>
                  <a:lnTo>
                    <a:pt x="769" y="151150"/>
                  </a:lnTo>
                  <a:lnTo>
                    <a:pt x="341" y="156492"/>
                  </a:lnTo>
                  <a:lnTo>
                    <a:pt x="84" y="161845"/>
                  </a:lnTo>
                  <a:lnTo>
                    <a:pt x="0" y="167204"/>
                  </a:lnTo>
                  <a:lnTo>
                    <a:pt x="87" y="172563"/>
                  </a:lnTo>
                  <a:lnTo>
                    <a:pt x="345" y="177916"/>
                  </a:lnTo>
                  <a:lnTo>
                    <a:pt x="776" y="183258"/>
                  </a:lnTo>
                  <a:lnTo>
                    <a:pt x="1377" y="188583"/>
                  </a:lnTo>
                  <a:lnTo>
                    <a:pt x="2149" y="193887"/>
                  </a:lnTo>
                  <a:lnTo>
                    <a:pt x="3090" y="199163"/>
                  </a:lnTo>
                  <a:lnTo>
                    <a:pt x="4200" y="204406"/>
                  </a:lnTo>
                  <a:lnTo>
                    <a:pt x="5478" y="209611"/>
                  </a:lnTo>
                  <a:lnTo>
                    <a:pt x="6921" y="214773"/>
                  </a:lnTo>
                  <a:lnTo>
                    <a:pt x="8530" y="219885"/>
                  </a:lnTo>
                  <a:lnTo>
                    <a:pt x="10301" y="224943"/>
                  </a:lnTo>
                  <a:lnTo>
                    <a:pt x="12234" y="229942"/>
                  </a:lnTo>
                  <a:lnTo>
                    <a:pt x="14326" y="234876"/>
                  </a:lnTo>
                  <a:lnTo>
                    <a:pt x="16575" y="239741"/>
                  </a:lnTo>
                  <a:lnTo>
                    <a:pt x="18979" y="244531"/>
                  </a:lnTo>
                  <a:lnTo>
                    <a:pt x="21535" y="249242"/>
                  </a:lnTo>
                  <a:lnTo>
                    <a:pt x="24241" y="253868"/>
                  </a:lnTo>
                  <a:lnTo>
                    <a:pt x="27093" y="258405"/>
                  </a:lnTo>
                  <a:lnTo>
                    <a:pt x="30090" y="262848"/>
                  </a:lnTo>
                  <a:lnTo>
                    <a:pt x="33228" y="267193"/>
                  </a:lnTo>
                  <a:lnTo>
                    <a:pt x="36503" y="271435"/>
                  </a:lnTo>
                  <a:lnTo>
                    <a:pt x="39913" y="275570"/>
                  </a:lnTo>
                  <a:lnTo>
                    <a:pt x="43453" y="279594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840787" y="5269756"/>
              <a:ext cx="290867" cy="334331"/>
            </a:xfrm>
            <a:custGeom>
              <a:avLst/>
              <a:pathLst>
                <a:path w="290867" h="334331">
                  <a:moveTo>
                    <a:pt x="0" y="279594"/>
                  </a:moveTo>
                  <a:lnTo>
                    <a:pt x="3636" y="283470"/>
                  </a:lnTo>
                  <a:lnTo>
                    <a:pt x="7395" y="287229"/>
                  </a:lnTo>
                  <a:lnTo>
                    <a:pt x="11271" y="290866"/>
                  </a:lnTo>
                  <a:lnTo>
                    <a:pt x="15260" y="294379"/>
                  </a:lnTo>
                  <a:lnTo>
                    <a:pt x="19359" y="297763"/>
                  </a:lnTo>
                  <a:lnTo>
                    <a:pt x="23564" y="301014"/>
                  </a:lnTo>
                  <a:lnTo>
                    <a:pt x="27870" y="304131"/>
                  </a:lnTo>
                  <a:lnTo>
                    <a:pt x="32273" y="307108"/>
                  </a:lnTo>
                  <a:lnTo>
                    <a:pt x="36768" y="309945"/>
                  </a:lnTo>
                  <a:lnTo>
                    <a:pt x="41352" y="312637"/>
                  </a:lnTo>
                  <a:lnTo>
                    <a:pt x="46018" y="315182"/>
                  </a:lnTo>
                  <a:lnTo>
                    <a:pt x="50763" y="317577"/>
                  </a:lnTo>
                  <a:lnTo>
                    <a:pt x="55582" y="319820"/>
                  </a:lnTo>
                  <a:lnTo>
                    <a:pt x="60470" y="321909"/>
                  </a:lnTo>
                  <a:lnTo>
                    <a:pt x="65421" y="323842"/>
                  </a:lnTo>
                  <a:lnTo>
                    <a:pt x="70432" y="325616"/>
                  </a:lnTo>
                  <a:lnTo>
                    <a:pt x="75496" y="327230"/>
                  </a:lnTo>
                  <a:lnTo>
                    <a:pt x="80609" y="328682"/>
                  </a:lnTo>
                  <a:lnTo>
                    <a:pt x="85766" y="329970"/>
                  </a:lnTo>
                  <a:lnTo>
                    <a:pt x="90961" y="331095"/>
                  </a:lnTo>
                  <a:lnTo>
                    <a:pt x="96190" y="332053"/>
                  </a:lnTo>
                  <a:lnTo>
                    <a:pt x="101446" y="332845"/>
                  </a:lnTo>
                  <a:lnTo>
                    <a:pt x="106724" y="333469"/>
                  </a:lnTo>
                  <a:lnTo>
                    <a:pt x="112020" y="333925"/>
                  </a:lnTo>
                  <a:lnTo>
                    <a:pt x="117328" y="334212"/>
                  </a:lnTo>
                  <a:lnTo>
                    <a:pt x="122642" y="334331"/>
                  </a:lnTo>
                  <a:lnTo>
                    <a:pt x="127957" y="334281"/>
                  </a:lnTo>
                  <a:lnTo>
                    <a:pt x="133268" y="334061"/>
                  </a:lnTo>
                  <a:lnTo>
                    <a:pt x="138569" y="333673"/>
                  </a:lnTo>
                  <a:lnTo>
                    <a:pt x="143855" y="333117"/>
                  </a:lnTo>
                  <a:lnTo>
                    <a:pt x="149121" y="332392"/>
                  </a:lnTo>
                  <a:lnTo>
                    <a:pt x="154361" y="331501"/>
                  </a:lnTo>
                  <a:lnTo>
                    <a:pt x="159570" y="330444"/>
                  </a:lnTo>
                  <a:lnTo>
                    <a:pt x="164743" y="329221"/>
                  </a:lnTo>
                  <a:lnTo>
                    <a:pt x="169874" y="327835"/>
                  </a:lnTo>
                  <a:lnTo>
                    <a:pt x="174959" y="326286"/>
                  </a:lnTo>
                  <a:lnTo>
                    <a:pt x="179992" y="324576"/>
                  </a:lnTo>
                  <a:lnTo>
                    <a:pt x="184968" y="322707"/>
                  </a:lnTo>
                  <a:lnTo>
                    <a:pt x="189882" y="320681"/>
                  </a:lnTo>
                  <a:lnTo>
                    <a:pt x="194729" y="318500"/>
                  </a:lnTo>
                  <a:lnTo>
                    <a:pt x="199505" y="316166"/>
                  </a:lnTo>
                  <a:lnTo>
                    <a:pt x="204203" y="313681"/>
                  </a:lnTo>
                  <a:lnTo>
                    <a:pt x="208821" y="311048"/>
                  </a:lnTo>
                  <a:lnTo>
                    <a:pt x="213352" y="308269"/>
                  </a:lnTo>
                  <a:lnTo>
                    <a:pt x="217793" y="305348"/>
                  </a:lnTo>
                  <a:lnTo>
                    <a:pt x="222138" y="302287"/>
                  </a:lnTo>
                  <a:lnTo>
                    <a:pt x="226384" y="299090"/>
                  </a:lnTo>
                  <a:lnTo>
                    <a:pt x="230527" y="295759"/>
                  </a:lnTo>
                  <a:lnTo>
                    <a:pt x="234561" y="292298"/>
                  </a:lnTo>
                  <a:lnTo>
                    <a:pt x="238483" y="288711"/>
                  </a:lnTo>
                  <a:lnTo>
                    <a:pt x="242289" y="285000"/>
                  </a:lnTo>
                  <a:lnTo>
                    <a:pt x="245976" y="281171"/>
                  </a:lnTo>
                  <a:lnTo>
                    <a:pt x="249538" y="277226"/>
                  </a:lnTo>
                  <a:lnTo>
                    <a:pt x="252974" y="273170"/>
                  </a:lnTo>
                  <a:lnTo>
                    <a:pt x="256279" y="269007"/>
                  </a:lnTo>
                  <a:lnTo>
                    <a:pt x="259449" y="264741"/>
                  </a:lnTo>
                  <a:lnTo>
                    <a:pt x="262483" y="260376"/>
                  </a:lnTo>
                  <a:lnTo>
                    <a:pt x="265376" y="255917"/>
                  </a:lnTo>
                  <a:lnTo>
                    <a:pt x="268126" y="251369"/>
                  </a:lnTo>
                  <a:lnTo>
                    <a:pt x="270730" y="246735"/>
                  </a:lnTo>
                  <a:lnTo>
                    <a:pt x="273185" y="242021"/>
                  </a:lnTo>
                  <a:lnTo>
                    <a:pt x="275490" y="237231"/>
                  </a:lnTo>
                  <a:lnTo>
                    <a:pt x="277640" y="232370"/>
                  </a:lnTo>
                  <a:lnTo>
                    <a:pt x="279636" y="227443"/>
                  </a:lnTo>
                  <a:lnTo>
                    <a:pt x="281473" y="222455"/>
                  </a:lnTo>
                  <a:lnTo>
                    <a:pt x="283151" y="217412"/>
                  </a:lnTo>
                  <a:lnTo>
                    <a:pt x="284668" y="212317"/>
                  </a:lnTo>
                  <a:lnTo>
                    <a:pt x="286022" y="207177"/>
                  </a:lnTo>
                  <a:lnTo>
                    <a:pt x="287212" y="201997"/>
                  </a:lnTo>
                  <a:lnTo>
                    <a:pt x="288237" y="196781"/>
                  </a:lnTo>
                  <a:lnTo>
                    <a:pt x="289095" y="191536"/>
                  </a:lnTo>
                  <a:lnTo>
                    <a:pt x="289786" y="186266"/>
                  </a:lnTo>
                  <a:lnTo>
                    <a:pt x="290309" y="180976"/>
                  </a:lnTo>
                  <a:lnTo>
                    <a:pt x="290664" y="175672"/>
                  </a:lnTo>
                  <a:lnTo>
                    <a:pt x="290850" y="170360"/>
                  </a:lnTo>
                  <a:lnTo>
                    <a:pt x="290867" y="165045"/>
                  </a:lnTo>
                  <a:lnTo>
                    <a:pt x="290715" y="159732"/>
                  </a:lnTo>
                  <a:lnTo>
                    <a:pt x="290395" y="154426"/>
                  </a:lnTo>
                  <a:lnTo>
                    <a:pt x="289905" y="149133"/>
                  </a:lnTo>
                  <a:lnTo>
                    <a:pt x="289248" y="143859"/>
                  </a:lnTo>
                  <a:lnTo>
                    <a:pt x="288423" y="138608"/>
                  </a:lnTo>
                  <a:lnTo>
                    <a:pt x="287432" y="133386"/>
                  </a:lnTo>
                  <a:lnTo>
                    <a:pt x="286275" y="128198"/>
                  </a:lnTo>
                  <a:lnTo>
                    <a:pt x="284954" y="123049"/>
                  </a:lnTo>
                  <a:lnTo>
                    <a:pt x="283470" y="117945"/>
                  </a:lnTo>
                  <a:lnTo>
                    <a:pt x="281824" y="112891"/>
                  </a:lnTo>
                  <a:lnTo>
                    <a:pt x="280019" y="107892"/>
                  </a:lnTo>
                  <a:lnTo>
                    <a:pt x="278055" y="102952"/>
                  </a:lnTo>
                  <a:lnTo>
                    <a:pt x="275936" y="98078"/>
                  </a:lnTo>
                  <a:lnTo>
                    <a:pt x="273662" y="93273"/>
                  </a:lnTo>
                  <a:lnTo>
                    <a:pt x="271237" y="88543"/>
                  </a:lnTo>
                  <a:lnTo>
                    <a:pt x="268663" y="83893"/>
                  </a:lnTo>
                  <a:lnTo>
                    <a:pt x="265942" y="79327"/>
                  </a:lnTo>
                  <a:lnTo>
                    <a:pt x="263078" y="74849"/>
                  </a:lnTo>
                  <a:lnTo>
                    <a:pt x="260072" y="70465"/>
                  </a:lnTo>
                  <a:lnTo>
                    <a:pt x="256929" y="66179"/>
                  </a:lnTo>
                  <a:lnTo>
                    <a:pt x="253651" y="61994"/>
                  </a:lnTo>
                  <a:lnTo>
                    <a:pt x="250241" y="57917"/>
                  </a:lnTo>
                  <a:lnTo>
                    <a:pt x="246704" y="53949"/>
                  </a:lnTo>
                  <a:lnTo>
                    <a:pt x="243042" y="50096"/>
                  </a:lnTo>
                  <a:lnTo>
                    <a:pt x="239260" y="46362"/>
                  </a:lnTo>
                  <a:lnTo>
                    <a:pt x="235361" y="42749"/>
                  </a:lnTo>
                  <a:lnTo>
                    <a:pt x="231349" y="39262"/>
                  </a:lnTo>
                  <a:lnTo>
                    <a:pt x="227228" y="35905"/>
                  </a:lnTo>
                  <a:lnTo>
                    <a:pt x="223003" y="32680"/>
                  </a:lnTo>
                  <a:lnTo>
                    <a:pt x="218677" y="29592"/>
                  </a:lnTo>
                  <a:lnTo>
                    <a:pt x="214255" y="26642"/>
                  </a:lnTo>
                  <a:lnTo>
                    <a:pt x="209741" y="23835"/>
                  </a:lnTo>
                  <a:lnTo>
                    <a:pt x="205141" y="21172"/>
                  </a:lnTo>
                  <a:lnTo>
                    <a:pt x="200458" y="18657"/>
                  </a:lnTo>
                  <a:lnTo>
                    <a:pt x="195698" y="16292"/>
                  </a:lnTo>
                  <a:lnTo>
                    <a:pt x="190865" y="14080"/>
                  </a:lnTo>
                  <a:lnTo>
                    <a:pt x="185964" y="12022"/>
                  </a:lnTo>
                  <a:lnTo>
                    <a:pt x="181000" y="10122"/>
                  </a:lnTo>
                  <a:lnTo>
                    <a:pt x="175978" y="8380"/>
                  </a:lnTo>
                  <a:lnTo>
                    <a:pt x="170903" y="6798"/>
                  </a:lnTo>
                  <a:lnTo>
                    <a:pt x="165781" y="5379"/>
                  </a:lnTo>
                  <a:lnTo>
                    <a:pt x="160616" y="4124"/>
                  </a:lnTo>
                  <a:lnTo>
                    <a:pt x="155414" y="3033"/>
                  </a:lnTo>
                  <a:lnTo>
                    <a:pt x="150179" y="2108"/>
                  </a:lnTo>
                  <a:lnTo>
                    <a:pt x="144918" y="1350"/>
                  </a:lnTo>
                  <a:lnTo>
                    <a:pt x="139636" y="760"/>
                  </a:lnTo>
                  <a:lnTo>
                    <a:pt x="134337" y="337"/>
                  </a:lnTo>
                  <a:lnTo>
                    <a:pt x="129028" y="84"/>
                  </a:lnTo>
                  <a:lnTo>
                    <a:pt x="123713" y="0"/>
                  </a:lnTo>
                  <a:lnTo>
                    <a:pt x="12371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56217" y="5399291"/>
              <a:ext cx="29998" cy="167167"/>
            </a:xfrm>
            <a:custGeom>
              <a:avLst/>
              <a:pathLst>
                <a:path w="29998" h="167167">
                  <a:moveTo>
                    <a:pt x="29998" y="0"/>
                  </a:moveTo>
                  <a:lnTo>
                    <a:pt x="22460" y="170"/>
                  </a:lnTo>
                  <a:lnTo>
                    <a:pt x="14938" y="679"/>
                  </a:lnTo>
                  <a:lnTo>
                    <a:pt x="7446" y="1528"/>
                  </a:lnTo>
                  <a:lnTo>
                    <a:pt x="0" y="2713"/>
                  </a:lnTo>
                  <a:lnTo>
                    <a:pt x="2999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56217" y="5402005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56217" y="5402005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56217" y="5402005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56217" y="5402005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56217" y="5402005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456217" y="5402005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319049" y="5402005"/>
              <a:ext cx="334333" cy="331600"/>
            </a:xfrm>
            <a:custGeom>
              <a:avLst/>
              <a:pathLst>
                <a:path w="334333" h="331600">
                  <a:moveTo>
                    <a:pt x="137168" y="0"/>
                  </a:moveTo>
                  <a:lnTo>
                    <a:pt x="131975" y="1032"/>
                  </a:lnTo>
                  <a:lnTo>
                    <a:pt x="126818" y="2228"/>
                  </a:lnTo>
                  <a:lnTo>
                    <a:pt x="121702" y="3587"/>
                  </a:lnTo>
                  <a:lnTo>
                    <a:pt x="116631" y="5107"/>
                  </a:lnTo>
                  <a:lnTo>
                    <a:pt x="111610" y="6788"/>
                  </a:lnTo>
                  <a:lnTo>
                    <a:pt x="106646" y="8626"/>
                  </a:lnTo>
                  <a:lnTo>
                    <a:pt x="101742" y="10620"/>
                  </a:lnTo>
                  <a:lnTo>
                    <a:pt x="96903" y="12769"/>
                  </a:lnTo>
                  <a:lnTo>
                    <a:pt x="92136" y="15070"/>
                  </a:lnTo>
                  <a:lnTo>
                    <a:pt x="87443" y="17521"/>
                  </a:lnTo>
                  <a:lnTo>
                    <a:pt x="82830" y="20119"/>
                  </a:lnTo>
                  <a:lnTo>
                    <a:pt x="78302" y="22862"/>
                  </a:lnTo>
                  <a:lnTo>
                    <a:pt x="73863" y="25747"/>
                  </a:lnTo>
                  <a:lnTo>
                    <a:pt x="69518" y="28771"/>
                  </a:lnTo>
                  <a:lnTo>
                    <a:pt x="65271" y="31931"/>
                  </a:lnTo>
                  <a:lnTo>
                    <a:pt x="61125" y="35224"/>
                  </a:lnTo>
                  <a:lnTo>
                    <a:pt x="57087" y="38646"/>
                  </a:lnTo>
                  <a:lnTo>
                    <a:pt x="53158" y="42195"/>
                  </a:lnTo>
                  <a:lnTo>
                    <a:pt x="49344" y="45866"/>
                  </a:lnTo>
                  <a:lnTo>
                    <a:pt x="45648" y="49657"/>
                  </a:lnTo>
                  <a:lnTo>
                    <a:pt x="42074" y="53562"/>
                  </a:lnTo>
                  <a:lnTo>
                    <a:pt x="38625" y="57579"/>
                  </a:lnTo>
                  <a:lnTo>
                    <a:pt x="35306" y="61702"/>
                  </a:lnTo>
                  <a:lnTo>
                    <a:pt x="32118" y="65929"/>
                  </a:lnTo>
                  <a:lnTo>
                    <a:pt x="29066" y="70255"/>
                  </a:lnTo>
                  <a:lnTo>
                    <a:pt x="26152" y="74675"/>
                  </a:lnTo>
                  <a:lnTo>
                    <a:pt x="23380" y="79185"/>
                  </a:lnTo>
                  <a:lnTo>
                    <a:pt x="20752" y="83781"/>
                  </a:lnTo>
                  <a:lnTo>
                    <a:pt x="18271" y="88458"/>
                  </a:lnTo>
                  <a:lnTo>
                    <a:pt x="15940" y="93211"/>
                  </a:lnTo>
                  <a:lnTo>
                    <a:pt x="13760" y="98035"/>
                  </a:lnTo>
                  <a:lnTo>
                    <a:pt x="11733" y="102926"/>
                  </a:lnTo>
                  <a:lnTo>
                    <a:pt x="9863" y="107878"/>
                  </a:lnTo>
                  <a:lnTo>
                    <a:pt x="8151" y="112888"/>
                  </a:lnTo>
                  <a:lnTo>
                    <a:pt x="6597" y="117949"/>
                  </a:lnTo>
                  <a:lnTo>
                    <a:pt x="5205" y="123057"/>
                  </a:lnTo>
                  <a:lnTo>
                    <a:pt x="3976" y="128206"/>
                  </a:lnTo>
                  <a:lnTo>
                    <a:pt x="2910" y="133391"/>
                  </a:lnTo>
                  <a:lnTo>
                    <a:pt x="2009" y="138608"/>
                  </a:lnTo>
                  <a:lnTo>
                    <a:pt x="1273" y="143851"/>
                  </a:lnTo>
                  <a:lnTo>
                    <a:pt x="704" y="149114"/>
                  </a:lnTo>
                  <a:lnTo>
                    <a:pt x="302" y="154393"/>
                  </a:lnTo>
                  <a:lnTo>
                    <a:pt x="67" y="159682"/>
                  </a:lnTo>
                  <a:lnTo>
                    <a:pt x="0" y="164975"/>
                  </a:lnTo>
                  <a:lnTo>
                    <a:pt x="100" y="170268"/>
                  </a:lnTo>
                  <a:lnTo>
                    <a:pt x="368" y="175555"/>
                  </a:lnTo>
                  <a:lnTo>
                    <a:pt x="803" y="180831"/>
                  </a:lnTo>
                  <a:lnTo>
                    <a:pt x="1405" y="186091"/>
                  </a:lnTo>
                  <a:lnTo>
                    <a:pt x="2173" y="191329"/>
                  </a:lnTo>
                  <a:lnTo>
                    <a:pt x="3107" y="196540"/>
                  </a:lnTo>
                  <a:lnTo>
                    <a:pt x="4205" y="201719"/>
                  </a:lnTo>
                  <a:lnTo>
                    <a:pt x="5467" y="206860"/>
                  </a:lnTo>
                  <a:lnTo>
                    <a:pt x="6891" y="211959"/>
                  </a:lnTo>
                  <a:lnTo>
                    <a:pt x="8476" y="217011"/>
                  </a:lnTo>
                  <a:lnTo>
                    <a:pt x="10219" y="222009"/>
                  </a:lnTo>
                  <a:lnTo>
                    <a:pt x="12121" y="226950"/>
                  </a:lnTo>
                  <a:lnTo>
                    <a:pt x="14177" y="231828"/>
                  </a:lnTo>
                  <a:lnTo>
                    <a:pt x="16387" y="236639"/>
                  </a:lnTo>
                  <a:lnTo>
                    <a:pt x="18749" y="241377"/>
                  </a:lnTo>
                  <a:lnTo>
                    <a:pt x="21259" y="246038"/>
                  </a:lnTo>
                  <a:lnTo>
                    <a:pt x="23916" y="250617"/>
                  </a:lnTo>
                  <a:lnTo>
                    <a:pt x="26716" y="255110"/>
                  </a:lnTo>
                  <a:lnTo>
                    <a:pt x="29657" y="259512"/>
                  </a:lnTo>
                  <a:lnTo>
                    <a:pt x="32736" y="263818"/>
                  </a:lnTo>
                  <a:lnTo>
                    <a:pt x="35950" y="268025"/>
                  </a:lnTo>
                  <a:lnTo>
                    <a:pt x="39295" y="272128"/>
                  </a:lnTo>
                  <a:lnTo>
                    <a:pt x="42769" y="276123"/>
                  </a:lnTo>
                  <a:lnTo>
                    <a:pt x="46367" y="280006"/>
                  </a:lnTo>
                  <a:lnTo>
                    <a:pt x="50087" y="283774"/>
                  </a:lnTo>
                  <a:lnTo>
                    <a:pt x="53924" y="287421"/>
                  </a:lnTo>
                  <a:lnTo>
                    <a:pt x="57874" y="290945"/>
                  </a:lnTo>
                  <a:lnTo>
                    <a:pt x="61934" y="294342"/>
                  </a:lnTo>
                  <a:lnTo>
                    <a:pt x="66100" y="297610"/>
                  </a:lnTo>
                  <a:lnTo>
                    <a:pt x="70367" y="300743"/>
                  </a:lnTo>
                  <a:lnTo>
                    <a:pt x="74731" y="303740"/>
                  </a:lnTo>
                  <a:lnTo>
                    <a:pt x="79188" y="306597"/>
                  </a:lnTo>
                  <a:lnTo>
                    <a:pt x="83733" y="309311"/>
                  </a:lnTo>
                  <a:lnTo>
                    <a:pt x="88362" y="311881"/>
                  </a:lnTo>
                  <a:lnTo>
                    <a:pt x="93070" y="314302"/>
                  </a:lnTo>
                  <a:lnTo>
                    <a:pt x="97852" y="316573"/>
                  </a:lnTo>
                  <a:lnTo>
                    <a:pt x="102703" y="318692"/>
                  </a:lnTo>
                  <a:lnTo>
                    <a:pt x="107620" y="320656"/>
                  </a:lnTo>
                  <a:lnTo>
                    <a:pt x="112596" y="322463"/>
                  </a:lnTo>
                  <a:lnTo>
                    <a:pt x="117626" y="324112"/>
                  </a:lnTo>
                  <a:lnTo>
                    <a:pt x="122707" y="325600"/>
                  </a:lnTo>
                  <a:lnTo>
                    <a:pt x="127832" y="326927"/>
                  </a:lnTo>
                  <a:lnTo>
                    <a:pt x="132996" y="328091"/>
                  </a:lnTo>
                  <a:lnTo>
                    <a:pt x="138195" y="329091"/>
                  </a:lnTo>
                  <a:lnTo>
                    <a:pt x="143423" y="329926"/>
                  </a:lnTo>
                  <a:lnTo>
                    <a:pt x="148674" y="330595"/>
                  </a:lnTo>
                  <a:lnTo>
                    <a:pt x="153944" y="331097"/>
                  </a:lnTo>
                  <a:lnTo>
                    <a:pt x="159228" y="331432"/>
                  </a:lnTo>
                  <a:lnTo>
                    <a:pt x="164519" y="331600"/>
                  </a:lnTo>
                  <a:lnTo>
                    <a:pt x="169813" y="331600"/>
                  </a:lnTo>
                  <a:lnTo>
                    <a:pt x="175104" y="331432"/>
                  </a:lnTo>
                  <a:lnTo>
                    <a:pt x="180388" y="331097"/>
                  </a:lnTo>
                  <a:lnTo>
                    <a:pt x="185658" y="330595"/>
                  </a:lnTo>
                  <a:lnTo>
                    <a:pt x="190910" y="329926"/>
                  </a:lnTo>
                  <a:lnTo>
                    <a:pt x="196137" y="329091"/>
                  </a:lnTo>
                  <a:lnTo>
                    <a:pt x="201336" y="328091"/>
                  </a:lnTo>
                  <a:lnTo>
                    <a:pt x="206501" y="326927"/>
                  </a:lnTo>
                  <a:lnTo>
                    <a:pt x="211625" y="325600"/>
                  </a:lnTo>
                  <a:lnTo>
                    <a:pt x="216706" y="324112"/>
                  </a:lnTo>
                  <a:lnTo>
                    <a:pt x="221737" y="322463"/>
                  </a:lnTo>
                  <a:lnTo>
                    <a:pt x="226713" y="320656"/>
                  </a:lnTo>
                  <a:lnTo>
                    <a:pt x="231629" y="318692"/>
                  </a:lnTo>
                  <a:lnTo>
                    <a:pt x="236481" y="316573"/>
                  </a:lnTo>
                  <a:lnTo>
                    <a:pt x="241263" y="314302"/>
                  </a:lnTo>
                  <a:lnTo>
                    <a:pt x="245970" y="311881"/>
                  </a:lnTo>
                  <a:lnTo>
                    <a:pt x="250599" y="309311"/>
                  </a:lnTo>
                  <a:lnTo>
                    <a:pt x="255144" y="306597"/>
                  </a:lnTo>
                  <a:lnTo>
                    <a:pt x="259601" y="303740"/>
                  </a:lnTo>
                  <a:lnTo>
                    <a:pt x="263965" y="300743"/>
                  </a:lnTo>
                  <a:lnTo>
                    <a:pt x="268232" y="297610"/>
                  </a:lnTo>
                  <a:lnTo>
                    <a:pt x="272398" y="294342"/>
                  </a:lnTo>
                  <a:lnTo>
                    <a:pt x="276458" y="290945"/>
                  </a:lnTo>
                  <a:lnTo>
                    <a:pt x="280409" y="287421"/>
                  </a:lnTo>
                  <a:lnTo>
                    <a:pt x="284246" y="283774"/>
                  </a:lnTo>
                  <a:lnTo>
                    <a:pt x="287965" y="280006"/>
                  </a:lnTo>
                  <a:lnTo>
                    <a:pt x="291564" y="276123"/>
                  </a:lnTo>
                  <a:lnTo>
                    <a:pt x="295037" y="272128"/>
                  </a:lnTo>
                  <a:lnTo>
                    <a:pt x="298383" y="268025"/>
                  </a:lnTo>
                  <a:lnTo>
                    <a:pt x="301596" y="263818"/>
                  </a:lnTo>
                  <a:lnTo>
                    <a:pt x="304675" y="259512"/>
                  </a:lnTo>
                  <a:lnTo>
                    <a:pt x="307617" y="255110"/>
                  </a:lnTo>
                  <a:lnTo>
                    <a:pt x="310417" y="250617"/>
                  </a:lnTo>
                  <a:lnTo>
                    <a:pt x="313073" y="246038"/>
                  </a:lnTo>
                  <a:lnTo>
                    <a:pt x="315583" y="241377"/>
                  </a:lnTo>
                  <a:lnTo>
                    <a:pt x="317945" y="236639"/>
                  </a:lnTo>
                  <a:lnTo>
                    <a:pt x="320155" y="231828"/>
                  </a:lnTo>
                  <a:lnTo>
                    <a:pt x="322212" y="226950"/>
                  </a:lnTo>
                  <a:lnTo>
                    <a:pt x="324113" y="222009"/>
                  </a:lnTo>
                  <a:lnTo>
                    <a:pt x="325857" y="217011"/>
                  </a:lnTo>
                  <a:lnTo>
                    <a:pt x="327441" y="211959"/>
                  </a:lnTo>
                  <a:lnTo>
                    <a:pt x="328865" y="206860"/>
                  </a:lnTo>
                  <a:lnTo>
                    <a:pt x="330127" y="201719"/>
                  </a:lnTo>
                  <a:lnTo>
                    <a:pt x="331225" y="196540"/>
                  </a:lnTo>
                  <a:lnTo>
                    <a:pt x="332159" y="191329"/>
                  </a:lnTo>
                  <a:lnTo>
                    <a:pt x="332927" y="186091"/>
                  </a:lnTo>
                  <a:lnTo>
                    <a:pt x="333529" y="180831"/>
                  </a:lnTo>
                  <a:lnTo>
                    <a:pt x="333964" y="175555"/>
                  </a:lnTo>
                  <a:lnTo>
                    <a:pt x="334232" y="170268"/>
                  </a:lnTo>
                  <a:lnTo>
                    <a:pt x="334333" y="164975"/>
                  </a:lnTo>
                  <a:lnTo>
                    <a:pt x="334265" y="159682"/>
                  </a:lnTo>
                  <a:lnTo>
                    <a:pt x="334031" y="154393"/>
                  </a:lnTo>
                  <a:lnTo>
                    <a:pt x="333628" y="149114"/>
                  </a:lnTo>
                  <a:lnTo>
                    <a:pt x="333059" y="143851"/>
                  </a:lnTo>
                  <a:lnTo>
                    <a:pt x="332324" y="138608"/>
                  </a:lnTo>
                  <a:lnTo>
                    <a:pt x="331422" y="133391"/>
                  </a:lnTo>
                  <a:lnTo>
                    <a:pt x="330356" y="128206"/>
                  </a:lnTo>
                  <a:lnTo>
                    <a:pt x="329127" y="123057"/>
                  </a:lnTo>
                  <a:lnTo>
                    <a:pt x="327735" y="117949"/>
                  </a:lnTo>
                  <a:lnTo>
                    <a:pt x="326182" y="112888"/>
                  </a:lnTo>
                  <a:lnTo>
                    <a:pt x="324469" y="107878"/>
                  </a:lnTo>
                  <a:lnTo>
                    <a:pt x="322599" y="102926"/>
                  </a:lnTo>
                  <a:lnTo>
                    <a:pt x="320573" y="98035"/>
                  </a:lnTo>
                  <a:lnTo>
                    <a:pt x="318393" y="93211"/>
                  </a:lnTo>
                  <a:lnTo>
                    <a:pt x="316061" y="88458"/>
                  </a:lnTo>
                  <a:lnTo>
                    <a:pt x="313580" y="83781"/>
                  </a:lnTo>
                  <a:lnTo>
                    <a:pt x="310952" y="79185"/>
                  </a:lnTo>
                  <a:lnTo>
                    <a:pt x="308180" y="74675"/>
                  </a:lnTo>
                  <a:lnTo>
                    <a:pt x="305266" y="70255"/>
                  </a:lnTo>
                  <a:lnTo>
                    <a:pt x="302214" y="65929"/>
                  </a:lnTo>
                  <a:lnTo>
                    <a:pt x="299027" y="61702"/>
                  </a:lnTo>
                  <a:lnTo>
                    <a:pt x="295707" y="57579"/>
                  </a:lnTo>
                  <a:lnTo>
                    <a:pt x="292258" y="53562"/>
                  </a:lnTo>
                  <a:lnTo>
                    <a:pt x="288684" y="49657"/>
                  </a:lnTo>
                  <a:lnTo>
                    <a:pt x="284988" y="45866"/>
                  </a:lnTo>
                  <a:lnTo>
                    <a:pt x="281174" y="42195"/>
                  </a:lnTo>
                  <a:lnTo>
                    <a:pt x="277246" y="38646"/>
                  </a:lnTo>
                  <a:lnTo>
                    <a:pt x="273207" y="35224"/>
                  </a:lnTo>
                  <a:lnTo>
                    <a:pt x="269062" y="31931"/>
                  </a:lnTo>
                  <a:lnTo>
                    <a:pt x="264814" y="28771"/>
                  </a:lnTo>
                  <a:lnTo>
                    <a:pt x="260469" y="25747"/>
                  </a:lnTo>
                  <a:lnTo>
                    <a:pt x="256030" y="22862"/>
                  </a:lnTo>
                  <a:lnTo>
                    <a:pt x="251502" y="20119"/>
                  </a:lnTo>
                  <a:lnTo>
                    <a:pt x="246889" y="17521"/>
                  </a:lnTo>
                  <a:lnTo>
                    <a:pt x="242197" y="15070"/>
                  </a:lnTo>
                  <a:lnTo>
                    <a:pt x="237429" y="12769"/>
                  </a:lnTo>
                  <a:lnTo>
                    <a:pt x="232591" y="10620"/>
                  </a:lnTo>
                  <a:lnTo>
                    <a:pt x="227687" y="8626"/>
                  </a:lnTo>
                  <a:lnTo>
                    <a:pt x="222722" y="6788"/>
                  </a:lnTo>
                  <a:lnTo>
                    <a:pt x="217702" y="5107"/>
                  </a:lnTo>
                  <a:lnTo>
                    <a:pt x="212631" y="3587"/>
                  </a:lnTo>
                  <a:lnTo>
                    <a:pt x="207514" y="2228"/>
                  </a:lnTo>
                  <a:lnTo>
                    <a:pt x="202357" y="1032"/>
                  </a:lnTo>
                  <a:lnTo>
                    <a:pt x="197165" y="0"/>
                  </a:lnTo>
                  <a:lnTo>
                    <a:pt x="167166" y="1644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486215" y="5399291"/>
              <a:ext cx="29998" cy="167167"/>
            </a:xfrm>
            <a:custGeom>
              <a:avLst/>
              <a:pathLst>
                <a:path w="29998" h="167167">
                  <a:moveTo>
                    <a:pt x="29998" y="2713"/>
                  </a:moveTo>
                  <a:lnTo>
                    <a:pt x="22552" y="1528"/>
                  </a:lnTo>
                  <a:lnTo>
                    <a:pt x="15060" y="679"/>
                  </a:lnTo>
                  <a:lnTo>
                    <a:pt x="7537" y="17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856391" y="5399291"/>
              <a:ext cx="167152" cy="326207"/>
            </a:xfrm>
            <a:custGeom>
              <a:avLst/>
              <a:pathLst>
                <a:path w="167152" h="326207">
                  <a:moveTo>
                    <a:pt x="167152" y="0"/>
                  </a:moveTo>
                  <a:lnTo>
                    <a:pt x="161840" y="84"/>
                  </a:lnTo>
                  <a:lnTo>
                    <a:pt x="156533" y="337"/>
                  </a:lnTo>
                  <a:lnTo>
                    <a:pt x="151238" y="759"/>
                  </a:lnTo>
                  <a:lnTo>
                    <a:pt x="145958" y="1348"/>
                  </a:lnTo>
                  <a:lnTo>
                    <a:pt x="140700" y="2106"/>
                  </a:lnTo>
                  <a:lnTo>
                    <a:pt x="135468" y="3029"/>
                  </a:lnTo>
                  <a:lnTo>
                    <a:pt x="130269" y="4119"/>
                  </a:lnTo>
                  <a:lnTo>
                    <a:pt x="125106" y="5373"/>
                  </a:lnTo>
                  <a:lnTo>
                    <a:pt x="119986" y="6791"/>
                  </a:lnTo>
                  <a:lnTo>
                    <a:pt x="114914" y="8371"/>
                  </a:lnTo>
                  <a:lnTo>
                    <a:pt x="109895" y="10111"/>
                  </a:lnTo>
                  <a:lnTo>
                    <a:pt x="104933" y="12010"/>
                  </a:lnTo>
                  <a:lnTo>
                    <a:pt x="100034" y="14065"/>
                  </a:lnTo>
                  <a:lnTo>
                    <a:pt x="95203" y="16275"/>
                  </a:lnTo>
                  <a:lnTo>
                    <a:pt x="90445" y="18637"/>
                  </a:lnTo>
                  <a:lnTo>
                    <a:pt x="85764" y="21150"/>
                  </a:lnTo>
                  <a:lnTo>
                    <a:pt x="81166" y="23810"/>
                  </a:lnTo>
                  <a:lnTo>
                    <a:pt x="76654" y="26614"/>
                  </a:lnTo>
                  <a:lnTo>
                    <a:pt x="72233" y="29561"/>
                  </a:lnTo>
                  <a:lnTo>
                    <a:pt x="67909" y="32646"/>
                  </a:lnTo>
                  <a:lnTo>
                    <a:pt x="63684" y="35868"/>
                  </a:lnTo>
                  <a:lnTo>
                    <a:pt x="59564" y="39222"/>
                  </a:lnTo>
                  <a:lnTo>
                    <a:pt x="55553" y="42705"/>
                  </a:lnTo>
                  <a:lnTo>
                    <a:pt x="51655" y="46314"/>
                  </a:lnTo>
                  <a:lnTo>
                    <a:pt x="47873" y="50045"/>
                  </a:lnTo>
                  <a:lnTo>
                    <a:pt x="44212" y="53894"/>
                  </a:lnTo>
                  <a:lnTo>
                    <a:pt x="40674" y="57858"/>
                  </a:lnTo>
                  <a:lnTo>
                    <a:pt x="37265" y="61932"/>
                  </a:lnTo>
                  <a:lnTo>
                    <a:pt x="33987" y="66112"/>
                  </a:lnTo>
                  <a:lnTo>
                    <a:pt x="30843" y="70395"/>
                  </a:lnTo>
                  <a:lnTo>
                    <a:pt x="27837" y="74775"/>
                  </a:lnTo>
                  <a:lnTo>
                    <a:pt x="24971" y="79248"/>
                  </a:lnTo>
                  <a:lnTo>
                    <a:pt x="22249" y="83811"/>
                  </a:lnTo>
                  <a:lnTo>
                    <a:pt x="19674" y="88457"/>
                  </a:lnTo>
                  <a:lnTo>
                    <a:pt x="17247" y="93183"/>
                  </a:lnTo>
                  <a:lnTo>
                    <a:pt x="14972" y="97984"/>
                  </a:lnTo>
                  <a:lnTo>
                    <a:pt x="12851" y="102854"/>
                  </a:lnTo>
                  <a:lnTo>
                    <a:pt x="10885" y="107790"/>
                  </a:lnTo>
                  <a:lnTo>
                    <a:pt x="9077" y="112785"/>
                  </a:lnTo>
                  <a:lnTo>
                    <a:pt x="7429" y="117835"/>
                  </a:lnTo>
                  <a:lnTo>
                    <a:pt x="5942" y="122936"/>
                  </a:lnTo>
                  <a:lnTo>
                    <a:pt x="4618" y="128080"/>
                  </a:lnTo>
                  <a:lnTo>
                    <a:pt x="3458" y="133265"/>
                  </a:lnTo>
                  <a:lnTo>
                    <a:pt x="2463" y="138483"/>
                  </a:lnTo>
                  <a:lnTo>
                    <a:pt x="1635" y="143731"/>
                  </a:lnTo>
                  <a:lnTo>
                    <a:pt x="974" y="149002"/>
                  </a:lnTo>
                  <a:lnTo>
                    <a:pt x="481" y="154292"/>
                  </a:lnTo>
                  <a:lnTo>
                    <a:pt x="156" y="159594"/>
                  </a:lnTo>
                  <a:lnTo>
                    <a:pt x="0" y="164904"/>
                  </a:lnTo>
                  <a:lnTo>
                    <a:pt x="12" y="170217"/>
                  </a:lnTo>
                  <a:lnTo>
                    <a:pt x="193" y="175526"/>
                  </a:lnTo>
                  <a:lnTo>
                    <a:pt x="543" y="180827"/>
                  </a:lnTo>
                  <a:lnTo>
                    <a:pt x="1061" y="186114"/>
                  </a:lnTo>
                  <a:lnTo>
                    <a:pt x="1747" y="191382"/>
                  </a:lnTo>
                  <a:lnTo>
                    <a:pt x="2600" y="196626"/>
                  </a:lnTo>
                  <a:lnTo>
                    <a:pt x="3620" y="201840"/>
                  </a:lnTo>
                  <a:lnTo>
                    <a:pt x="4804" y="207019"/>
                  </a:lnTo>
                  <a:lnTo>
                    <a:pt x="6152" y="212157"/>
                  </a:lnTo>
                  <a:lnTo>
                    <a:pt x="7663" y="217250"/>
                  </a:lnTo>
                  <a:lnTo>
                    <a:pt x="9335" y="222293"/>
                  </a:lnTo>
                  <a:lnTo>
                    <a:pt x="11166" y="227280"/>
                  </a:lnTo>
                  <a:lnTo>
                    <a:pt x="13155" y="232206"/>
                  </a:lnTo>
                  <a:lnTo>
                    <a:pt x="15300" y="237066"/>
                  </a:lnTo>
                  <a:lnTo>
                    <a:pt x="17597" y="241856"/>
                  </a:lnTo>
                  <a:lnTo>
                    <a:pt x="20046" y="246571"/>
                  </a:lnTo>
                  <a:lnTo>
                    <a:pt x="22644" y="251205"/>
                  </a:lnTo>
                  <a:lnTo>
                    <a:pt x="25387" y="255754"/>
                  </a:lnTo>
                  <a:lnTo>
                    <a:pt x="28273" y="260214"/>
                  </a:lnTo>
                  <a:lnTo>
                    <a:pt x="31300" y="264580"/>
                  </a:lnTo>
                  <a:lnTo>
                    <a:pt x="34464" y="268848"/>
                  </a:lnTo>
                  <a:lnTo>
                    <a:pt x="37762" y="273013"/>
                  </a:lnTo>
                  <a:lnTo>
                    <a:pt x="41191" y="277070"/>
                  </a:lnTo>
                  <a:lnTo>
                    <a:pt x="44747" y="281017"/>
                  </a:lnTo>
                  <a:lnTo>
                    <a:pt x="48426" y="284849"/>
                  </a:lnTo>
                  <a:lnTo>
                    <a:pt x="52225" y="288563"/>
                  </a:lnTo>
                  <a:lnTo>
                    <a:pt x="56141" y="292153"/>
                  </a:lnTo>
                  <a:lnTo>
                    <a:pt x="60168" y="295617"/>
                  </a:lnTo>
                  <a:lnTo>
                    <a:pt x="64304" y="298952"/>
                  </a:lnTo>
                  <a:lnTo>
                    <a:pt x="68543" y="302154"/>
                  </a:lnTo>
                  <a:lnTo>
                    <a:pt x="72882" y="305219"/>
                  </a:lnTo>
                  <a:lnTo>
                    <a:pt x="77317" y="308144"/>
                  </a:lnTo>
                  <a:lnTo>
                    <a:pt x="81842" y="310928"/>
                  </a:lnTo>
                  <a:lnTo>
                    <a:pt x="86453" y="313566"/>
                  </a:lnTo>
                  <a:lnTo>
                    <a:pt x="91146" y="316056"/>
                  </a:lnTo>
                  <a:lnTo>
                    <a:pt x="95915" y="318396"/>
                  </a:lnTo>
                  <a:lnTo>
                    <a:pt x="100756" y="320583"/>
                  </a:lnTo>
                  <a:lnTo>
                    <a:pt x="105665" y="322616"/>
                  </a:lnTo>
                  <a:lnTo>
                    <a:pt x="110635" y="324491"/>
                  </a:lnTo>
                  <a:lnTo>
                    <a:pt x="115663" y="326207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72055" y="5566459"/>
              <a:ext cx="51488" cy="159040"/>
            </a:xfrm>
            <a:custGeom>
              <a:avLst/>
              <a:pathLst>
                <a:path w="51488" h="159040">
                  <a:moveTo>
                    <a:pt x="0" y="159040"/>
                  </a:moveTo>
                  <a:lnTo>
                    <a:pt x="514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972055" y="5566459"/>
              <a:ext cx="51488" cy="159040"/>
            </a:xfrm>
            <a:custGeom>
              <a:avLst/>
              <a:pathLst>
                <a:path w="51488" h="159040">
                  <a:moveTo>
                    <a:pt x="0" y="159040"/>
                  </a:moveTo>
                  <a:lnTo>
                    <a:pt x="514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972055" y="5566459"/>
              <a:ext cx="51488" cy="159040"/>
            </a:xfrm>
            <a:custGeom>
              <a:avLst/>
              <a:pathLst>
                <a:path w="51488" h="159040">
                  <a:moveTo>
                    <a:pt x="0" y="159040"/>
                  </a:moveTo>
                  <a:lnTo>
                    <a:pt x="514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4972055" y="5566459"/>
              <a:ext cx="51488" cy="159040"/>
            </a:xfrm>
            <a:custGeom>
              <a:avLst/>
              <a:pathLst>
                <a:path w="51488" h="159040">
                  <a:moveTo>
                    <a:pt x="0" y="159040"/>
                  </a:moveTo>
                  <a:lnTo>
                    <a:pt x="5148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4972055" y="5566459"/>
              <a:ext cx="51488" cy="159040"/>
            </a:xfrm>
            <a:custGeom>
              <a:avLst/>
              <a:pathLst>
                <a:path w="51488" h="159040">
                  <a:moveTo>
                    <a:pt x="0" y="159040"/>
                  </a:moveTo>
                  <a:lnTo>
                    <a:pt x="5148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4972055" y="5566459"/>
              <a:ext cx="139135" cy="167151"/>
            </a:xfrm>
            <a:custGeom>
              <a:avLst/>
              <a:pathLst>
                <a:path w="139135" h="167151">
                  <a:moveTo>
                    <a:pt x="0" y="159040"/>
                  </a:moveTo>
                  <a:lnTo>
                    <a:pt x="5318" y="160665"/>
                  </a:lnTo>
                  <a:lnTo>
                    <a:pt x="10688" y="162111"/>
                  </a:lnTo>
                  <a:lnTo>
                    <a:pt x="16103" y="163379"/>
                  </a:lnTo>
                  <a:lnTo>
                    <a:pt x="21557" y="164466"/>
                  </a:lnTo>
                  <a:lnTo>
                    <a:pt x="27044" y="165370"/>
                  </a:lnTo>
                  <a:lnTo>
                    <a:pt x="32558" y="166092"/>
                  </a:lnTo>
                  <a:lnTo>
                    <a:pt x="38094" y="166629"/>
                  </a:lnTo>
                  <a:lnTo>
                    <a:pt x="43644" y="166983"/>
                  </a:lnTo>
                  <a:lnTo>
                    <a:pt x="49202" y="167151"/>
                  </a:lnTo>
                  <a:lnTo>
                    <a:pt x="54764" y="167135"/>
                  </a:lnTo>
                  <a:lnTo>
                    <a:pt x="60321" y="166933"/>
                  </a:lnTo>
                  <a:lnTo>
                    <a:pt x="65869" y="166547"/>
                  </a:lnTo>
                  <a:lnTo>
                    <a:pt x="71401" y="165977"/>
                  </a:lnTo>
                  <a:lnTo>
                    <a:pt x="76911" y="165223"/>
                  </a:lnTo>
                  <a:lnTo>
                    <a:pt x="82393" y="164285"/>
                  </a:lnTo>
                  <a:lnTo>
                    <a:pt x="87840" y="163167"/>
                  </a:lnTo>
                  <a:lnTo>
                    <a:pt x="93248" y="161867"/>
                  </a:lnTo>
                  <a:lnTo>
                    <a:pt x="98609" y="160388"/>
                  </a:lnTo>
                  <a:lnTo>
                    <a:pt x="103918" y="158732"/>
                  </a:lnTo>
                  <a:lnTo>
                    <a:pt x="109169" y="156901"/>
                  </a:lnTo>
                  <a:lnTo>
                    <a:pt x="114356" y="154895"/>
                  </a:lnTo>
                  <a:lnTo>
                    <a:pt x="119473" y="152718"/>
                  </a:lnTo>
                  <a:lnTo>
                    <a:pt x="124515" y="150372"/>
                  </a:lnTo>
                  <a:lnTo>
                    <a:pt x="129477" y="147860"/>
                  </a:lnTo>
                  <a:lnTo>
                    <a:pt x="134352" y="145184"/>
                  </a:lnTo>
                  <a:lnTo>
                    <a:pt x="139135" y="142347"/>
                  </a:lnTo>
                  <a:lnTo>
                    <a:pt x="5148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023544" y="5399291"/>
              <a:ext cx="167165" cy="309515"/>
            </a:xfrm>
            <a:custGeom>
              <a:avLst/>
              <a:pathLst>
                <a:path w="167165" h="309515">
                  <a:moveTo>
                    <a:pt x="87647" y="309515"/>
                  </a:moveTo>
                  <a:lnTo>
                    <a:pt x="92152" y="306640"/>
                  </a:lnTo>
                  <a:lnTo>
                    <a:pt x="96563" y="303623"/>
                  </a:lnTo>
                  <a:lnTo>
                    <a:pt x="100876" y="300467"/>
                  </a:lnTo>
                  <a:lnTo>
                    <a:pt x="105086" y="297174"/>
                  </a:lnTo>
                  <a:lnTo>
                    <a:pt x="109188" y="293749"/>
                  </a:lnTo>
                  <a:lnTo>
                    <a:pt x="113178" y="290193"/>
                  </a:lnTo>
                  <a:lnTo>
                    <a:pt x="117053" y="286513"/>
                  </a:lnTo>
                  <a:lnTo>
                    <a:pt x="120808" y="282710"/>
                  </a:lnTo>
                  <a:lnTo>
                    <a:pt x="124440" y="278789"/>
                  </a:lnTo>
                  <a:lnTo>
                    <a:pt x="127944" y="274754"/>
                  </a:lnTo>
                  <a:lnTo>
                    <a:pt x="131318" y="270609"/>
                  </a:lnTo>
                  <a:lnTo>
                    <a:pt x="134558" y="266359"/>
                  </a:lnTo>
                  <a:lnTo>
                    <a:pt x="137660" y="262007"/>
                  </a:lnTo>
                  <a:lnTo>
                    <a:pt x="140621" y="257558"/>
                  </a:lnTo>
                  <a:lnTo>
                    <a:pt x="143439" y="253017"/>
                  </a:lnTo>
                  <a:lnTo>
                    <a:pt x="146110" y="248388"/>
                  </a:lnTo>
                  <a:lnTo>
                    <a:pt x="148631" y="243675"/>
                  </a:lnTo>
                  <a:lnTo>
                    <a:pt x="151001" y="238885"/>
                  </a:lnTo>
                  <a:lnTo>
                    <a:pt x="153216" y="234022"/>
                  </a:lnTo>
                  <a:lnTo>
                    <a:pt x="155275" y="229090"/>
                  </a:lnTo>
                  <a:lnTo>
                    <a:pt x="157175" y="224095"/>
                  </a:lnTo>
                  <a:lnTo>
                    <a:pt x="158915" y="219041"/>
                  </a:lnTo>
                  <a:lnTo>
                    <a:pt x="160492" y="213935"/>
                  </a:lnTo>
                  <a:lnTo>
                    <a:pt x="161905" y="208781"/>
                  </a:lnTo>
                  <a:lnTo>
                    <a:pt x="163152" y="203584"/>
                  </a:lnTo>
                  <a:lnTo>
                    <a:pt x="164233" y="198350"/>
                  </a:lnTo>
                  <a:lnTo>
                    <a:pt x="165146" y="193084"/>
                  </a:lnTo>
                  <a:lnTo>
                    <a:pt x="165890" y="187792"/>
                  </a:lnTo>
                  <a:lnTo>
                    <a:pt x="166464" y="182478"/>
                  </a:lnTo>
                  <a:lnTo>
                    <a:pt x="166869" y="177149"/>
                  </a:lnTo>
                  <a:lnTo>
                    <a:pt x="167102" y="171810"/>
                  </a:lnTo>
                  <a:lnTo>
                    <a:pt x="167165" y="166466"/>
                  </a:lnTo>
                  <a:lnTo>
                    <a:pt x="167058" y="161123"/>
                  </a:lnTo>
                  <a:lnTo>
                    <a:pt x="166779" y="155786"/>
                  </a:lnTo>
                  <a:lnTo>
                    <a:pt x="166330" y="150460"/>
                  </a:lnTo>
                  <a:lnTo>
                    <a:pt x="165711" y="145152"/>
                  </a:lnTo>
                  <a:lnTo>
                    <a:pt x="164923" y="139866"/>
                  </a:lnTo>
                  <a:lnTo>
                    <a:pt x="163966" y="134608"/>
                  </a:lnTo>
                  <a:lnTo>
                    <a:pt x="162841" y="129383"/>
                  </a:lnTo>
                  <a:lnTo>
                    <a:pt x="161550" y="124197"/>
                  </a:lnTo>
                  <a:lnTo>
                    <a:pt x="160094" y="119055"/>
                  </a:lnTo>
                  <a:lnTo>
                    <a:pt x="158474" y="113962"/>
                  </a:lnTo>
                  <a:lnTo>
                    <a:pt x="156692" y="108923"/>
                  </a:lnTo>
                  <a:lnTo>
                    <a:pt x="154750" y="103944"/>
                  </a:lnTo>
                  <a:lnTo>
                    <a:pt x="152650" y="99030"/>
                  </a:lnTo>
                  <a:lnTo>
                    <a:pt x="150394" y="94185"/>
                  </a:lnTo>
                  <a:lnTo>
                    <a:pt x="147984" y="89415"/>
                  </a:lnTo>
                  <a:lnTo>
                    <a:pt x="145423" y="84724"/>
                  </a:lnTo>
                  <a:lnTo>
                    <a:pt x="142714" y="80117"/>
                  </a:lnTo>
                  <a:lnTo>
                    <a:pt x="139858" y="75600"/>
                  </a:lnTo>
                  <a:lnTo>
                    <a:pt x="136860" y="71176"/>
                  </a:lnTo>
                  <a:lnTo>
                    <a:pt x="133721" y="66850"/>
                  </a:lnTo>
                  <a:lnTo>
                    <a:pt x="130446" y="62627"/>
                  </a:lnTo>
                  <a:lnTo>
                    <a:pt x="127038" y="58510"/>
                  </a:lnTo>
                  <a:lnTo>
                    <a:pt x="123500" y="54505"/>
                  </a:lnTo>
                  <a:lnTo>
                    <a:pt x="119835" y="50615"/>
                  </a:lnTo>
                  <a:lnTo>
                    <a:pt x="116048" y="46844"/>
                  </a:lnTo>
                  <a:lnTo>
                    <a:pt x="112143" y="43196"/>
                  </a:lnTo>
                  <a:lnTo>
                    <a:pt x="108122" y="39674"/>
                  </a:lnTo>
                  <a:lnTo>
                    <a:pt x="103992" y="36283"/>
                  </a:lnTo>
                  <a:lnTo>
                    <a:pt x="99755" y="33026"/>
                  </a:lnTo>
                  <a:lnTo>
                    <a:pt x="95416" y="29906"/>
                  </a:lnTo>
                  <a:lnTo>
                    <a:pt x="90979" y="26926"/>
                  </a:lnTo>
                  <a:lnTo>
                    <a:pt x="86450" y="24089"/>
                  </a:lnTo>
                  <a:lnTo>
                    <a:pt x="81832" y="21399"/>
                  </a:lnTo>
                  <a:lnTo>
                    <a:pt x="77131" y="18857"/>
                  </a:lnTo>
                  <a:lnTo>
                    <a:pt x="72350" y="16467"/>
                  </a:lnTo>
                  <a:lnTo>
                    <a:pt x="67496" y="14232"/>
                  </a:lnTo>
                  <a:lnTo>
                    <a:pt x="62573" y="12152"/>
                  </a:lnTo>
                  <a:lnTo>
                    <a:pt x="57586" y="10231"/>
                  </a:lnTo>
                  <a:lnTo>
                    <a:pt x="52540" y="8471"/>
                  </a:lnTo>
                  <a:lnTo>
                    <a:pt x="47440" y="6872"/>
                  </a:lnTo>
                  <a:lnTo>
                    <a:pt x="42292" y="5438"/>
                  </a:lnTo>
                  <a:lnTo>
                    <a:pt x="37100" y="4168"/>
                  </a:lnTo>
                  <a:lnTo>
                    <a:pt x="31871" y="3066"/>
                  </a:lnTo>
                  <a:lnTo>
                    <a:pt x="26609" y="2131"/>
                  </a:lnTo>
                  <a:lnTo>
                    <a:pt x="21320" y="1365"/>
                  </a:lnTo>
                  <a:lnTo>
                    <a:pt x="16009" y="768"/>
                  </a:lnTo>
                  <a:lnTo>
                    <a:pt x="10681" y="341"/>
                  </a:lnTo>
                  <a:lnTo>
                    <a:pt x="534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423958" y="5269756"/>
              <a:ext cx="121299" cy="167167"/>
            </a:xfrm>
            <a:custGeom>
              <a:avLst/>
              <a:pathLst>
                <a:path w="121299" h="167167">
                  <a:moveTo>
                    <a:pt x="121299" y="0"/>
                  </a:moveTo>
                  <a:lnTo>
                    <a:pt x="115645" y="95"/>
                  </a:lnTo>
                  <a:lnTo>
                    <a:pt x="109997" y="382"/>
                  </a:lnTo>
                  <a:lnTo>
                    <a:pt x="104362" y="860"/>
                  </a:lnTo>
                  <a:lnTo>
                    <a:pt x="98747" y="1528"/>
                  </a:lnTo>
                  <a:lnTo>
                    <a:pt x="93157" y="2385"/>
                  </a:lnTo>
                  <a:lnTo>
                    <a:pt x="87600" y="3432"/>
                  </a:lnTo>
                  <a:lnTo>
                    <a:pt x="82081" y="4665"/>
                  </a:lnTo>
                  <a:lnTo>
                    <a:pt x="76607" y="6085"/>
                  </a:lnTo>
                  <a:lnTo>
                    <a:pt x="71184" y="7688"/>
                  </a:lnTo>
                  <a:lnTo>
                    <a:pt x="65818" y="9475"/>
                  </a:lnTo>
                  <a:lnTo>
                    <a:pt x="60516" y="11442"/>
                  </a:lnTo>
                  <a:lnTo>
                    <a:pt x="55284" y="13587"/>
                  </a:lnTo>
                  <a:lnTo>
                    <a:pt x="50127" y="15907"/>
                  </a:lnTo>
                  <a:lnTo>
                    <a:pt x="45051" y="18401"/>
                  </a:lnTo>
                  <a:lnTo>
                    <a:pt x="40063" y="21065"/>
                  </a:lnTo>
                  <a:lnTo>
                    <a:pt x="35168" y="23897"/>
                  </a:lnTo>
                  <a:lnTo>
                    <a:pt x="30371" y="26892"/>
                  </a:lnTo>
                  <a:lnTo>
                    <a:pt x="25678" y="30048"/>
                  </a:lnTo>
                  <a:lnTo>
                    <a:pt x="21095" y="33361"/>
                  </a:lnTo>
                  <a:lnTo>
                    <a:pt x="16627" y="36827"/>
                  </a:lnTo>
                  <a:lnTo>
                    <a:pt x="12278" y="40442"/>
                  </a:lnTo>
                  <a:lnTo>
                    <a:pt x="8054" y="44202"/>
                  </a:lnTo>
                  <a:lnTo>
                    <a:pt x="3960" y="48102"/>
                  </a:lnTo>
                  <a:lnTo>
                    <a:pt x="0" y="52139"/>
                  </a:lnTo>
                  <a:lnTo>
                    <a:pt x="12129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23958" y="5321896"/>
              <a:ext cx="121299" cy="115027"/>
            </a:xfrm>
            <a:custGeom>
              <a:avLst/>
              <a:pathLst>
                <a:path w="121299" h="115027">
                  <a:moveTo>
                    <a:pt x="0" y="0"/>
                  </a:moveTo>
                  <a:lnTo>
                    <a:pt x="121299" y="115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423958" y="5321896"/>
              <a:ext cx="121299" cy="115027"/>
            </a:xfrm>
            <a:custGeom>
              <a:avLst/>
              <a:pathLst>
                <a:path w="121299" h="115027">
                  <a:moveTo>
                    <a:pt x="0" y="0"/>
                  </a:moveTo>
                  <a:lnTo>
                    <a:pt x="121299" y="115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423958" y="5321896"/>
              <a:ext cx="121299" cy="115027"/>
            </a:xfrm>
            <a:custGeom>
              <a:avLst/>
              <a:pathLst>
                <a:path w="121299" h="115027">
                  <a:moveTo>
                    <a:pt x="0" y="0"/>
                  </a:moveTo>
                  <a:lnTo>
                    <a:pt x="121299" y="1150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23958" y="5321896"/>
              <a:ext cx="121299" cy="115027"/>
            </a:xfrm>
            <a:custGeom>
              <a:avLst/>
              <a:pathLst>
                <a:path w="121299" h="115027">
                  <a:moveTo>
                    <a:pt x="0" y="0"/>
                  </a:moveTo>
                  <a:lnTo>
                    <a:pt x="121299" y="1150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397207" y="5321896"/>
              <a:ext cx="148051" cy="115027"/>
            </a:xfrm>
            <a:custGeom>
              <a:avLst/>
              <a:pathLst>
                <a:path w="148051" h="115027">
                  <a:moveTo>
                    <a:pt x="26751" y="0"/>
                  </a:moveTo>
                  <a:lnTo>
                    <a:pt x="22312" y="4869"/>
                  </a:lnTo>
                  <a:lnTo>
                    <a:pt x="18068" y="9911"/>
                  </a:lnTo>
                  <a:lnTo>
                    <a:pt x="14026" y="15115"/>
                  </a:lnTo>
                  <a:lnTo>
                    <a:pt x="10193" y="20475"/>
                  </a:lnTo>
                  <a:lnTo>
                    <a:pt x="6573" y="25981"/>
                  </a:lnTo>
                  <a:lnTo>
                    <a:pt x="3174" y="31626"/>
                  </a:lnTo>
                  <a:lnTo>
                    <a:pt x="0" y="37401"/>
                  </a:lnTo>
                  <a:lnTo>
                    <a:pt x="148051" y="1150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378096" y="5269756"/>
              <a:ext cx="334315" cy="334332"/>
            </a:xfrm>
            <a:custGeom>
              <a:avLst/>
              <a:pathLst>
                <a:path w="334315" h="334332">
                  <a:moveTo>
                    <a:pt x="19111" y="89541"/>
                  </a:moveTo>
                  <a:lnTo>
                    <a:pt x="16726" y="94269"/>
                  </a:lnTo>
                  <a:lnTo>
                    <a:pt x="14493" y="99070"/>
                  </a:lnTo>
                  <a:lnTo>
                    <a:pt x="12413" y="103940"/>
                  </a:lnTo>
                  <a:lnTo>
                    <a:pt x="10488" y="108873"/>
                  </a:lnTo>
                  <a:lnTo>
                    <a:pt x="8720" y="113865"/>
                  </a:lnTo>
                  <a:lnTo>
                    <a:pt x="7111" y="118910"/>
                  </a:lnTo>
                  <a:lnTo>
                    <a:pt x="5663" y="124004"/>
                  </a:lnTo>
                  <a:lnTo>
                    <a:pt x="4377" y="129140"/>
                  </a:lnTo>
                  <a:lnTo>
                    <a:pt x="3254" y="134315"/>
                  </a:lnTo>
                  <a:lnTo>
                    <a:pt x="2296" y="139523"/>
                  </a:lnTo>
                  <a:lnTo>
                    <a:pt x="1503" y="144759"/>
                  </a:lnTo>
                  <a:lnTo>
                    <a:pt x="877" y="150017"/>
                  </a:lnTo>
                  <a:lnTo>
                    <a:pt x="417" y="155293"/>
                  </a:lnTo>
                  <a:lnTo>
                    <a:pt x="124" y="160580"/>
                  </a:lnTo>
                  <a:lnTo>
                    <a:pt x="0" y="165874"/>
                  </a:lnTo>
                  <a:lnTo>
                    <a:pt x="42" y="171169"/>
                  </a:lnTo>
                  <a:lnTo>
                    <a:pt x="253" y="176461"/>
                  </a:lnTo>
                  <a:lnTo>
                    <a:pt x="631" y="181743"/>
                  </a:lnTo>
                  <a:lnTo>
                    <a:pt x="1176" y="187010"/>
                  </a:lnTo>
                  <a:lnTo>
                    <a:pt x="1888" y="192257"/>
                  </a:lnTo>
                  <a:lnTo>
                    <a:pt x="2766" y="197479"/>
                  </a:lnTo>
                  <a:lnTo>
                    <a:pt x="3808" y="202671"/>
                  </a:lnTo>
                  <a:lnTo>
                    <a:pt x="5015" y="207827"/>
                  </a:lnTo>
                  <a:lnTo>
                    <a:pt x="6384" y="212943"/>
                  </a:lnTo>
                  <a:lnTo>
                    <a:pt x="7915" y="218012"/>
                  </a:lnTo>
                  <a:lnTo>
                    <a:pt x="9605" y="223030"/>
                  </a:lnTo>
                  <a:lnTo>
                    <a:pt x="11453" y="227993"/>
                  </a:lnTo>
                  <a:lnTo>
                    <a:pt x="13458" y="232894"/>
                  </a:lnTo>
                  <a:lnTo>
                    <a:pt x="15617" y="237729"/>
                  </a:lnTo>
                  <a:lnTo>
                    <a:pt x="17928" y="242494"/>
                  </a:lnTo>
                  <a:lnTo>
                    <a:pt x="20389" y="247183"/>
                  </a:lnTo>
                  <a:lnTo>
                    <a:pt x="22997" y="251792"/>
                  </a:lnTo>
                  <a:lnTo>
                    <a:pt x="25749" y="256315"/>
                  </a:lnTo>
                  <a:lnTo>
                    <a:pt x="28644" y="260750"/>
                  </a:lnTo>
                  <a:lnTo>
                    <a:pt x="31678" y="265090"/>
                  </a:lnTo>
                  <a:lnTo>
                    <a:pt x="34847" y="269332"/>
                  </a:lnTo>
                  <a:lnTo>
                    <a:pt x="38149" y="273472"/>
                  </a:lnTo>
                  <a:lnTo>
                    <a:pt x="41581" y="277505"/>
                  </a:lnTo>
                  <a:lnTo>
                    <a:pt x="45139" y="281427"/>
                  </a:lnTo>
                  <a:lnTo>
                    <a:pt x="48819" y="285234"/>
                  </a:lnTo>
                  <a:lnTo>
                    <a:pt x="52618" y="288923"/>
                  </a:lnTo>
                  <a:lnTo>
                    <a:pt x="56532" y="292490"/>
                  </a:lnTo>
                  <a:lnTo>
                    <a:pt x="60557" y="295932"/>
                  </a:lnTo>
                  <a:lnTo>
                    <a:pt x="64689" y="299243"/>
                  </a:lnTo>
                  <a:lnTo>
                    <a:pt x="68924" y="302423"/>
                  </a:lnTo>
                  <a:lnTo>
                    <a:pt x="73257" y="305467"/>
                  </a:lnTo>
                  <a:lnTo>
                    <a:pt x="77684" y="308371"/>
                  </a:lnTo>
                  <a:lnTo>
                    <a:pt x="82202" y="311135"/>
                  </a:lnTo>
                  <a:lnTo>
                    <a:pt x="86804" y="313753"/>
                  </a:lnTo>
                  <a:lnTo>
                    <a:pt x="91487" y="316225"/>
                  </a:lnTo>
                  <a:lnTo>
                    <a:pt x="96247" y="318547"/>
                  </a:lnTo>
                  <a:lnTo>
                    <a:pt x="101077" y="320717"/>
                  </a:lnTo>
                  <a:lnTo>
                    <a:pt x="105974" y="322733"/>
                  </a:lnTo>
                  <a:lnTo>
                    <a:pt x="110932" y="324593"/>
                  </a:lnTo>
                  <a:lnTo>
                    <a:pt x="115946" y="326295"/>
                  </a:lnTo>
                  <a:lnTo>
                    <a:pt x="121012" y="327838"/>
                  </a:lnTo>
                  <a:lnTo>
                    <a:pt x="126124" y="329219"/>
                  </a:lnTo>
                  <a:lnTo>
                    <a:pt x="131277" y="330437"/>
                  </a:lnTo>
                  <a:lnTo>
                    <a:pt x="136467" y="331492"/>
                  </a:lnTo>
                  <a:lnTo>
                    <a:pt x="141687" y="332382"/>
                  </a:lnTo>
                  <a:lnTo>
                    <a:pt x="146932" y="333106"/>
                  </a:lnTo>
                  <a:lnTo>
                    <a:pt x="152198" y="333663"/>
                  </a:lnTo>
                  <a:lnTo>
                    <a:pt x="157479" y="334054"/>
                  </a:lnTo>
                  <a:lnTo>
                    <a:pt x="162770" y="334277"/>
                  </a:lnTo>
                  <a:lnTo>
                    <a:pt x="168065" y="334332"/>
                  </a:lnTo>
                  <a:lnTo>
                    <a:pt x="173360" y="334219"/>
                  </a:lnTo>
                  <a:lnTo>
                    <a:pt x="178648" y="333939"/>
                  </a:lnTo>
                  <a:lnTo>
                    <a:pt x="183924" y="333492"/>
                  </a:lnTo>
                  <a:lnTo>
                    <a:pt x="189184" y="332878"/>
                  </a:lnTo>
                  <a:lnTo>
                    <a:pt x="194421" y="332097"/>
                  </a:lnTo>
                  <a:lnTo>
                    <a:pt x="199631" y="331151"/>
                  </a:lnTo>
                  <a:lnTo>
                    <a:pt x="204809" y="330040"/>
                  </a:lnTo>
                  <a:lnTo>
                    <a:pt x="209949" y="328766"/>
                  </a:lnTo>
                  <a:lnTo>
                    <a:pt x="215046" y="327330"/>
                  </a:lnTo>
                  <a:lnTo>
                    <a:pt x="220095" y="325733"/>
                  </a:lnTo>
                  <a:lnTo>
                    <a:pt x="225090" y="323977"/>
                  </a:lnTo>
                  <a:lnTo>
                    <a:pt x="230028" y="322063"/>
                  </a:lnTo>
                  <a:lnTo>
                    <a:pt x="234903" y="319994"/>
                  </a:lnTo>
                  <a:lnTo>
                    <a:pt x="239709" y="317772"/>
                  </a:lnTo>
                  <a:lnTo>
                    <a:pt x="244443" y="315399"/>
                  </a:lnTo>
                  <a:lnTo>
                    <a:pt x="249099" y="312876"/>
                  </a:lnTo>
                  <a:lnTo>
                    <a:pt x="253673" y="310208"/>
                  </a:lnTo>
                  <a:lnTo>
                    <a:pt x="258160" y="307396"/>
                  </a:lnTo>
                  <a:lnTo>
                    <a:pt x="262556" y="304444"/>
                  </a:lnTo>
                  <a:lnTo>
                    <a:pt x="266856" y="301353"/>
                  </a:lnTo>
                  <a:lnTo>
                    <a:pt x="271057" y="298128"/>
                  </a:lnTo>
                  <a:lnTo>
                    <a:pt x="275152" y="294772"/>
                  </a:lnTo>
                  <a:lnTo>
                    <a:pt x="279140" y="291287"/>
                  </a:lnTo>
                  <a:lnTo>
                    <a:pt x="283015" y="287678"/>
                  </a:lnTo>
                  <a:lnTo>
                    <a:pt x="286774" y="283949"/>
                  </a:lnTo>
                  <a:lnTo>
                    <a:pt x="290413" y="280101"/>
                  </a:lnTo>
                  <a:lnTo>
                    <a:pt x="293928" y="276141"/>
                  </a:lnTo>
                  <a:lnTo>
                    <a:pt x="297316" y="272071"/>
                  </a:lnTo>
                  <a:lnTo>
                    <a:pt x="300573" y="267896"/>
                  </a:lnTo>
                  <a:lnTo>
                    <a:pt x="303697" y="263620"/>
                  </a:lnTo>
                  <a:lnTo>
                    <a:pt x="306683" y="259247"/>
                  </a:lnTo>
                  <a:lnTo>
                    <a:pt x="309530" y="254782"/>
                  </a:lnTo>
                  <a:lnTo>
                    <a:pt x="312233" y="250229"/>
                  </a:lnTo>
                  <a:lnTo>
                    <a:pt x="314791" y="245592"/>
                  </a:lnTo>
                  <a:lnTo>
                    <a:pt x="317201" y="240877"/>
                  </a:lnTo>
                  <a:lnTo>
                    <a:pt x="319461" y="236087"/>
                  </a:lnTo>
                  <a:lnTo>
                    <a:pt x="321567" y="231229"/>
                  </a:lnTo>
                  <a:lnTo>
                    <a:pt x="323519" y="226306"/>
                  </a:lnTo>
                  <a:lnTo>
                    <a:pt x="325314" y="221324"/>
                  </a:lnTo>
                  <a:lnTo>
                    <a:pt x="326950" y="216288"/>
                  </a:lnTo>
                  <a:lnTo>
                    <a:pt x="328425" y="211202"/>
                  </a:lnTo>
                  <a:lnTo>
                    <a:pt x="329739" y="206073"/>
                  </a:lnTo>
                  <a:lnTo>
                    <a:pt x="330890" y="200904"/>
                  </a:lnTo>
                  <a:lnTo>
                    <a:pt x="331876" y="195701"/>
                  </a:lnTo>
                  <a:lnTo>
                    <a:pt x="332697" y="190470"/>
                  </a:lnTo>
                  <a:lnTo>
                    <a:pt x="333352" y="185215"/>
                  </a:lnTo>
                  <a:lnTo>
                    <a:pt x="333841" y="179942"/>
                  </a:lnTo>
                  <a:lnTo>
                    <a:pt x="334162" y="174656"/>
                  </a:lnTo>
                  <a:lnTo>
                    <a:pt x="334315" y="169363"/>
                  </a:lnTo>
                  <a:lnTo>
                    <a:pt x="334301" y="164068"/>
                  </a:lnTo>
                  <a:lnTo>
                    <a:pt x="334119" y="158775"/>
                  </a:lnTo>
                  <a:lnTo>
                    <a:pt x="333769" y="153491"/>
                  </a:lnTo>
                  <a:lnTo>
                    <a:pt x="333252" y="148221"/>
                  </a:lnTo>
                  <a:lnTo>
                    <a:pt x="332569" y="142970"/>
                  </a:lnTo>
                  <a:lnTo>
                    <a:pt x="331720" y="137743"/>
                  </a:lnTo>
                  <a:lnTo>
                    <a:pt x="330705" y="132546"/>
                  </a:lnTo>
                  <a:lnTo>
                    <a:pt x="329526" y="127383"/>
                  </a:lnTo>
                  <a:lnTo>
                    <a:pt x="328185" y="122261"/>
                  </a:lnTo>
                  <a:lnTo>
                    <a:pt x="326682" y="117183"/>
                  </a:lnTo>
                  <a:lnTo>
                    <a:pt x="325019" y="112156"/>
                  </a:lnTo>
                  <a:lnTo>
                    <a:pt x="323197" y="107183"/>
                  </a:lnTo>
                  <a:lnTo>
                    <a:pt x="321219" y="102271"/>
                  </a:lnTo>
                  <a:lnTo>
                    <a:pt x="319086" y="97424"/>
                  </a:lnTo>
                  <a:lnTo>
                    <a:pt x="316801" y="92647"/>
                  </a:lnTo>
                  <a:lnTo>
                    <a:pt x="314365" y="87945"/>
                  </a:lnTo>
                  <a:lnTo>
                    <a:pt x="311782" y="83323"/>
                  </a:lnTo>
                  <a:lnTo>
                    <a:pt x="309054" y="78784"/>
                  </a:lnTo>
                  <a:lnTo>
                    <a:pt x="306184" y="74334"/>
                  </a:lnTo>
                  <a:lnTo>
                    <a:pt x="303174" y="69977"/>
                  </a:lnTo>
                  <a:lnTo>
                    <a:pt x="300027" y="65718"/>
                  </a:lnTo>
                  <a:lnTo>
                    <a:pt x="296747" y="61561"/>
                  </a:lnTo>
                  <a:lnTo>
                    <a:pt x="293337" y="57509"/>
                  </a:lnTo>
                  <a:lnTo>
                    <a:pt x="289801" y="53568"/>
                  </a:lnTo>
                  <a:lnTo>
                    <a:pt x="286141" y="49741"/>
                  </a:lnTo>
                  <a:lnTo>
                    <a:pt x="282362" y="46031"/>
                  </a:lnTo>
                  <a:lnTo>
                    <a:pt x="278468" y="42443"/>
                  </a:lnTo>
                  <a:lnTo>
                    <a:pt x="274461" y="38980"/>
                  </a:lnTo>
                  <a:lnTo>
                    <a:pt x="270347" y="35646"/>
                  </a:lnTo>
                  <a:lnTo>
                    <a:pt x="266130" y="32444"/>
                  </a:lnTo>
                  <a:lnTo>
                    <a:pt x="261813" y="29377"/>
                  </a:lnTo>
                  <a:lnTo>
                    <a:pt x="257401" y="26448"/>
                  </a:lnTo>
                  <a:lnTo>
                    <a:pt x="252899" y="23660"/>
                  </a:lnTo>
                  <a:lnTo>
                    <a:pt x="248311" y="21017"/>
                  </a:lnTo>
                  <a:lnTo>
                    <a:pt x="243641" y="18520"/>
                  </a:lnTo>
                  <a:lnTo>
                    <a:pt x="238894" y="16172"/>
                  </a:lnTo>
                  <a:lnTo>
                    <a:pt x="234076" y="13976"/>
                  </a:lnTo>
                  <a:lnTo>
                    <a:pt x="229190" y="11933"/>
                  </a:lnTo>
                  <a:lnTo>
                    <a:pt x="224242" y="10047"/>
                  </a:lnTo>
                  <a:lnTo>
                    <a:pt x="219237" y="8318"/>
                  </a:lnTo>
                  <a:lnTo>
                    <a:pt x="214180" y="6748"/>
                  </a:lnTo>
                  <a:lnTo>
                    <a:pt x="209075" y="5339"/>
                  </a:lnTo>
                  <a:lnTo>
                    <a:pt x="203928" y="4093"/>
                  </a:lnTo>
                  <a:lnTo>
                    <a:pt x="198745" y="3010"/>
                  </a:lnTo>
                  <a:lnTo>
                    <a:pt x="193530" y="2092"/>
                  </a:lnTo>
                  <a:lnTo>
                    <a:pt x="188288" y="1340"/>
                  </a:lnTo>
                  <a:lnTo>
                    <a:pt x="183025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3873" y="5018213"/>
              <a:ext cx="167165" cy="183994"/>
            </a:xfrm>
            <a:custGeom>
              <a:avLst/>
              <a:pathLst>
                <a:path w="167165" h="183994">
                  <a:moveTo>
                    <a:pt x="167165" y="0"/>
                  </a:moveTo>
                  <a:lnTo>
                    <a:pt x="161792" y="86"/>
                  </a:lnTo>
                  <a:lnTo>
                    <a:pt x="156425" y="345"/>
                  </a:lnTo>
                  <a:lnTo>
                    <a:pt x="151069" y="776"/>
                  </a:lnTo>
                  <a:lnTo>
                    <a:pt x="145729" y="1380"/>
                  </a:lnTo>
                  <a:lnTo>
                    <a:pt x="140412" y="2154"/>
                  </a:lnTo>
                  <a:lnTo>
                    <a:pt x="135122" y="3099"/>
                  </a:lnTo>
                  <a:lnTo>
                    <a:pt x="129865" y="4214"/>
                  </a:lnTo>
                  <a:lnTo>
                    <a:pt x="124647" y="5497"/>
                  </a:lnTo>
                  <a:lnTo>
                    <a:pt x="119472" y="6947"/>
                  </a:lnTo>
                  <a:lnTo>
                    <a:pt x="114347" y="8563"/>
                  </a:lnTo>
                  <a:lnTo>
                    <a:pt x="109277" y="10343"/>
                  </a:lnTo>
                  <a:lnTo>
                    <a:pt x="104266" y="12284"/>
                  </a:lnTo>
                  <a:lnTo>
                    <a:pt x="99321" y="14386"/>
                  </a:lnTo>
                  <a:lnTo>
                    <a:pt x="94445" y="16645"/>
                  </a:lnTo>
                  <a:lnTo>
                    <a:pt x="89645" y="19060"/>
                  </a:lnTo>
                  <a:lnTo>
                    <a:pt x="84925" y="21629"/>
                  </a:lnTo>
                  <a:lnTo>
                    <a:pt x="80289" y="24347"/>
                  </a:lnTo>
                  <a:lnTo>
                    <a:pt x="75744" y="27213"/>
                  </a:lnTo>
                  <a:lnTo>
                    <a:pt x="71293" y="30224"/>
                  </a:lnTo>
                  <a:lnTo>
                    <a:pt x="66941" y="33376"/>
                  </a:lnTo>
                  <a:lnTo>
                    <a:pt x="62693" y="36666"/>
                  </a:lnTo>
                  <a:lnTo>
                    <a:pt x="58552" y="40092"/>
                  </a:lnTo>
                  <a:lnTo>
                    <a:pt x="54524" y="43648"/>
                  </a:lnTo>
                  <a:lnTo>
                    <a:pt x="50612" y="47333"/>
                  </a:lnTo>
                  <a:lnTo>
                    <a:pt x="46821" y="51141"/>
                  </a:lnTo>
                  <a:lnTo>
                    <a:pt x="43154" y="55069"/>
                  </a:lnTo>
                  <a:lnTo>
                    <a:pt x="39615" y="59112"/>
                  </a:lnTo>
                  <a:lnTo>
                    <a:pt x="36208" y="63268"/>
                  </a:lnTo>
                  <a:lnTo>
                    <a:pt x="32936" y="67531"/>
                  </a:lnTo>
                  <a:lnTo>
                    <a:pt x="29803" y="71896"/>
                  </a:lnTo>
                  <a:lnTo>
                    <a:pt x="26812" y="76361"/>
                  </a:lnTo>
                  <a:lnTo>
                    <a:pt x="23966" y="80919"/>
                  </a:lnTo>
                  <a:lnTo>
                    <a:pt x="21267" y="85566"/>
                  </a:lnTo>
                  <a:lnTo>
                    <a:pt x="18720" y="90297"/>
                  </a:lnTo>
                  <a:lnTo>
                    <a:pt x="16326" y="95108"/>
                  </a:lnTo>
                  <a:lnTo>
                    <a:pt x="14088" y="99994"/>
                  </a:lnTo>
                  <a:lnTo>
                    <a:pt x="12008" y="104948"/>
                  </a:lnTo>
                  <a:lnTo>
                    <a:pt x="10088" y="109967"/>
                  </a:lnTo>
                  <a:lnTo>
                    <a:pt x="8331" y="115046"/>
                  </a:lnTo>
                  <a:lnTo>
                    <a:pt x="6738" y="120178"/>
                  </a:lnTo>
                  <a:lnTo>
                    <a:pt x="5311" y="125358"/>
                  </a:lnTo>
                  <a:lnTo>
                    <a:pt x="4050" y="130582"/>
                  </a:lnTo>
                  <a:lnTo>
                    <a:pt x="2959" y="135844"/>
                  </a:lnTo>
                  <a:lnTo>
                    <a:pt x="2037" y="141138"/>
                  </a:lnTo>
                  <a:lnTo>
                    <a:pt x="1286" y="146458"/>
                  </a:lnTo>
                  <a:lnTo>
                    <a:pt x="706" y="151801"/>
                  </a:lnTo>
                  <a:lnTo>
                    <a:pt x="298" y="157159"/>
                  </a:lnTo>
                  <a:lnTo>
                    <a:pt x="62" y="162527"/>
                  </a:lnTo>
                  <a:lnTo>
                    <a:pt x="0" y="167901"/>
                  </a:lnTo>
                  <a:lnTo>
                    <a:pt x="109" y="173273"/>
                  </a:lnTo>
                  <a:lnTo>
                    <a:pt x="392" y="178639"/>
                  </a:lnTo>
                  <a:lnTo>
                    <a:pt x="847" y="183994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854720" y="5185380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854720" y="5185380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854720" y="5185380"/>
              <a:ext cx="166318" cy="16826"/>
            </a:xfrm>
            <a:custGeom>
              <a:avLst/>
              <a:pathLst>
                <a:path w="166318" h="16826">
                  <a:moveTo>
                    <a:pt x="0" y="16826"/>
                  </a:moveTo>
                  <a:lnTo>
                    <a:pt x="16631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854720" y="5185380"/>
              <a:ext cx="166318" cy="91392"/>
            </a:xfrm>
            <a:custGeom>
              <a:avLst/>
              <a:pathLst>
                <a:path w="166318" h="91392">
                  <a:moveTo>
                    <a:pt x="0" y="16826"/>
                  </a:moveTo>
                  <a:lnTo>
                    <a:pt x="670" y="22489"/>
                  </a:lnTo>
                  <a:lnTo>
                    <a:pt x="1534" y="28126"/>
                  </a:lnTo>
                  <a:lnTo>
                    <a:pt x="2589" y="33730"/>
                  </a:lnTo>
                  <a:lnTo>
                    <a:pt x="3835" y="39295"/>
                  </a:lnTo>
                  <a:lnTo>
                    <a:pt x="5269" y="44814"/>
                  </a:lnTo>
                  <a:lnTo>
                    <a:pt x="6892" y="50281"/>
                  </a:lnTo>
                  <a:lnTo>
                    <a:pt x="8700" y="55690"/>
                  </a:lnTo>
                  <a:lnTo>
                    <a:pt x="10691" y="61033"/>
                  </a:lnTo>
                  <a:lnTo>
                    <a:pt x="12863" y="66306"/>
                  </a:lnTo>
                  <a:lnTo>
                    <a:pt x="15214" y="71501"/>
                  </a:lnTo>
                  <a:lnTo>
                    <a:pt x="17741" y="76614"/>
                  </a:lnTo>
                  <a:lnTo>
                    <a:pt x="20440" y="81637"/>
                  </a:lnTo>
                  <a:lnTo>
                    <a:pt x="23310" y="86565"/>
                  </a:lnTo>
                  <a:lnTo>
                    <a:pt x="26345" y="91392"/>
                  </a:lnTo>
                  <a:lnTo>
                    <a:pt x="16631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881066" y="5018213"/>
              <a:ext cx="307126" cy="334331"/>
            </a:xfrm>
            <a:custGeom>
              <a:avLst/>
              <a:pathLst>
                <a:path w="307126" h="334331">
                  <a:moveTo>
                    <a:pt x="0" y="258560"/>
                  </a:moveTo>
                  <a:lnTo>
                    <a:pt x="2976" y="262964"/>
                  </a:lnTo>
                  <a:lnTo>
                    <a:pt x="6091" y="267271"/>
                  </a:lnTo>
                  <a:lnTo>
                    <a:pt x="9342" y="271477"/>
                  </a:lnTo>
                  <a:lnTo>
                    <a:pt x="12724" y="275578"/>
                  </a:lnTo>
                  <a:lnTo>
                    <a:pt x="16235" y="279569"/>
                  </a:lnTo>
                  <a:lnTo>
                    <a:pt x="19871" y="283446"/>
                  </a:lnTo>
                  <a:lnTo>
                    <a:pt x="23629" y="287206"/>
                  </a:lnTo>
                  <a:lnTo>
                    <a:pt x="27505" y="290844"/>
                  </a:lnTo>
                  <a:lnTo>
                    <a:pt x="31494" y="294357"/>
                  </a:lnTo>
                  <a:lnTo>
                    <a:pt x="35592" y="297742"/>
                  </a:lnTo>
                  <a:lnTo>
                    <a:pt x="39797" y="300995"/>
                  </a:lnTo>
                  <a:lnTo>
                    <a:pt x="44102" y="304112"/>
                  </a:lnTo>
                  <a:lnTo>
                    <a:pt x="48505" y="307091"/>
                  </a:lnTo>
                  <a:lnTo>
                    <a:pt x="53000" y="309928"/>
                  </a:lnTo>
                  <a:lnTo>
                    <a:pt x="57583" y="312621"/>
                  </a:lnTo>
                  <a:lnTo>
                    <a:pt x="62249" y="315167"/>
                  </a:lnTo>
                  <a:lnTo>
                    <a:pt x="66994" y="317564"/>
                  </a:lnTo>
                  <a:lnTo>
                    <a:pt x="71813" y="319808"/>
                  </a:lnTo>
                  <a:lnTo>
                    <a:pt x="76700" y="321898"/>
                  </a:lnTo>
                  <a:lnTo>
                    <a:pt x="81652" y="323831"/>
                  </a:lnTo>
                  <a:lnTo>
                    <a:pt x="86662" y="325606"/>
                  </a:lnTo>
                  <a:lnTo>
                    <a:pt x="91727" y="327221"/>
                  </a:lnTo>
                  <a:lnTo>
                    <a:pt x="96840" y="328674"/>
                  </a:lnTo>
                  <a:lnTo>
                    <a:pt x="101997" y="329964"/>
                  </a:lnTo>
                  <a:lnTo>
                    <a:pt x="107192" y="331089"/>
                  </a:lnTo>
                  <a:lnTo>
                    <a:pt x="112420" y="332048"/>
                  </a:lnTo>
                  <a:lnTo>
                    <a:pt x="117677" y="332841"/>
                  </a:lnTo>
                  <a:lnTo>
                    <a:pt x="122955" y="333466"/>
                  </a:lnTo>
                  <a:lnTo>
                    <a:pt x="128251" y="333923"/>
                  </a:lnTo>
                  <a:lnTo>
                    <a:pt x="133559" y="334211"/>
                  </a:lnTo>
                  <a:lnTo>
                    <a:pt x="138873" y="334331"/>
                  </a:lnTo>
                  <a:lnTo>
                    <a:pt x="144189" y="334281"/>
                  </a:lnTo>
                  <a:lnTo>
                    <a:pt x="149500" y="334063"/>
                  </a:lnTo>
                  <a:lnTo>
                    <a:pt x="154801" y="333675"/>
                  </a:lnTo>
                  <a:lnTo>
                    <a:pt x="160088" y="333120"/>
                  </a:lnTo>
                  <a:lnTo>
                    <a:pt x="165354" y="332396"/>
                  </a:lnTo>
                  <a:lnTo>
                    <a:pt x="170595" y="331506"/>
                  </a:lnTo>
                  <a:lnTo>
                    <a:pt x="175804" y="330449"/>
                  </a:lnTo>
                  <a:lnTo>
                    <a:pt x="180978" y="329227"/>
                  </a:lnTo>
                  <a:lnTo>
                    <a:pt x="186109" y="327841"/>
                  </a:lnTo>
                  <a:lnTo>
                    <a:pt x="191195" y="326293"/>
                  </a:lnTo>
                  <a:lnTo>
                    <a:pt x="196228" y="324584"/>
                  </a:lnTo>
                  <a:lnTo>
                    <a:pt x="201205" y="322716"/>
                  </a:lnTo>
                  <a:lnTo>
                    <a:pt x="206119" y="320691"/>
                  </a:lnTo>
                  <a:lnTo>
                    <a:pt x="210967" y="318510"/>
                  </a:lnTo>
                  <a:lnTo>
                    <a:pt x="215743" y="316176"/>
                  </a:lnTo>
                  <a:lnTo>
                    <a:pt x="220442" y="313692"/>
                  </a:lnTo>
                  <a:lnTo>
                    <a:pt x="225060" y="311059"/>
                  </a:lnTo>
                  <a:lnTo>
                    <a:pt x="229592" y="308281"/>
                  </a:lnTo>
                  <a:lnTo>
                    <a:pt x="234033" y="305360"/>
                  </a:lnTo>
                  <a:lnTo>
                    <a:pt x="238380" y="302300"/>
                  </a:lnTo>
                  <a:lnTo>
                    <a:pt x="242626" y="299103"/>
                  </a:lnTo>
                  <a:lnTo>
                    <a:pt x="246769" y="295772"/>
                  </a:lnTo>
                  <a:lnTo>
                    <a:pt x="250804" y="292312"/>
                  </a:lnTo>
                  <a:lnTo>
                    <a:pt x="254727" y="288725"/>
                  </a:lnTo>
                  <a:lnTo>
                    <a:pt x="258534" y="285015"/>
                  </a:lnTo>
                  <a:lnTo>
                    <a:pt x="262221" y="281185"/>
                  </a:lnTo>
                  <a:lnTo>
                    <a:pt x="265784" y="277241"/>
                  </a:lnTo>
                  <a:lnTo>
                    <a:pt x="269220" y="273185"/>
                  </a:lnTo>
                  <a:lnTo>
                    <a:pt x="272526" y="269022"/>
                  </a:lnTo>
                  <a:lnTo>
                    <a:pt x="275697" y="264756"/>
                  </a:lnTo>
                  <a:lnTo>
                    <a:pt x="278731" y="260392"/>
                  </a:lnTo>
                  <a:lnTo>
                    <a:pt x="281625" y="255933"/>
                  </a:lnTo>
                  <a:lnTo>
                    <a:pt x="284376" y="251384"/>
                  </a:lnTo>
                  <a:lnTo>
                    <a:pt x="286980" y="246750"/>
                  </a:lnTo>
                  <a:lnTo>
                    <a:pt x="289436" y="242036"/>
                  </a:lnTo>
                  <a:lnTo>
                    <a:pt x="291741" y="237246"/>
                  </a:lnTo>
                  <a:lnTo>
                    <a:pt x="293892" y="232385"/>
                  </a:lnTo>
                  <a:lnTo>
                    <a:pt x="295888" y="227459"/>
                  </a:lnTo>
                  <a:lnTo>
                    <a:pt x="297726" y="222471"/>
                  </a:lnTo>
                  <a:lnTo>
                    <a:pt x="299405" y="217427"/>
                  </a:lnTo>
                  <a:lnTo>
                    <a:pt x="300922" y="212333"/>
                  </a:lnTo>
                  <a:lnTo>
                    <a:pt x="302277" y="207193"/>
                  </a:lnTo>
                  <a:lnTo>
                    <a:pt x="303468" y="202012"/>
                  </a:lnTo>
                  <a:lnTo>
                    <a:pt x="304493" y="196796"/>
                  </a:lnTo>
                  <a:lnTo>
                    <a:pt x="305352" y="191550"/>
                  </a:lnTo>
                  <a:lnTo>
                    <a:pt x="306043" y="186280"/>
                  </a:lnTo>
                  <a:lnTo>
                    <a:pt x="306567" y="180990"/>
                  </a:lnTo>
                  <a:lnTo>
                    <a:pt x="306922" y="175686"/>
                  </a:lnTo>
                  <a:lnTo>
                    <a:pt x="307109" y="170374"/>
                  </a:lnTo>
                  <a:lnTo>
                    <a:pt x="307126" y="165058"/>
                  </a:lnTo>
                  <a:lnTo>
                    <a:pt x="306975" y="159745"/>
                  </a:lnTo>
                  <a:lnTo>
                    <a:pt x="306654" y="154439"/>
                  </a:lnTo>
                  <a:lnTo>
                    <a:pt x="306165" y="149146"/>
                  </a:lnTo>
                  <a:lnTo>
                    <a:pt x="305508" y="143871"/>
                  </a:lnTo>
                  <a:lnTo>
                    <a:pt x="304684" y="138620"/>
                  </a:lnTo>
                  <a:lnTo>
                    <a:pt x="303693" y="133397"/>
                  </a:lnTo>
                  <a:lnTo>
                    <a:pt x="302537" y="128209"/>
                  </a:lnTo>
                  <a:lnTo>
                    <a:pt x="301216" y="123060"/>
                  </a:lnTo>
                  <a:lnTo>
                    <a:pt x="299732" y="117956"/>
                  </a:lnTo>
                  <a:lnTo>
                    <a:pt x="298086" y="112901"/>
                  </a:lnTo>
                  <a:lnTo>
                    <a:pt x="296281" y="107901"/>
                  </a:lnTo>
                  <a:lnTo>
                    <a:pt x="294318" y="102962"/>
                  </a:lnTo>
                  <a:lnTo>
                    <a:pt x="292198" y="98087"/>
                  </a:lnTo>
                  <a:lnTo>
                    <a:pt x="289925" y="93282"/>
                  </a:lnTo>
                  <a:lnTo>
                    <a:pt x="287500" y="88551"/>
                  </a:lnTo>
                  <a:lnTo>
                    <a:pt x="284926" y="83901"/>
                  </a:lnTo>
                  <a:lnTo>
                    <a:pt x="282205" y="79334"/>
                  </a:lnTo>
                  <a:lnTo>
                    <a:pt x="279341" y="74856"/>
                  </a:lnTo>
                  <a:lnTo>
                    <a:pt x="276335" y="70472"/>
                  </a:lnTo>
                  <a:lnTo>
                    <a:pt x="273192" y="66185"/>
                  </a:lnTo>
                  <a:lnTo>
                    <a:pt x="269914" y="62000"/>
                  </a:lnTo>
                  <a:lnTo>
                    <a:pt x="266505" y="57922"/>
                  </a:lnTo>
                  <a:lnTo>
                    <a:pt x="262967" y="53954"/>
                  </a:lnTo>
                  <a:lnTo>
                    <a:pt x="259306" y="50101"/>
                  </a:lnTo>
                  <a:lnTo>
                    <a:pt x="255523" y="46366"/>
                  </a:lnTo>
                  <a:lnTo>
                    <a:pt x="251624" y="42753"/>
                  </a:lnTo>
                  <a:lnTo>
                    <a:pt x="247612" y="39266"/>
                  </a:lnTo>
                  <a:lnTo>
                    <a:pt x="243491" y="35909"/>
                  </a:lnTo>
                  <a:lnTo>
                    <a:pt x="239266" y="32684"/>
                  </a:lnTo>
                  <a:lnTo>
                    <a:pt x="234940" y="29595"/>
                  </a:lnTo>
                  <a:lnTo>
                    <a:pt x="230518" y="26645"/>
                  </a:lnTo>
                  <a:lnTo>
                    <a:pt x="226004" y="23837"/>
                  </a:lnTo>
                  <a:lnTo>
                    <a:pt x="221403" y="21174"/>
                  </a:lnTo>
                  <a:lnTo>
                    <a:pt x="216720" y="18659"/>
                  </a:lnTo>
                  <a:lnTo>
                    <a:pt x="211960" y="16294"/>
                  </a:lnTo>
                  <a:lnTo>
                    <a:pt x="207127" y="14081"/>
                  </a:lnTo>
                  <a:lnTo>
                    <a:pt x="202225" y="12024"/>
                  </a:lnTo>
                  <a:lnTo>
                    <a:pt x="197261" y="10123"/>
                  </a:lnTo>
                  <a:lnTo>
                    <a:pt x="192239" y="8381"/>
                  </a:lnTo>
                  <a:lnTo>
                    <a:pt x="187164" y="6799"/>
                  </a:lnTo>
                  <a:lnTo>
                    <a:pt x="182042" y="5380"/>
                  </a:lnTo>
                  <a:lnTo>
                    <a:pt x="176877" y="4124"/>
                  </a:lnTo>
                  <a:lnTo>
                    <a:pt x="171674" y="3033"/>
                  </a:lnTo>
                  <a:lnTo>
                    <a:pt x="166439" y="2108"/>
                  </a:lnTo>
                  <a:lnTo>
                    <a:pt x="161178" y="1350"/>
                  </a:lnTo>
                  <a:lnTo>
                    <a:pt x="155895" y="760"/>
                  </a:lnTo>
                  <a:lnTo>
                    <a:pt x="150597" y="337"/>
                  </a:lnTo>
                  <a:lnTo>
                    <a:pt x="145287" y="84"/>
                  </a:lnTo>
                  <a:lnTo>
                    <a:pt x="139972" y="0"/>
                  </a:lnTo>
                  <a:lnTo>
                    <a:pt x="1399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256067" y="4659281"/>
              <a:ext cx="167167" cy="327517"/>
            </a:xfrm>
            <a:custGeom>
              <a:avLst/>
              <a:pathLst>
                <a:path w="167167" h="327517">
                  <a:moveTo>
                    <a:pt x="167167" y="0"/>
                  </a:moveTo>
                  <a:lnTo>
                    <a:pt x="161805" y="86"/>
                  </a:lnTo>
                  <a:lnTo>
                    <a:pt x="156449" y="343"/>
                  </a:lnTo>
                  <a:lnTo>
                    <a:pt x="151104" y="773"/>
                  </a:lnTo>
                  <a:lnTo>
                    <a:pt x="145775" y="1374"/>
                  </a:lnTo>
                  <a:lnTo>
                    <a:pt x="140469" y="2145"/>
                  </a:lnTo>
                  <a:lnTo>
                    <a:pt x="135190" y="3086"/>
                  </a:lnTo>
                  <a:lnTo>
                    <a:pt x="129944" y="4196"/>
                  </a:lnTo>
                  <a:lnTo>
                    <a:pt x="124736" y="5474"/>
                  </a:lnTo>
                  <a:lnTo>
                    <a:pt x="119572" y="6918"/>
                  </a:lnTo>
                  <a:lnTo>
                    <a:pt x="114456" y="8527"/>
                  </a:lnTo>
                  <a:lnTo>
                    <a:pt x="109395" y="10299"/>
                  </a:lnTo>
                  <a:lnTo>
                    <a:pt x="104394" y="12233"/>
                  </a:lnTo>
                  <a:lnTo>
                    <a:pt x="99457" y="14326"/>
                  </a:lnTo>
                  <a:lnTo>
                    <a:pt x="94589" y="16577"/>
                  </a:lnTo>
                  <a:lnTo>
                    <a:pt x="89797" y="18982"/>
                  </a:lnTo>
                  <a:lnTo>
                    <a:pt x="85084" y="21540"/>
                  </a:lnTo>
                  <a:lnTo>
                    <a:pt x="80455" y="24247"/>
                  </a:lnTo>
                  <a:lnTo>
                    <a:pt x="75916" y="27102"/>
                  </a:lnTo>
                  <a:lnTo>
                    <a:pt x="71471" y="30101"/>
                  </a:lnTo>
                  <a:lnTo>
                    <a:pt x="67124" y="33240"/>
                  </a:lnTo>
                  <a:lnTo>
                    <a:pt x="62880" y="36518"/>
                  </a:lnTo>
                  <a:lnTo>
                    <a:pt x="58743" y="39930"/>
                  </a:lnTo>
                  <a:lnTo>
                    <a:pt x="54718" y="43473"/>
                  </a:lnTo>
                  <a:lnTo>
                    <a:pt x="50808" y="47143"/>
                  </a:lnTo>
                  <a:lnTo>
                    <a:pt x="47019" y="50937"/>
                  </a:lnTo>
                  <a:lnTo>
                    <a:pt x="43352" y="54851"/>
                  </a:lnTo>
                  <a:lnTo>
                    <a:pt x="39814" y="58880"/>
                  </a:lnTo>
                  <a:lnTo>
                    <a:pt x="36406" y="63020"/>
                  </a:lnTo>
                  <a:lnTo>
                    <a:pt x="33133" y="67267"/>
                  </a:lnTo>
                  <a:lnTo>
                    <a:pt x="29998" y="71618"/>
                  </a:lnTo>
                  <a:lnTo>
                    <a:pt x="27004" y="76066"/>
                  </a:lnTo>
                  <a:lnTo>
                    <a:pt x="24154" y="80609"/>
                  </a:lnTo>
                  <a:lnTo>
                    <a:pt x="21451" y="85240"/>
                  </a:lnTo>
                  <a:lnTo>
                    <a:pt x="18899" y="89956"/>
                  </a:lnTo>
                  <a:lnTo>
                    <a:pt x="16499" y="94751"/>
                  </a:lnTo>
                  <a:lnTo>
                    <a:pt x="14254" y="99621"/>
                  </a:lnTo>
                  <a:lnTo>
                    <a:pt x="12166" y="104560"/>
                  </a:lnTo>
                  <a:lnTo>
                    <a:pt x="10237" y="109564"/>
                  </a:lnTo>
                  <a:lnTo>
                    <a:pt x="8471" y="114627"/>
                  </a:lnTo>
                  <a:lnTo>
                    <a:pt x="6867" y="119744"/>
                  </a:lnTo>
                  <a:lnTo>
                    <a:pt x="5429" y="124909"/>
                  </a:lnTo>
                  <a:lnTo>
                    <a:pt x="4156" y="130119"/>
                  </a:lnTo>
                  <a:lnTo>
                    <a:pt x="3052" y="135366"/>
                  </a:lnTo>
                  <a:lnTo>
                    <a:pt x="2117" y="140646"/>
                  </a:lnTo>
                  <a:lnTo>
                    <a:pt x="1351" y="145953"/>
                  </a:lnTo>
                  <a:lnTo>
                    <a:pt x="756" y="151283"/>
                  </a:lnTo>
                  <a:lnTo>
                    <a:pt x="332" y="156628"/>
                  </a:lnTo>
                  <a:lnTo>
                    <a:pt x="80" y="161985"/>
                  </a:lnTo>
                  <a:lnTo>
                    <a:pt x="0" y="167346"/>
                  </a:lnTo>
                  <a:lnTo>
                    <a:pt x="91" y="172708"/>
                  </a:lnTo>
                  <a:lnTo>
                    <a:pt x="355" y="178064"/>
                  </a:lnTo>
                  <a:lnTo>
                    <a:pt x="790" y="183408"/>
                  </a:lnTo>
                  <a:lnTo>
                    <a:pt x="1397" y="188736"/>
                  </a:lnTo>
                  <a:lnTo>
                    <a:pt x="2174" y="194042"/>
                  </a:lnTo>
                  <a:lnTo>
                    <a:pt x="3121" y="199320"/>
                  </a:lnTo>
                  <a:lnTo>
                    <a:pt x="4236" y="204565"/>
                  </a:lnTo>
                  <a:lnTo>
                    <a:pt x="5520" y="209772"/>
                  </a:lnTo>
                  <a:lnTo>
                    <a:pt x="6969" y="214934"/>
                  </a:lnTo>
                  <a:lnTo>
                    <a:pt x="8584" y="220048"/>
                  </a:lnTo>
                  <a:lnTo>
                    <a:pt x="10361" y="225107"/>
                  </a:lnTo>
                  <a:lnTo>
                    <a:pt x="12300" y="230106"/>
                  </a:lnTo>
                  <a:lnTo>
                    <a:pt x="14399" y="235041"/>
                  </a:lnTo>
                  <a:lnTo>
                    <a:pt x="16654" y="239906"/>
                  </a:lnTo>
                  <a:lnTo>
                    <a:pt x="19065" y="244696"/>
                  </a:lnTo>
                  <a:lnTo>
                    <a:pt x="21628" y="249406"/>
                  </a:lnTo>
                  <a:lnTo>
                    <a:pt x="24340" y="254032"/>
                  </a:lnTo>
                  <a:lnTo>
                    <a:pt x="27200" y="258568"/>
                  </a:lnTo>
                  <a:lnTo>
                    <a:pt x="30203" y="263010"/>
                  </a:lnTo>
                  <a:lnTo>
                    <a:pt x="33348" y="267354"/>
                  </a:lnTo>
                  <a:lnTo>
                    <a:pt x="36630" y="271594"/>
                  </a:lnTo>
                  <a:lnTo>
                    <a:pt x="40047" y="275727"/>
                  </a:lnTo>
                  <a:lnTo>
                    <a:pt x="43594" y="279749"/>
                  </a:lnTo>
                  <a:lnTo>
                    <a:pt x="47268" y="283654"/>
                  </a:lnTo>
                  <a:lnTo>
                    <a:pt x="51066" y="287440"/>
                  </a:lnTo>
                  <a:lnTo>
                    <a:pt x="54983" y="291102"/>
                  </a:lnTo>
                  <a:lnTo>
                    <a:pt x="59016" y="294636"/>
                  </a:lnTo>
                  <a:lnTo>
                    <a:pt x="63160" y="298039"/>
                  </a:lnTo>
                  <a:lnTo>
                    <a:pt x="67411" y="301308"/>
                  </a:lnTo>
                  <a:lnTo>
                    <a:pt x="71765" y="304438"/>
                  </a:lnTo>
                  <a:lnTo>
                    <a:pt x="76217" y="307428"/>
                  </a:lnTo>
                  <a:lnTo>
                    <a:pt x="80762" y="310272"/>
                  </a:lnTo>
                  <a:lnTo>
                    <a:pt x="85397" y="312970"/>
                  </a:lnTo>
                  <a:lnTo>
                    <a:pt x="90115" y="315518"/>
                  </a:lnTo>
                  <a:lnTo>
                    <a:pt x="94913" y="317913"/>
                  </a:lnTo>
                  <a:lnTo>
                    <a:pt x="99785" y="320153"/>
                  </a:lnTo>
                  <a:lnTo>
                    <a:pt x="104726" y="322235"/>
                  </a:lnTo>
                  <a:lnTo>
                    <a:pt x="109732" y="324158"/>
                  </a:lnTo>
                  <a:lnTo>
                    <a:pt x="114797" y="325919"/>
                  </a:lnTo>
                  <a:lnTo>
                    <a:pt x="119916" y="32751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375983" y="4826449"/>
              <a:ext cx="47251" cy="160350"/>
            </a:xfrm>
            <a:custGeom>
              <a:avLst/>
              <a:pathLst>
                <a:path w="47251" h="160350">
                  <a:moveTo>
                    <a:pt x="0" y="160350"/>
                  </a:moveTo>
                  <a:lnTo>
                    <a:pt x="4725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375983" y="4826449"/>
              <a:ext cx="47251" cy="160350"/>
            </a:xfrm>
            <a:custGeom>
              <a:avLst/>
              <a:pathLst>
                <a:path w="47251" h="160350">
                  <a:moveTo>
                    <a:pt x="0" y="160350"/>
                  </a:moveTo>
                  <a:lnTo>
                    <a:pt x="4725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375983" y="4826449"/>
              <a:ext cx="111223" cy="167148"/>
            </a:xfrm>
            <a:custGeom>
              <a:avLst/>
              <a:pathLst>
                <a:path w="111223" h="167148">
                  <a:moveTo>
                    <a:pt x="0" y="160350"/>
                  </a:moveTo>
                  <a:lnTo>
                    <a:pt x="5472" y="161862"/>
                  </a:lnTo>
                  <a:lnTo>
                    <a:pt x="10992" y="163187"/>
                  </a:lnTo>
                  <a:lnTo>
                    <a:pt x="16554" y="164324"/>
                  </a:lnTo>
                  <a:lnTo>
                    <a:pt x="22152" y="165272"/>
                  </a:lnTo>
                  <a:lnTo>
                    <a:pt x="27779" y="166029"/>
                  </a:lnTo>
                  <a:lnTo>
                    <a:pt x="33428" y="166594"/>
                  </a:lnTo>
                  <a:lnTo>
                    <a:pt x="39093" y="166968"/>
                  </a:lnTo>
                  <a:lnTo>
                    <a:pt x="44767" y="167148"/>
                  </a:lnTo>
                  <a:lnTo>
                    <a:pt x="50444" y="167136"/>
                  </a:lnTo>
                  <a:lnTo>
                    <a:pt x="56118" y="166932"/>
                  </a:lnTo>
                  <a:lnTo>
                    <a:pt x="61781" y="166534"/>
                  </a:lnTo>
                  <a:lnTo>
                    <a:pt x="67428" y="165945"/>
                  </a:lnTo>
                  <a:lnTo>
                    <a:pt x="73051" y="165164"/>
                  </a:lnTo>
                  <a:lnTo>
                    <a:pt x="78645" y="164193"/>
                  </a:lnTo>
                  <a:lnTo>
                    <a:pt x="84202" y="163032"/>
                  </a:lnTo>
                  <a:lnTo>
                    <a:pt x="89717" y="161683"/>
                  </a:lnTo>
                  <a:lnTo>
                    <a:pt x="95182" y="160148"/>
                  </a:lnTo>
                  <a:lnTo>
                    <a:pt x="100593" y="158428"/>
                  </a:lnTo>
                  <a:lnTo>
                    <a:pt x="105942" y="156525"/>
                  </a:lnTo>
                  <a:lnTo>
                    <a:pt x="111223" y="154442"/>
                  </a:lnTo>
                  <a:lnTo>
                    <a:pt x="4725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423235" y="4659281"/>
              <a:ext cx="167165" cy="321610"/>
            </a:xfrm>
            <a:custGeom>
              <a:avLst/>
              <a:pathLst>
                <a:path w="167165" h="321610">
                  <a:moveTo>
                    <a:pt x="63972" y="321610"/>
                  </a:moveTo>
                  <a:lnTo>
                    <a:pt x="68875" y="319486"/>
                  </a:lnTo>
                  <a:lnTo>
                    <a:pt x="73707" y="317207"/>
                  </a:lnTo>
                  <a:lnTo>
                    <a:pt x="78465" y="314775"/>
                  </a:lnTo>
                  <a:lnTo>
                    <a:pt x="83142" y="312192"/>
                  </a:lnTo>
                  <a:lnTo>
                    <a:pt x="87734" y="309461"/>
                  </a:lnTo>
                  <a:lnTo>
                    <a:pt x="92237" y="306584"/>
                  </a:lnTo>
                  <a:lnTo>
                    <a:pt x="96646" y="303565"/>
                  </a:lnTo>
                  <a:lnTo>
                    <a:pt x="100955" y="300407"/>
                  </a:lnTo>
                  <a:lnTo>
                    <a:pt x="105162" y="297112"/>
                  </a:lnTo>
                  <a:lnTo>
                    <a:pt x="109261" y="293685"/>
                  </a:lnTo>
                  <a:lnTo>
                    <a:pt x="113248" y="290129"/>
                  </a:lnTo>
                  <a:lnTo>
                    <a:pt x="117120" y="286447"/>
                  </a:lnTo>
                  <a:lnTo>
                    <a:pt x="120872" y="282643"/>
                  </a:lnTo>
                  <a:lnTo>
                    <a:pt x="124501" y="278721"/>
                  </a:lnTo>
                  <a:lnTo>
                    <a:pt x="128003" y="274685"/>
                  </a:lnTo>
                  <a:lnTo>
                    <a:pt x="131373" y="270539"/>
                  </a:lnTo>
                  <a:lnTo>
                    <a:pt x="134610" y="266288"/>
                  </a:lnTo>
                  <a:lnTo>
                    <a:pt x="137709" y="261935"/>
                  </a:lnTo>
                  <a:lnTo>
                    <a:pt x="140667" y="257486"/>
                  </a:lnTo>
                  <a:lnTo>
                    <a:pt x="143482" y="252944"/>
                  </a:lnTo>
                  <a:lnTo>
                    <a:pt x="146150" y="248315"/>
                  </a:lnTo>
                  <a:lnTo>
                    <a:pt x="148669" y="243603"/>
                  </a:lnTo>
                  <a:lnTo>
                    <a:pt x="151035" y="238813"/>
                  </a:lnTo>
                  <a:lnTo>
                    <a:pt x="153248" y="233949"/>
                  </a:lnTo>
                  <a:lnTo>
                    <a:pt x="155304" y="229018"/>
                  </a:lnTo>
                  <a:lnTo>
                    <a:pt x="157201" y="224023"/>
                  </a:lnTo>
                  <a:lnTo>
                    <a:pt x="158938" y="218970"/>
                  </a:lnTo>
                  <a:lnTo>
                    <a:pt x="160512" y="213864"/>
                  </a:lnTo>
                  <a:lnTo>
                    <a:pt x="161923" y="208710"/>
                  </a:lnTo>
                  <a:lnTo>
                    <a:pt x="163168" y="203514"/>
                  </a:lnTo>
                  <a:lnTo>
                    <a:pt x="164246" y="198281"/>
                  </a:lnTo>
                  <a:lnTo>
                    <a:pt x="165156" y="193016"/>
                  </a:lnTo>
                  <a:lnTo>
                    <a:pt x="165898" y="187725"/>
                  </a:lnTo>
                  <a:lnTo>
                    <a:pt x="166470" y="182412"/>
                  </a:lnTo>
                  <a:lnTo>
                    <a:pt x="166872" y="177084"/>
                  </a:lnTo>
                  <a:lnTo>
                    <a:pt x="167104" y="171746"/>
                  </a:lnTo>
                  <a:lnTo>
                    <a:pt x="167165" y="166404"/>
                  </a:lnTo>
                  <a:lnTo>
                    <a:pt x="167055" y="161062"/>
                  </a:lnTo>
                  <a:lnTo>
                    <a:pt x="166775" y="155726"/>
                  </a:lnTo>
                  <a:lnTo>
                    <a:pt x="166324" y="150402"/>
                  </a:lnTo>
                  <a:lnTo>
                    <a:pt x="165703" y="145095"/>
                  </a:lnTo>
                  <a:lnTo>
                    <a:pt x="164913" y="139811"/>
                  </a:lnTo>
                  <a:lnTo>
                    <a:pt x="163955" y="134554"/>
                  </a:lnTo>
                  <a:lnTo>
                    <a:pt x="162829" y="129331"/>
                  </a:lnTo>
                  <a:lnTo>
                    <a:pt x="161537" y="124147"/>
                  </a:lnTo>
                  <a:lnTo>
                    <a:pt x="160079" y="119006"/>
                  </a:lnTo>
                  <a:lnTo>
                    <a:pt x="158458" y="113915"/>
                  </a:lnTo>
                  <a:lnTo>
                    <a:pt x="156675" y="108878"/>
                  </a:lnTo>
                  <a:lnTo>
                    <a:pt x="154733" y="103901"/>
                  </a:lnTo>
                  <a:lnTo>
                    <a:pt x="152632" y="98988"/>
                  </a:lnTo>
                  <a:lnTo>
                    <a:pt x="150375" y="94145"/>
                  </a:lnTo>
                  <a:lnTo>
                    <a:pt x="147964" y="89376"/>
                  </a:lnTo>
                  <a:lnTo>
                    <a:pt x="145403" y="84687"/>
                  </a:lnTo>
                  <a:lnTo>
                    <a:pt x="142692" y="80083"/>
                  </a:lnTo>
                  <a:lnTo>
                    <a:pt x="139837" y="75567"/>
                  </a:lnTo>
                  <a:lnTo>
                    <a:pt x="136838" y="71145"/>
                  </a:lnTo>
                  <a:lnTo>
                    <a:pt x="133699" y="66821"/>
                  </a:lnTo>
                  <a:lnTo>
                    <a:pt x="130424" y="62599"/>
                  </a:lnTo>
                  <a:lnTo>
                    <a:pt x="127015" y="58484"/>
                  </a:lnTo>
                  <a:lnTo>
                    <a:pt x="123477" y="54481"/>
                  </a:lnTo>
                  <a:lnTo>
                    <a:pt x="119813" y="50592"/>
                  </a:lnTo>
                  <a:lnTo>
                    <a:pt x="116026" y="46823"/>
                  </a:lnTo>
                  <a:lnTo>
                    <a:pt x="112121" y="43176"/>
                  </a:lnTo>
                  <a:lnTo>
                    <a:pt x="108101" y="39656"/>
                  </a:lnTo>
                  <a:lnTo>
                    <a:pt x="103971" y="36266"/>
                  </a:lnTo>
                  <a:lnTo>
                    <a:pt x="99734" y="33011"/>
                  </a:lnTo>
                  <a:lnTo>
                    <a:pt x="95396" y="29892"/>
                  </a:lnTo>
                  <a:lnTo>
                    <a:pt x="90960" y="26913"/>
                  </a:lnTo>
                  <a:lnTo>
                    <a:pt x="86431" y="24078"/>
                  </a:lnTo>
                  <a:lnTo>
                    <a:pt x="81814" y="21389"/>
                  </a:lnTo>
                  <a:lnTo>
                    <a:pt x="77114" y="18848"/>
                  </a:lnTo>
                  <a:lnTo>
                    <a:pt x="72334" y="16460"/>
                  </a:lnTo>
                  <a:lnTo>
                    <a:pt x="67481" y="14225"/>
                  </a:lnTo>
                  <a:lnTo>
                    <a:pt x="62559" y="12147"/>
                  </a:lnTo>
                  <a:lnTo>
                    <a:pt x="57572" y="10226"/>
                  </a:lnTo>
                  <a:lnTo>
                    <a:pt x="52527" y="8467"/>
                  </a:lnTo>
                  <a:lnTo>
                    <a:pt x="47429" y="6869"/>
                  </a:lnTo>
                  <a:lnTo>
                    <a:pt x="42282" y="5435"/>
                  </a:lnTo>
                  <a:lnTo>
                    <a:pt x="37091" y="4167"/>
                  </a:lnTo>
                  <a:lnTo>
                    <a:pt x="31863" y="3064"/>
                  </a:lnTo>
                  <a:lnTo>
                    <a:pt x="26603" y="2130"/>
                  </a:lnTo>
                  <a:lnTo>
                    <a:pt x="21315" y="1364"/>
                  </a:lnTo>
                  <a:lnTo>
                    <a:pt x="16005" y="767"/>
                  </a:lnTo>
                  <a:lnTo>
                    <a:pt x="10679" y="341"/>
                  </a:lnTo>
                  <a:lnTo>
                    <a:pt x="5342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561310" y="4213821"/>
              <a:ext cx="206703" cy="334314"/>
            </a:xfrm>
            <a:custGeom>
              <a:avLst/>
              <a:pathLst>
                <a:path w="206703" h="334314">
                  <a:moveTo>
                    <a:pt x="167161" y="0"/>
                  </a:moveTo>
                  <a:lnTo>
                    <a:pt x="161831" y="84"/>
                  </a:lnTo>
                  <a:lnTo>
                    <a:pt x="156506" y="339"/>
                  </a:lnTo>
                  <a:lnTo>
                    <a:pt x="151193" y="764"/>
                  </a:lnTo>
                  <a:lnTo>
                    <a:pt x="145895" y="1358"/>
                  </a:lnTo>
                  <a:lnTo>
                    <a:pt x="140619" y="2120"/>
                  </a:lnTo>
                  <a:lnTo>
                    <a:pt x="135370" y="3050"/>
                  </a:lnTo>
                  <a:lnTo>
                    <a:pt x="130153" y="4147"/>
                  </a:lnTo>
                  <a:lnTo>
                    <a:pt x="124974" y="5410"/>
                  </a:lnTo>
                  <a:lnTo>
                    <a:pt x="119838" y="6838"/>
                  </a:lnTo>
                  <a:lnTo>
                    <a:pt x="114750" y="8428"/>
                  </a:lnTo>
                  <a:lnTo>
                    <a:pt x="109715" y="10180"/>
                  </a:lnTo>
                  <a:lnTo>
                    <a:pt x="104739" y="12092"/>
                  </a:lnTo>
                  <a:lnTo>
                    <a:pt x="99826" y="14161"/>
                  </a:lnTo>
                  <a:lnTo>
                    <a:pt x="94981" y="16386"/>
                  </a:lnTo>
                  <a:lnTo>
                    <a:pt x="90211" y="18764"/>
                  </a:lnTo>
                  <a:lnTo>
                    <a:pt x="85518" y="21293"/>
                  </a:lnTo>
                  <a:lnTo>
                    <a:pt x="80908" y="23970"/>
                  </a:lnTo>
                  <a:lnTo>
                    <a:pt x="76386" y="26793"/>
                  </a:lnTo>
                  <a:lnTo>
                    <a:pt x="71956" y="29759"/>
                  </a:lnTo>
                  <a:lnTo>
                    <a:pt x="67624" y="32864"/>
                  </a:lnTo>
                  <a:lnTo>
                    <a:pt x="63392" y="36106"/>
                  </a:lnTo>
                  <a:lnTo>
                    <a:pt x="59266" y="39482"/>
                  </a:lnTo>
                  <a:lnTo>
                    <a:pt x="55249" y="42987"/>
                  </a:lnTo>
                  <a:lnTo>
                    <a:pt x="51347" y="46618"/>
                  </a:lnTo>
                  <a:lnTo>
                    <a:pt x="47562" y="50373"/>
                  </a:lnTo>
                  <a:lnTo>
                    <a:pt x="43899" y="54245"/>
                  </a:lnTo>
                  <a:lnTo>
                    <a:pt x="40361" y="58233"/>
                  </a:lnTo>
                  <a:lnTo>
                    <a:pt x="36952" y="62331"/>
                  </a:lnTo>
                  <a:lnTo>
                    <a:pt x="33676" y="66536"/>
                  </a:lnTo>
                  <a:lnTo>
                    <a:pt x="30535" y="70844"/>
                  </a:lnTo>
                  <a:lnTo>
                    <a:pt x="27533" y="75249"/>
                  </a:lnTo>
                  <a:lnTo>
                    <a:pt x="24673" y="79748"/>
                  </a:lnTo>
                  <a:lnTo>
                    <a:pt x="21958" y="84336"/>
                  </a:lnTo>
                  <a:lnTo>
                    <a:pt x="19391" y="89008"/>
                  </a:lnTo>
                  <a:lnTo>
                    <a:pt x="16974" y="93759"/>
                  </a:lnTo>
                  <a:lnTo>
                    <a:pt x="14710" y="98585"/>
                  </a:lnTo>
                  <a:lnTo>
                    <a:pt x="12601" y="103481"/>
                  </a:lnTo>
                  <a:lnTo>
                    <a:pt x="10649" y="108441"/>
                  </a:lnTo>
                  <a:lnTo>
                    <a:pt x="8856" y="113462"/>
                  </a:lnTo>
                  <a:lnTo>
                    <a:pt x="7224" y="118537"/>
                  </a:lnTo>
                  <a:lnTo>
                    <a:pt x="5754" y="123661"/>
                  </a:lnTo>
                  <a:lnTo>
                    <a:pt x="4449" y="128830"/>
                  </a:lnTo>
                  <a:lnTo>
                    <a:pt x="3310" y="134037"/>
                  </a:lnTo>
                  <a:lnTo>
                    <a:pt x="2337" y="139279"/>
                  </a:lnTo>
                  <a:lnTo>
                    <a:pt x="1531" y="144548"/>
                  </a:lnTo>
                  <a:lnTo>
                    <a:pt x="894" y="149841"/>
                  </a:lnTo>
                  <a:lnTo>
                    <a:pt x="426" y="155151"/>
                  </a:lnTo>
                  <a:lnTo>
                    <a:pt x="128" y="160474"/>
                  </a:lnTo>
                  <a:lnTo>
                    <a:pt x="0" y="165803"/>
                  </a:lnTo>
                  <a:lnTo>
                    <a:pt x="41" y="171133"/>
                  </a:lnTo>
                  <a:lnTo>
                    <a:pt x="252" y="176460"/>
                  </a:lnTo>
                  <a:lnTo>
                    <a:pt x="634" y="181777"/>
                  </a:lnTo>
                  <a:lnTo>
                    <a:pt x="1184" y="187080"/>
                  </a:lnTo>
                  <a:lnTo>
                    <a:pt x="1903" y="192362"/>
                  </a:lnTo>
                  <a:lnTo>
                    <a:pt x="2791" y="197618"/>
                  </a:lnTo>
                  <a:lnTo>
                    <a:pt x="3845" y="202844"/>
                  </a:lnTo>
                  <a:lnTo>
                    <a:pt x="5066" y="208033"/>
                  </a:lnTo>
                  <a:lnTo>
                    <a:pt x="6451" y="213181"/>
                  </a:lnTo>
                  <a:lnTo>
                    <a:pt x="8000" y="218281"/>
                  </a:lnTo>
                  <a:lnTo>
                    <a:pt x="9711" y="223330"/>
                  </a:lnTo>
                  <a:lnTo>
                    <a:pt x="11582" y="228322"/>
                  </a:lnTo>
                  <a:lnTo>
                    <a:pt x="13611" y="233252"/>
                  </a:lnTo>
                  <a:lnTo>
                    <a:pt x="15796" y="238114"/>
                  </a:lnTo>
                  <a:lnTo>
                    <a:pt x="18135" y="242904"/>
                  </a:lnTo>
                  <a:lnTo>
                    <a:pt x="20626" y="247617"/>
                  </a:lnTo>
                  <a:lnTo>
                    <a:pt x="23265" y="252249"/>
                  </a:lnTo>
                  <a:lnTo>
                    <a:pt x="26052" y="256794"/>
                  </a:lnTo>
                  <a:lnTo>
                    <a:pt x="28981" y="261247"/>
                  </a:lnTo>
                  <a:lnTo>
                    <a:pt x="32051" y="265606"/>
                  </a:lnTo>
                  <a:lnTo>
                    <a:pt x="35258" y="269863"/>
                  </a:lnTo>
                  <a:lnTo>
                    <a:pt x="38600" y="274017"/>
                  </a:lnTo>
                  <a:lnTo>
                    <a:pt x="42072" y="278062"/>
                  </a:lnTo>
                  <a:lnTo>
                    <a:pt x="45672" y="281994"/>
                  </a:lnTo>
                  <a:lnTo>
                    <a:pt x="49395" y="285809"/>
                  </a:lnTo>
                  <a:lnTo>
                    <a:pt x="53238" y="289504"/>
                  </a:lnTo>
                  <a:lnTo>
                    <a:pt x="57196" y="293074"/>
                  </a:lnTo>
                  <a:lnTo>
                    <a:pt x="61267" y="296516"/>
                  </a:lnTo>
                  <a:lnTo>
                    <a:pt x="65445" y="299827"/>
                  </a:lnTo>
                  <a:lnTo>
                    <a:pt x="69727" y="303003"/>
                  </a:lnTo>
                  <a:lnTo>
                    <a:pt x="74107" y="306041"/>
                  </a:lnTo>
                  <a:lnTo>
                    <a:pt x="78583" y="308937"/>
                  </a:lnTo>
                  <a:lnTo>
                    <a:pt x="83148" y="311689"/>
                  </a:lnTo>
                  <a:lnTo>
                    <a:pt x="87799" y="314295"/>
                  </a:lnTo>
                  <a:lnTo>
                    <a:pt x="92530" y="316750"/>
                  </a:lnTo>
                  <a:lnTo>
                    <a:pt x="97338" y="319054"/>
                  </a:lnTo>
                  <a:lnTo>
                    <a:pt x="102216" y="321203"/>
                  </a:lnTo>
                  <a:lnTo>
                    <a:pt x="107161" y="323195"/>
                  </a:lnTo>
                  <a:lnTo>
                    <a:pt x="112166" y="325029"/>
                  </a:lnTo>
                  <a:lnTo>
                    <a:pt x="117228" y="326702"/>
                  </a:lnTo>
                  <a:lnTo>
                    <a:pt x="122340" y="328213"/>
                  </a:lnTo>
                  <a:lnTo>
                    <a:pt x="127498" y="329561"/>
                  </a:lnTo>
                  <a:lnTo>
                    <a:pt x="132696" y="330743"/>
                  </a:lnTo>
                  <a:lnTo>
                    <a:pt x="137929" y="331759"/>
                  </a:lnTo>
                  <a:lnTo>
                    <a:pt x="143192" y="332607"/>
                  </a:lnTo>
                  <a:lnTo>
                    <a:pt x="148479" y="333287"/>
                  </a:lnTo>
                  <a:lnTo>
                    <a:pt x="153785" y="333798"/>
                  </a:lnTo>
                  <a:lnTo>
                    <a:pt x="159105" y="334140"/>
                  </a:lnTo>
                  <a:lnTo>
                    <a:pt x="164433" y="334312"/>
                  </a:lnTo>
                  <a:lnTo>
                    <a:pt x="169764" y="334314"/>
                  </a:lnTo>
                  <a:lnTo>
                    <a:pt x="175092" y="334146"/>
                  </a:lnTo>
                  <a:lnTo>
                    <a:pt x="180412" y="333808"/>
                  </a:lnTo>
                  <a:lnTo>
                    <a:pt x="185719" y="333301"/>
                  </a:lnTo>
                  <a:lnTo>
                    <a:pt x="191007" y="332625"/>
                  </a:lnTo>
                  <a:lnTo>
                    <a:pt x="196270" y="331781"/>
                  </a:lnTo>
                  <a:lnTo>
                    <a:pt x="201504" y="330769"/>
                  </a:lnTo>
                  <a:lnTo>
                    <a:pt x="206703" y="32959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28472" y="4380988"/>
              <a:ext cx="39541" cy="162423"/>
            </a:xfrm>
            <a:custGeom>
              <a:avLst/>
              <a:pathLst>
                <a:path w="39541" h="162423">
                  <a:moveTo>
                    <a:pt x="39541" y="1624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28472" y="4380988"/>
              <a:ext cx="139485" cy="162423"/>
            </a:xfrm>
            <a:custGeom>
              <a:avLst/>
              <a:pathLst>
                <a:path w="139485" h="162423">
                  <a:moveTo>
                    <a:pt x="39541" y="162423"/>
                  </a:moveTo>
                  <a:lnTo>
                    <a:pt x="45042" y="160984"/>
                  </a:lnTo>
                  <a:lnTo>
                    <a:pt x="50490" y="159360"/>
                  </a:lnTo>
                  <a:lnTo>
                    <a:pt x="55880" y="157551"/>
                  </a:lnTo>
                  <a:lnTo>
                    <a:pt x="61205" y="155559"/>
                  </a:lnTo>
                  <a:lnTo>
                    <a:pt x="66459" y="153388"/>
                  </a:lnTo>
                  <a:lnTo>
                    <a:pt x="71637" y="151039"/>
                  </a:lnTo>
                  <a:lnTo>
                    <a:pt x="76731" y="148516"/>
                  </a:lnTo>
                  <a:lnTo>
                    <a:pt x="81737" y="145821"/>
                  </a:lnTo>
                  <a:lnTo>
                    <a:pt x="86649" y="142957"/>
                  </a:lnTo>
                  <a:lnTo>
                    <a:pt x="91460" y="139928"/>
                  </a:lnTo>
                  <a:lnTo>
                    <a:pt x="96165" y="136737"/>
                  </a:lnTo>
                  <a:lnTo>
                    <a:pt x="100759" y="133388"/>
                  </a:lnTo>
                  <a:lnTo>
                    <a:pt x="105237" y="129884"/>
                  </a:lnTo>
                  <a:lnTo>
                    <a:pt x="109593" y="126231"/>
                  </a:lnTo>
                  <a:lnTo>
                    <a:pt x="113822" y="122431"/>
                  </a:lnTo>
                  <a:lnTo>
                    <a:pt x="117919" y="118490"/>
                  </a:lnTo>
                  <a:lnTo>
                    <a:pt x="121880" y="114411"/>
                  </a:lnTo>
                  <a:lnTo>
                    <a:pt x="125700" y="110200"/>
                  </a:lnTo>
                  <a:lnTo>
                    <a:pt x="129375" y="105862"/>
                  </a:lnTo>
                  <a:lnTo>
                    <a:pt x="132900" y="101402"/>
                  </a:lnTo>
                  <a:lnTo>
                    <a:pt x="136271" y="96824"/>
                  </a:lnTo>
                  <a:lnTo>
                    <a:pt x="139485" y="921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728472" y="4213821"/>
              <a:ext cx="167165" cy="259301"/>
            </a:xfrm>
            <a:custGeom>
              <a:avLst/>
              <a:pathLst>
                <a:path w="167165" h="259301">
                  <a:moveTo>
                    <a:pt x="139485" y="259301"/>
                  </a:moveTo>
                  <a:lnTo>
                    <a:pt x="142375" y="254769"/>
                  </a:lnTo>
                  <a:lnTo>
                    <a:pt x="145118" y="250146"/>
                  </a:lnTo>
                  <a:lnTo>
                    <a:pt x="147711" y="245437"/>
                  </a:lnTo>
                  <a:lnTo>
                    <a:pt x="150151" y="240648"/>
                  </a:lnTo>
                  <a:lnTo>
                    <a:pt x="152436" y="235782"/>
                  </a:lnTo>
                  <a:lnTo>
                    <a:pt x="154563" y="230845"/>
                  </a:lnTo>
                  <a:lnTo>
                    <a:pt x="156531" y="225843"/>
                  </a:lnTo>
                  <a:lnTo>
                    <a:pt x="158336" y="220780"/>
                  </a:lnTo>
                  <a:lnTo>
                    <a:pt x="159978" y="215661"/>
                  </a:lnTo>
                  <a:lnTo>
                    <a:pt x="161455" y="210493"/>
                  </a:lnTo>
                  <a:lnTo>
                    <a:pt x="162764" y="205279"/>
                  </a:lnTo>
                  <a:lnTo>
                    <a:pt x="163906" y="200026"/>
                  </a:lnTo>
                  <a:lnTo>
                    <a:pt x="164877" y="194740"/>
                  </a:lnTo>
                  <a:lnTo>
                    <a:pt x="165679" y="189424"/>
                  </a:lnTo>
                  <a:lnTo>
                    <a:pt x="166309" y="184086"/>
                  </a:lnTo>
                  <a:lnTo>
                    <a:pt x="166767" y="178730"/>
                  </a:lnTo>
                  <a:lnTo>
                    <a:pt x="167052" y="173362"/>
                  </a:lnTo>
                  <a:lnTo>
                    <a:pt x="167165" y="167988"/>
                  </a:lnTo>
                  <a:lnTo>
                    <a:pt x="167105" y="162613"/>
                  </a:lnTo>
                  <a:lnTo>
                    <a:pt x="166872" y="157242"/>
                  </a:lnTo>
                  <a:lnTo>
                    <a:pt x="166467" y="151882"/>
                  </a:lnTo>
                  <a:lnTo>
                    <a:pt x="165889" y="146538"/>
                  </a:lnTo>
                  <a:lnTo>
                    <a:pt x="165140" y="141215"/>
                  </a:lnTo>
                  <a:lnTo>
                    <a:pt x="164220" y="135919"/>
                  </a:lnTo>
                  <a:lnTo>
                    <a:pt x="163131" y="130655"/>
                  </a:lnTo>
                  <a:lnTo>
                    <a:pt x="161873" y="125429"/>
                  </a:lnTo>
                  <a:lnTo>
                    <a:pt x="160447" y="120246"/>
                  </a:lnTo>
                  <a:lnTo>
                    <a:pt x="158855" y="115112"/>
                  </a:lnTo>
                  <a:lnTo>
                    <a:pt x="157100" y="110031"/>
                  </a:lnTo>
                  <a:lnTo>
                    <a:pt x="155181" y="105010"/>
                  </a:lnTo>
                  <a:lnTo>
                    <a:pt x="153103" y="100052"/>
                  </a:lnTo>
                  <a:lnTo>
                    <a:pt x="150866" y="95164"/>
                  </a:lnTo>
                  <a:lnTo>
                    <a:pt x="148473" y="90351"/>
                  </a:lnTo>
                  <a:lnTo>
                    <a:pt x="145926" y="85617"/>
                  </a:lnTo>
                  <a:lnTo>
                    <a:pt x="143229" y="80967"/>
                  </a:lnTo>
                  <a:lnTo>
                    <a:pt x="140383" y="76407"/>
                  </a:lnTo>
                  <a:lnTo>
                    <a:pt x="137393" y="71940"/>
                  </a:lnTo>
                  <a:lnTo>
                    <a:pt x="134260" y="67572"/>
                  </a:lnTo>
                  <a:lnTo>
                    <a:pt x="130988" y="63307"/>
                  </a:lnTo>
                  <a:lnTo>
                    <a:pt x="127581" y="59149"/>
                  </a:lnTo>
                  <a:lnTo>
                    <a:pt x="124042" y="55103"/>
                  </a:lnTo>
                  <a:lnTo>
                    <a:pt x="120375" y="51173"/>
                  </a:lnTo>
                  <a:lnTo>
                    <a:pt x="116583" y="47362"/>
                  </a:lnTo>
                  <a:lnTo>
                    <a:pt x="112671" y="43676"/>
                  </a:lnTo>
                  <a:lnTo>
                    <a:pt x="108643" y="40117"/>
                  </a:lnTo>
                  <a:lnTo>
                    <a:pt x="104502" y="36690"/>
                  </a:lnTo>
                  <a:lnTo>
                    <a:pt x="100252" y="33397"/>
                  </a:lnTo>
                  <a:lnTo>
                    <a:pt x="95900" y="30243"/>
                  </a:lnTo>
                  <a:lnTo>
                    <a:pt x="91448" y="27231"/>
                  </a:lnTo>
                  <a:lnTo>
                    <a:pt x="86901" y="24363"/>
                  </a:lnTo>
                  <a:lnTo>
                    <a:pt x="82265" y="21643"/>
                  </a:lnTo>
                  <a:lnTo>
                    <a:pt x="77544" y="19073"/>
                  </a:lnTo>
                  <a:lnTo>
                    <a:pt x="72742" y="16656"/>
                  </a:lnTo>
                  <a:lnTo>
                    <a:pt x="67865" y="14395"/>
                  </a:lnTo>
                  <a:lnTo>
                    <a:pt x="62918" y="12292"/>
                  </a:lnTo>
                  <a:lnTo>
                    <a:pt x="57906" y="10349"/>
                  </a:lnTo>
                  <a:lnTo>
                    <a:pt x="52834" y="8569"/>
                  </a:lnTo>
                  <a:lnTo>
                    <a:pt x="47708" y="6952"/>
                  </a:lnTo>
                  <a:lnTo>
                    <a:pt x="42532" y="5501"/>
                  </a:lnTo>
                  <a:lnTo>
                    <a:pt x="37312" y="4217"/>
                  </a:lnTo>
                  <a:lnTo>
                    <a:pt x="32054" y="3101"/>
                  </a:lnTo>
                  <a:lnTo>
                    <a:pt x="26762" y="2156"/>
                  </a:lnTo>
                  <a:lnTo>
                    <a:pt x="21443" y="1381"/>
                  </a:lnTo>
                  <a:lnTo>
                    <a:pt x="16101" y="777"/>
                  </a:lnTo>
                  <a:lnTo>
                    <a:pt x="10743" y="345"/>
                  </a:lnTo>
                  <a:lnTo>
                    <a:pt x="5374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751849" y="3707720"/>
              <a:ext cx="264412" cy="334315"/>
            </a:xfrm>
            <a:custGeom>
              <a:avLst/>
              <a:pathLst>
                <a:path w="264412" h="334315">
                  <a:moveTo>
                    <a:pt x="167161" y="0"/>
                  </a:moveTo>
                  <a:lnTo>
                    <a:pt x="161832" y="84"/>
                  </a:lnTo>
                  <a:lnTo>
                    <a:pt x="156508" y="339"/>
                  </a:lnTo>
                  <a:lnTo>
                    <a:pt x="151195" y="764"/>
                  </a:lnTo>
                  <a:lnTo>
                    <a:pt x="145898" y="1357"/>
                  </a:lnTo>
                  <a:lnTo>
                    <a:pt x="140623" y="2119"/>
                  </a:lnTo>
                  <a:lnTo>
                    <a:pt x="135375" y="3049"/>
                  </a:lnTo>
                  <a:lnTo>
                    <a:pt x="130159" y="4146"/>
                  </a:lnTo>
                  <a:lnTo>
                    <a:pt x="124980" y="5409"/>
                  </a:lnTo>
                  <a:lnTo>
                    <a:pt x="119845" y="6836"/>
                  </a:lnTo>
                  <a:lnTo>
                    <a:pt x="114758" y="8426"/>
                  </a:lnTo>
                  <a:lnTo>
                    <a:pt x="109724" y="10177"/>
                  </a:lnTo>
                  <a:lnTo>
                    <a:pt x="104748" y="12088"/>
                  </a:lnTo>
                  <a:lnTo>
                    <a:pt x="99836" y="14156"/>
                  </a:lnTo>
                  <a:lnTo>
                    <a:pt x="94992" y="16380"/>
                  </a:lnTo>
                  <a:lnTo>
                    <a:pt x="90222" y="18758"/>
                  </a:lnTo>
                  <a:lnTo>
                    <a:pt x="85529" y="21286"/>
                  </a:lnTo>
                  <a:lnTo>
                    <a:pt x="80920" y="23963"/>
                  </a:lnTo>
                  <a:lnTo>
                    <a:pt x="76399" y="26785"/>
                  </a:lnTo>
                  <a:lnTo>
                    <a:pt x="71969" y="29750"/>
                  </a:lnTo>
                  <a:lnTo>
                    <a:pt x="67637" y="32854"/>
                  </a:lnTo>
                  <a:lnTo>
                    <a:pt x="63406" y="36095"/>
                  </a:lnTo>
                  <a:lnTo>
                    <a:pt x="59280" y="39470"/>
                  </a:lnTo>
                  <a:lnTo>
                    <a:pt x="55264" y="42974"/>
                  </a:lnTo>
                  <a:lnTo>
                    <a:pt x="51361" y="46604"/>
                  </a:lnTo>
                  <a:lnTo>
                    <a:pt x="47577" y="50357"/>
                  </a:lnTo>
                  <a:lnTo>
                    <a:pt x="43913" y="54229"/>
                  </a:lnTo>
                  <a:lnTo>
                    <a:pt x="40376" y="58216"/>
                  </a:lnTo>
                  <a:lnTo>
                    <a:pt x="36967" y="62313"/>
                  </a:lnTo>
                  <a:lnTo>
                    <a:pt x="33690" y="66517"/>
                  </a:lnTo>
                  <a:lnTo>
                    <a:pt x="30549" y="70823"/>
                  </a:lnTo>
                  <a:lnTo>
                    <a:pt x="27547" y="75227"/>
                  </a:lnTo>
                  <a:lnTo>
                    <a:pt x="24687" y="79725"/>
                  </a:lnTo>
                  <a:lnTo>
                    <a:pt x="21972" y="84311"/>
                  </a:lnTo>
                  <a:lnTo>
                    <a:pt x="19404" y="88982"/>
                  </a:lnTo>
                  <a:lnTo>
                    <a:pt x="16987" y="93732"/>
                  </a:lnTo>
                  <a:lnTo>
                    <a:pt x="14722" y="98557"/>
                  </a:lnTo>
                  <a:lnTo>
                    <a:pt x="12612" y="103452"/>
                  </a:lnTo>
                  <a:lnTo>
                    <a:pt x="10660" y="108411"/>
                  </a:lnTo>
                  <a:lnTo>
                    <a:pt x="8866" y="113430"/>
                  </a:lnTo>
                  <a:lnTo>
                    <a:pt x="7233" y="118504"/>
                  </a:lnTo>
                  <a:lnTo>
                    <a:pt x="5763" y="123627"/>
                  </a:lnTo>
                  <a:lnTo>
                    <a:pt x="4457" y="128795"/>
                  </a:lnTo>
                  <a:lnTo>
                    <a:pt x="3317" y="134001"/>
                  </a:lnTo>
                  <a:lnTo>
                    <a:pt x="2343" y="139242"/>
                  </a:lnTo>
                  <a:lnTo>
                    <a:pt x="1536" y="144510"/>
                  </a:lnTo>
                  <a:lnTo>
                    <a:pt x="898" y="149802"/>
                  </a:lnTo>
                  <a:lnTo>
                    <a:pt x="429" y="155111"/>
                  </a:lnTo>
                  <a:lnTo>
                    <a:pt x="129" y="160433"/>
                  </a:lnTo>
                  <a:lnTo>
                    <a:pt x="0" y="165761"/>
                  </a:lnTo>
                  <a:lnTo>
                    <a:pt x="40" y="171091"/>
                  </a:lnTo>
                  <a:lnTo>
                    <a:pt x="250" y="176417"/>
                  </a:lnTo>
                  <a:lnTo>
                    <a:pt x="629" y="181733"/>
                  </a:lnTo>
                  <a:lnTo>
                    <a:pt x="1178" y="187035"/>
                  </a:lnTo>
                  <a:lnTo>
                    <a:pt x="1896" y="192316"/>
                  </a:lnTo>
                  <a:lnTo>
                    <a:pt x="2782" y="197572"/>
                  </a:lnTo>
                  <a:lnTo>
                    <a:pt x="3835" y="202797"/>
                  </a:lnTo>
                  <a:lnTo>
                    <a:pt x="5054" y="207986"/>
                  </a:lnTo>
                  <a:lnTo>
                    <a:pt x="6437" y="213133"/>
                  </a:lnTo>
                  <a:lnTo>
                    <a:pt x="7985" y="218234"/>
                  </a:lnTo>
                  <a:lnTo>
                    <a:pt x="9693" y="223282"/>
                  </a:lnTo>
                  <a:lnTo>
                    <a:pt x="11562" y="228274"/>
                  </a:lnTo>
                  <a:lnTo>
                    <a:pt x="13590" y="233203"/>
                  </a:lnTo>
                  <a:lnTo>
                    <a:pt x="15773" y="238065"/>
                  </a:lnTo>
                  <a:lnTo>
                    <a:pt x="18110" y="242856"/>
                  </a:lnTo>
                  <a:lnTo>
                    <a:pt x="20599" y="247569"/>
                  </a:lnTo>
                  <a:lnTo>
                    <a:pt x="23237" y="252200"/>
                  </a:lnTo>
                  <a:lnTo>
                    <a:pt x="26021" y="256746"/>
                  </a:lnTo>
                  <a:lnTo>
                    <a:pt x="28948" y="261200"/>
                  </a:lnTo>
                  <a:lnTo>
                    <a:pt x="32016" y="265558"/>
                  </a:lnTo>
                  <a:lnTo>
                    <a:pt x="35222" y="269816"/>
                  </a:lnTo>
                  <a:lnTo>
                    <a:pt x="38561" y="273971"/>
                  </a:lnTo>
                  <a:lnTo>
                    <a:pt x="42031" y="278016"/>
                  </a:lnTo>
                  <a:lnTo>
                    <a:pt x="45629" y="281949"/>
                  </a:lnTo>
                  <a:lnTo>
                    <a:pt x="49350" y="285765"/>
                  </a:lnTo>
                  <a:lnTo>
                    <a:pt x="53191" y="289460"/>
                  </a:lnTo>
                  <a:lnTo>
                    <a:pt x="57147" y="293032"/>
                  </a:lnTo>
                  <a:lnTo>
                    <a:pt x="61216" y="296475"/>
                  </a:lnTo>
                  <a:lnTo>
                    <a:pt x="65392" y="299787"/>
                  </a:lnTo>
                  <a:lnTo>
                    <a:pt x="69672" y="302964"/>
                  </a:lnTo>
                  <a:lnTo>
                    <a:pt x="74050" y="306003"/>
                  </a:lnTo>
                  <a:lnTo>
                    <a:pt x="78524" y="308900"/>
                  </a:lnTo>
                  <a:lnTo>
                    <a:pt x="83087" y="311654"/>
                  </a:lnTo>
                  <a:lnTo>
                    <a:pt x="87736" y="314261"/>
                  </a:lnTo>
                  <a:lnTo>
                    <a:pt x="92466" y="316718"/>
                  </a:lnTo>
                  <a:lnTo>
                    <a:pt x="97272" y="319024"/>
                  </a:lnTo>
                  <a:lnTo>
                    <a:pt x="102148" y="321174"/>
                  </a:lnTo>
                  <a:lnTo>
                    <a:pt x="107091" y="323169"/>
                  </a:lnTo>
                  <a:lnTo>
                    <a:pt x="112095" y="325005"/>
                  </a:lnTo>
                  <a:lnTo>
                    <a:pt x="117155" y="326680"/>
                  </a:lnTo>
                  <a:lnTo>
                    <a:pt x="122266" y="328193"/>
                  </a:lnTo>
                  <a:lnTo>
                    <a:pt x="127422" y="329542"/>
                  </a:lnTo>
                  <a:lnTo>
                    <a:pt x="132619" y="330727"/>
                  </a:lnTo>
                  <a:lnTo>
                    <a:pt x="137851" y="331745"/>
                  </a:lnTo>
                  <a:lnTo>
                    <a:pt x="143112" y="332596"/>
                  </a:lnTo>
                  <a:lnTo>
                    <a:pt x="148398" y="333278"/>
                  </a:lnTo>
                  <a:lnTo>
                    <a:pt x="153703" y="333792"/>
                  </a:lnTo>
                  <a:lnTo>
                    <a:pt x="159022" y="334136"/>
                  </a:lnTo>
                  <a:lnTo>
                    <a:pt x="164349" y="334311"/>
                  </a:lnTo>
                  <a:lnTo>
                    <a:pt x="169679" y="334315"/>
                  </a:lnTo>
                  <a:lnTo>
                    <a:pt x="175007" y="334150"/>
                  </a:lnTo>
                  <a:lnTo>
                    <a:pt x="180326" y="333815"/>
                  </a:lnTo>
                  <a:lnTo>
                    <a:pt x="185632" y="333311"/>
                  </a:lnTo>
                  <a:lnTo>
                    <a:pt x="190920" y="332637"/>
                  </a:lnTo>
                  <a:lnTo>
                    <a:pt x="196183" y="331796"/>
                  </a:lnTo>
                  <a:lnTo>
                    <a:pt x="201416" y="330787"/>
                  </a:lnTo>
                  <a:lnTo>
                    <a:pt x="206615" y="329612"/>
                  </a:lnTo>
                  <a:lnTo>
                    <a:pt x="211774" y="328271"/>
                  </a:lnTo>
                  <a:lnTo>
                    <a:pt x="216887" y="326767"/>
                  </a:lnTo>
                  <a:lnTo>
                    <a:pt x="221950" y="325101"/>
                  </a:lnTo>
                  <a:lnTo>
                    <a:pt x="226957" y="323274"/>
                  </a:lnTo>
                  <a:lnTo>
                    <a:pt x="231903" y="321288"/>
                  </a:lnTo>
                  <a:lnTo>
                    <a:pt x="236784" y="319146"/>
                  </a:lnTo>
                  <a:lnTo>
                    <a:pt x="241594" y="316849"/>
                  </a:lnTo>
                  <a:lnTo>
                    <a:pt x="246328" y="314400"/>
                  </a:lnTo>
                  <a:lnTo>
                    <a:pt x="250981" y="311801"/>
                  </a:lnTo>
                  <a:lnTo>
                    <a:pt x="255550" y="309056"/>
                  </a:lnTo>
                  <a:lnTo>
                    <a:pt x="260028" y="306166"/>
                  </a:lnTo>
                  <a:lnTo>
                    <a:pt x="264412" y="303135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19011" y="3707741"/>
              <a:ext cx="167152" cy="303113"/>
            </a:xfrm>
            <a:custGeom>
              <a:avLst/>
              <a:pathLst>
                <a:path w="167152" h="303113">
                  <a:moveTo>
                    <a:pt x="97251" y="303113"/>
                  </a:moveTo>
                  <a:lnTo>
                    <a:pt x="101566" y="299921"/>
                  </a:lnTo>
                  <a:lnTo>
                    <a:pt x="105777" y="296591"/>
                  </a:lnTo>
                  <a:lnTo>
                    <a:pt x="109878" y="293128"/>
                  </a:lnTo>
                  <a:lnTo>
                    <a:pt x="113866" y="289536"/>
                  </a:lnTo>
                  <a:lnTo>
                    <a:pt x="117737" y="285817"/>
                  </a:lnTo>
                  <a:lnTo>
                    <a:pt x="121487" y="281975"/>
                  </a:lnTo>
                  <a:lnTo>
                    <a:pt x="125111" y="278015"/>
                  </a:lnTo>
                  <a:lnTo>
                    <a:pt x="128606" y="273941"/>
                  </a:lnTo>
                  <a:lnTo>
                    <a:pt x="131969" y="269757"/>
                  </a:lnTo>
                  <a:lnTo>
                    <a:pt x="135195" y="265467"/>
                  </a:lnTo>
                  <a:lnTo>
                    <a:pt x="138282" y="261075"/>
                  </a:lnTo>
                  <a:lnTo>
                    <a:pt x="141227" y="256587"/>
                  </a:lnTo>
                  <a:lnTo>
                    <a:pt x="144026" y="252007"/>
                  </a:lnTo>
                  <a:lnTo>
                    <a:pt x="146676" y="247339"/>
                  </a:lnTo>
                  <a:lnTo>
                    <a:pt x="149175" y="242588"/>
                  </a:lnTo>
                  <a:lnTo>
                    <a:pt x="151521" y="237759"/>
                  </a:lnTo>
                  <a:lnTo>
                    <a:pt x="153710" y="232858"/>
                  </a:lnTo>
                  <a:lnTo>
                    <a:pt x="155740" y="227889"/>
                  </a:lnTo>
                  <a:lnTo>
                    <a:pt x="157610" y="222857"/>
                  </a:lnTo>
                  <a:lnTo>
                    <a:pt x="159318" y="217768"/>
                  </a:lnTo>
                  <a:lnTo>
                    <a:pt x="160861" y="212627"/>
                  </a:lnTo>
                  <a:lnTo>
                    <a:pt x="162238" y="207439"/>
                  </a:lnTo>
                  <a:lnTo>
                    <a:pt x="163448" y="202209"/>
                  </a:lnTo>
                  <a:lnTo>
                    <a:pt x="164490" y="196943"/>
                  </a:lnTo>
                  <a:lnTo>
                    <a:pt x="165362" y="191646"/>
                  </a:lnTo>
                  <a:lnTo>
                    <a:pt x="166063" y="186324"/>
                  </a:lnTo>
                  <a:lnTo>
                    <a:pt x="166593" y="180983"/>
                  </a:lnTo>
                  <a:lnTo>
                    <a:pt x="166952" y="175627"/>
                  </a:lnTo>
                  <a:lnTo>
                    <a:pt x="167138" y="170262"/>
                  </a:lnTo>
                  <a:lnTo>
                    <a:pt x="167152" y="164894"/>
                  </a:lnTo>
                  <a:lnTo>
                    <a:pt x="166993" y="159528"/>
                  </a:lnTo>
                  <a:lnTo>
                    <a:pt x="166663" y="154171"/>
                  </a:lnTo>
                  <a:lnTo>
                    <a:pt x="166160" y="148826"/>
                  </a:lnTo>
                  <a:lnTo>
                    <a:pt x="165486" y="143501"/>
                  </a:lnTo>
                  <a:lnTo>
                    <a:pt x="164642" y="138200"/>
                  </a:lnTo>
                  <a:lnTo>
                    <a:pt x="163627" y="132928"/>
                  </a:lnTo>
                  <a:lnTo>
                    <a:pt x="162445" y="127692"/>
                  </a:lnTo>
                  <a:lnTo>
                    <a:pt x="161094" y="122497"/>
                  </a:lnTo>
                  <a:lnTo>
                    <a:pt x="159577" y="117348"/>
                  </a:lnTo>
                  <a:lnTo>
                    <a:pt x="157896" y="112250"/>
                  </a:lnTo>
                  <a:lnTo>
                    <a:pt x="156052" y="107209"/>
                  </a:lnTo>
                  <a:lnTo>
                    <a:pt x="154047" y="102229"/>
                  </a:lnTo>
                  <a:lnTo>
                    <a:pt x="151884" y="97317"/>
                  </a:lnTo>
                  <a:lnTo>
                    <a:pt x="149563" y="92476"/>
                  </a:lnTo>
                  <a:lnTo>
                    <a:pt x="147089" y="87712"/>
                  </a:lnTo>
                  <a:lnTo>
                    <a:pt x="144463" y="83031"/>
                  </a:lnTo>
                  <a:lnTo>
                    <a:pt x="141688" y="78436"/>
                  </a:lnTo>
                  <a:lnTo>
                    <a:pt x="138766" y="73932"/>
                  </a:lnTo>
                  <a:lnTo>
                    <a:pt x="135702" y="69525"/>
                  </a:lnTo>
                  <a:lnTo>
                    <a:pt x="132498" y="65218"/>
                  </a:lnTo>
                  <a:lnTo>
                    <a:pt x="129157" y="61017"/>
                  </a:lnTo>
                  <a:lnTo>
                    <a:pt x="125683" y="56925"/>
                  </a:lnTo>
                  <a:lnTo>
                    <a:pt x="122079" y="52946"/>
                  </a:lnTo>
                  <a:lnTo>
                    <a:pt x="118349" y="49085"/>
                  </a:lnTo>
                  <a:lnTo>
                    <a:pt x="114498" y="45346"/>
                  </a:lnTo>
                  <a:lnTo>
                    <a:pt x="110528" y="41733"/>
                  </a:lnTo>
                  <a:lnTo>
                    <a:pt x="106445" y="38249"/>
                  </a:lnTo>
                  <a:lnTo>
                    <a:pt x="102251" y="34898"/>
                  </a:lnTo>
                  <a:lnTo>
                    <a:pt x="97952" y="31683"/>
                  </a:lnTo>
                  <a:lnTo>
                    <a:pt x="93553" y="28608"/>
                  </a:lnTo>
                  <a:lnTo>
                    <a:pt x="89056" y="25675"/>
                  </a:lnTo>
                  <a:lnTo>
                    <a:pt x="84468" y="22889"/>
                  </a:lnTo>
                  <a:lnTo>
                    <a:pt x="79793" y="20251"/>
                  </a:lnTo>
                  <a:lnTo>
                    <a:pt x="75035" y="17765"/>
                  </a:lnTo>
                  <a:lnTo>
                    <a:pt x="70201" y="15433"/>
                  </a:lnTo>
                  <a:lnTo>
                    <a:pt x="65293" y="13257"/>
                  </a:lnTo>
                  <a:lnTo>
                    <a:pt x="60319" y="11240"/>
                  </a:lnTo>
                  <a:lnTo>
                    <a:pt x="55282" y="9384"/>
                  </a:lnTo>
                  <a:lnTo>
                    <a:pt x="50188" y="7690"/>
                  </a:lnTo>
                  <a:lnTo>
                    <a:pt x="45043" y="6161"/>
                  </a:lnTo>
                  <a:lnTo>
                    <a:pt x="39851" y="4798"/>
                  </a:lnTo>
                  <a:lnTo>
                    <a:pt x="34618" y="3602"/>
                  </a:lnTo>
                  <a:lnTo>
                    <a:pt x="29349" y="2575"/>
                  </a:lnTo>
                  <a:lnTo>
                    <a:pt x="24050" y="1717"/>
                  </a:lnTo>
                  <a:lnTo>
                    <a:pt x="18726" y="1031"/>
                  </a:lnTo>
                  <a:lnTo>
                    <a:pt x="13383" y="515"/>
                  </a:lnTo>
                  <a:lnTo>
                    <a:pt x="8026" y="171"/>
                  </a:lnTo>
                  <a:lnTo>
                    <a:pt x="2661" y="0"/>
                  </a:lnTo>
                  <a:lnTo>
                    <a:pt x="0" y="1671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19011" y="3707720"/>
              <a:ext cx="2661" cy="167167"/>
            </a:xfrm>
            <a:custGeom>
              <a:avLst/>
              <a:pathLst>
                <a:path w="2661" h="167167">
                  <a:moveTo>
                    <a:pt x="2661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tx82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2025-06-06T07:18:49Z</dcterms:modified>
  <cp:category/>
</cp:coreProperties>
</file>