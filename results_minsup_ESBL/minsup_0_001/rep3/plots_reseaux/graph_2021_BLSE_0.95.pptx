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92866" y="3088065"/>
              <a:ext cx="4124027" cy="239790"/>
            </a:xfrm>
            <a:custGeom>
              <a:avLst/>
              <a:pathLst>
                <a:path w="4124027" h="239790">
                  <a:moveTo>
                    <a:pt x="4124027" y="239790"/>
                  </a:moveTo>
                  <a:lnTo>
                    <a:pt x="0" y="0"/>
                  </a:lnTo>
                </a:path>
              </a:pathLst>
            </a:custGeom>
            <a:ln w="29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92866" y="3347263"/>
              <a:ext cx="4124027" cy="239790"/>
            </a:xfrm>
            <a:custGeom>
              <a:avLst/>
              <a:pathLst>
                <a:path w="4124027" h="239790">
                  <a:moveTo>
                    <a:pt x="4124027" y="0"/>
                  </a:moveTo>
                  <a:lnTo>
                    <a:pt x="0" y="239790"/>
                  </a:lnTo>
                </a:path>
              </a:pathLst>
            </a:custGeom>
            <a:ln w="24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810369" y="3366540"/>
              <a:ext cx="4008773" cy="705658"/>
            </a:xfrm>
            <a:custGeom>
              <a:avLst/>
              <a:pathLst>
                <a:path w="4008773" h="705658">
                  <a:moveTo>
                    <a:pt x="4008773" y="0"/>
                  </a:moveTo>
                  <a:lnTo>
                    <a:pt x="0" y="705658"/>
                  </a:lnTo>
                </a:path>
              </a:pathLst>
            </a:custGeom>
            <a:ln w="29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038950" y="3385429"/>
              <a:ext cx="3784661" cy="1131136"/>
            </a:xfrm>
            <a:custGeom>
              <a:avLst/>
              <a:pathLst>
                <a:path w="3784661" h="1131136">
                  <a:moveTo>
                    <a:pt x="3784661" y="0"/>
                  </a:moveTo>
                  <a:lnTo>
                    <a:pt x="0" y="1131136"/>
                  </a:lnTo>
                </a:path>
              </a:pathLst>
            </a:custGeom>
            <a:ln w="51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942934" y="2988702"/>
              <a:ext cx="21405" cy="182824"/>
            </a:xfrm>
            <a:custGeom>
              <a:avLst/>
              <a:pathLst>
                <a:path w="21405" h="182824">
                  <a:moveTo>
                    <a:pt x="21405" y="182824"/>
                  </a:moveTo>
                  <a:lnTo>
                    <a:pt x="0" y="0"/>
                  </a:lnTo>
                </a:path>
              </a:pathLst>
            </a:custGeom>
            <a:ln w="36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249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75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27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26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249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29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753293" y="1531973"/>
              <a:ext cx="768235" cy="913998"/>
            </a:xfrm>
            <a:custGeom>
              <a:avLst/>
              <a:pathLst>
                <a:path w="768235" h="913998">
                  <a:moveTo>
                    <a:pt x="768235" y="0"/>
                  </a:moveTo>
                  <a:lnTo>
                    <a:pt x="0" y="913998"/>
                  </a:lnTo>
                </a:path>
              </a:pathLst>
            </a:custGeom>
            <a:ln w="36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35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29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104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29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29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99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29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29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99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26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29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112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36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29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99270" y="1353597"/>
              <a:ext cx="2680328" cy="1154224"/>
            </a:xfrm>
            <a:custGeom>
              <a:avLst/>
              <a:pathLst>
                <a:path w="2680328" h="1154224">
                  <a:moveTo>
                    <a:pt x="2680328" y="0"/>
                  </a:moveTo>
                  <a:lnTo>
                    <a:pt x="0" y="1154224"/>
                  </a:lnTo>
                </a:path>
              </a:pathLst>
            </a:custGeom>
            <a:ln w="113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pathLst>
                <a:path w="0"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32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29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118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36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29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118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36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27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29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pathLst>
                <a:path w="0"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279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121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200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249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24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26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99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24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27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113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24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28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118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24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28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118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175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40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29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29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171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40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212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42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29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29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211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44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29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218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45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29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218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45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43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88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171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51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114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32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51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170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46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pathLst>
                <a:path w="0"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51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158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37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023616" y="2194161"/>
              <a:ext cx="3577444" cy="2061944"/>
            </a:xfrm>
            <a:custGeom>
              <a:avLst/>
              <a:pathLst>
                <a:path w="3577444" h="2061944">
                  <a:moveTo>
                    <a:pt x="0" y="0"/>
                  </a:moveTo>
                  <a:lnTo>
                    <a:pt x="3577444" y="2061944"/>
                  </a:lnTo>
                </a:path>
              </a:pathLst>
            </a:custGeom>
            <a:ln w="175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48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51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51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171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53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212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60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564594" y="2736586"/>
              <a:ext cx="42526" cy="179128"/>
            </a:xfrm>
            <a:custGeom>
              <a:avLst/>
              <a:pathLst>
                <a:path w="42526" h="179128">
                  <a:moveTo>
                    <a:pt x="42526" y="0"/>
                  </a:moveTo>
                  <a:lnTo>
                    <a:pt x="0" y="179128"/>
                  </a:lnTo>
                </a:path>
              </a:pathLst>
            </a:custGeom>
            <a:ln w="51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545420" y="2739972"/>
              <a:ext cx="80874" cy="690751"/>
            </a:xfrm>
            <a:custGeom>
              <a:avLst/>
              <a:pathLst>
                <a:path w="80874" h="690751">
                  <a:moveTo>
                    <a:pt x="80874" y="0"/>
                  </a:moveTo>
                  <a:lnTo>
                    <a:pt x="0" y="690751"/>
                  </a:lnTo>
                </a:path>
              </a:pathLst>
            </a:custGeom>
            <a:ln w="51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645733" y="2741107"/>
              <a:ext cx="0" cy="1192905"/>
            </a:xfrm>
            <a:custGeom>
              <a:avLst/>
              <a:pathLst>
                <a:path w="0" h="1192905">
                  <a:moveTo>
                    <a:pt x="0" y="0"/>
                  </a:moveTo>
                  <a:lnTo>
                    <a:pt x="0" y="1192905"/>
                  </a:lnTo>
                </a:path>
              </a:pathLst>
            </a:custGeom>
            <a:ln w="211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665173" y="2739972"/>
              <a:ext cx="194171" cy="1658429"/>
            </a:xfrm>
            <a:custGeom>
              <a:avLst/>
              <a:pathLst>
                <a:path w="194171" h="1658429">
                  <a:moveTo>
                    <a:pt x="0" y="0"/>
                  </a:moveTo>
                  <a:lnTo>
                    <a:pt x="194171" y="1658429"/>
                  </a:lnTo>
                </a:path>
              </a:pathLst>
            </a:custGeom>
            <a:ln w="59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799270" y="2640056"/>
              <a:ext cx="3793086" cy="1633409"/>
            </a:xfrm>
            <a:custGeom>
              <a:avLst/>
              <a:pathLst>
                <a:path w="3793086" h="1633409">
                  <a:moveTo>
                    <a:pt x="0" y="0"/>
                  </a:moveTo>
                  <a:lnTo>
                    <a:pt x="3793086" y="1633409"/>
                  </a:lnTo>
                </a:path>
              </a:pathLst>
            </a:custGeom>
            <a:ln w="51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790566" y="2657417"/>
              <a:ext cx="3525148" cy="2031801"/>
            </a:xfrm>
            <a:custGeom>
              <a:avLst/>
              <a:pathLst>
                <a:path w="3525148" h="2031801">
                  <a:moveTo>
                    <a:pt x="0" y="0"/>
                  </a:moveTo>
                  <a:lnTo>
                    <a:pt x="3525148" y="2031801"/>
                  </a:lnTo>
                </a:path>
              </a:pathLst>
            </a:custGeom>
            <a:ln w="218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63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51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218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63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36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40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158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43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5708261" y="2972004"/>
              <a:ext cx="1140107" cy="2266299"/>
            </a:xfrm>
            <a:custGeom>
              <a:avLst/>
              <a:pathLst>
                <a:path w="1140107" h="2266299">
                  <a:moveTo>
                    <a:pt x="1140107" y="0"/>
                  </a:moveTo>
                  <a:lnTo>
                    <a:pt x="0" y="2266299"/>
                  </a:lnTo>
                </a:path>
              </a:pathLst>
            </a:custGeom>
            <a:ln w="175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36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140100" y="2979724"/>
              <a:ext cx="726134" cy="1991662"/>
            </a:xfrm>
            <a:custGeom>
              <a:avLst/>
              <a:pathLst>
                <a:path w="726134" h="1991662">
                  <a:moveTo>
                    <a:pt x="726134" y="0"/>
                  </a:moveTo>
                  <a:lnTo>
                    <a:pt x="0" y="1991662"/>
                  </a:lnTo>
                </a:path>
              </a:pathLst>
            </a:custGeom>
            <a:ln w="36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46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171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57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pathLst>
                <a:path w="0"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212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36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36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57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211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36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647670" y="1223275"/>
              <a:ext cx="1847919" cy="1740472"/>
            </a:xfrm>
            <a:custGeom>
              <a:avLst/>
              <a:pathLst>
                <a:path w="1847919" h="1740472">
                  <a:moveTo>
                    <a:pt x="1847919" y="0"/>
                  </a:moveTo>
                  <a:lnTo>
                    <a:pt x="0" y="1740472"/>
                  </a:lnTo>
                </a:path>
              </a:pathLst>
            </a:custGeom>
            <a:ln w="59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633540" y="1236628"/>
              <a:ext cx="1876179" cy="2232161"/>
            </a:xfrm>
            <a:custGeom>
              <a:avLst/>
              <a:pathLst>
                <a:path w="1876179" h="2232161">
                  <a:moveTo>
                    <a:pt x="1876179" y="0"/>
                  </a:moveTo>
                  <a:lnTo>
                    <a:pt x="0" y="2232161"/>
                  </a:lnTo>
                </a:path>
              </a:pathLst>
            </a:custGeom>
            <a:ln w="218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2737702" y="1248255"/>
              <a:ext cx="1787609" cy="2713329"/>
            </a:xfrm>
            <a:custGeom>
              <a:avLst/>
              <a:pathLst>
                <a:path w="1787609" h="2713329">
                  <a:moveTo>
                    <a:pt x="1787609" y="0"/>
                  </a:moveTo>
                  <a:lnTo>
                    <a:pt x="0" y="2713329"/>
                  </a:lnTo>
                </a:path>
              </a:pathLst>
            </a:custGeom>
            <a:ln w="36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953909" y="1257996"/>
              <a:ext cx="1588244" cy="3157104"/>
            </a:xfrm>
            <a:custGeom>
              <a:avLst/>
              <a:pathLst>
                <a:path w="1588244" h="3157104">
                  <a:moveTo>
                    <a:pt x="1588244" y="0"/>
                  </a:moveTo>
                  <a:lnTo>
                    <a:pt x="0" y="3157104"/>
                  </a:lnTo>
                </a:path>
              </a:pathLst>
            </a:custGeom>
            <a:ln w="59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709248" y="1248255"/>
              <a:ext cx="1944675" cy="2951732"/>
            </a:xfrm>
            <a:custGeom>
              <a:avLst/>
              <a:pathLst>
                <a:path w="1944675" h="2951732">
                  <a:moveTo>
                    <a:pt x="0" y="0"/>
                  </a:moveTo>
                  <a:lnTo>
                    <a:pt x="1944675" y="2951732"/>
                  </a:lnTo>
                </a:path>
              </a:pathLst>
            </a:custGeom>
            <a:ln w="218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249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275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204530" y="4887311"/>
              <a:ext cx="134326" cy="126515"/>
            </a:xfrm>
            <a:custGeom>
              <a:avLst/>
              <a:pathLst>
                <a:path w="134326" h="126515">
                  <a:moveTo>
                    <a:pt x="0" y="126515"/>
                  </a:moveTo>
                  <a:lnTo>
                    <a:pt x="134326" y="0"/>
                  </a:lnTo>
                </a:path>
              </a:pathLst>
            </a:custGeom>
            <a:ln w="195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195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177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245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252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299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249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56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936043" y="1355734"/>
              <a:ext cx="1112590" cy="3051646"/>
            </a:xfrm>
            <a:custGeom>
              <a:avLst/>
              <a:pathLst>
                <a:path w="1112590" h="3051646">
                  <a:moveTo>
                    <a:pt x="1112590" y="0"/>
                  </a:moveTo>
                  <a:lnTo>
                    <a:pt x="0" y="3051646"/>
                  </a:lnTo>
                </a:path>
              </a:pathLst>
            </a:custGeom>
            <a:ln w="23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249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103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4227584" y="1313293"/>
              <a:ext cx="2574220" cy="2424542"/>
            </a:xfrm>
            <a:custGeom>
              <a:avLst/>
              <a:pathLst>
                <a:path w="2574220" h="2424542">
                  <a:moveTo>
                    <a:pt x="0" y="0"/>
                  </a:moveTo>
                  <a:lnTo>
                    <a:pt x="2574220" y="2424542"/>
                  </a:lnTo>
                </a:path>
              </a:pathLst>
            </a:custGeom>
            <a:ln w="34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249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249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130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52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249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281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125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249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2790566" y="1222280"/>
              <a:ext cx="2200277" cy="1268181"/>
            </a:xfrm>
            <a:custGeom>
              <a:avLst/>
              <a:pathLst>
                <a:path w="2200277" h="1268181">
                  <a:moveTo>
                    <a:pt x="2200277" y="0"/>
                  </a:moveTo>
                  <a:lnTo>
                    <a:pt x="0" y="1268181"/>
                  </a:lnTo>
                </a:path>
              </a:pathLst>
            </a:custGeom>
            <a:ln w="279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177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255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155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249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65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332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249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55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313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690616" y="2364517"/>
              <a:ext cx="3890639" cy="684864"/>
            </a:xfrm>
            <a:custGeom>
              <a:avLst/>
              <a:pathLst>
                <a:path w="3890639" h="684864">
                  <a:moveTo>
                    <a:pt x="3890639" y="0"/>
                  </a:moveTo>
                  <a:lnTo>
                    <a:pt x="0" y="684864"/>
                  </a:lnTo>
                </a:path>
              </a:pathLst>
            </a:custGeom>
            <a:ln w="249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2686147" y="2383406"/>
              <a:ext cx="3899578" cy="1165481"/>
            </a:xfrm>
            <a:custGeom>
              <a:avLst/>
              <a:pathLst>
                <a:path w="3899578" h="1165481">
                  <a:moveTo>
                    <a:pt x="3899578" y="0"/>
                  </a:moveTo>
                  <a:lnTo>
                    <a:pt x="0" y="1165481"/>
                  </a:lnTo>
                </a:path>
              </a:pathLst>
            </a:custGeom>
            <a:ln w="365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332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249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3023616" y="2419014"/>
              <a:ext cx="3577444" cy="2061944"/>
            </a:xfrm>
            <a:custGeom>
              <a:avLst/>
              <a:pathLst>
                <a:path w="3577444" h="2061944">
                  <a:moveTo>
                    <a:pt x="3577444" y="0"/>
                  </a:moveTo>
                  <a:lnTo>
                    <a:pt x="0" y="2061944"/>
                  </a:lnTo>
                </a:path>
              </a:pathLst>
            </a:custGeom>
            <a:ln w="365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332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249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6745892" y="2502704"/>
              <a:ext cx="0" cy="1669711"/>
            </a:xfrm>
            <a:custGeom>
              <a:avLst/>
              <a:pathLst>
                <a:path w="0" h="1669711">
                  <a:moveTo>
                    <a:pt x="0" y="0"/>
                  </a:moveTo>
                  <a:lnTo>
                    <a:pt x="0" y="1669711"/>
                  </a:lnTo>
                </a:path>
              </a:pathLst>
            </a:custGeom>
            <a:ln w="125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5269845" y="1238519"/>
              <a:ext cx="1341877" cy="997300"/>
            </a:xfrm>
            <a:custGeom>
              <a:avLst/>
              <a:pathLst>
                <a:path w="1341877" h="997300">
                  <a:moveTo>
                    <a:pt x="1341877" y="997300"/>
                  </a:moveTo>
                  <a:lnTo>
                    <a:pt x="0" y="0"/>
                  </a:lnTo>
                </a:path>
              </a:pathLst>
            </a:custGeom>
            <a:ln w="177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371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56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39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2898223" y="1879603"/>
              <a:ext cx="294904" cy="2518799"/>
            </a:xfrm>
            <a:custGeom>
              <a:avLst/>
              <a:pathLst>
                <a:path w="294904" h="2518799">
                  <a:moveTo>
                    <a:pt x="294904" y="0"/>
                  </a:moveTo>
                  <a:lnTo>
                    <a:pt x="0" y="2518799"/>
                  </a:lnTo>
                </a:path>
              </a:pathLst>
            </a:custGeom>
            <a:ln w="275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346736" y="1813286"/>
              <a:ext cx="3264986" cy="2426580"/>
            </a:xfrm>
            <a:custGeom>
              <a:avLst/>
              <a:pathLst>
                <a:path w="3264986" h="2426580">
                  <a:moveTo>
                    <a:pt x="0" y="0"/>
                  </a:moveTo>
                  <a:lnTo>
                    <a:pt x="3264986" y="2426580"/>
                  </a:lnTo>
                </a:path>
              </a:pathLst>
            </a:custGeom>
            <a:ln w="75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39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68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23011" y="3170392"/>
              <a:ext cx="60767" cy="167167"/>
            </a:xfrm>
            <a:custGeom>
              <a:avLst/>
              <a:pathLst>
                <a:path w="60767" h="167167">
                  <a:moveTo>
                    <a:pt x="60767" y="0"/>
                  </a:moveTo>
                  <a:lnTo>
                    <a:pt x="54550" y="115"/>
                  </a:lnTo>
                  <a:lnTo>
                    <a:pt x="48340" y="462"/>
                  </a:lnTo>
                  <a:lnTo>
                    <a:pt x="42148" y="1040"/>
                  </a:lnTo>
                  <a:lnTo>
                    <a:pt x="35982" y="1847"/>
                  </a:lnTo>
                  <a:lnTo>
                    <a:pt x="29850" y="2883"/>
                  </a:lnTo>
                  <a:lnTo>
                    <a:pt x="23761" y="4147"/>
                  </a:lnTo>
                  <a:lnTo>
                    <a:pt x="17723" y="5636"/>
                  </a:lnTo>
                  <a:lnTo>
                    <a:pt x="11745" y="7349"/>
                  </a:lnTo>
                  <a:lnTo>
                    <a:pt x="5834" y="9283"/>
                  </a:lnTo>
                  <a:lnTo>
                    <a:pt x="0" y="11436"/>
                  </a:lnTo>
                  <a:lnTo>
                    <a:pt x="607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923011" y="3181828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816614" y="3170412"/>
              <a:ext cx="334331" cy="334303"/>
            </a:xfrm>
            <a:custGeom>
              <a:avLst/>
              <a:pathLst>
                <a:path w="334331" h="334303">
                  <a:moveTo>
                    <a:pt x="106396" y="11416"/>
                  </a:moveTo>
                  <a:lnTo>
                    <a:pt x="101491" y="13420"/>
                  </a:lnTo>
                  <a:lnTo>
                    <a:pt x="96652" y="15578"/>
                  </a:lnTo>
                  <a:lnTo>
                    <a:pt x="91884" y="17889"/>
                  </a:lnTo>
                  <a:lnTo>
                    <a:pt x="87192" y="20350"/>
                  </a:lnTo>
                  <a:lnTo>
                    <a:pt x="82580" y="22958"/>
                  </a:lnTo>
                  <a:lnTo>
                    <a:pt x="78053" y="25711"/>
                  </a:lnTo>
                  <a:lnTo>
                    <a:pt x="73615" y="28606"/>
                  </a:lnTo>
                  <a:lnTo>
                    <a:pt x="69271" y="31641"/>
                  </a:lnTo>
                  <a:lnTo>
                    <a:pt x="65026" y="34811"/>
                  </a:lnTo>
                  <a:lnTo>
                    <a:pt x="60884" y="38114"/>
                  </a:lnTo>
                  <a:lnTo>
                    <a:pt x="56848" y="41548"/>
                  </a:lnTo>
                  <a:lnTo>
                    <a:pt x="52923" y="45107"/>
                  </a:lnTo>
                  <a:lnTo>
                    <a:pt x="49112" y="48789"/>
                  </a:lnTo>
                  <a:lnTo>
                    <a:pt x="45421" y="52589"/>
                  </a:lnTo>
                  <a:lnTo>
                    <a:pt x="41851" y="56505"/>
                  </a:lnTo>
                  <a:lnTo>
                    <a:pt x="38408" y="60532"/>
                  </a:lnTo>
                  <a:lnTo>
                    <a:pt x="35094" y="64666"/>
                  </a:lnTo>
                  <a:lnTo>
                    <a:pt x="31912" y="68903"/>
                  </a:lnTo>
                  <a:lnTo>
                    <a:pt x="28867" y="73239"/>
                  </a:lnTo>
                  <a:lnTo>
                    <a:pt x="25960" y="77669"/>
                  </a:lnTo>
                  <a:lnTo>
                    <a:pt x="23195" y="82189"/>
                  </a:lnTo>
                  <a:lnTo>
                    <a:pt x="20575" y="86794"/>
                  </a:lnTo>
                  <a:lnTo>
                    <a:pt x="18102" y="91480"/>
                  </a:lnTo>
                  <a:lnTo>
                    <a:pt x="15779" y="96242"/>
                  </a:lnTo>
                  <a:lnTo>
                    <a:pt x="13608" y="101076"/>
                  </a:lnTo>
                  <a:lnTo>
                    <a:pt x="11591" y="105975"/>
                  </a:lnTo>
                  <a:lnTo>
                    <a:pt x="9731" y="110937"/>
                  </a:lnTo>
                  <a:lnTo>
                    <a:pt x="8028" y="115954"/>
                  </a:lnTo>
                  <a:lnTo>
                    <a:pt x="6486" y="121023"/>
                  </a:lnTo>
                  <a:lnTo>
                    <a:pt x="5105" y="126139"/>
                  </a:lnTo>
                  <a:lnTo>
                    <a:pt x="3887" y="131295"/>
                  </a:lnTo>
                  <a:lnTo>
                    <a:pt x="2832" y="136488"/>
                  </a:lnTo>
                  <a:lnTo>
                    <a:pt x="1943" y="141711"/>
                  </a:lnTo>
                  <a:lnTo>
                    <a:pt x="1220" y="146960"/>
                  </a:lnTo>
                  <a:lnTo>
                    <a:pt x="664" y="152229"/>
                  </a:lnTo>
                  <a:lnTo>
                    <a:pt x="275" y="157513"/>
                  </a:lnTo>
                  <a:lnTo>
                    <a:pt x="53" y="162807"/>
                  </a:lnTo>
                  <a:lnTo>
                    <a:pt x="0" y="168106"/>
                  </a:lnTo>
                  <a:lnTo>
                    <a:pt x="114" y="173403"/>
                  </a:lnTo>
                  <a:lnTo>
                    <a:pt x="396" y="178694"/>
                  </a:lnTo>
                  <a:lnTo>
                    <a:pt x="846" y="183973"/>
                  </a:lnTo>
                  <a:lnTo>
                    <a:pt x="1463" y="189236"/>
                  </a:lnTo>
                  <a:lnTo>
                    <a:pt x="2246" y="194476"/>
                  </a:lnTo>
                  <a:lnTo>
                    <a:pt x="3195" y="199689"/>
                  </a:lnTo>
                  <a:lnTo>
                    <a:pt x="4308" y="204869"/>
                  </a:lnTo>
                  <a:lnTo>
                    <a:pt x="5586" y="210011"/>
                  </a:lnTo>
                  <a:lnTo>
                    <a:pt x="7025" y="215110"/>
                  </a:lnTo>
                  <a:lnTo>
                    <a:pt x="8626" y="220161"/>
                  </a:lnTo>
                  <a:lnTo>
                    <a:pt x="10386" y="225159"/>
                  </a:lnTo>
                  <a:lnTo>
                    <a:pt x="12303" y="230099"/>
                  </a:lnTo>
                  <a:lnTo>
                    <a:pt x="14376" y="234975"/>
                  </a:lnTo>
                  <a:lnTo>
                    <a:pt x="16602" y="239783"/>
                  </a:lnTo>
                  <a:lnTo>
                    <a:pt x="18980" y="244518"/>
                  </a:lnTo>
                  <a:lnTo>
                    <a:pt x="21506" y="249175"/>
                  </a:lnTo>
                  <a:lnTo>
                    <a:pt x="24179" y="253750"/>
                  </a:lnTo>
                  <a:lnTo>
                    <a:pt x="26995" y="258238"/>
                  </a:lnTo>
                  <a:lnTo>
                    <a:pt x="29953" y="262635"/>
                  </a:lnTo>
                  <a:lnTo>
                    <a:pt x="33048" y="266935"/>
                  </a:lnTo>
                  <a:lnTo>
                    <a:pt x="36278" y="271136"/>
                  </a:lnTo>
                  <a:lnTo>
                    <a:pt x="39639" y="275231"/>
                  </a:lnTo>
                  <a:lnTo>
                    <a:pt x="43128" y="279219"/>
                  </a:lnTo>
                  <a:lnTo>
                    <a:pt x="46742" y="283093"/>
                  </a:lnTo>
                  <a:lnTo>
                    <a:pt x="50477" y="286851"/>
                  </a:lnTo>
                  <a:lnTo>
                    <a:pt x="54330" y="290489"/>
                  </a:lnTo>
                  <a:lnTo>
                    <a:pt x="58295" y="294003"/>
                  </a:lnTo>
                  <a:lnTo>
                    <a:pt x="62370" y="297390"/>
                  </a:lnTo>
                  <a:lnTo>
                    <a:pt x="66551" y="300645"/>
                  </a:lnTo>
                  <a:lnTo>
                    <a:pt x="70832" y="303767"/>
                  </a:lnTo>
                  <a:lnTo>
                    <a:pt x="75210" y="306751"/>
                  </a:lnTo>
                  <a:lnTo>
                    <a:pt x="79681" y="309595"/>
                  </a:lnTo>
                  <a:lnTo>
                    <a:pt x="84239" y="312296"/>
                  </a:lnTo>
                  <a:lnTo>
                    <a:pt x="88881" y="314852"/>
                  </a:lnTo>
                  <a:lnTo>
                    <a:pt x="93601" y="317258"/>
                  </a:lnTo>
                  <a:lnTo>
                    <a:pt x="98395" y="319514"/>
                  </a:lnTo>
                  <a:lnTo>
                    <a:pt x="103259" y="321617"/>
                  </a:lnTo>
                  <a:lnTo>
                    <a:pt x="108186" y="323565"/>
                  </a:lnTo>
                  <a:lnTo>
                    <a:pt x="113173" y="325355"/>
                  </a:lnTo>
                  <a:lnTo>
                    <a:pt x="118214" y="326987"/>
                  </a:lnTo>
                  <a:lnTo>
                    <a:pt x="123304" y="328458"/>
                  </a:lnTo>
                  <a:lnTo>
                    <a:pt x="128439" y="329767"/>
                  </a:lnTo>
                  <a:lnTo>
                    <a:pt x="133612" y="330913"/>
                  </a:lnTo>
                  <a:lnTo>
                    <a:pt x="138819" y="331894"/>
                  </a:lnTo>
                  <a:lnTo>
                    <a:pt x="144054" y="332709"/>
                  </a:lnTo>
                  <a:lnTo>
                    <a:pt x="149313" y="333358"/>
                  </a:lnTo>
                  <a:lnTo>
                    <a:pt x="154589" y="333841"/>
                  </a:lnTo>
                  <a:lnTo>
                    <a:pt x="159878" y="334156"/>
                  </a:lnTo>
                  <a:lnTo>
                    <a:pt x="165175" y="334303"/>
                  </a:lnTo>
                  <a:lnTo>
                    <a:pt x="170473" y="334282"/>
                  </a:lnTo>
                  <a:lnTo>
                    <a:pt x="175768" y="334093"/>
                  </a:lnTo>
                  <a:lnTo>
                    <a:pt x="181055" y="333736"/>
                  </a:lnTo>
                  <a:lnTo>
                    <a:pt x="186327" y="333212"/>
                  </a:lnTo>
                  <a:lnTo>
                    <a:pt x="191581" y="332522"/>
                  </a:lnTo>
                  <a:lnTo>
                    <a:pt x="196809" y="331665"/>
                  </a:lnTo>
                  <a:lnTo>
                    <a:pt x="202008" y="330643"/>
                  </a:lnTo>
                  <a:lnTo>
                    <a:pt x="207172" y="329456"/>
                  </a:lnTo>
                  <a:lnTo>
                    <a:pt x="212296" y="328107"/>
                  </a:lnTo>
                  <a:lnTo>
                    <a:pt x="217375" y="326596"/>
                  </a:lnTo>
                  <a:lnTo>
                    <a:pt x="222403" y="324924"/>
                  </a:lnTo>
                  <a:lnTo>
                    <a:pt x="227375" y="323094"/>
                  </a:lnTo>
                  <a:lnTo>
                    <a:pt x="232287" y="321108"/>
                  </a:lnTo>
                  <a:lnTo>
                    <a:pt x="237134" y="318967"/>
                  </a:lnTo>
                  <a:lnTo>
                    <a:pt x="241910" y="316673"/>
                  </a:lnTo>
                  <a:lnTo>
                    <a:pt x="246611" y="314229"/>
                  </a:lnTo>
                  <a:lnTo>
                    <a:pt x="251233" y="311637"/>
                  </a:lnTo>
                  <a:lnTo>
                    <a:pt x="255770" y="308900"/>
                  </a:lnTo>
                  <a:lnTo>
                    <a:pt x="260217" y="306021"/>
                  </a:lnTo>
                  <a:lnTo>
                    <a:pt x="264572" y="303002"/>
                  </a:lnTo>
                  <a:lnTo>
                    <a:pt x="268829" y="299847"/>
                  </a:lnTo>
                  <a:lnTo>
                    <a:pt x="272983" y="296558"/>
                  </a:lnTo>
                  <a:lnTo>
                    <a:pt x="277031" y="293140"/>
                  </a:lnTo>
                  <a:lnTo>
                    <a:pt x="280969" y="289595"/>
                  </a:lnTo>
                  <a:lnTo>
                    <a:pt x="284792" y="285926"/>
                  </a:lnTo>
                  <a:lnTo>
                    <a:pt x="288498" y="282139"/>
                  </a:lnTo>
                  <a:lnTo>
                    <a:pt x="292081" y="278236"/>
                  </a:lnTo>
                  <a:lnTo>
                    <a:pt x="295539" y="274221"/>
                  </a:lnTo>
                  <a:lnTo>
                    <a:pt x="298868" y="270099"/>
                  </a:lnTo>
                  <a:lnTo>
                    <a:pt x="302064" y="265873"/>
                  </a:lnTo>
                  <a:lnTo>
                    <a:pt x="305125" y="261549"/>
                  </a:lnTo>
                  <a:lnTo>
                    <a:pt x="308048" y="257129"/>
                  </a:lnTo>
                  <a:lnTo>
                    <a:pt x="310829" y="252619"/>
                  </a:lnTo>
                  <a:lnTo>
                    <a:pt x="313465" y="248023"/>
                  </a:lnTo>
                  <a:lnTo>
                    <a:pt x="315955" y="243346"/>
                  </a:lnTo>
                  <a:lnTo>
                    <a:pt x="318295" y="238592"/>
                  </a:lnTo>
                  <a:lnTo>
                    <a:pt x="320483" y="233767"/>
                  </a:lnTo>
                  <a:lnTo>
                    <a:pt x="322518" y="228874"/>
                  </a:lnTo>
                  <a:lnTo>
                    <a:pt x="324396" y="223920"/>
                  </a:lnTo>
                  <a:lnTo>
                    <a:pt x="326116" y="218908"/>
                  </a:lnTo>
                  <a:lnTo>
                    <a:pt x="327677" y="213845"/>
                  </a:lnTo>
                  <a:lnTo>
                    <a:pt x="329076" y="208734"/>
                  </a:lnTo>
                  <a:lnTo>
                    <a:pt x="330313" y="203582"/>
                  </a:lnTo>
                  <a:lnTo>
                    <a:pt x="331385" y="198393"/>
                  </a:lnTo>
                  <a:lnTo>
                    <a:pt x="332293" y="193173"/>
                  </a:lnTo>
                  <a:lnTo>
                    <a:pt x="333035" y="187927"/>
                  </a:lnTo>
                  <a:lnTo>
                    <a:pt x="333610" y="182660"/>
                  </a:lnTo>
                  <a:lnTo>
                    <a:pt x="334018" y="177377"/>
                  </a:lnTo>
                  <a:lnTo>
                    <a:pt x="334259" y="172084"/>
                  </a:lnTo>
                  <a:lnTo>
                    <a:pt x="334331" y="166786"/>
                  </a:lnTo>
                  <a:lnTo>
                    <a:pt x="334236" y="161488"/>
                  </a:lnTo>
                  <a:lnTo>
                    <a:pt x="333973" y="156196"/>
                  </a:lnTo>
                  <a:lnTo>
                    <a:pt x="333542" y="150915"/>
                  </a:lnTo>
                  <a:lnTo>
                    <a:pt x="332944" y="145651"/>
                  </a:lnTo>
                  <a:lnTo>
                    <a:pt x="332179" y="140408"/>
                  </a:lnTo>
                  <a:lnTo>
                    <a:pt x="331249" y="135191"/>
                  </a:lnTo>
                  <a:lnTo>
                    <a:pt x="330154" y="130007"/>
                  </a:lnTo>
                  <a:lnTo>
                    <a:pt x="328895" y="124860"/>
                  </a:lnTo>
                  <a:lnTo>
                    <a:pt x="327473" y="119756"/>
                  </a:lnTo>
                  <a:lnTo>
                    <a:pt x="325891" y="114699"/>
                  </a:lnTo>
                  <a:lnTo>
                    <a:pt x="324149" y="109695"/>
                  </a:lnTo>
                  <a:lnTo>
                    <a:pt x="322250" y="104749"/>
                  </a:lnTo>
                  <a:lnTo>
                    <a:pt x="320194" y="99866"/>
                  </a:lnTo>
                  <a:lnTo>
                    <a:pt x="317985" y="95050"/>
                  </a:lnTo>
                  <a:lnTo>
                    <a:pt x="315624" y="90306"/>
                  </a:lnTo>
                  <a:lnTo>
                    <a:pt x="313115" y="85640"/>
                  </a:lnTo>
                  <a:lnTo>
                    <a:pt x="310458" y="81055"/>
                  </a:lnTo>
                  <a:lnTo>
                    <a:pt x="307658" y="76557"/>
                  </a:lnTo>
                  <a:lnTo>
                    <a:pt x="304716" y="72150"/>
                  </a:lnTo>
                  <a:lnTo>
                    <a:pt x="301637" y="67839"/>
                  </a:lnTo>
                  <a:lnTo>
                    <a:pt x="298422" y="63627"/>
                  </a:lnTo>
                  <a:lnTo>
                    <a:pt x="295075" y="59519"/>
                  </a:lnTo>
                  <a:lnTo>
                    <a:pt x="291600" y="55519"/>
                  </a:lnTo>
                  <a:lnTo>
                    <a:pt x="288000" y="51632"/>
                  </a:lnTo>
                  <a:lnTo>
                    <a:pt x="284278" y="47860"/>
                  </a:lnTo>
                  <a:lnTo>
                    <a:pt x="280439" y="44209"/>
                  </a:lnTo>
                  <a:lnTo>
                    <a:pt x="276486" y="40681"/>
                  </a:lnTo>
                  <a:lnTo>
                    <a:pt x="272423" y="37279"/>
                  </a:lnTo>
                  <a:lnTo>
                    <a:pt x="268254" y="34009"/>
                  </a:lnTo>
                  <a:lnTo>
                    <a:pt x="263984" y="30872"/>
                  </a:lnTo>
                  <a:lnTo>
                    <a:pt x="259617" y="27872"/>
                  </a:lnTo>
                  <a:lnTo>
                    <a:pt x="255156" y="25012"/>
                  </a:lnTo>
                  <a:lnTo>
                    <a:pt x="250608" y="22295"/>
                  </a:lnTo>
                  <a:lnTo>
                    <a:pt x="245975" y="19723"/>
                  </a:lnTo>
                  <a:lnTo>
                    <a:pt x="241263" y="17299"/>
                  </a:lnTo>
                  <a:lnTo>
                    <a:pt x="236477" y="15026"/>
                  </a:lnTo>
                  <a:lnTo>
                    <a:pt x="231621" y="12906"/>
                  </a:lnTo>
                  <a:lnTo>
                    <a:pt x="226701" y="10941"/>
                  </a:lnTo>
                  <a:lnTo>
                    <a:pt x="221721" y="9132"/>
                  </a:lnTo>
                  <a:lnTo>
                    <a:pt x="216685" y="7483"/>
                  </a:lnTo>
                  <a:lnTo>
                    <a:pt x="211600" y="5994"/>
                  </a:lnTo>
                  <a:lnTo>
                    <a:pt x="206471" y="4666"/>
                  </a:lnTo>
                  <a:lnTo>
                    <a:pt x="201302" y="3502"/>
                  </a:lnTo>
                  <a:lnTo>
                    <a:pt x="196098" y="2503"/>
                  </a:lnTo>
                  <a:lnTo>
                    <a:pt x="190866" y="1668"/>
                  </a:lnTo>
                  <a:lnTo>
                    <a:pt x="185610" y="1000"/>
                  </a:lnTo>
                  <a:lnTo>
                    <a:pt x="180335" y="499"/>
                  </a:lnTo>
                  <a:lnTo>
                    <a:pt x="175047" y="165"/>
                  </a:lnTo>
                  <a:lnTo>
                    <a:pt x="169751" y="0"/>
                  </a:lnTo>
                  <a:lnTo>
                    <a:pt x="167164" y="1671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983779" y="3170392"/>
              <a:ext cx="2586" cy="167167"/>
            </a:xfrm>
            <a:custGeom>
              <a:avLst/>
              <a:pathLst>
                <a:path w="2586" h="167167">
                  <a:moveTo>
                    <a:pt x="2586" y="2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7968" y="2655501"/>
              <a:ext cx="165526" cy="167167"/>
            </a:xfrm>
            <a:custGeom>
              <a:avLst/>
              <a:pathLst>
                <a:path w="165526" h="167167">
                  <a:moveTo>
                    <a:pt x="165526" y="0"/>
                  </a:moveTo>
                  <a:lnTo>
                    <a:pt x="160092" y="88"/>
                  </a:lnTo>
                  <a:lnTo>
                    <a:pt x="154664" y="353"/>
                  </a:lnTo>
                  <a:lnTo>
                    <a:pt x="149247" y="794"/>
                  </a:lnTo>
                  <a:lnTo>
                    <a:pt x="143847" y="1411"/>
                  </a:lnTo>
                  <a:lnTo>
                    <a:pt x="138470" y="2204"/>
                  </a:lnTo>
                  <a:lnTo>
                    <a:pt x="133122" y="3170"/>
                  </a:lnTo>
                  <a:lnTo>
                    <a:pt x="127808" y="4310"/>
                  </a:lnTo>
                  <a:lnTo>
                    <a:pt x="122534" y="5623"/>
                  </a:lnTo>
                  <a:lnTo>
                    <a:pt x="117305" y="7106"/>
                  </a:lnTo>
                  <a:lnTo>
                    <a:pt x="112127" y="8758"/>
                  </a:lnTo>
                  <a:lnTo>
                    <a:pt x="107006" y="10577"/>
                  </a:lnTo>
                  <a:lnTo>
                    <a:pt x="101947" y="12562"/>
                  </a:lnTo>
                  <a:lnTo>
                    <a:pt x="96954" y="14711"/>
                  </a:lnTo>
                  <a:lnTo>
                    <a:pt x="92035" y="17021"/>
                  </a:lnTo>
                  <a:lnTo>
                    <a:pt x="87193" y="19489"/>
                  </a:lnTo>
                  <a:lnTo>
                    <a:pt x="82433" y="22114"/>
                  </a:lnTo>
                  <a:lnTo>
                    <a:pt x="77762" y="24891"/>
                  </a:lnTo>
                  <a:lnTo>
                    <a:pt x="73183" y="27820"/>
                  </a:lnTo>
                  <a:lnTo>
                    <a:pt x="68702" y="30895"/>
                  </a:lnTo>
                  <a:lnTo>
                    <a:pt x="64324" y="34115"/>
                  </a:lnTo>
                  <a:lnTo>
                    <a:pt x="60052" y="37475"/>
                  </a:lnTo>
                  <a:lnTo>
                    <a:pt x="55892" y="40972"/>
                  </a:lnTo>
                  <a:lnTo>
                    <a:pt x="51847" y="44603"/>
                  </a:lnTo>
                  <a:lnTo>
                    <a:pt x="47923" y="48363"/>
                  </a:lnTo>
                  <a:lnTo>
                    <a:pt x="44123" y="52249"/>
                  </a:lnTo>
                  <a:lnTo>
                    <a:pt x="40452" y="56256"/>
                  </a:lnTo>
                  <a:lnTo>
                    <a:pt x="36912" y="60380"/>
                  </a:lnTo>
                  <a:lnTo>
                    <a:pt x="33509" y="64618"/>
                  </a:lnTo>
                  <a:lnTo>
                    <a:pt x="30245" y="68964"/>
                  </a:lnTo>
                  <a:lnTo>
                    <a:pt x="27124" y="73413"/>
                  </a:lnTo>
                  <a:lnTo>
                    <a:pt x="24150" y="77962"/>
                  </a:lnTo>
                  <a:lnTo>
                    <a:pt x="21325" y="82605"/>
                  </a:lnTo>
                  <a:lnTo>
                    <a:pt x="18652" y="87337"/>
                  </a:lnTo>
                  <a:lnTo>
                    <a:pt x="16134" y="92154"/>
                  </a:lnTo>
                  <a:lnTo>
                    <a:pt x="13775" y="97050"/>
                  </a:lnTo>
                  <a:lnTo>
                    <a:pt x="11576" y="102020"/>
                  </a:lnTo>
                  <a:lnTo>
                    <a:pt x="9539" y="107059"/>
                  </a:lnTo>
                  <a:lnTo>
                    <a:pt x="7668" y="112162"/>
                  </a:lnTo>
                  <a:lnTo>
                    <a:pt x="5963" y="117322"/>
                  </a:lnTo>
                  <a:lnTo>
                    <a:pt x="4427" y="122536"/>
                  </a:lnTo>
                  <a:lnTo>
                    <a:pt x="3061" y="127796"/>
                  </a:lnTo>
                  <a:lnTo>
                    <a:pt x="1867" y="133098"/>
                  </a:lnTo>
                  <a:lnTo>
                    <a:pt x="846" y="138436"/>
                  </a:lnTo>
                  <a:lnTo>
                    <a:pt x="0" y="143805"/>
                  </a:lnTo>
                  <a:lnTo>
                    <a:pt x="16552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757968" y="2799307"/>
              <a:ext cx="165526" cy="23361"/>
            </a:xfrm>
            <a:custGeom>
              <a:avLst/>
              <a:pathLst>
                <a:path w="165526" h="23361">
                  <a:moveTo>
                    <a:pt x="0" y="0"/>
                  </a:moveTo>
                  <a:lnTo>
                    <a:pt x="165526" y="233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756342" y="2679537"/>
              <a:ext cx="334303" cy="310299"/>
            </a:xfrm>
            <a:custGeom>
              <a:avLst/>
              <a:pathLst>
                <a:path w="334303" h="310299">
                  <a:moveTo>
                    <a:pt x="1625" y="119769"/>
                  </a:moveTo>
                  <a:lnTo>
                    <a:pt x="968" y="125026"/>
                  </a:lnTo>
                  <a:lnTo>
                    <a:pt x="478" y="130300"/>
                  </a:lnTo>
                  <a:lnTo>
                    <a:pt x="155" y="135587"/>
                  </a:lnTo>
                  <a:lnTo>
                    <a:pt x="0" y="140882"/>
                  </a:lnTo>
                  <a:lnTo>
                    <a:pt x="12" y="146179"/>
                  </a:lnTo>
                  <a:lnTo>
                    <a:pt x="193" y="151473"/>
                  </a:lnTo>
                  <a:lnTo>
                    <a:pt x="541" y="156759"/>
                  </a:lnTo>
                  <a:lnTo>
                    <a:pt x="1056" y="162031"/>
                  </a:lnTo>
                  <a:lnTo>
                    <a:pt x="1738" y="167284"/>
                  </a:lnTo>
                  <a:lnTo>
                    <a:pt x="2587" y="172513"/>
                  </a:lnTo>
                  <a:lnTo>
                    <a:pt x="3600" y="177712"/>
                  </a:lnTo>
                  <a:lnTo>
                    <a:pt x="4778" y="182877"/>
                  </a:lnTo>
                  <a:lnTo>
                    <a:pt x="6119" y="188001"/>
                  </a:lnTo>
                  <a:lnTo>
                    <a:pt x="7621" y="193081"/>
                  </a:lnTo>
                  <a:lnTo>
                    <a:pt x="9284" y="198110"/>
                  </a:lnTo>
                  <a:lnTo>
                    <a:pt x="11105" y="203085"/>
                  </a:lnTo>
                  <a:lnTo>
                    <a:pt x="13083" y="207999"/>
                  </a:lnTo>
                  <a:lnTo>
                    <a:pt x="15216" y="212848"/>
                  </a:lnTo>
                  <a:lnTo>
                    <a:pt x="17501" y="217627"/>
                  </a:lnTo>
                  <a:lnTo>
                    <a:pt x="19936" y="222331"/>
                  </a:lnTo>
                  <a:lnTo>
                    <a:pt x="22519" y="226955"/>
                  </a:lnTo>
                  <a:lnTo>
                    <a:pt x="25248" y="231496"/>
                  </a:lnTo>
                  <a:lnTo>
                    <a:pt x="28119" y="235947"/>
                  </a:lnTo>
                  <a:lnTo>
                    <a:pt x="31129" y="240306"/>
                  </a:lnTo>
                  <a:lnTo>
                    <a:pt x="34277" y="244567"/>
                  </a:lnTo>
                  <a:lnTo>
                    <a:pt x="37557" y="248726"/>
                  </a:lnTo>
                  <a:lnTo>
                    <a:pt x="40968" y="252779"/>
                  </a:lnTo>
                  <a:lnTo>
                    <a:pt x="44505" y="256722"/>
                  </a:lnTo>
                  <a:lnTo>
                    <a:pt x="48166" y="260551"/>
                  </a:lnTo>
                  <a:lnTo>
                    <a:pt x="51946" y="264262"/>
                  </a:lnTo>
                  <a:lnTo>
                    <a:pt x="55842" y="267851"/>
                  </a:lnTo>
                  <a:lnTo>
                    <a:pt x="59849" y="271315"/>
                  </a:lnTo>
                  <a:lnTo>
                    <a:pt x="63964" y="274650"/>
                  </a:lnTo>
                  <a:lnTo>
                    <a:pt x="68183" y="277854"/>
                  </a:lnTo>
                  <a:lnTo>
                    <a:pt x="72501" y="280922"/>
                  </a:lnTo>
                  <a:lnTo>
                    <a:pt x="76914" y="283851"/>
                  </a:lnTo>
                  <a:lnTo>
                    <a:pt x="81418" y="286640"/>
                  </a:lnTo>
                  <a:lnTo>
                    <a:pt x="86008" y="289284"/>
                  </a:lnTo>
                  <a:lnTo>
                    <a:pt x="90680" y="291782"/>
                  </a:lnTo>
                  <a:lnTo>
                    <a:pt x="95428" y="294130"/>
                  </a:lnTo>
                  <a:lnTo>
                    <a:pt x="100248" y="296327"/>
                  </a:lnTo>
                  <a:lnTo>
                    <a:pt x="105135" y="298370"/>
                  </a:lnTo>
                  <a:lnTo>
                    <a:pt x="110085" y="300257"/>
                  </a:lnTo>
                  <a:lnTo>
                    <a:pt x="115092" y="301986"/>
                  </a:lnTo>
                  <a:lnTo>
                    <a:pt x="120151" y="303555"/>
                  </a:lnTo>
                  <a:lnTo>
                    <a:pt x="125258" y="304964"/>
                  </a:lnTo>
                  <a:lnTo>
                    <a:pt x="130406" y="306210"/>
                  </a:lnTo>
                  <a:lnTo>
                    <a:pt x="135592" y="307293"/>
                  </a:lnTo>
                  <a:lnTo>
                    <a:pt x="140809" y="308210"/>
                  </a:lnTo>
                  <a:lnTo>
                    <a:pt x="146052" y="308962"/>
                  </a:lnTo>
                  <a:lnTo>
                    <a:pt x="151317" y="309547"/>
                  </a:lnTo>
                  <a:lnTo>
                    <a:pt x="156598" y="309965"/>
                  </a:lnTo>
                  <a:lnTo>
                    <a:pt x="161889" y="310216"/>
                  </a:lnTo>
                  <a:lnTo>
                    <a:pt x="167185" y="310299"/>
                  </a:lnTo>
                  <a:lnTo>
                    <a:pt x="172482" y="310214"/>
                  </a:lnTo>
                  <a:lnTo>
                    <a:pt x="177773" y="309961"/>
                  </a:lnTo>
                  <a:lnTo>
                    <a:pt x="183053" y="309541"/>
                  </a:lnTo>
                  <a:lnTo>
                    <a:pt x="188318" y="308953"/>
                  </a:lnTo>
                  <a:lnTo>
                    <a:pt x="193561" y="308199"/>
                  </a:lnTo>
                  <a:lnTo>
                    <a:pt x="198778" y="307280"/>
                  </a:lnTo>
                  <a:lnTo>
                    <a:pt x="203963" y="306195"/>
                  </a:lnTo>
                  <a:lnTo>
                    <a:pt x="209111" y="304947"/>
                  </a:lnTo>
                  <a:lnTo>
                    <a:pt x="214217" y="303537"/>
                  </a:lnTo>
                  <a:lnTo>
                    <a:pt x="219275" y="301965"/>
                  </a:lnTo>
                  <a:lnTo>
                    <a:pt x="224281" y="300234"/>
                  </a:lnTo>
                  <a:lnTo>
                    <a:pt x="229230" y="298345"/>
                  </a:lnTo>
                  <a:lnTo>
                    <a:pt x="234117" y="296300"/>
                  </a:lnTo>
                  <a:lnTo>
                    <a:pt x="238936" y="294101"/>
                  </a:lnTo>
                  <a:lnTo>
                    <a:pt x="243684" y="291751"/>
                  </a:lnTo>
                  <a:lnTo>
                    <a:pt x="248354" y="289252"/>
                  </a:lnTo>
                  <a:lnTo>
                    <a:pt x="252943" y="286606"/>
                  </a:lnTo>
                  <a:lnTo>
                    <a:pt x="257446" y="283815"/>
                  </a:lnTo>
                  <a:lnTo>
                    <a:pt x="261858" y="280884"/>
                  </a:lnTo>
                  <a:lnTo>
                    <a:pt x="266175" y="277814"/>
                  </a:lnTo>
                  <a:lnTo>
                    <a:pt x="270392" y="274609"/>
                  </a:lnTo>
                  <a:lnTo>
                    <a:pt x="274506" y="271272"/>
                  </a:lnTo>
                  <a:lnTo>
                    <a:pt x="278512" y="267806"/>
                  </a:lnTo>
                  <a:lnTo>
                    <a:pt x="282406" y="264215"/>
                  </a:lnTo>
                  <a:lnTo>
                    <a:pt x="286185" y="260503"/>
                  </a:lnTo>
                  <a:lnTo>
                    <a:pt x="289844" y="256673"/>
                  </a:lnTo>
                  <a:lnTo>
                    <a:pt x="293380" y="252728"/>
                  </a:lnTo>
                  <a:lnTo>
                    <a:pt x="296789" y="248674"/>
                  </a:lnTo>
                  <a:lnTo>
                    <a:pt x="300068" y="244513"/>
                  </a:lnTo>
                  <a:lnTo>
                    <a:pt x="303213" y="240251"/>
                  </a:lnTo>
                  <a:lnTo>
                    <a:pt x="306222" y="235892"/>
                  </a:lnTo>
                  <a:lnTo>
                    <a:pt x="309091" y="231439"/>
                  </a:lnTo>
                  <a:lnTo>
                    <a:pt x="311818" y="226897"/>
                  </a:lnTo>
                  <a:lnTo>
                    <a:pt x="314399" y="222272"/>
                  </a:lnTo>
                  <a:lnTo>
                    <a:pt x="316833" y="217567"/>
                  </a:lnTo>
                  <a:lnTo>
                    <a:pt x="319116" y="212787"/>
                  </a:lnTo>
                  <a:lnTo>
                    <a:pt x="321247" y="207937"/>
                  </a:lnTo>
                  <a:lnTo>
                    <a:pt x="323222" y="203022"/>
                  </a:lnTo>
                  <a:lnTo>
                    <a:pt x="325042" y="198047"/>
                  </a:lnTo>
                  <a:lnTo>
                    <a:pt x="326702" y="193017"/>
                  </a:lnTo>
                  <a:lnTo>
                    <a:pt x="328203" y="187937"/>
                  </a:lnTo>
                  <a:lnTo>
                    <a:pt x="329542" y="182812"/>
                  </a:lnTo>
                  <a:lnTo>
                    <a:pt x="330717" y="177647"/>
                  </a:lnTo>
                  <a:lnTo>
                    <a:pt x="331729" y="172447"/>
                  </a:lnTo>
                  <a:lnTo>
                    <a:pt x="332575" y="167218"/>
                  </a:lnTo>
                  <a:lnTo>
                    <a:pt x="333255" y="161965"/>
                  </a:lnTo>
                  <a:lnTo>
                    <a:pt x="333768" y="156692"/>
                  </a:lnTo>
                  <a:lnTo>
                    <a:pt x="334114" y="151407"/>
                  </a:lnTo>
                  <a:lnTo>
                    <a:pt x="334293" y="146112"/>
                  </a:lnTo>
                  <a:lnTo>
                    <a:pt x="334303" y="140815"/>
                  </a:lnTo>
                  <a:lnTo>
                    <a:pt x="334146" y="135520"/>
                  </a:lnTo>
                  <a:lnTo>
                    <a:pt x="333821" y="130233"/>
                  </a:lnTo>
                  <a:lnTo>
                    <a:pt x="333329" y="124959"/>
                  </a:lnTo>
                  <a:lnTo>
                    <a:pt x="332669" y="119703"/>
                  </a:lnTo>
                  <a:lnTo>
                    <a:pt x="331844" y="114471"/>
                  </a:lnTo>
                  <a:lnTo>
                    <a:pt x="330853" y="109267"/>
                  </a:lnTo>
                  <a:lnTo>
                    <a:pt x="329698" y="104097"/>
                  </a:lnTo>
                  <a:lnTo>
                    <a:pt x="328380" y="98967"/>
                  </a:lnTo>
                  <a:lnTo>
                    <a:pt x="326899" y="93881"/>
                  </a:lnTo>
                  <a:lnTo>
                    <a:pt x="325259" y="88844"/>
                  </a:lnTo>
                  <a:lnTo>
                    <a:pt x="323459" y="83862"/>
                  </a:lnTo>
                  <a:lnTo>
                    <a:pt x="321503" y="78939"/>
                  </a:lnTo>
                  <a:lnTo>
                    <a:pt x="319392" y="74081"/>
                  </a:lnTo>
                  <a:lnTo>
                    <a:pt x="317128" y="69292"/>
                  </a:lnTo>
                  <a:lnTo>
                    <a:pt x="314713" y="64577"/>
                  </a:lnTo>
                  <a:lnTo>
                    <a:pt x="312150" y="59942"/>
                  </a:lnTo>
                  <a:lnTo>
                    <a:pt x="309441" y="55389"/>
                  </a:lnTo>
                  <a:lnTo>
                    <a:pt x="306590" y="50925"/>
                  </a:lnTo>
                  <a:lnTo>
                    <a:pt x="303598" y="46553"/>
                  </a:lnTo>
                  <a:lnTo>
                    <a:pt x="300470" y="42279"/>
                  </a:lnTo>
                  <a:lnTo>
                    <a:pt x="297208" y="38105"/>
                  </a:lnTo>
                  <a:lnTo>
                    <a:pt x="293815" y="34037"/>
                  </a:lnTo>
                  <a:lnTo>
                    <a:pt x="290295" y="30079"/>
                  </a:lnTo>
                  <a:lnTo>
                    <a:pt x="286651" y="26234"/>
                  </a:lnTo>
                  <a:lnTo>
                    <a:pt x="282887" y="22507"/>
                  </a:lnTo>
                  <a:lnTo>
                    <a:pt x="279007" y="18900"/>
                  </a:lnTo>
                  <a:lnTo>
                    <a:pt x="275015" y="15419"/>
                  </a:lnTo>
                  <a:lnTo>
                    <a:pt x="270914" y="12065"/>
                  </a:lnTo>
                  <a:lnTo>
                    <a:pt x="266710" y="8844"/>
                  </a:lnTo>
                  <a:lnTo>
                    <a:pt x="262405" y="5757"/>
                  </a:lnTo>
                  <a:lnTo>
                    <a:pt x="258004" y="2808"/>
                  </a:lnTo>
                  <a:lnTo>
                    <a:pt x="253513" y="0"/>
                  </a:lnTo>
                  <a:lnTo>
                    <a:pt x="167152" y="1431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923495" y="2655501"/>
              <a:ext cx="86361" cy="167167"/>
            </a:xfrm>
            <a:custGeom>
              <a:avLst/>
              <a:pathLst>
                <a:path w="86361" h="167167">
                  <a:moveTo>
                    <a:pt x="86361" y="24035"/>
                  </a:moveTo>
                  <a:lnTo>
                    <a:pt x="81455" y="21188"/>
                  </a:lnTo>
                  <a:lnTo>
                    <a:pt x="76456" y="18508"/>
                  </a:lnTo>
                  <a:lnTo>
                    <a:pt x="71369" y="16000"/>
                  </a:lnTo>
                  <a:lnTo>
                    <a:pt x="66200" y="13666"/>
                  </a:lnTo>
                  <a:lnTo>
                    <a:pt x="60954" y="11509"/>
                  </a:lnTo>
                  <a:lnTo>
                    <a:pt x="55639" y="9530"/>
                  </a:lnTo>
                  <a:lnTo>
                    <a:pt x="50259" y="7734"/>
                  </a:lnTo>
                  <a:lnTo>
                    <a:pt x="44821" y="6120"/>
                  </a:lnTo>
                  <a:lnTo>
                    <a:pt x="39332" y="4693"/>
                  </a:lnTo>
                  <a:lnTo>
                    <a:pt x="33798" y="3452"/>
                  </a:lnTo>
                  <a:lnTo>
                    <a:pt x="28224" y="2399"/>
                  </a:lnTo>
                  <a:lnTo>
                    <a:pt x="22618" y="1537"/>
                  </a:lnTo>
                  <a:lnTo>
                    <a:pt x="16986" y="865"/>
                  </a:lnTo>
                  <a:lnTo>
                    <a:pt x="11335" y="384"/>
                  </a:lnTo>
                  <a:lnTo>
                    <a:pt x="5671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98733" y="2168369"/>
              <a:ext cx="47159" cy="167167"/>
            </a:xfrm>
            <a:custGeom>
              <a:avLst/>
              <a:pathLst>
                <a:path w="47159" h="167167">
                  <a:moveTo>
                    <a:pt x="47159" y="0"/>
                  </a:moveTo>
                  <a:lnTo>
                    <a:pt x="41184" y="106"/>
                  </a:lnTo>
                  <a:lnTo>
                    <a:pt x="35217" y="427"/>
                  </a:lnTo>
                  <a:lnTo>
                    <a:pt x="29265" y="960"/>
                  </a:lnTo>
                  <a:lnTo>
                    <a:pt x="23336" y="1706"/>
                  </a:lnTo>
                  <a:lnTo>
                    <a:pt x="17438" y="2663"/>
                  </a:lnTo>
                  <a:lnTo>
                    <a:pt x="11577" y="3830"/>
                  </a:lnTo>
                  <a:lnTo>
                    <a:pt x="5762" y="5206"/>
                  </a:lnTo>
                  <a:lnTo>
                    <a:pt x="0" y="6790"/>
                  </a:lnTo>
                  <a:lnTo>
                    <a:pt x="4715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698733" y="2175159"/>
              <a:ext cx="47159" cy="160377"/>
            </a:xfrm>
            <a:custGeom>
              <a:avLst/>
              <a:pathLst>
                <a:path w="47159" h="160377">
                  <a:moveTo>
                    <a:pt x="0" y="0"/>
                  </a:moveTo>
                  <a:lnTo>
                    <a:pt x="47159" y="1603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578731" y="2175159"/>
              <a:ext cx="264496" cy="327525"/>
            </a:xfrm>
            <a:custGeom>
              <a:avLst/>
              <a:pathLst>
                <a:path w="264496" h="327525">
                  <a:moveTo>
                    <a:pt x="120001" y="0"/>
                  </a:moveTo>
                  <a:lnTo>
                    <a:pt x="114910" y="1585"/>
                  </a:lnTo>
                  <a:lnTo>
                    <a:pt x="109872" y="3333"/>
                  </a:lnTo>
                  <a:lnTo>
                    <a:pt x="104892" y="5240"/>
                  </a:lnTo>
                  <a:lnTo>
                    <a:pt x="99975" y="7305"/>
                  </a:lnTo>
                  <a:lnTo>
                    <a:pt x="95127" y="9525"/>
                  </a:lnTo>
                  <a:lnTo>
                    <a:pt x="90353" y="11900"/>
                  </a:lnTo>
                  <a:lnTo>
                    <a:pt x="85656" y="14425"/>
                  </a:lnTo>
                  <a:lnTo>
                    <a:pt x="81043" y="17099"/>
                  </a:lnTo>
                  <a:lnTo>
                    <a:pt x="76517" y="19918"/>
                  </a:lnTo>
                  <a:lnTo>
                    <a:pt x="72083" y="22881"/>
                  </a:lnTo>
                  <a:lnTo>
                    <a:pt x="67746" y="25983"/>
                  </a:lnTo>
                  <a:lnTo>
                    <a:pt x="63510" y="29222"/>
                  </a:lnTo>
                  <a:lnTo>
                    <a:pt x="59380" y="32595"/>
                  </a:lnTo>
                  <a:lnTo>
                    <a:pt x="55359" y="36098"/>
                  </a:lnTo>
                  <a:lnTo>
                    <a:pt x="51452" y="39727"/>
                  </a:lnTo>
                  <a:lnTo>
                    <a:pt x="47663" y="43479"/>
                  </a:lnTo>
                  <a:lnTo>
                    <a:pt x="43995" y="47349"/>
                  </a:lnTo>
                  <a:lnTo>
                    <a:pt x="40453" y="51335"/>
                  </a:lnTo>
                  <a:lnTo>
                    <a:pt x="37039" y="55432"/>
                  </a:lnTo>
                  <a:lnTo>
                    <a:pt x="33758" y="59636"/>
                  </a:lnTo>
                  <a:lnTo>
                    <a:pt x="30613" y="63942"/>
                  </a:lnTo>
                  <a:lnTo>
                    <a:pt x="27607" y="68346"/>
                  </a:lnTo>
                  <a:lnTo>
                    <a:pt x="24742" y="72844"/>
                  </a:lnTo>
                  <a:lnTo>
                    <a:pt x="22023" y="77431"/>
                  </a:lnTo>
                  <a:lnTo>
                    <a:pt x="19451" y="82102"/>
                  </a:lnTo>
                  <a:lnTo>
                    <a:pt x="17030" y="86853"/>
                  </a:lnTo>
                  <a:lnTo>
                    <a:pt x="14761" y="91679"/>
                  </a:lnTo>
                  <a:lnTo>
                    <a:pt x="12648" y="96574"/>
                  </a:lnTo>
                  <a:lnTo>
                    <a:pt x="10691" y="101535"/>
                  </a:lnTo>
                  <a:lnTo>
                    <a:pt x="8894" y="106555"/>
                  </a:lnTo>
                  <a:lnTo>
                    <a:pt x="7258" y="111631"/>
                  </a:lnTo>
                  <a:lnTo>
                    <a:pt x="5785" y="116755"/>
                  </a:lnTo>
                  <a:lnTo>
                    <a:pt x="4476" y="121925"/>
                  </a:lnTo>
                  <a:lnTo>
                    <a:pt x="3332" y="127133"/>
                  </a:lnTo>
                  <a:lnTo>
                    <a:pt x="2355" y="132375"/>
                  </a:lnTo>
                  <a:lnTo>
                    <a:pt x="1546" y="137646"/>
                  </a:lnTo>
                  <a:lnTo>
                    <a:pt x="905" y="142940"/>
                  </a:lnTo>
                  <a:lnTo>
                    <a:pt x="433" y="148251"/>
                  </a:lnTo>
                  <a:lnTo>
                    <a:pt x="131" y="153575"/>
                  </a:lnTo>
                  <a:lnTo>
                    <a:pt x="0" y="158906"/>
                  </a:lnTo>
                  <a:lnTo>
                    <a:pt x="38" y="164238"/>
                  </a:lnTo>
                  <a:lnTo>
                    <a:pt x="246" y="169567"/>
                  </a:lnTo>
                  <a:lnTo>
                    <a:pt x="624" y="174886"/>
                  </a:lnTo>
                  <a:lnTo>
                    <a:pt x="1171" y="180190"/>
                  </a:lnTo>
                  <a:lnTo>
                    <a:pt x="1888" y="185474"/>
                  </a:lnTo>
                  <a:lnTo>
                    <a:pt x="2772" y="190732"/>
                  </a:lnTo>
                  <a:lnTo>
                    <a:pt x="3824" y="195960"/>
                  </a:lnTo>
                  <a:lnTo>
                    <a:pt x="5042" y="201152"/>
                  </a:lnTo>
                  <a:lnTo>
                    <a:pt x="6425" y="206302"/>
                  </a:lnTo>
                  <a:lnTo>
                    <a:pt x="7972" y="211405"/>
                  </a:lnTo>
                  <a:lnTo>
                    <a:pt x="9680" y="216456"/>
                  </a:lnTo>
                  <a:lnTo>
                    <a:pt x="11549" y="221450"/>
                  </a:lnTo>
                  <a:lnTo>
                    <a:pt x="13576" y="226382"/>
                  </a:lnTo>
                  <a:lnTo>
                    <a:pt x="15759" y="231247"/>
                  </a:lnTo>
                  <a:lnTo>
                    <a:pt x="18097" y="236040"/>
                  </a:lnTo>
                  <a:lnTo>
                    <a:pt x="20586" y="240756"/>
                  </a:lnTo>
                  <a:lnTo>
                    <a:pt x="23224" y="245390"/>
                  </a:lnTo>
                  <a:lnTo>
                    <a:pt x="26009" y="249938"/>
                  </a:lnTo>
                  <a:lnTo>
                    <a:pt x="28937" y="254394"/>
                  </a:lnTo>
                  <a:lnTo>
                    <a:pt x="32006" y="258755"/>
                  </a:lnTo>
                  <a:lnTo>
                    <a:pt x="35212" y="263016"/>
                  </a:lnTo>
                  <a:lnTo>
                    <a:pt x="38553" y="267172"/>
                  </a:lnTo>
                  <a:lnTo>
                    <a:pt x="42025" y="271219"/>
                  </a:lnTo>
                  <a:lnTo>
                    <a:pt x="45624" y="275154"/>
                  </a:lnTo>
                  <a:lnTo>
                    <a:pt x="49346" y="278972"/>
                  </a:lnTo>
                  <a:lnTo>
                    <a:pt x="53189" y="282669"/>
                  </a:lnTo>
                  <a:lnTo>
                    <a:pt x="57147" y="286242"/>
                  </a:lnTo>
                  <a:lnTo>
                    <a:pt x="61218" y="289687"/>
                  </a:lnTo>
                  <a:lnTo>
                    <a:pt x="65396" y="293000"/>
                  </a:lnTo>
                  <a:lnTo>
                    <a:pt x="69678" y="296178"/>
                  </a:lnTo>
                  <a:lnTo>
                    <a:pt x="74059" y="299219"/>
                  </a:lnTo>
                  <a:lnTo>
                    <a:pt x="78534" y="302117"/>
                  </a:lnTo>
                  <a:lnTo>
                    <a:pt x="83100" y="304872"/>
                  </a:lnTo>
                  <a:lnTo>
                    <a:pt x="87752" y="307480"/>
                  </a:lnTo>
                  <a:lnTo>
                    <a:pt x="92484" y="309937"/>
                  </a:lnTo>
                  <a:lnTo>
                    <a:pt x="97292" y="312243"/>
                  </a:lnTo>
                  <a:lnTo>
                    <a:pt x="102171" y="314394"/>
                  </a:lnTo>
                  <a:lnTo>
                    <a:pt x="107117" y="316389"/>
                  </a:lnTo>
                  <a:lnTo>
                    <a:pt x="112123" y="318224"/>
                  </a:lnTo>
                  <a:lnTo>
                    <a:pt x="117186" y="319900"/>
                  </a:lnTo>
                  <a:lnTo>
                    <a:pt x="122299" y="321412"/>
                  </a:lnTo>
                  <a:lnTo>
                    <a:pt x="127458" y="322761"/>
                  </a:lnTo>
                  <a:lnTo>
                    <a:pt x="132657" y="323945"/>
                  </a:lnTo>
                  <a:lnTo>
                    <a:pt x="137892" y="324962"/>
                  </a:lnTo>
                  <a:lnTo>
                    <a:pt x="143156" y="325812"/>
                  </a:lnTo>
                  <a:lnTo>
                    <a:pt x="148445" y="326493"/>
                  </a:lnTo>
                  <a:lnTo>
                    <a:pt x="153753" y="327006"/>
                  </a:lnTo>
                  <a:lnTo>
                    <a:pt x="159074" y="327349"/>
                  </a:lnTo>
                  <a:lnTo>
                    <a:pt x="164404" y="327522"/>
                  </a:lnTo>
                  <a:lnTo>
                    <a:pt x="169736" y="327525"/>
                  </a:lnTo>
                  <a:lnTo>
                    <a:pt x="175066" y="327357"/>
                  </a:lnTo>
                  <a:lnTo>
                    <a:pt x="180388" y="327020"/>
                  </a:lnTo>
                  <a:lnTo>
                    <a:pt x="185696" y="326514"/>
                  </a:lnTo>
                  <a:lnTo>
                    <a:pt x="190985" y="325838"/>
                  </a:lnTo>
                  <a:lnTo>
                    <a:pt x="196251" y="324994"/>
                  </a:lnTo>
                  <a:lnTo>
                    <a:pt x="201486" y="323982"/>
                  </a:lnTo>
                  <a:lnTo>
                    <a:pt x="206687" y="322804"/>
                  </a:lnTo>
                  <a:lnTo>
                    <a:pt x="211847" y="321461"/>
                  </a:lnTo>
                  <a:lnTo>
                    <a:pt x="216962" y="319954"/>
                  </a:lnTo>
                  <a:lnTo>
                    <a:pt x="222027" y="318284"/>
                  </a:lnTo>
                  <a:lnTo>
                    <a:pt x="227035" y="316454"/>
                  </a:lnTo>
                  <a:lnTo>
                    <a:pt x="231983" y="314465"/>
                  </a:lnTo>
                  <a:lnTo>
                    <a:pt x="236864" y="312319"/>
                  </a:lnTo>
                  <a:lnTo>
                    <a:pt x="241675" y="310018"/>
                  </a:lnTo>
                  <a:lnTo>
                    <a:pt x="246410" y="307566"/>
                  </a:lnTo>
                  <a:lnTo>
                    <a:pt x="251064" y="304963"/>
                  </a:lnTo>
                  <a:lnTo>
                    <a:pt x="255633" y="302213"/>
                  </a:lnTo>
                  <a:lnTo>
                    <a:pt x="260112" y="299319"/>
                  </a:lnTo>
                  <a:lnTo>
                    <a:pt x="264496" y="296284"/>
                  </a:lnTo>
                  <a:lnTo>
                    <a:pt x="167160" y="1603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745892" y="2168369"/>
              <a:ext cx="167162" cy="303074"/>
            </a:xfrm>
            <a:custGeom>
              <a:avLst/>
              <a:pathLst>
                <a:path w="167162" h="303074">
                  <a:moveTo>
                    <a:pt x="97335" y="303074"/>
                  </a:moveTo>
                  <a:lnTo>
                    <a:pt x="101620" y="299901"/>
                  </a:lnTo>
                  <a:lnTo>
                    <a:pt x="105802" y="296592"/>
                  </a:lnTo>
                  <a:lnTo>
                    <a:pt x="109876" y="293152"/>
                  </a:lnTo>
                  <a:lnTo>
                    <a:pt x="113838" y="289583"/>
                  </a:lnTo>
                  <a:lnTo>
                    <a:pt x="117685" y="285890"/>
                  </a:lnTo>
                  <a:lnTo>
                    <a:pt x="121411" y="282076"/>
                  </a:lnTo>
                  <a:lnTo>
                    <a:pt x="125015" y="278145"/>
                  </a:lnTo>
                  <a:lnTo>
                    <a:pt x="128491" y="274102"/>
                  </a:lnTo>
                  <a:lnTo>
                    <a:pt x="131836" y="269949"/>
                  </a:lnTo>
                  <a:lnTo>
                    <a:pt x="135047" y="265692"/>
                  </a:lnTo>
                  <a:lnTo>
                    <a:pt x="138121" y="261334"/>
                  </a:lnTo>
                  <a:lnTo>
                    <a:pt x="141054" y="256881"/>
                  </a:lnTo>
                  <a:lnTo>
                    <a:pt x="143843" y="252337"/>
                  </a:lnTo>
                  <a:lnTo>
                    <a:pt x="146487" y="247706"/>
                  </a:lnTo>
                  <a:lnTo>
                    <a:pt x="148981" y="242993"/>
                  </a:lnTo>
                  <a:lnTo>
                    <a:pt x="151323" y="238202"/>
                  </a:lnTo>
                  <a:lnTo>
                    <a:pt x="153512" y="233340"/>
                  </a:lnTo>
                  <a:lnTo>
                    <a:pt x="155545" y="228410"/>
                  </a:lnTo>
                  <a:lnTo>
                    <a:pt x="157419" y="223418"/>
                  </a:lnTo>
                  <a:lnTo>
                    <a:pt x="159133" y="218368"/>
                  </a:lnTo>
                  <a:lnTo>
                    <a:pt x="160685" y="213267"/>
                  </a:lnTo>
                  <a:lnTo>
                    <a:pt x="162073" y="208118"/>
                  </a:lnTo>
                  <a:lnTo>
                    <a:pt x="163297" y="202928"/>
                  </a:lnTo>
                  <a:lnTo>
                    <a:pt x="164355" y="197702"/>
                  </a:lnTo>
                  <a:lnTo>
                    <a:pt x="165245" y="192444"/>
                  </a:lnTo>
                  <a:lnTo>
                    <a:pt x="165967" y="187161"/>
                  </a:lnTo>
                  <a:lnTo>
                    <a:pt x="166520" y="181857"/>
                  </a:lnTo>
                  <a:lnTo>
                    <a:pt x="166904" y="176539"/>
                  </a:lnTo>
                  <a:lnTo>
                    <a:pt x="167118" y="171211"/>
                  </a:lnTo>
                  <a:lnTo>
                    <a:pt x="167162" y="165879"/>
                  </a:lnTo>
                  <a:lnTo>
                    <a:pt x="167036" y="160548"/>
                  </a:lnTo>
                  <a:lnTo>
                    <a:pt x="166740" y="155224"/>
                  </a:lnTo>
                  <a:lnTo>
                    <a:pt x="166274" y="149912"/>
                  </a:lnTo>
                  <a:lnTo>
                    <a:pt x="165639" y="144617"/>
                  </a:lnTo>
                  <a:lnTo>
                    <a:pt x="164836" y="139346"/>
                  </a:lnTo>
                  <a:lnTo>
                    <a:pt x="163864" y="134102"/>
                  </a:lnTo>
                  <a:lnTo>
                    <a:pt x="162726" y="128893"/>
                  </a:lnTo>
                  <a:lnTo>
                    <a:pt x="161423" y="123722"/>
                  </a:lnTo>
                  <a:lnTo>
                    <a:pt x="159955" y="118596"/>
                  </a:lnTo>
                  <a:lnTo>
                    <a:pt x="158325" y="113519"/>
                  </a:lnTo>
                  <a:lnTo>
                    <a:pt x="156533" y="108497"/>
                  </a:lnTo>
                  <a:lnTo>
                    <a:pt x="154582" y="103534"/>
                  </a:lnTo>
                  <a:lnTo>
                    <a:pt x="152474" y="98636"/>
                  </a:lnTo>
                  <a:lnTo>
                    <a:pt x="150211" y="93808"/>
                  </a:lnTo>
                  <a:lnTo>
                    <a:pt x="147794" y="89054"/>
                  </a:lnTo>
                  <a:lnTo>
                    <a:pt x="145228" y="84380"/>
                  </a:lnTo>
                  <a:lnTo>
                    <a:pt x="142514" y="79790"/>
                  </a:lnTo>
                  <a:lnTo>
                    <a:pt x="139654" y="75289"/>
                  </a:lnTo>
                  <a:lnTo>
                    <a:pt x="136653" y="70882"/>
                  </a:lnTo>
                  <a:lnTo>
                    <a:pt x="133512" y="66572"/>
                  </a:lnTo>
                  <a:lnTo>
                    <a:pt x="130236" y="62365"/>
                  </a:lnTo>
                  <a:lnTo>
                    <a:pt x="126827" y="58265"/>
                  </a:lnTo>
                  <a:lnTo>
                    <a:pt x="123289" y="54275"/>
                  </a:lnTo>
                  <a:lnTo>
                    <a:pt x="119626" y="50400"/>
                  </a:lnTo>
                  <a:lnTo>
                    <a:pt x="115841" y="46644"/>
                  </a:lnTo>
                  <a:lnTo>
                    <a:pt x="111938" y="43011"/>
                  </a:lnTo>
                  <a:lnTo>
                    <a:pt x="107921" y="39504"/>
                  </a:lnTo>
                  <a:lnTo>
                    <a:pt x="103794" y="36127"/>
                  </a:lnTo>
                  <a:lnTo>
                    <a:pt x="99562" y="32883"/>
                  </a:lnTo>
                  <a:lnTo>
                    <a:pt x="95229" y="29776"/>
                  </a:lnTo>
                  <a:lnTo>
                    <a:pt x="90798" y="26808"/>
                  </a:lnTo>
                  <a:lnTo>
                    <a:pt x="86275" y="23984"/>
                  </a:lnTo>
                  <a:lnTo>
                    <a:pt x="81665" y="21305"/>
                  </a:lnTo>
                  <a:lnTo>
                    <a:pt x="76971" y="18774"/>
                  </a:lnTo>
                  <a:lnTo>
                    <a:pt x="72199" y="16395"/>
                  </a:lnTo>
                  <a:lnTo>
                    <a:pt x="67353" y="14169"/>
                  </a:lnTo>
                  <a:lnTo>
                    <a:pt x="62439" y="12099"/>
                  </a:lnTo>
                  <a:lnTo>
                    <a:pt x="57462" y="10186"/>
                  </a:lnTo>
                  <a:lnTo>
                    <a:pt x="52426" y="8433"/>
                  </a:lnTo>
                  <a:lnTo>
                    <a:pt x="47336" y="6842"/>
                  </a:lnTo>
                  <a:lnTo>
                    <a:pt x="42199" y="5414"/>
                  </a:lnTo>
                  <a:lnTo>
                    <a:pt x="37018" y="4150"/>
                  </a:lnTo>
                  <a:lnTo>
                    <a:pt x="31800" y="3052"/>
                  </a:lnTo>
                  <a:lnTo>
                    <a:pt x="26550" y="2121"/>
                  </a:lnTo>
                  <a:lnTo>
                    <a:pt x="21272" y="1359"/>
                  </a:lnTo>
                  <a:lnTo>
                    <a:pt x="15973" y="764"/>
                  </a:lnTo>
                  <a:lnTo>
                    <a:pt x="10657" y="340"/>
                  </a:lnTo>
                  <a:lnTo>
                    <a:pt x="533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410910" y="1735255"/>
              <a:ext cx="49635" cy="167167"/>
            </a:xfrm>
            <a:custGeom>
              <a:avLst/>
              <a:pathLst>
                <a:path w="49635" h="167167">
                  <a:moveTo>
                    <a:pt x="49635" y="0"/>
                  </a:moveTo>
                  <a:lnTo>
                    <a:pt x="43337" y="118"/>
                  </a:lnTo>
                  <a:lnTo>
                    <a:pt x="37048" y="474"/>
                  </a:lnTo>
                  <a:lnTo>
                    <a:pt x="30777" y="1067"/>
                  </a:lnTo>
                  <a:lnTo>
                    <a:pt x="24533" y="1895"/>
                  </a:lnTo>
                  <a:lnTo>
                    <a:pt x="18324" y="2958"/>
                  </a:lnTo>
                  <a:lnTo>
                    <a:pt x="12160" y="4254"/>
                  </a:lnTo>
                  <a:lnTo>
                    <a:pt x="6049" y="5782"/>
                  </a:lnTo>
                  <a:lnTo>
                    <a:pt x="0" y="7539"/>
                  </a:lnTo>
                  <a:lnTo>
                    <a:pt x="4963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410910" y="1742794"/>
              <a:ext cx="49635" cy="159628"/>
            </a:xfrm>
            <a:custGeom>
              <a:avLst/>
              <a:pathLst>
                <a:path w="49635" h="159628">
                  <a:moveTo>
                    <a:pt x="0" y="0"/>
                  </a:moveTo>
                  <a:lnTo>
                    <a:pt x="49635" y="1596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293379" y="1742794"/>
              <a:ext cx="334329" cy="326786"/>
            </a:xfrm>
            <a:custGeom>
              <a:avLst/>
              <a:pathLst>
                <a:path w="334329" h="326786">
                  <a:moveTo>
                    <a:pt x="117531" y="0"/>
                  </a:moveTo>
                  <a:lnTo>
                    <a:pt x="112500" y="1652"/>
                  </a:lnTo>
                  <a:lnTo>
                    <a:pt x="107524" y="3462"/>
                  </a:lnTo>
                  <a:lnTo>
                    <a:pt x="102608" y="5429"/>
                  </a:lnTo>
                  <a:lnTo>
                    <a:pt x="97757" y="7551"/>
                  </a:lnTo>
                  <a:lnTo>
                    <a:pt x="92976" y="9826"/>
                  </a:lnTo>
                  <a:lnTo>
                    <a:pt x="88269" y="12251"/>
                  </a:lnTo>
                  <a:lnTo>
                    <a:pt x="83641" y="14823"/>
                  </a:lnTo>
                  <a:lnTo>
                    <a:pt x="79097" y="17541"/>
                  </a:lnTo>
                  <a:lnTo>
                    <a:pt x="74641" y="20402"/>
                  </a:lnTo>
                  <a:lnTo>
                    <a:pt x="70278" y="23402"/>
                  </a:lnTo>
                  <a:lnTo>
                    <a:pt x="66012" y="26539"/>
                  </a:lnTo>
                  <a:lnTo>
                    <a:pt x="61848" y="29809"/>
                  </a:lnTo>
                  <a:lnTo>
                    <a:pt x="57789" y="33210"/>
                  </a:lnTo>
                  <a:lnTo>
                    <a:pt x="53841" y="36737"/>
                  </a:lnTo>
                  <a:lnTo>
                    <a:pt x="50005" y="40388"/>
                  </a:lnTo>
                  <a:lnTo>
                    <a:pt x="46288" y="44158"/>
                  </a:lnTo>
                  <a:lnTo>
                    <a:pt x="42692" y="48044"/>
                  </a:lnTo>
                  <a:lnTo>
                    <a:pt x="39220" y="52042"/>
                  </a:lnTo>
                  <a:lnTo>
                    <a:pt x="35877" y="56148"/>
                  </a:lnTo>
                  <a:lnTo>
                    <a:pt x="32666" y="60358"/>
                  </a:lnTo>
                  <a:lnTo>
                    <a:pt x="29589" y="64668"/>
                  </a:lnTo>
                  <a:lnTo>
                    <a:pt x="26651" y="69073"/>
                  </a:lnTo>
                  <a:lnTo>
                    <a:pt x="23853" y="73568"/>
                  </a:lnTo>
                  <a:lnTo>
                    <a:pt x="21200" y="78150"/>
                  </a:lnTo>
                  <a:lnTo>
                    <a:pt x="18692" y="82814"/>
                  </a:lnTo>
                  <a:lnTo>
                    <a:pt x="16334" y="87554"/>
                  </a:lnTo>
                  <a:lnTo>
                    <a:pt x="14127" y="92368"/>
                  </a:lnTo>
                  <a:lnTo>
                    <a:pt x="12074" y="97248"/>
                  </a:lnTo>
                  <a:lnTo>
                    <a:pt x="10176" y="102191"/>
                  </a:lnTo>
                  <a:lnTo>
                    <a:pt x="8436" y="107192"/>
                  </a:lnTo>
                  <a:lnTo>
                    <a:pt x="6855" y="112245"/>
                  </a:lnTo>
                  <a:lnTo>
                    <a:pt x="5435" y="117346"/>
                  </a:lnTo>
                  <a:lnTo>
                    <a:pt x="4177" y="122490"/>
                  </a:lnTo>
                  <a:lnTo>
                    <a:pt x="3082" y="127670"/>
                  </a:lnTo>
                  <a:lnTo>
                    <a:pt x="2152" y="132883"/>
                  </a:lnTo>
                  <a:lnTo>
                    <a:pt x="1388" y="138122"/>
                  </a:lnTo>
                  <a:lnTo>
                    <a:pt x="790" y="143383"/>
                  </a:lnTo>
                  <a:lnTo>
                    <a:pt x="359" y="148661"/>
                  </a:lnTo>
                  <a:lnTo>
                    <a:pt x="96" y="153949"/>
                  </a:lnTo>
                  <a:lnTo>
                    <a:pt x="0" y="159243"/>
                  </a:lnTo>
                  <a:lnTo>
                    <a:pt x="71" y="164537"/>
                  </a:lnTo>
                  <a:lnTo>
                    <a:pt x="310" y="169827"/>
                  </a:lnTo>
                  <a:lnTo>
                    <a:pt x="717" y="175106"/>
                  </a:lnTo>
                  <a:lnTo>
                    <a:pt x="1291" y="180370"/>
                  </a:lnTo>
                  <a:lnTo>
                    <a:pt x="2031" y="185613"/>
                  </a:lnTo>
                  <a:lnTo>
                    <a:pt x="2937" y="190830"/>
                  </a:lnTo>
                  <a:lnTo>
                    <a:pt x="4007" y="196015"/>
                  </a:lnTo>
                  <a:lnTo>
                    <a:pt x="5242" y="201164"/>
                  </a:lnTo>
                  <a:lnTo>
                    <a:pt x="6638" y="206272"/>
                  </a:lnTo>
                  <a:lnTo>
                    <a:pt x="8196" y="211332"/>
                  </a:lnTo>
                  <a:lnTo>
                    <a:pt x="9913" y="216341"/>
                  </a:lnTo>
                  <a:lnTo>
                    <a:pt x="11788" y="221293"/>
                  </a:lnTo>
                  <a:lnTo>
                    <a:pt x="13819" y="226183"/>
                  </a:lnTo>
                  <a:lnTo>
                    <a:pt x="16004" y="231006"/>
                  </a:lnTo>
                  <a:lnTo>
                    <a:pt x="18340" y="235757"/>
                  </a:lnTo>
                  <a:lnTo>
                    <a:pt x="20826" y="240433"/>
                  </a:lnTo>
                  <a:lnTo>
                    <a:pt x="23458" y="245027"/>
                  </a:lnTo>
                  <a:lnTo>
                    <a:pt x="26235" y="249535"/>
                  </a:lnTo>
                  <a:lnTo>
                    <a:pt x="29153" y="253953"/>
                  </a:lnTo>
                  <a:lnTo>
                    <a:pt x="32210" y="258277"/>
                  </a:lnTo>
                  <a:lnTo>
                    <a:pt x="35402" y="262502"/>
                  </a:lnTo>
                  <a:lnTo>
                    <a:pt x="38726" y="266623"/>
                  </a:lnTo>
                  <a:lnTo>
                    <a:pt x="42179" y="270637"/>
                  </a:lnTo>
                  <a:lnTo>
                    <a:pt x="45757" y="274540"/>
                  </a:lnTo>
                  <a:lnTo>
                    <a:pt x="49457" y="278327"/>
                  </a:lnTo>
                  <a:lnTo>
                    <a:pt x="53276" y="281996"/>
                  </a:lnTo>
                  <a:lnTo>
                    <a:pt x="57208" y="285541"/>
                  </a:lnTo>
                  <a:lnTo>
                    <a:pt x="61251" y="288960"/>
                  </a:lnTo>
                  <a:lnTo>
                    <a:pt x="65400" y="292250"/>
                  </a:lnTo>
                  <a:lnTo>
                    <a:pt x="69652" y="295406"/>
                  </a:lnTo>
                  <a:lnTo>
                    <a:pt x="74001" y="298427"/>
                  </a:lnTo>
                  <a:lnTo>
                    <a:pt x="78443" y="301308"/>
                  </a:lnTo>
                  <a:lnTo>
                    <a:pt x="82975" y="304046"/>
                  </a:lnTo>
                  <a:lnTo>
                    <a:pt x="87591" y="306640"/>
                  </a:lnTo>
                  <a:lnTo>
                    <a:pt x="92287" y="309087"/>
                  </a:lnTo>
                  <a:lnTo>
                    <a:pt x="97057" y="311383"/>
                  </a:lnTo>
                  <a:lnTo>
                    <a:pt x="101899" y="313527"/>
                  </a:lnTo>
                  <a:lnTo>
                    <a:pt x="106806" y="315517"/>
                  </a:lnTo>
                  <a:lnTo>
                    <a:pt x="111773" y="317351"/>
                  </a:lnTo>
                  <a:lnTo>
                    <a:pt x="116796" y="319026"/>
                  </a:lnTo>
                  <a:lnTo>
                    <a:pt x="121869" y="320541"/>
                  </a:lnTo>
                  <a:lnTo>
                    <a:pt x="126988" y="321895"/>
                  </a:lnTo>
                  <a:lnTo>
                    <a:pt x="132147" y="323086"/>
                  </a:lnTo>
                  <a:lnTo>
                    <a:pt x="137342" y="324113"/>
                  </a:lnTo>
                  <a:lnTo>
                    <a:pt x="142566" y="324975"/>
                  </a:lnTo>
                  <a:lnTo>
                    <a:pt x="147815" y="325671"/>
                  </a:lnTo>
                  <a:lnTo>
                    <a:pt x="153083" y="326201"/>
                  </a:lnTo>
                  <a:lnTo>
                    <a:pt x="158366" y="326564"/>
                  </a:lnTo>
                  <a:lnTo>
                    <a:pt x="163657" y="326759"/>
                  </a:lnTo>
                  <a:lnTo>
                    <a:pt x="168952" y="326786"/>
                  </a:lnTo>
                  <a:lnTo>
                    <a:pt x="174245" y="326645"/>
                  </a:lnTo>
                  <a:lnTo>
                    <a:pt x="179531" y="326337"/>
                  </a:lnTo>
                  <a:lnTo>
                    <a:pt x="184805" y="325862"/>
                  </a:lnTo>
                  <a:lnTo>
                    <a:pt x="190060" y="325220"/>
                  </a:lnTo>
                  <a:lnTo>
                    <a:pt x="195293" y="324412"/>
                  </a:lnTo>
                  <a:lnTo>
                    <a:pt x="200498" y="323439"/>
                  </a:lnTo>
                  <a:lnTo>
                    <a:pt x="205669" y="322301"/>
                  </a:lnTo>
                  <a:lnTo>
                    <a:pt x="210802" y="321000"/>
                  </a:lnTo>
                  <a:lnTo>
                    <a:pt x="215891" y="319537"/>
                  </a:lnTo>
                  <a:lnTo>
                    <a:pt x="220930" y="317914"/>
                  </a:lnTo>
                  <a:lnTo>
                    <a:pt x="225916" y="316132"/>
                  </a:lnTo>
                  <a:lnTo>
                    <a:pt x="230843" y="314192"/>
                  </a:lnTo>
                  <a:lnTo>
                    <a:pt x="235707" y="312098"/>
                  </a:lnTo>
                  <a:lnTo>
                    <a:pt x="240501" y="309851"/>
                  </a:lnTo>
                  <a:lnTo>
                    <a:pt x="245222" y="307453"/>
                  </a:lnTo>
                  <a:lnTo>
                    <a:pt x="249864" y="304907"/>
                  </a:lnTo>
                  <a:lnTo>
                    <a:pt x="254424" y="302215"/>
                  </a:lnTo>
                  <a:lnTo>
                    <a:pt x="258896" y="299380"/>
                  </a:lnTo>
                  <a:lnTo>
                    <a:pt x="263276" y="296405"/>
                  </a:lnTo>
                  <a:lnTo>
                    <a:pt x="267559" y="293292"/>
                  </a:lnTo>
                  <a:lnTo>
                    <a:pt x="271742" y="290046"/>
                  </a:lnTo>
                  <a:lnTo>
                    <a:pt x="275820" y="286669"/>
                  </a:lnTo>
                  <a:lnTo>
                    <a:pt x="279789" y="283164"/>
                  </a:lnTo>
                  <a:lnTo>
                    <a:pt x="283645" y="279535"/>
                  </a:lnTo>
                  <a:lnTo>
                    <a:pt x="287384" y="275786"/>
                  </a:lnTo>
                  <a:lnTo>
                    <a:pt x="291003" y="271920"/>
                  </a:lnTo>
                  <a:lnTo>
                    <a:pt x="294497" y="267942"/>
                  </a:lnTo>
                  <a:lnTo>
                    <a:pt x="297863" y="263855"/>
                  </a:lnTo>
                  <a:lnTo>
                    <a:pt x="301099" y="259664"/>
                  </a:lnTo>
                  <a:lnTo>
                    <a:pt x="304200" y="255372"/>
                  </a:lnTo>
                  <a:lnTo>
                    <a:pt x="307163" y="250984"/>
                  </a:lnTo>
                  <a:lnTo>
                    <a:pt x="309986" y="246504"/>
                  </a:lnTo>
                  <a:lnTo>
                    <a:pt x="312666" y="241938"/>
                  </a:lnTo>
                  <a:lnTo>
                    <a:pt x="315200" y="237288"/>
                  </a:lnTo>
                  <a:lnTo>
                    <a:pt x="317585" y="232561"/>
                  </a:lnTo>
                  <a:lnTo>
                    <a:pt x="319819" y="227761"/>
                  </a:lnTo>
                  <a:lnTo>
                    <a:pt x="321901" y="222892"/>
                  </a:lnTo>
                  <a:lnTo>
                    <a:pt x="323826" y="217960"/>
                  </a:lnTo>
                  <a:lnTo>
                    <a:pt x="325595" y="212969"/>
                  </a:lnTo>
                  <a:lnTo>
                    <a:pt x="327205" y="207925"/>
                  </a:lnTo>
                  <a:lnTo>
                    <a:pt x="328654" y="202832"/>
                  </a:lnTo>
                  <a:lnTo>
                    <a:pt x="329942" y="197696"/>
                  </a:lnTo>
                  <a:lnTo>
                    <a:pt x="331066" y="192522"/>
                  </a:lnTo>
                  <a:lnTo>
                    <a:pt x="332025" y="187315"/>
                  </a:lnTo>
                  <a:lnTo>
                    <a:pt x="332819" y="182080"/>
                  </a:lnTo>
                  <a:lnTo>
                    <a:pt x="333447" y="176822"/>
                  </a:lnTo>
                  <a:lnTo>
                    <a:pt x="333908" y="171547"/>
                  </a:lnTo>
                  <a:lnTo>
                    <a:pt x="334202" y="166260"/>
                  </a:lnTo>
                  <a:lnTo>
                    <a:pt x="334329" y="160967"/>
                  </a:lnTo>
                  <a:lnTo>
                    <a:pt x="334287" y="155672"/>
                  </a:lnTo>
                  <a:lnTo>
                    <a:pt x="334078" y="150382"/>
                  </a:lnTo>
                  <a:lnTo>
                    <a:pt x="333701" y="145100"/>
                  </a:lnTo>
                  <a:lnTo>
                    <a:pt x="333158" y="139833"/>
                  </a:lnTo>
                  <a:lnTo>
                    <a:pt x="332448" y="134586"/>
                  </a:lnTo>
                  <a:lnTo>
                    <a:pt x="331572" y="129364"/>
                  </a:lnTo>
                  <a:lnTo>
                    <a:pt x="330531" y="124172"/>
                  </a:lnTo>
                  <a:lnTo>
                    <a:pt x="329326" y="119016"/>
                  </a:lnTo>
                  <a:lnTo>
                    <a:pt x="327958" y="113901"/>
                  </a:lnTo>
                  <a:lnTo>
                    <a:pt x="326430" y="108832"/>
                  </a:lnTo>
                  <a:lnTo>
                    <a:pt x="324741" y="103813"/>
                  </a:lnTo>
                  <a:lnTo>
                    <a:pt x="322894" y="98851"/>
                  </a:lnTo>
                  <a:lnTo>
                    <a:pt x="320891" y="93950"/>
                  </a:lnTo>
                  <a:lnTo>
                    <a:pt x="318734" y="89114"/>
                  </a:lnTo>
                  <a:lnTo>
                    <a:pt x="316425" y="84349"/>
                  </a:lnTo>
                  <a:lnTo>
                    <a:pt x="313966" y="79660"/>
                  </a:lnTo>
                  <a:lnTo>
                    <a:pt x="311360" y="75051"/>
                  </a:lnTo>
                  <a:lnTo>
                    <a:pt x="308609" y="70527"/>
                  </a:lnTo>
                  <a:lnTo>
                    <a:pt x="305716" y="66092"/>
                  </a:lnTo>
                  <a:lnTo>
                    <a:pt x="302684" y="61751"/>
                  </a:lnTo>
                  <a:lnTo>
                    <a:pt x="299516" y="57508"/>
                  </a:lnTo>
                  <a:lnTo>
                    <a:pt x="296216" y="53368"/>
                  </a:lnTo>
                  <a:lnTo>
                    <a:pt x="292786" y="49334"/>
                  </a:lnTo>
                  <a:lnTo>
                    <a:pt x="289230" y="45411"/>
                  </a:lnTo>
                  <a:lnTo>
                    <a:pt x="285551" y="41602"/>
                  </a:lnTo>
                  <a:lnTo>
                    <a:pt x="281754" y="37912"/>
                  </a:lnTo>
                  <a:lnTo>
                    <a:pt x="277842" y="34344"/>
                  </a:lnTo>
                  <a:lnTo>
                    <a:pt x="273818" y="30902"/>
                  </a:lnTo>
                  <a:lnTo>
                    <a:pt x="269688" y="27589"/>
                  </a:lnTo>
                  <a:lnTo>
                    <a:pt x="265455" y="24408"/>
                  </a:lnTo>
                  <a:lnTo>
                    <a:pt x="261123" y="21363"/>
                  </a:lnTo>
                  <a:lnTo>
                    <a:pt x="256697" y="18457"/>
                  </a:lnTo>
                  <a:lnTo>
                    <a:pt x="252181" y="15692"/>
                  </a:lnTo>
                  <a:lnTo>
                    <a:pt x="247580" y="13072"/>
                  </a:lnTo>
                  <a:lnTo>
                    <a:pt x="242898" y="10599"/>
                  </a:lnTo>
                  <a:lnTo>
                    <a:pt x="238141" y="8275"/>
                  </a:lnTo>
                  <a:lnTo>
                    <a:pt x="233312" y="6103"/>
                  </a:lnTo>
                  <a:lnTo>
                    <a:pt x="228416" y="4086"/>
                  </a:lnTo>
                  <a:lnTo>
                    <a:pt x="167166" y="1596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460546" y="1735255"/>
              <a:ext cx="61249" cy="167167"/>
            </a:xfrm>
            <a:custGeom>
              <a:avLst/>
              <a:pathLst>
                <a:path w="61249" h="167167">
                  <a:moveTo>
                    <a:pt x="61249" y="11625"/>
                  </a:moveTo>
                  <a:lnTo>
                    <a:pt x="55373" y="9437"/>
                  </a:lnTo>
                  <a:lnTo>
                    <a:pt x="49418" y="7471"/>
                  </a:lnTo>
                  <a:lnTo>
                    <a:pt x="43394" y="5730"/>
                  </a:lnTo>
                  <a:lnTo>
                    <a:pt x="37309" y="4216"/>
                  </a:lnTo>
                  <a:lnTo>
                    <a:pt x="31171" y="2931"/>
                  </a:lnTo>
                  <a:lnTo>
                    <a:pt x="24990" y="1878"/>
                  </a:lnTo>
                  <a:lnTo>
                    <a:pt x="18773" y="1057"/>
                  </a:lnTo>
                  <a:lnTo>
                    <a:pt x="12530" y="470"/>
                  </a:lnTo>
                  <a:lnTo>
                    <a:pt x="6269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5915690" y="1379510"/>
              <a:ext cx="326976" cy="334334"/>
            </a:xfrm>
            <a:custGeom>
              <a:avLst/>
              <a:pathLst>
                <a:path w="326976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7" y="337"/>
                  </a:lnTo>
                  <a:lnTo>
                    <a:pt x="151245" y="758"/>
                  </a:lnTo>
                  <a:lnTo>
                    <a:pt x="145968" y="1347"/>
                  </a:lnTo>
                  <a:lnTo>
                    <a:pt x="140713" y="2103"/>
                  </a:lnTo>
                  <a:lnTo>
                    <a:pt x="135484" y="3026"/>
                  </a:lnTo>
                  <a:lnTo>
                    <a:pt x="130288" y="4114"/>
                  </a:lnTo>
                  <a:lnTo>
                    <a:pt x="125128" y="5367"/>
                  </a:lnTo>
                  <a:lnTo>
                    <a:pt x="120011" y="6783"/>
                  </a:lnTo>
                  <a:lnTo>
                    <a:pt x="114942" y="8361"/>
                  </a:lnTo>
                  <a:lnTo>
                    <a:pt x="109925" y="10099"/>
                  </a:lnTo>
                  <a:lnTo>
                    <a:pt x="104966" y="11996"/>
                  </a:lnTo>
                  <a:lnTo>
                    <a:pt x="100069" y="14049"/>
                  </a:lnTo>
                  <a:lnTo>
                    <a:pt x="95241" y="16256"/>
                  </a:lnTo>
                  <a:lnTo>
                    <a:pt x="90484" y="18616"/>
                  </a:lnTo>
                  <a:lnTo>
                    <a:pt x="85806" y="21125"/>
                  </a:lnTo>
                  <a:lnTo>
                    <a:pt x="81209" y="23782"/>
                  </a:lnTo>
                  <a:lnTo>
                    <a:pt x="76699" y="26584"/>
                  </a:lnTo>
                  <a:lnTo>
                    <a:pt x="72280" y="29527"/>
                  </a:lnTo>
                  <a:lnTo>
                    <a:pt x="67957" y="32609"/>
                  </a:lnTo>
                  <a:lnTo>
                    <a:pt x="63734" y="35827"/>
                  </a:lnTo>
                  <a:lnTo>
                    <a:pt x="59615" y="39178"/>
                  </a:lnTo>
                  <a:lnTo>
                    <a:pt x="55605" y="42657"/>
                  </a:lnTo>
                  <a:lnTo>
                    <a:pt x="51707" y="46262"/>
                  </a:lnTo>
                  <a:lnTo>
                    <a:pt x="47925" y="49989"/>
                  </a:lnTo>
                  <a:lnTo>
                    <a:pt x="44264" y="53835"/>
                  </a:lnTo>
                  <a:lnTo>
                    <a:pt x="40727" y="57794"/>
                  </a:lnTo>
                  <a:lnTo>
                    <a:pt x="37318" y="61864"/>
                  </a:lnTo>
                  <a:lnTo>
                    <a:pt x="34039" y="66040"/>
                  </a:lnTo>
                  <a:lnTo>
                    <a:pt x="30895" y="70319"/>
                  </a:lnTo>
                  <a:lnTo>
                    <a:pt x="27888" y="74694"/>
                  </a:lnTo>
                  <a:lnTo>
                    <a:pt x="25022" y="79164"/>
                  </a:lnTo>
                  <a:lnTo>
                    <a:pt x="22299" y="83721"/>
                  </a:lnTo>
                  <a:lnTo>
                    <a:pt x="19722" y="88364"/>
                  </a:lnTo>
                  <a:lnTo>
                    <a:pt x="17293" y="93085"/>
                  </a:lnTo>
                  <a:lnTo>
                    <a:pt x="15016" y="97881"/>
                  </a:lnTo>
                  <a:lnTo>
                    <a:pt x="12893" y="102748"/>
                  </a:lnTo>
                  <a:lnTo>
                    <a:pt x="10925" y="107679"/>
                  </a:lnTo>
                  <a:lnTo>
                    <a:pt x="9115" y="112670"/>
                  </a:lnTo>
                  <a:lnTo>
                    <a:pt x="7464" y="117716"/>
                  </a:lnTo>
                  <a:lnTo>
                    <a:pt x="5974" y="122812"/>
                  </a:lnTo>
                  <a:lnTo>
                    <a:pt x="4646" y="127953"/>
                  </a:lnTo>
                  <a:lnTo>
                    <a:pt x="3483" y="133133"/>
                  </a:lnTo>
                  <a:lnTo>
                    <a:pt x="2485" y="138348"/>
                  </a:lnTo>
                  <a:lnTo>
                    <a:pt x="1653" y="143592"/>
                  </a:lnTo>
                  <a:lnTo>
                    <a:pt x="988" y="148859"/>
                  </a:lnTo>
                  <a:lnTo>
                    <a:pt x="490" y="154145"/>
                  </a:lnTo>
                  <a:lnTo>
                    <a:pt x="161" y="159445"/>
                  </a:lnTo>
                  <a:lnTo>
                    <a:pt x="0" y="164752"/>
                  </a:lnTo>
                  <a:lnTo>
                    <a:pt x="7" y="170061"/>
                  </a:lnTo>
                  <a:lnTo>
                    <a:pt x="183" y="175367"/>
                  </a:lnTo>
                  <a:lnTo>
                    <a:pt x="528" y="180666"/>
                  </a:lnTo>
                  <a:lnTo>
                    <a:pt x="1041" y="185950"/>
                  </a:lnTo>
                  <a:lnTo>
                    <a:pt x="1721" y="191216"/>
                  </a:lnTo>
                  <a:lnTo>
                    <a:pt x="2568" y="196457"/>
                  </a:lnTo>
                  <a:lnTo>
                    <a:pt x="3581" y="201669"/>
                  </a:lnTo>
                  <a:lnTo>
                    <a:pt x="4759" y="206846"/>
                  </a:lnTo>
                  <a:lnTo>
                    <a:pt x="6101" y="211983"/>
                  </a:lnTo>
                  <a:lnTo>
                    <a:pt x="7606" y="217075"/>
                  </a:lnTo>
                  <a:lnTo>
                    <a:pt x="9271" y="222116"/>
                  </a:lnTo>
                  <a:lnTo>
                    <a:pt x="11096" y="227102"/>
                  </a:lnTo>
                  <a:lnTo>
                    <a:pt x="13078" y="232028"/>
                  </a:lnTo>
                  <a:lnTo>
                    <a:pt x="15215" y="236888"/>
                  </a:lnTo>
                  <a:lnTo>
                    <a:pt x="17506" y="241678"/>
                  </a:lnTo>
                  <a:lnTo>
                    <a:pt x="19948" y="246392"/>
                  </a:lnTo>
                  <a:lnTo>
                    <a:pt x="22538" y="251027"/>
                  </a:lnTo>
                  <a:lnTo>
                    <a:pt x="25274" y="255577"/>
                  </a:lnTo>
                  <a:lnTo>
                    <a:pt x="28153" y="260038"/>
                  </a:lnTo>
                  <a:lnTo>
                    <a:pt x="31173" y="264405"/>
                  </a:lnTo>
                  <a:lnTo>
                    <a:pt x="34329" y="268674"/>
                  </a:lnTo>
                  <a:lnTo>
                    <a:pt x="37620" y="272841"/>
                  </a:lnTo>
                  <a:lnTo>
                    <a:pt x="41041" y="276901"/>
                  </a:lnTo>
                  <a:lnTo>
                    <a:pt x="44589" y="280851"/>
                  </a:lnTo>
                  <a:lnTo>
                    <a:pt x="48262" y="284685"/>
                  </a:lnTo>
                  <a:lnTo>
                    <a:pt x="52053" y="288402"/>
                  </a:lnTo>
                  <a:lnTo>
                    <a:pt x="55962" y="291996"/>
                  </a:lnTo>
                  <a:lnTo>
                    <a:pt x="59982" y="295464"/>
                  </a:lnTo>
                  <a:lnTo>
                    <a:pt x="64110" y="298802"/>
                  </a:lnTo>
                  <a:lnTo>
                    <a:pt x="68342" y="302008"/>
                  </a:lnTo>
                  <a:lnTo>
                    <a:pt x="72674" y="305078"/>
                  </a:lnTo>
                  <a:lnTo>
                    <a:pt x="77102" y="308009"/>
                  </a:lnTo>
                  <a:lnTo>
                    <a:pt x="81620" y="310797"/>
                  </a:lnTo>
                  <a:lnTo>
                    <a:pt x="86224" y="313441"/>
                  </a:lnTo>
                  <a:lnTo>
                    <a:pt x="90910" y="315937"/>
                  </a:lnTo>
                  <a:lnTo>
                    <a:pt x="95673" y="318283"/>
                  </a:lnTo>
                  <a:lnTo>
                    <a:pt x="100508" y="320477"/>
                  </a:lnTo>
                  <a:lnTo>
                    <a:pt x="105410" y="322516"/>
                  </a:lnTo>
                  <a:lnTo>
                    <a:pt x="110375" y="324398"/>
                  </a:lnTo>
                  <a:lnTo>
                    <a:pt x="115397" y="326122"/>
                  </a:lnTo>
                  <a:lnTo>
                    <a:pt x="120471" y="327685"/>
                  </a:lnTo>
                  <a:lnTo>
                    <a:pt x="125592" y="329086"/>
                  </a:lnTo>
                  <a:lnTo>
                    <a:pt x="130755" y="330324"/>
                  </a:lnTo>
                  <a:lnTo>
                    <a:pt x="135955" y="331398"/>
                  </a:lnTo>
                  <a:lnTo>
                    <a:pt x="141186" y="332306"/>
                  </a:lnTo>
                  <a:lnTo>
                    <a:pt x="146443" y="333047"/>
                  </a:lnTo>
                  <a:lnTo>
                    <a:pt x="151721" y="333621"/>
                  </a:lnTo>
                  <a:lnTo>
                    <a:pt x="157015" y="334027"/>
                  </a:lnTo>
                  <a:lnTo>
                    <a:pt x="162319" y="334265"/>
                  </a:lnTo>
                  <a:lnTo>
                    <a:pt x="167628" y="334334"/>
                  </a:lnTo>
                  <a:lnTo>
                    <a:pt x="172937" y="334234"/>
                  </a:lnTo>
                  <a:lnTo>
                    <a:pt x="178239" y="333966"/>
                  </a:lnTo>
                  <a:lnTo>
                    <a:pt x="183531" y="333530"/>
                  </a:lnTo>
                  <a:lnTo>
                    <a:pt x="188806" y="332926"/>
                  </a:lnTo>
                  <a:lnTo>
                    <a:pt x="194059" y="332154"/>
                  </a:lnTo>
                  <a:lnTo>
                    <a:pt x="199285" y="331217"/>
                  </a:lnTo>
                  <a:lnTo>
                    <a:pt x="204478" y="330113"/>
                  </a:lnTo>
                  <a:lnTo>
                    <a:pt x="209634" y="328846"/>
                  </a:lnTo>
                  <a:lnTo>
                    <a:pt x="214747" y="327415"/>
                  </a:lnTo>
                  <a:lnTo>
                    <a:pt x="219812" y="325823"/>
                  </a:lnTo>
                  <a:lnTo>
                    <a:pt x="224824" y="324070"/>
                  </a:lnTo>
                  <a:lnTo>
                    <a:pt x="229777" y="322160"/>
                  </a:lnTo>
                  <a:lnTo>
                    <a:pt x="234668" y="320093"/>
                  </a:lnTo>
                  <a:lnTo>
                    <a:pt x="239490" y="317871"/>
                  </a:lnTo>
                  <a:lnTo>
                    <a:pt x="244240" y="315498"/>
                  </a:lnTo>
                  <a:lnTo>
                    <a:pt x="248911" y="312975"/>
                  </a:lnTo>
                  <a:lnTo>
                    <a:pt x="253500" y="310305"/>
                  </a:lnTo>
                  <a:lnTo>
                    <a:pt x="258002" y="307490"/>
                  </a:lnTo>
                  <a:lnTo>
                    <a:pt x="262413" y="304535"/>
                  </a:lnTo>
                  <a:lnTo>
                    <a:pt x="266727" y="301440"/>
                  </a:lnTo>
                  <a:lnTo>
                    <a:pt x="270941" y="298210"/>
                  </a:lnTo>
                  <a:lnTo>
                    <a:pt x="275050" y="294848"/>
                  </a:lnTo>
                  <a:lnTo>
                    <a:pt x="279051" y="291357"/>
                  </a:lnTo>
                  <a:lnTo>
                    <a:pt x="282938" y="287741"/>
                  </a:lnTo>
                  <a:lnTo>
                    <a:pt x="286709" y="284003"/>
                  </a:lnTo>
                  <a:lnTo>
                    <a:pt x="290359" y="280147"/>
                  </a:lnTo>
                  <a:lnTo>
                    <a:pt x="293884" y="276177"/>
                  </a:lnTo>
                  <a:lnTo>
                    <a:pt x="297282" y="272097"/>
                  </a:lnTo>
                  <a:lnTo>
                    <a:pt x="300549" y="267912"/>
                  </a:lnTo>
                  <a:lnTo>
                    <a:pt x="303681" y="263625"/>
                  </a:lnTo>
                  <a:lnTo>
                    <a:pt x="306675" y="259240"/>
                  </a:lnTo>
                  <a:lnTo>
                    <a:pt x="309529" y="254763"/>
                  </a:lnTo>
                  <a:lnTo>
                    <a:pt x="312239" y="250197"/>
                  </a:lnTo>
                  <a:lnTo>
                    <a:pt x="314802" y="245548"/>
                  </a:lnTo>
                  <a:lnTo>
                    <a:pt x="317217" y="240819"/>
                  </a:lnTo>
                  <a:lnTo>
                    <a:pt x="319480" y="236016"/>
                  </a:lnTo>
                  <a:lnTo>
                    <a:pt x="321590" y="231144"/>
                  </a:lnTo>
                  <a:lnTo>
                    <a:pt x="323544" y="226207"/>
                  </a:lnTo>
                  <a:lnTo>
                    <a:pt x="325340" y="221211"/>
                  </a:lnTo>
                  <a:lnTo>
                    <a:pt x="326976" y="21616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82840" y="1546678"/>
              <a:ext cx="159826" cy="48993"/>
            </a:xfrm>
            <a:custGeom>
              <a:avLst/>
              <a:pathLst>
                <a:path w="159826" h="48993">
                  <a:moveTo>
                    <a:pt x="159826" y="48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82840" y="1546678"/>
              <a:ext cx="159826" cy="48993"/>
            </a:xfrm>
            <a:custGeom>
              <a:avLst/>
              <a:pathLst>
                <a:path w="159826" h="48993">
                  <a:moveTo>
                    <a:pt x="159826" y="48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82840" y="1546678"/>
              <a:ext cx="159826" cy="48993"/>
            </a:xfrm>
            <a:custGeom>
              <a:avLst/>
              <a:pathLst>
                <a:path w="159826" h="48993">
                  <a:moveTo>
                    <a:pt x="159826" y="48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82840" y="1546678"/>
              <a:ext cx="159826" cy="48993"/>
            </a:xfrm>
            <a:custGeom>
              <a:avLst/>
              <a:pathLst>
                <a:path w="159826" h="48993">
                  <a:moveTo>
                    <a:pt x="159826" y="48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82840" y="1546678"/>
              <a:ext cx="159826" cy="48993"/>
            </a:xfrm>
            <a:custGeom>
              <a:avLst/>
              <a:pathLst>
                <a:path w="159826" h="48993">
                  <a:moveTo>
                    <a:pt x="159826" y="48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82840" y="1546678"/>
              <a:ext cx="159826" cy="48993"/>
            </a:xfrm>
            <a:custGeom>
              <a:avLst/>
              <a:pathLst>
                <a:path w="159826" h="48993">
                  <a:moveTo>
                    <a:pt x="159826" y="48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82840" y="1546678"/>
              <a:ext cx="159826" cy="48993"/>
            </a:xfrm>
            <a:custGeom>
              <a:avLst/>
              <a:pathLst>
                <a:path w="159826" h="48993">
                  <a:moveTo>
                    <a:pt x="159826" y="48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82840" y="1546678"/>
              <a:ext cx="159826" cy="48993"/>
            </a:xfrm>
            <a:custGeom>
              <a:avLst/>
              <a:pathLst>
                <a:path w="159826" h="48993">
                  <a:moveTo>
                    <a:pt x="159826" y="48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82840" y="1546678"/>
              <a:ext cx="159826" cy="48993"/>
            </a:xfrm>
            <a:custGeom>
              <a:avLst/>
              <a:pathLst>
                <a:path w="159826" h="48993">
                  <a:moveTo>
                    <a:pt x="159826" y="48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82840" y="1546678"/>
              <a:ext cx="159826" cy="48993"/>
            </a:xfrm>
            <a:custGeom>
              <a:avLst/>
              <a:pathLst>
                <a:path w="159826" h="48993">
                  <a:moveTo>
                    <a:pt x="159826" y="48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82840" y="1546678"/>
              <a:ext cx="159826" cy="48993"/>
            </a:xfrm>
            <a:custGeom>
              <a:avLst/>
              <a:pathLst>
                <a:path w="159826" h="48993">
                  <a:moveTo>
                    <a:pt x="159826" y="48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82840" y="1546678"/>
              <a:ext cx="159826" cy="48993"/>
            </a:xfrm>
            <a:custGeom>
              <a:avLst/>
              <a:pathLst>
                <a:path w="159826" h="48993">
                  <a:moveTo>
                    <a:pt x="159826" y="48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82840" y="1546678"/>
              <a:ext cx="159826" cy="48993"/>
            </a:xfrm>
            <a:custGeom>
              <a:avLst/>
              <a:pathLst>
                <a:path w="159826" h="48993">
                  <a:moveTo>
                    <a:pt x="159826" y="48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82840" y="1546678"/>
              <a:ext cx="159826" cy="48993"/>
            </a:xfrm>
            <a:custGeom>
              <a:avLst/>
              <a:pathLst>
                <a:path w="159826" h="48993">
                  <a:moveTo>
                    <a:pt x="159826" y="48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82840" y="1546678"/>
              <a:ext cx="159826" cy="48993"/>
            </a:xfrm>
            <a:custGeom>
              <a:avLst/>
              <a:pathLst>
                <a:path w="159826" h="48993">
                  <a:moveTo>
                    <a:pt x="159826" y="48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82840" y="1546678"/>
              <a:ext cx="159826" cy="48993"/>
            </a:xfrm>
            <a:custGeom>
              <a:avLst/>
              <a:pathLst>
                <a:path w="159826" h="48993">
                  <a:moveTo>
                    <a:pt x="159826" y="48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82840" y="1546678"/>
              <a:ext cx="159826" cy="48993"/>
            </a:xfrm>
            <a:custGeom>
              <a:avLst/>
              <a:pathLst>
                <a:path w="159826" h="48993">
                  <a:moveTo>
                    <a:pt x="159826" y="48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82840" y="1546678"/>
              <a:ext cx="159826" cy="48993"/>
            </a:xfrm>
            <a:custGeom>
              <a:avLst/>
              <a:pathLst>
                <a:path w="159826" h="48993">
                  <a:moveTo>
                    <a:pt x="159826" y="48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82840" y="1546678"/>
              <a:ext cx="159826" cy="48993"/>
            </a:xfrm>
            <a:custGeom>
              <a:avLst/>
              <a:pathLst>
                <a:path w="159826" h="48993">
                  <a:moveTo>
                    <a:pt x="159826" y="48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6082840" y="1546678"/>
              <a:ext cx="159826" cy="48993"/>
            </a:xfrm>
            <a:custGeom>
              <a:avLst/>
              <a:pathLst>
                <a:path w="159826" h="48993">
                  <a:moveTo>
                    <a:pt x="159826" y="48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6082840" y="1546678"/>
              <a:ext cx="159826" cy="48993"/>
            </a:xfrm>
            <a:custGeom>
              <a:avLst/>
              <a:pathLst>
                <a:path w="159826" h="48993">
                  <a:moveTo>
                    <a:pt x="159826" y="48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6082840" y="1546678"/>
              <a:ext cx="159826" cy="48993"/>
            </a:xfrm>
            <a:custGeom>
              <a:avLst/>
              <a:pathLst>
                <a:path w="159826" h="48993">
                  <a:moveTo>
                    <a:pt x="159826" y="4899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6082840" y="1546678"/>
              <a:ext cx="160067" cy="48993"/>
            </a:xfrm>
            <a:custGeom>
              <a:avLst/>
              <a:pathLst>
                <a:path w="160067" h="48993">
                  <a:moveTo>
                    <a:pt x="159826" y="48993"/>
                  </a:moveTo>
                  <a:lnTo>
                    <a:pt x="160067" y="48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6082840" y="1379510"/>
              <a:ext cx="167166" cy="215368"/>
            </a:xfrm>
            <a:custGeom>
              <a:avLst/>
              <a:pathLst>
                <a:path w="167166" h="215368">
                  <a:moveTo>
                    <a:pt x="160067" y="215368"/>
                  </a:moveTo>
                  <a:lnTo>
                    <a:pt x="161533" y="210202"/>
                  </a:lnTo>
                  <a:lnTo>
                    <a:pt x="162832" y="204991"/>
                  </a:lnTo>
                  <a:lnTo>
                    <a:pt x="163962" y="199741"/>
                  </a:lnTo>
                  <a:lnTo>
                    <a:pt x="164924" y="194458"/>
                  </a:lnTo>
                  <a:lnTo>
                    <a:pt x="165716" y="189147"/>
                  </a:lnTo>
                  <a:lnTo>
                    <a:pt x="166336" y="183812"/>
                  </a:lnTo>
                  <a:lnTo>
                    <a:pt x="166785" y="178461"/>
                  </a:lnTo>
                  <a:lnTo>
                    <a:pt x="167062" y="173098"/>
                  </a:lnTo>
                  <a:lnTo>
                    <a:pt x="167166" y="167729"/>
                  </a:lnTo>
                  <a:lnTo>
                    <a:pt x="167098" y="162359"/>
                  </a:lnTo>
                  <a:lnTo>
                    <a:pt x="166857" y="156995"/>
                  </a:lnTo>
                  <a:lnTo>
                    <a:pt x="166444" y="151640"/>
                  </a:lnTo>
                  <a:lnTo>
                    <a:pt x="165860" y="146302"/>
                  </a:lnTo>
                  <a:lnTo>
                    <a:pt x="165104" y="140985"/>
                  </a:lnTo>
                  <a:lnTo>
                    <a:pt x="164178" y="135696"/>
                  </a:lnTo>
                  <a:lnTo>
                    <a:pt x="163082" y="130438"/>
                  </a:lnTo>
                  <a:lnTo>
                    <a:pt x="161818" y="125219"/>
                  </a:lnTo>
                  <a:lnTo>
                    <a:pt x="160387" y="120043"/>
                  </a:lnTo>
                  <a:lnTo>
                    <a:pt x="158791" y="114916"/>
                  </a:lnTo>
                  <a:lnTo>
                    <a:pt x="157031" y="109842"/>
                  </a:lnTo>
                  <a:lnTo>
                    <a:pt x="155109" y="104828"/>
                  </a:lnTo>
                  <a:lnTo>
                    <a:pt x="153026" y="99878"/>
                  </a:lnTo>
                  <a:lnTo>
                    <a:pt x="150786" y="94998"/>
                  </a:lnTo>
                  <a:lnTo>
                    <a:pt x="148390" y="90192"/>
                  </a:lnTo>
                  <a:lnTo>
                    <a:pt x="145841" y="85465"/>
                  </a:lnTo>
                  <a:lnTo>
                    <a:pt x="143141" y="80823"/>
                  </a:lnTo>
                  <a:lnTo>
                    <a:pt x="140294" y="76269"/>
                  </a:lnTo>
                  <a:lnTo>
                    <a:pt x="137302" y="71810"/>
                  </a:lnTo>
                  <a:lnTo>
                    <a:pt x="134168" y="67449"/>
                  </a:lnTo>
                  <a:lnTo>
                    <a:pt x="130896" y="63191"/>
                  </a:lnTo>
                  <a:lnTo>
                    <a:pt x="127489" y="59040"/>
                  </a:lnTo>
                  <a:lnTo>
                    <a:pt x="123950" y="55001"/>
                  </a:lnTo>
                  <a:lnTo>
                    <a:pt x="120283" y="51078"/>
                  </a:lnTo>
                  <a:lnTo>
                    <a:pt x="116493" y="47274"/>
                  </a:lnTo>
                  <a:lnTo>
                    <a:pt x="112581" y="43594"/>
                  </a:lnTo>
                  <a:lnTo>
                    <a:pt x="108554" y="40042"/>
                  </a:lnTo>
                  <a:lnTo>
                    <a:pt x="104415" y="36620"/>
                  </a:lnTo>
                  <a:lnTo>
                    <a:pt x="100168" y="33334"/>
                  </a:lnTo>
                  <a:lnTo>
                    <a:pt x="95817" y="30186"/>
                  </a:lnTo>
                  <a:lnTo>
                    <a:pt x="91368" y="27179"/>
                  </a:lnTo>
                  <a:lnTo>
                    <a:pt x="86825" y="24316"/>
                  </a:lnTo>
                  <a:lnTo>
                    <a:pt x="82191" y="21601"/>
                  </a:lnTo>
                  <a:lnTo>
                    <a:pt x="77473" y="19036"/>
                  </a:lnTo>
                  <a:lnTo>
                    <a:pt x="72675" y="16624"/>
                  </a:lnTo>
                  <a:lnTo>
                    <a:pt x="67802" y="14367"/>
                  </a:lnTo>
                  <a:lnTo>
                    <a:pt x="62859" y="12268"/>
                  </a:lnTo>
                  <a:lnTo>
                    <a:pt x="57852" y="10329"/>
                  </a:lnTo>
                  <a:lnTo>
                    <a:pt x="52784" y="8552"/>
                  </a:lnTo>
                  <a:lnTo>
                    <a:pt x="47662" y="6938"/>
                  </a:lnTo>
                  <a:lnTo>
                    <a:pt x="42491" y="5490"/>
                  </a:lnTo>
                  <a:lnTo>
                    <a:pt x="37276" y="4209"/>
                  </a:lnTo>
                  <a:lnTo>
                    <a:pt x="32023" y="3095"/>
                  </a:lnTo>
                  <a:lnTo>
                    <a:pt x="26736" y="2151"/>
                  </a:lnTo>
                  <a:lnTo>
                    <a:pt x="21422" y="1378"/>
                  </a:lnTo>
                  <a:lnTo>
                    <a:pt x="16086" y="775"/>
                  </a:lnTo>
                  <a:lnTo>
                    <a:pt x="10733" y="344"/>
                  </a:lnTo>
                  <a:lnTo>
                    <a:pt x="5369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465981" y="1120312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60" y="83"/>
                  </a:lnTo>
                  <a:lnTo>
                    <a:pt x="156572" y="335"/>
                  </a:lnTo>
                  <a:lnTo>
                    <a:pt x="151295" y="753"/>
                  </a:lnTo>
                  <a:lnTo>
                    <a:pt x="146033" y="1339"/>
                  </a:lnTo>
                  <a:lnTo>
                    <a:pt x="140793" y="2091"/>
                  </a:lnTo>
                  <a:lnTo>
                    <a:pt x="135579" y="3008"/>
                  </a:lnTo>
                  <a:lnTo>
                    <a:pt x="130397" y="4091"/>
                  </a:lnTo>
                  <a:lnTo>
                    <a:pt x="125252" y="5336"/>
                  </a:lnTo>
                  <a:lnTo>
                    <a:pt x="120148" y="6744"/>
                  </a:lnTo>
                  <a:lnTo>
                    <a:pt x="115092" y="8313"/>
                  </a:lnTo>
                  <a:lnTo>
                    <a:pt x="110088" y="10041"/>
                  </a:lnTo>
                  <a:lnTo>
                    <a:pt x="105141" y="11927"/>
                  </a:lnTo>
                  <a:lnTo>
                    <a:pt x="100257" y="13968"/>
                  </a:lnTo>
                  <a:lnTo>
                    <a:pt x="95439" y="16163"/>
                  </a:lnTo>
                  <a:lnTo>
                    <a:pt x="90694" y="18510"/>
                  </a:lnTo>
                  <a:lnTo>
                    <a:pt x="86025" y="21006"/>
                  </a:lnTo>
                  <a:lnTo>
                    <a:pt x="81438" y="23648"/>
                  </a:lnTo>
                  <a:lnTo>
                    <a:pt x="76936" y="26434"/>
                  </a:lnTo>
                  <a:lnTo>
                    <a:pt x="72525" y="29361"/>
                  </a:lnTo>
                  <a:lnTo>
                    <a:pt x="68209" y="32427"/>
                  </a:lnTo>
                  <a:lnTo>
                    <a:pt x="63992" y="35627"/>
                  </a:lnTo>
                  <a:lnTo>
                    <a:pt x="59879" y="38960"/>
                  </a:lnTo>
                  <a:lnTo>
                    <a:pt x="55873" y="42421"/>
                  </a:lnTo>
                  <a:lnTo>
                    <a:pt x="51979" y="46007"/>
                  </a:lnTo>
                  <a:lnTo>
                    <a:pt x="48200" y="49715"/>
                  </a:lnTo>
                  <a:lnTo>
                    <a:pt x="44540" y="53540"/>
                  </a:lnTo>
                  <a:lnTo>
                    <a:pt x="41004" y="57480"/>
                  </a:lnTo>
                  <a:lnTo>
                    <a:pt x="37594" y="61529"/>
                  </a:lnTo>
                  <a:lnTo>
                    <a:pt x="34314" y="65685"/>
                  </a:lnTo>
                  <a:lnTo>
                    <a:pt x="31167" y="69942"/>
                  </a:lnTo>
                  <a:lnTo>
                    <a:pt x="28157" y="74297"/>
                  </a:lnTo>
                  <a:lnTo>
                    <a:pt x="25286" y="78745"/>
                  </a:lnTo>
                  <a:lnTo>
                    <a:pt x="22557" y="83281"/>
                  </a:lnTo>
                  <a:lnTo>
                    <a:pt x="19973" y="87902"/>
                  </a:lnTo>
                  <a:lnTo>
                    <a:pt x="17537" y="92602"/>
                  </a:lnTo>
                  <a:lnTo>
                    <a:pt x="15251" y="97377"/>
                  </a:lnTo>
                  <a:lnTo>
                    <a:pt x="13117" y="102222"/>
                  </a:lnTo>
                  <a:lnTo>
                    <a:pt x="11138" y="107132"/>
                  </a:lnTo>
                  <a:lnTo>
                    <a:pt x="9315" y="112102"/>
                  </a:lnTo>
                  <a:lnTo>
                    <a:pt x="7651" y="117128"/>
                  </a:lnTo>
                  <a:lnTo>
                    <a:pt x="6147" y="122203"/>
                  </a:lnTo>
                  <a:lnTo>
                    <a:pt x="4803" y="127324"/>
                  </a:lnTo>
                  <a:lnTo>
                    <a:pt x="3623" y="132485"/>
                  </a:lnTo>
                  <a:lnTo>
                    <a:pt x="2607" y="137680"/>
                  </a:lnTo>
                  <a:lnTo>
                    <a:pt x="1756" y="142906"/>
                  </a:lnTo>
                  <a:lnTo>
                    <a:pt x="1071" y="148155"/>
                  </a:lnTo>
                  <a:lnTo>
                    <a:pt x="552" y="153423"/>
                  </a:lnTo>
                  <a:lnTo>
                    <a:pt x="200" y="158706"/>
                  </a:lnTo>
                  <a:lnTo>
                    <a:pt x="16" y="163997"/>
                  </a:lnTo>
                  <a:lnTo>
                    <a:pt x="0" y="169290"/>
                  </a:lnTo>
                  <a:lnTo>
                    <a:pt x="151" y="174582"/>
                  </a:lnTo>
                  <a:lnTo>
                    <a:pt x="469" y="179867"/>
                  </a:lnTo>
                  <a:lnTo>
                    <a:pt x="955" y="185138"/>
                  </a:lnTo>
                  <a:lnTo>
                    <a:pt x="1607" y="190392"/>
                  </a:lnTo>
                  <a:lnTo>
                    <a:pt x="2426" y="195622"/>
                  </a:lnTo>
                  <a:lnTo>
                    <a:pt x="3409" y="200824"/>
                  </a:lnTo>
                  <a:lnTo>
                    <a:pt x="4557" y="205992"/>
                  </a:lnTo>
                  <a:lnTo>
                    <a:pt x="5868" y="211121"/>
                  </a:lnTo>
                  <a:lnTo>
                    <a:pt x="7341" y="216206"/>
                  </a:lnTo>
                  <a:lnTo>
                    <a:pt x="8974" y="221242"/>
                  </a:lnTo>
                  <a:lnTo>
                    <a:pt x="10765" y="226224"/>
                  </a:lnTo>
                  <a:lnTo>
                    <a:pt x="12714" y="231146"/>
                  </a:lnTo>
                  <a:lnTo>
                    <a:pt x="14817" y="236004"/>
                  </a:lnTo>
                  <a:lnTo>
                    <a:pt x="17073" y="240793"/>
                  </a:lnTo>
                  <a:lnTo>
                    <a:pt x="19480" y="245509"/>
                  </a:lnTo>
                  <a:lnTo>
                    <a:pt x="22034" y="250145"/>
                  </a:lnTo>
                  <a:lnTo>
                    <a:pt x="24735" y="254699"/>
                  </a:lnTo>
                  <a:lnTo>
                    <a:pt x="27578" y="259165"/>
                  </a:lnTo>
                  <a:lnTo>
                    <a:pt x="30561" y="263538"/>
                  </a:lnTo>
                  <a:lnTo>
                    <a:pt x="33681" y="267815"/>
                  </a:lnTo>
                  <a:lnTo>
                    <a:pt x="36935" y="271991"/>
                  </a:lnTo>
                  <a:lnTo>
                    <a:pt x="40319" y="276062"/>
                  </a:lnTo>
                  <a:lnTo>
                    <a:pt x="43831" y="280023"/>
                  </a:lnTo>
                  <a:lnTo>
                    <a:pt x="47467" y="283872"/>
                  </a:lnTo>
                  <a:lnTo>
                    <a:pt x="51222" y="287603"/>
                  </a:lnTo>
                  <a:lnTo>
                    <a:pt x="55094" y="291214"/>
                  </a:lnTo>
                  <a:lnTo>
                    <a:pt x="59078" y="294700"/>
                  </a:lnTo>
                  <a:lnTo>
                    <a:pt x="63170" y="298058"/>
                  </a:lnTo>
                  <a:lnTo>
                    <a:pt x="67367" y="301285"/>
                  </a:lnTo>
                  <a:lnTo>
                    <a:pt x="71664" y="304377"/>
                  </a:lnTo>
                  <a:lnTo>
                    <a:pt x="76056" y="307332"/>
                  </a:lnTo>
                  <a:lnTo>
                    <a:pt x="80540" y="310146"/>
                  </a:lnTo>
                  <a:lnTo>
                    <a:pt x="85111" y="312817"/>
                  </a:lnTo>
                  <a:lnTo>
                    <a:pt x="89764" y="315342"/>
                  </a:lnTo>
                  <a:lnTo>
                    <a:pt x="94495" y="317718"/>
                  </a:lnTo>
                  <a:lnTo>
                    <a:pt x="99299" y="319944"/>
                  </a:lnTo>
                  <a:lnTo>
                    <a:pt x="104170" y="322016"/>
                  </a:lnTo>
                  <a:lnTo>
                    <a:pt x="109105" y="323932"/>
                  </a:lnTo>
                  <a:lnTo>
                    <a:pt x="114098" y="325692"/>
                  </a:lnTo>
                  <a:lnTo>
                    <a:pt x="119144" y="327292"/>
                  </a:lnTo>
                  <a:lnTo>
                    <a:pt x="124239" y="328732"/>
                  </a:lnTo>
                  <a:lnTo>
                    <a:pt x="129376" y="330010"/>
                  </a:lnTo>
                  <a:lnTo>
                    <a:pt x="134552" y="331124"/>
                  </a:lnTo>
                  <a:lnTo>
                    <a:pt x="139760" y="332075"/>
                  </a:lnTo>
                  <a:lnTo>
                    <a:pt x="144995" y="332859"/>
                  </a:lnTo>
                  <a:lnTo>
                    <a:pt x="150253" y="333478"/>
                  </a:lnTo>
                  <a:lnTo>
                    <a:pt x="155527" y="333930"/>
                  </a:lnTo>
                  <a:lnTo>
                    <a:pt x="160814" y="334214"/>
                  </a:lnTo>
                  <a:lnTo>
                    <a:pt x="166106" y="334331"/>
                  </a:lnTo>
                  <a:lnTo>
                    <a:pt x="171400" y="334280"/>
                  </a:lnTo>
                  <a:lnTo>
                    <a:pt x="176690" y="334062"/>
                  </a:lnTo>
                  <a:lnTo>
                    <a:pt x="181970" y="333677"/>
                  </a:lnTo>
                  <a:lnTo>
                    <a:pt x="187235" y="333124"/>
                  </a:lnTo>
                  <a:lnTo>
                    <a:pt x="192480" y="332405"/>
                  </a:lnTo>
                  <a:lnTo>
                    <a:pt x="197699" y="331520"/>
                  </a:lnTo>
                  <a:lnTo>
                    <a:pt x="202888" y="330470"/>
                  </a:lnTo>
                  <a:lnTo>
                    <a:pt x="208041" y="329257"/>
                  </a:lnTo>
                  <a:lnTo>
                    <a:pt x="213153" y="327881"/>
                  </a:lnTo>
                  <a:lnTo>
                    <a:pt x="218219" y="326344"/>
                  </a:lnTo>
                  <a:lnTo>
                    <a:pt x="223234" y="324647"/>
                  </a:lnTo>
                  <a:lnTo>
                    <a:pt x="228192" y="322792"/>
                  </a:lnTo>
                  <a:lnTo>
                    <a:pt x="233089" y="320781"/>
                  </a:lnTo>
                  <a:lnTo>
                    <a:pt x="237920" y="318617"/>
                  </a:lnTo>
                  <a:lnTo>
                    <a:pt x="242680" y="316300"/>
                  </a:lnTo>
                  <a:lnTo>
                    <a:pt x="247365" y="313834"/>
                  </a:lnTo>
                  <a:lnTo>
                    <a:pt x="251969" y="311220"/>
                  </a:lnTo>
                  <a:lnTo>
                    <a:pt x="256488" y="308462"/>
                  </a:lnTo>
                  <a:lnTo>
                    <a:pt x="260917" y="305563"/>
                  </a:lnTo>
                  <a:lnTo>
                    <a:pt x="265252" y="302524"/>
                  </a:lnTo>
                  <a:lnTo>
                    <a:pt x="269489" y="299350"/>
                  </a:lnTo>
                  <a:lnTo>
                    <a:pt x="273623" y="296043"/>
                  </a:lnTo>
                  <a:lnTo>
                    <a:pt x="277651" y="292607"/>
                  </a:lnTo>
                  <a:lnTo>
                    <a:pt x="281567" y="289046"/>
                  </a:lnTo>
                  <a:lnTo>
                    <a:pt x="285369" y="285362"/>
                  </a:lnTo>
                  <a:lnTo>
                    <a:pt x="289052" y="281559"/>
                  </a:lnTo>
                  <a:lnTo>
                    <a:pt x="292614" y="277642"/>
                  </a:lnTo>
                  <a:lnTo>
                    <a:pt x="296049" y="273614"/>
                  </a:lnTo>
                  <a:lnTo>
                    <a:pt x="299355" y="269479"/>
                  </a:lnTo>
                  <a:lnTo>
                    <a:pt x="302528" y="265242"/>
                  </a:lnTo>
                  <a:lnTo>
                    <a:pt x="305566" y="260906"/>
                  </a:lnTo>
                  <a:lnTo>
                    <a:pt x="308465" y="256476"/>
                  </a:lnTo>
                  <a:lnTo>
                    <a:pt x="311222" y="251957"/>
                  </a:lnTo>
                  <a:lnTo>
                    <a:pt x="313834" y="247352"/>
                  </a:lnTo>
                  <a:lnTo>
                    <a:pt x="316300" y="242667"/>
                  </a:lnTo>
                  <a:lnTo>
                    <a:pt x="318616" y="237907"/>
                  </a:lnTo>
                  <a:lnTo>
                    <a:pt x="320780" y="233075"/>
                  </a:lnTo>
                  <a:lnTo>
                    <a:pt x="322790" y="228178"/>
                  </a:lnTo>
                  <a:lnTo>
                    <a:pt x="324643" y="223219"/>
                  </a:lnTo>
                  <a:lnTo>
                    <a:pt x="326339" y="218204"/>
                  </a:lnTo>
                  <a:lnTo>
                    <a:pt x="327876" y="213138"/>
                  </a:lnTo>
                  <a:lnTo>
                    <a:pt x="329251" y="208026"/>
                  </a:lnTo>
                  <a:lnTo>
                    <a:pt x="330463" y="202872"/>
                  </a:lnTo>
                  <a:lnTo>
                    <a:pt x="331512" y="197683"/>
                  </a:lnTo>
                  <a:lnTo>
                    <a:pt x="332396" y="192464"/>
                  </a:lnTo>
                  <a:lnTo>
                    <a:pt x="333114" y="187219"/>
                  </a:lnTo>
                  <a:lnTo>
                    <a:pt x="333666" y="181954"/>
                  </a:lnTo>
                  <a:lnTo>
                    <a:pt x="334050" y="176674"/>
                  </a:lnTo>
                  <a:lnTo>
                    <a:pt x="334268" y="171384"/>
                  </a:lnTo>
                  <a:lnTo>
                    <a:pt x="334317" y="166090"/>
                  </a:lnTo>
                  <a:lnTo>
                    <a:pt x="334200" y="160798"/>
                  </a:lnTo>
                  <a:lnTo>
                    <a:pt x="333914" y="155511"/>
                  </a:lnTo>
                  <a:lnTo>
                    <a:pt x="333461" y="150237"/>
                  </a:lnTo>
                  <a:lnTo>
                    <a:pt x="332842" y="144979"/>
                  </a:lnTo>
                  <a:lnTo>
                    <a:pt x="332056" y="139744"/>
                  </a:lnTo>
                  <a:lnTo>
                    <a:pt x="331105" y="134536"/>
                  </a:lnTo>
                  <a:lnTo>
                    <a:pt x="329990" y="129361"/>
                  </a:lnTo>
                  <a:lnTo>
                    <a:pt x="328711" y="124224"/>
                  </a:lnTo>
                  <a:lnTo>
                    <a:pt x="327270" y="119130"/>
                  </a:lnTo>
                  <a:lnTo>
                    <a:pt x="325669" y="114084"/>
                  </a:lnTo>
                  <a:lnTo>
                    <a:pt x="323908" y="109091"/>
                  </a:lnTo>
                  <a:lnTo>
                    <a:pt x="321991" y="104156"/>
                  </a:lnTo>
                  <a:lnTo>
                    <a:pt x="319918" y="99285"/>
                  </a:lnTo>
                  <a:lnTo>
                    <a:pt x="317692" y="94482"/>
                  </a:lnTo>
                  <a:lnTo>
                    <a:pt x="315315" y="89752"/>
                  </a:lnTo>
                  <a:lnTo>
                    <a:pt x="312789" y="85099"/>
                  </a:lnTo>
                  <a:lnTo>
                    <a:pt x="310118" y="80529"/>
                  </a:lnTo>
                  <a:lnTo>
                    <a:pt x="307303" y="76045"/>
                  </a:lnTo>
                  <a:lnTo>
                    <a:pt x="304347" y="71653"/>
                  </a:lnTo>
                  <a:lnTo>
                    <a:pt x="301254" y="67357"/>
                  </a:lnTo>
                  <a:lnTo>
                    <a:pt x="298026" y="63161"/>
                  </a:lnTo>
                  <a:lnTo>
                    <a:pt x="294667" y="59069"/>
                  </a:lnTo>
                  <a:lnTo>
                    <a:pt x="291180" y="55085"/>
                  </a:lnTo>
                  <a:lnTo>
                    <a:pt x="287569" y="51214"/>
                  </a:lnTo>
                  <a:lnTo>
                    <a:pt x="283837" y="47459"/>
                  </a:lnTo>
                  <a:lnTo>
                    <a:pt x="279988" y="43825"/>
                  </a:lnTo>
                  <a:lnTo>
                    <a:pt x="276026" y="40314"/>
                  </a:lnTo>
                  <a:lnTo>
                    <a:pt x="271954" y="36930"/>
                  </a:lnTo>
                  <a:lnTo>
                    <a:pt x="267778" y="33677"/>
                  </a:lnTo>
                  <a:lnTo>
                    <a:pt x="263501" y="30557"/>
                  </a:lnTo>
                  <a:lnTo>
                    <a:pt x="259127" y="27575"/>
                  </a:lnTo>
                  <a:lnTo>
                    <a:pt x="254660" y="24733"/>
                  </a:lnTo>
                  <a:lnTo>
                    <a:pt x="250106" y="22033"/>
                  </a:lnTo>
                  <a:lnTo>
                    <a:pt x="245469" y="19479"/>
                  </a:lnTo>
                  <a:lnTo>
                    <a:pt x="240753" y="17074"/>
                  </a:lnTo>
                  <a:lnTo>
                    <a:pt x="235964" y="14818"/>
                  </a:lnTo>
                  <a:lnTo>
                    <a:pt x="231105" y="12716"/>
                  </a:lnTo>
                  <a:lnTo>
                    <a:pt x="226182" y="10768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633135" y="1131081"/>
              <a:ext cx="59028" cy="156398"/>
            </a:xfrm>
            <a:custGeom>
              <a:avLst/>
              <a:pathLst>
                <a:path w="59028" h="156398">
                  <a:moveTo>
                    <a:pt x="59028" y="0"/>
                  </a:moveTo>
                  <a:lnTo>
                    <a:pt x="0" y="1563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633135" y="1130791"/>
              <a:ext cx="59028" cy="156689"/>
            </a:xfrm>
            <a:custGeom>
              <a:avLst/>
              <a:pathLst>
                <a:path w="59028" h="156689">
                  <a:moveTo>
                    <a:pt x="59028" y="290"/>
                  </a:moveTo>
                  <a:lnTo>
                    <a:pt x="58253" y="0"/>
                  </a:lnTo>
                  <a:lnTo>
                    <a:pt x="0" y="1566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633135" y="1120312"/>
              <a:ext cx="58253" cy="167167"/>
            </a:xfrm>
            <a:custGeom>
              <a:avLst/>
              <a:pathLst>
                <a:path w="58253" h="167167">
                  <a:moveTo>
                    <a:pt x="58253" y="10478"/>
                  </a:moveTo>
                  <a:lnTo>
                    <a:pt x="52640" y="8504"/>
                  </a:lnTo>
                  <a:lnTo>
                    <a:pt x="46961" y="6731"/>
                  </a:lnTo>
                  <a:lnTo>
                    <a:pt x="41221" y="5162"/>
                  </a:lnTo>
                  <a:lnTo>
                    <a:pt x="35430" y="3797"/>
                  </a:lnTo>
                  <a:lnTo>
                    <a:pt x="29594" y="2640"/>
                  </a:lnTo>
                  <a:lnTo>
                    <a:pt x="23720" y="1691"/>
                  </a:lnTo>
                  <a:lnTo>
                    <a:pt x="17816" y="952"/>
                  </a:lnTo>
                  <a:lnTo>
                    <a:pt x="11890" y="423"/>
                  </a:lnTo>
                  <a:lnTo>
                    <a:pt x="5948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68527" y="971635"/>
              <a:ext cx="334103" cy="334334"/>
            </a:xfrm>
            <a:custGeom>
              <a:avLst/>
              <a:pathLst>
                <a:path w="334103" h="334334">
                  <a:moveTo>
                    <a:pt x="167148" y="0"/>
                  </a:moveTo>
                  <a:lnTo>
                    <a:pt x="161848" y="84"/>
                  </a:lnTo>
                  <a:lnTo>
                    <a:pt x="156552" y="336"/>
                  </a:lnTo>
                  <a:lnTo>
                    <a:pt x="151268" y="756"/>
                  </a:lnTo>
                  <a:lnTo>
                    <a:pt x="145999" y="1343"/>
                  </a:lnTo>
                  <a:lnTo>
                    <a:pt x="140752" y="2097"/>
                  </a:lnTo>
                  <a:lnTo>
                    <a:pt x="135531" y="3017"/>
                  </a:lnTo>
                  <a:lnTo>
                    <a:pt x="130342" y="4102"/>
                  </a:lnTo>
                  <a:lnTo>
                    <a:pt x="125190" y="5351"/>
                  </a:lnTo>
                  <a:lnTo>
                    <a:pt x="120080" y="6763"/>
                  </a:lnTo>
                  <a:lnTo>
                    <a:pt x="115017" y="8336"/>
                  </a:lnTo>
                  <a:lnTo>
                    <a:pt x="110007" y="10069"/>
                  </a:lnTo>
                  <a:lnTo>
                    <a:pt x="105055" y="11960"/>
                  </a:lnTo>
                  <a:lnTo>
                    <a:pt x="100164" y="14007"/>
                  </a:lnTo>
                  <a:lnTo>
                    <a:pt x="95342" y="16208"/>
                  </a:lnTo>
                  <a:lnTo>
                    <a:pt x="90591" y="18560"/>
                  </a:lnTo>
                  <a:lnTo>
                    <a:pt x="85917" y="21063"/>
                  </a:lnTo>
                  <a:lnTo>
                    <a:pt x="81326" y="23712"/>
                  </a:lnTo>
                  <a:lnTo>
                    <a:pt x="76820" y="26505"/>
                  </a:lnTo>
                  <a:lnTo>
                    <a:pt x="72405" y="29440"/>
                  </a:lnTo>
                  <a:lnTo>
                    <a:pt x="68086" y="32514"/>
                  </a:lnTo>
                  <a:lnTo>
                    <a:pt x="63866" y="35722"/>
                  </a:lnTo>
                  <a:lnTo>
                    <a:pt x="59750" y="39063"/>
                  </a:lnTo>
                  <a:lnTo>
                    <a:pt x="55742" y="42533"/>
                  </a:lnTo>
                  <a:lnTo>
                    <a:pt x="51846" y="46128"/>
                  </a:lnTo>
                  <a:lnTo>
                    <a:pt x="48066" y="49845"/>
                  </a:lnTo>
                  <a:lnTo>
                    <a:pt x="44406" y="53680"/>
                  </a:lnTo>
                  <a:lnTo>
                    <a:pt x="40869" y="57629"/>
                  </a:lnTo>
                  <a:lnTo>
                    <a:pt x="37459" y="61689"/>
                  </a:lnTo>
                  <a:lnTo>
                    <a:pt x="34180" y="65854"/>
                  </a:lnTo>
                  <a:lnTo>
                    <a:pt x="31034" y="70121"/>
                  </a:lnTo>
                  <a:lnTo>
                    <a:pt x="28026" y="74486"/>
                  </a:lnTo>
                  <a:lnTo>
                    <a:pt x="25157" y="78944"/>
                  </a:lnTo>
                  <a:lnTo>
                    <a:pt x="22431" y="83491"/>
                  </a:lnTo>
                  <a:lnTo>
                    <a:pt x="19850" y="88121"/>
                  </a:lnTo>
                  <a:lnTo>
                    <a:pt x="17418" y="92832"/>
                  </a:lnTo>
                  <a:lnTo>
                    <a:pt x="15136" y="97617"/>
                  </a:lnTo>
                  <a:lnTo>
                    <a:pt x="13007" y="102472"/>
                  </a:lnTo>
                  <a:lnTo>
                    <a:pt x="11033" y="107392"/>
                  </a:lnTo>
                  <a:lnTo>
                    <a:pt x="9216" y="112372"/>
                  </a:lnTo>
                  <a:lnTo>
                    <a:pt x="7558" y="117408"/>
                  </a:lnTo>
                  <a:lnTo>
                    <a:pt x="6061" y="122493"/>
                  </a:lnTo>
                  <a:lnTo>
                    <a:pt x="4725" y="127623"/>
                  </a:lnTo>
                  <a:lnTo>
                    <a:pt x="3553" y="132793"/>
                  </a:lnTo>
                  <a:lnTo>
                    <a:pt x="2545" y="137998"/>
                  </a:lnTo>
                  <a:lnTo>
                    <a:pt x="1703" y="143232"/>
                  </a:lnTo>
                  <a:lnTo>
                    <a:pt x="1028" y="148490"/>
                  </a:lnTo>
                  <a:lnTo>
                    <a:pt x="519" y="153767"/>
                  </a:lnTo>
                  <a:lnTo>
                    <a:pt x="178" y="159057"/>
                  </a:lnTo>
                  <a:lnTo>
                    <a:pt x="5" y="164356"/>
                  </a:lnTo>
                  <a:lnTo>
                    <a:pt x="0" y="169657"/>
                  </a:lnTo>
                  <a:lnTo>
                    <a:pt x="163" y="174956"/>
                  </a:lnTo>
                  <a:lnTo>
                    <a:pt x="493" y="180247"/>
                  </a:lnTo>
                  <a:lnTo>
                    <a:pt x="992" y="185525"/>
                  </a:lnTo>
                  <a:lnTo>
                    <a:pt x="1658" y="190784"/>
                  </a:lnTo>
                  <a:lnTo>
                    <a:pt x="2490" y="196020"/>
                  </a:lnTo>
                  <a:lnTo>
                    <a:pt x="3487" y="201226"/>
                  </a:lnTo>
                  <a:lnTo>
                    <a:pt x="4650" y="206399"/>
                  </a:lnTo>
                  <a:lnTo>
                    <a:pt x="5975" y="211531"/>
                  </a:lnTo>
                  <a:lnTo>
                    <a:pt x="7463" y="216620"/>
                  </a:lnTo>
                  <a:lnTo>
                    <a:pt x="9112" y="221658"/>
                  </a:lnTo>
                  <a:lnTo>
                    <a:pt x="10919" y="226642"/>
                  </a:lnTo>
                  <a:lnTo>
                    <a:pt x="12883" y="231566"/>
                  </a:lnTo>
                  <a:lnTo>
                    <a:pt x="15003" y="236425"/>
                  </a:lnTo>
                  <a:lnTo>
                    <a:pt x="17275" y="241214"/>
                  </a:lnTo>
                  <a:lnTo>
                    <a:pt x="19699" y="245929"/>
                  </a:lnTo>
                  <a:lnTo>
                    <a:pt x="22270" y="250565"/>
                  </a:lnTo>
                  <a:lnTo>
                    <a:pt x="24988" y="255117"/>
                  </a:lnTo>
                  <a:lnTo>
                    <a:pt x="27848" y="259581"/>
                  </a:lnTo>
                  <a:lnTo>
                    <a:pt x="30848" y="263951"/>
                  </a:lnTo>
                  <a:lnTo>
                    <a:pt x="33986" y="268224"/>
                  </a:lnTo>
                  <a:lnTo>
                    <a:pt x="37257" y="272396"/>
                  </a:lnTo>
                  <a:lnTo>
                    <a:pt x="40659" y="276462"/>
                  </a:lnTo>
                  <a:lnTo>
                    <a:pt x="44188" y="280418"/>
                  </a:lnTo>
                  <a:lnTo>
                    <a:pt x="47841" y="284260"/>
                  </a:lnTo>
                  <a:lnTo>
                    <a:pt x="51614" y="287984"/>
                  </a:lnTo>
                  <a:lnTo>
                    <a:pt x="55503" y="291586"/>
                  </a:lnTo>
                  <a:lnTo>
                    <a:pt x="59504" y="295064"/>
                  </a:lnTo>
                  <a:lnTo>
                    <a:pt x="63614" y="298413"/>
                  </a:lnTo>
                  <a:lnTo>
                    <a:pt x="67827" y="301630"/>
                  </a:lnTo>
                  <a:lnTo>
                    <a:pt x="72141" y="304712"/>
                  </a:lnTo>
                  <a:lnTo>
                    <a:pt x="76550" y="307655"/>
                  </a:lnTo>
                  <a:lnTo>
                    <a:pt x="81050" y="310457"/>
                  </a:lnTo>
                  <a:lnTo>
                    <a:pt x="85637" y="313115"/>
                  </a:lnTo>
                  <a:lnTo>
                    <a:pt x="90306" y="315626"/>
                  </a:lnTo>
                  <a:lnTo>
                    <a:pt x="95052" y="317988"/>
                  </a:lnTo>
                  <a:lnTo>
                    <a:pt x="99870" y="320198"/>
                  </a:lnTo>
                  <a:lnTo>
                    <a:pt x="104757" y="322255"/>
                  </a:lnTo>
                  <a:lnTo>
                    <a:pt x="109706" y="324155"/>
                  </a:lnTo>
                  <a:lnTo>
                    <a:pt x="114712" y="325898"/>
                  </a:lnTo>
                  <a:lnTo>
                    <a:pt x="119772" y="327480"/>
                  </a:lnTo>
                  <a:lnTo>
                    <a:pt x="124879" y="328902"/>
                  </a:lnTo>
                  <a:lnTo>
                    <a:pt x="130029" y="330161"/>
                  </a:lnTo>
                  <a:lnTo>
                    <a:pt x="135216" y="331256"/>
                  </a:lnTo>
                  <a:lnTo>
                    <a:pt x="140435" y="332186"/>
                  </a:lnTo>
                  <a:lnTo>
                    <a:pt x="145681" y="332950"/>
                  </a:lnTo>
                  <a:lnTo>
                    <a:pt x="150948" y="333548"/>
                  </a:lnTo>
                  <a:lnTo>
                    <a:pt x="156232" y="333978"/>
                  </a:lnTo>
                  <a:lnTo>
                    <a:pt x="161527" y="334240"/>
                  </a:lnTo>
                  <a:lnTo>
                    <a:pt x="166827" y="334334"/>
                  </a:lnTo>
                  <a:lnTo>
                    <a:pt x="172128" y="334260"/>
                  </a:lnTo>
                  <a:lnTo>
                    <a:pt x="177424" y="334018"/>
                  </a:lnTo>
                  <a:lnTo>
                    <a:pt x="182709" y="333609"/>
                  </a:lnTo>
                  <a:lnTo>
                    <a:pt x="187979" y="333031"/>
                  </a:lnTo>
                  <a:lnTo>
                    <a:pt x="193228" y="332288"/>
                  </a:lnTo>
                  <a:lnTo>
                    <a:pt x="198451" y="331378"/>
                  </a:lnTo>
                  <a:lnTo>
                    <a:pt x="203642" y="330302"/>
                  </a:lnTo>
                  <a:lnTo>
                    <a:pt x="208796" y="329063"/>
                  </a:lnTo>
                  <a:lnTo>
                    <a:pt x="213909" y="327661"/>
                  </a:lnTo>
                  <a:lnTo>
                    <a:pt x="218974" y="326098"/>
                  </a:lnTo>
                  <a:lnTo>
                    <a:pt x="223988" y="324375"/>
                  </a:lnTo>
                  <a:lnTo>
                    <a:pt x="228944" y="322493"/>
                  </a:lnTo>
                  <a:lnTo>
                    <a:pt x="233838" y="320456"/>
                  </a:lnTo>
                  <a:lnTo>
                    <a:pt x="238665" y="318264"/>
                  </a:lnTo>
                  <a:lnTo>
                    <a:pt x="243420" y="315920"/>
                  </a:lnTo>
                  <a:lnTo>
                    <a:pt x="248099" y="313427"/>
                  </a:lnTo>
                  <a:lnTo>
                    <a:pt x="252696" y="310787"/>
                  </a:lnTo>
                  <a:lnTo>
                    <a:pt x="257207" y="308002"/>
                  </a:lnTo>
                  <a:lnTo>
                    <a:pt x="261627" y="305075"/>
                  </a:lnTo>
                  <a:lnTo>
                    <a:pt x="265952" y="302010"/>
                  </a:lnTo>
                  <a:lnTo>
                    <a:pt x="270178" y="298810"/>
                  </a:lnTo>
                  <a:lnTo>
                    <a:pt x="274301" y="295476"/>
                  </a:lnTo>
                  <a:lnTo>
                    <a:pt x="278315" y="292014"/>
                  </a:lnTo>
                  <a:lnTo>
                    <a:pt x="282218" y="288427"/>
                  </a:lnTo>
                  <a:lnTo>
                    <a:pt x="286005" y="284717"/>
                  </a:lnTo>
                  <a:lnTo>
                    <a:pt x="289673" y="280889"/>
                  </a:lnTo>
                  <a:lnTo>
                    <a:pt x="293217" y="276947"/>
                  </a:lnTo>
                  <a:lnTo>
                    <a:pt x="296635" y="272894"/>
                  </a:lnTo>
                  <a:lnTo>
                    <a:pt x="299922" y="268735"/>
                  </a:lnTo>
                  <a:lnTo>
                    <a:pt x="303076" y="264474"/>
                  </a:lnTo>
                  <a:lnTo>
                    <a:pt x="306093" y="260115"/>
                  </a:lnTo>
                  <a:lnTo>
                    <a:pt x="308970" y="255663"/>
                  </a:lnTo>
                  <a:lnTo>
                    <a:pt x="311705" y="251121"/>
                  </a:lnTo>
                  <a:lnTo>
                    <a:pt x="314295" y="246495"/>
                  </a:lnTo>
                  <a:lnTo>
                    <a:pt x="316736" y="241789"/>
                  </a:lnTo>
                  <a:lnTo>
                    <a:pt x="319027" y="237009"/>
                  </a:lnTo>
                  <a:lnTo>
                    <a:pt x="321165" y="232158"/>
                  </a:lnTo>
                  <a:lnTo>
                    <a:pt x="323148" y="227241"/>
                  </a:lnTo>
                  <a:lnTo>
                    <a:pt x="324975" y="222265"/>
                  </a:lnTo>
                  <a:lnTo>
                    <a:pt x="326643" y="217233"/>
                  </a:lnTo>
                  <a:lnTo>
                    <a:pt x="328150" y="212150"/>
                  </a:lnTo>
                  <a:lnTo>
                    <a:pt x="329495" y="207022"/>
                  </a:lnTo>
                  <a:lnTo>
                    <a:pt x="330677" y="201854"/>
                  </a:lnTo>
                  <a:lnTo>
                    <a:pt x="331695" y="196652"/>
                  </a:lnTo>
                  <a:lnTo>
                    <a:pt x="332547" y="191419"/>
                  </a:lnTo>
                  <a:lnTo>
                    <a:pt x="333233" y="186163"/>
                  </a:lnTo>
                  <a:lnTo>
                    <a:pt x="333752" y="180887"/>
                  </a:lnTo>
                  <a:lnTo>
                    <a:pt x="334103" y="17559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5135676" y="1138802"/>
              <a:ext cx="166954" cy="8430"/>
            </a:xfrm>
            <a:custGeom>
              <a:avLst/>
              <a:pathLst>
                <a:path w="166954" h="8430">
                  <a:moveTo>
                    <a:pt x="166954" y="84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5135676" y="1138802"/>
              <a:ext cx="167046" cy="8430"/>
            </a:xfrm>
            <a:custGeom>
              <a:avLst/>
              <a:pathLst>
                <a:path w="167046" h="8430">
                  <a:moveTo>
                    <a:pt x="166954" y="8430"/>
                  </a:moveTo>
                  <a:lnTo>
                    <a:pt x="167046" y="63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5135676" y="971635"/>
              <a:ext cx="167164" cy="173530"/>
            </a:xfrm>
            <a:custGeom>
              <a:avLst/>
              <a:pathLst>
                <a:path w="167164" h="173530">
                  <a:moveTo>
                    <a:pt x="167046" y="173530"/>
                  </a:moveTo>
                  <a:lnTo>
                    <a:pt x="167164" y="168152"/>
                  </a:lnTo>
                  <a:lnTo>
                    <a:pt x="167109" y="162774"/>
                  </a:lnTo>
                  <a:lnTo>
                    <a:pt x="166881" y="157400"/>
                  </a:lnTo>
                  <a:lnTo>
                    <a:pt x="166481" y="152036"/>
                  </a:lnTo>
                  <a:lnTo>
                    <a:pt x="165908" y="146688"/>
                  </a:lnTo>
                  <a:lnTo>
                    <a:pt x="165163" y="141361"/>
                  </a:lnTo>
                  <a:lnTo>
                    <a:pt x="164247" y="136060"/>
                  </a:lnTo>
                  <a:lnTo>
                    <a:pt x="163162" y="130792"/>
                  </a:lnTo>
                  <a:lnTo>
                    <a:pt x="161907" y="125562"/>
                  </a:lnTo>
                  <a:lnTo>
                    <a:pt x="160485" y="120375"/>
                  </a:lnTo>
                  <a:lnTo>
                    <a:pt x="158896" y="115236"/>
                  </a:lnTo>
                  <a:lnTo>
                    <a:pt x="157143" y="110151"/>
                  </a:lnTo>
                  <a:lnTo>
                    <a:pt x="155227" y="105125"/>
                  </a:lnTo>
                  <a:lnTo>
                    <a:pt x="153151" y="100163"/>
                  </a:lnTo>
                  <a:lnTo>
                    <a:pt x="150916" y="95270"/>
                  </a:lnTo>
                  <a:lnTo>
                    <a:pt x="148525" y="90452"/>
                  </a:lnTo>
                  <a:lnTo>
                    <a:pt x="145980" y="85714"/>
                  </a:lnTo>
                  <a:lnTo>
                    <a:pt x="143284" y="81059"/>
                  </a:lnTo>
                  <a:lnTo>
                    <a:pt x="140440" y="76494"/>
                  </a:lnTo>
                  <a:lnTo>
                    <a:pt x="137450" y="72023"/>
                  </a:lnTo>
                  <a:lnTo>
                    <a:pt x="134318" y="67650"/>
                  </a:lnTo>
                  <a:lnTo>
                    <a:pt x="131047" y="63380"/>
                  </a:lnTo>
                  <a:lnTo>
                    <a:pt x="127640" y="59218"/>
                  </a:lnTo>
                  <a:lnTo>
                    <a:pt x="124101" y="55168"/>
                  </a:lnTo>
                  <a:lnTo>
                    <a:pt x="120433" y="51233"/>
                  </a:lnTo>
                  <a:lnTo>
                    <a:pt x="116641" y="47419"/>
                  </a:lnTo>
                  <a:lnTo>
                    <a:pt x="112728" y="43728"/>
                  </a:lnTo>
                  <a:lnTo>
                    <a:pt x="108699" y="40165"/>
                  </a:lnTo>
                  <a:lnTo>
                    <a:pt x="104556" y="36734"/>
                  </a:lnTo>
                  <a:lnTo>
                    <a:pt x="100306" y="33438"/>
                  </a:lnTo>
                  <a:lnTo>
                    <a:pt x="95952" y="30280"/>
                  </a:lnTo>
                  <a:lnTo>
                    <a:pt x="91498" y="27264"/>
                  </a:lnTo>
                  <a:lnTo>
                    <a:pt x="86950" y="24392"/>
                  </a:lnTo>
                  <a:lnTo>
                    <a:pt x="82312" y="21669"/>
                  </a:lnTo>
                  <a:lnTo>
                    <a:pt x="77588" y="19096"/>
                  </a:lnTo>
                  <a:lnTo>
                    <a:pt x="72784" y="16677"/>
                  </a:lnTo>
                  <a:lnTo>
                    <a:pt x="67905" y="14413"/>
                  </a:lnTo>
                  <a:lnTo>
                    <a:pt x="62955" y="12307"/>
                  </a:lnTo>
                  <a:lnTo>
                    <a:pt x="57941" y="10362"/>
                  </a:lnTo>
                  <a:lnTo>
                    <a:pt x="52866" y="8579"/>
                  </a:lnTo>
                  <a:lnTo>
                    <a:pt x="47737" y="6960"/>
                  </a:lnTo>
                  <a:lnTo>
                    <a:pt x="42558" y="5508"/>
                  </a:lnTo>
                  <a:lnTo>
                    <a:pt x="37335" y="4222"/>
                  </a:lnTo>
                  <a:lnTo>
                    <a:pt x="32073" y="3105"/>
                  </a:lnTo>
                  <a:lnTo>
                    <a:pt x="26779" y="2158"/>
                  </a:lnTo>
                  <a:lnTo>
                    <a:pt x="21456" y="1382"/>
                  </a:lnTo>
                  <a:lnTo>
                    <a:pt x="16111" y="778"/>
                  </a:lnTo>
                  <a:lnTo>
                    <a:pt x="10750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506052" y="941493"/>
              <a:ext cx="111227" cy="167167"/>
            </a:xfrm>
            <a:custGeom>
              <a:avLst/>
              <a:pathLst>
                <a:path w="111227" h="167167">
                  <a:moveTo>
                    <a:pt x="111227" y="0"/>
                  </a:moveTo>
                  <a:lnTo>
                    <a:pt x="105696" y="91"/>
                  </a:lnTo>
                  <a:lnTo>
                    <a:pt x="100172" y="365"/>
                  </a:lnTo>
                  <a:lnTo>
                    <a:pt x="94659" y="823"/>
                  </a:lnTo>
                  <a:lnTo>
                    <a:pt x="89165" y="1462"/>
                  </a:lnTo>
                  <a:lnTo>
                    <a:pt x="83695" y="2282"/>
                  </a:lnTo>
                  <a:lnTo>
                    <a:pt x="78255" y="3283"/>
                  </a:lnTo>
                  <a:lnTo>
                    <a:pt x="72851" y="4464"/>
                  </a:lnTo>
                  <a:lnTo>
                    <a:pt x="67489" y="5823"/>
                  </a:lnTo>
                  <a:lnTo>
                    <a:pt x="62175" y="7358"/>
                  </a:lnTo>
                  <a:lnTo>
                    <a:pt x="56915" y="9068"/>
                  </a:lnTo>
                  <a:lnTo>
                    <a:pt x="51714" y="10952"/>
                  </a:lnTo>
                  <a:lnTo>
                    <a:pt x="46578" y="13006"/>
                  </a:lnTo>
                  <a:lnTo>
                    <a:pt x="41514" y="15229"/>
                  </a:lnTo>
                  <a:lnTo>
                    <a:pt x="36525" y="17619"/>
                  </a:lnTo>
                  <a:lnTo>
                    <a:pt x="31618" y="20172"/>
                  </a:lnTo>
                  <a:lnTo>
                    <a:pt x="26799" y="22887"/>
                  </a:lnTo>
                  <a:lnTo>
                    <a:pt x="22071" y="25759"/>
                  </a:lnTo>
                  <a:lnTo>
                    <a:pt x="17442" y="28786"/>
                  </a:lnTo>
                  <a:lnTo>
                    <a:pt x="12915" y="31964"/>
                  </a:lnTo>
                  <a:lnTo>
                    <a:pt x="8496" y="35291"/>
                  </a:lnTo>
                  <a:lnTo>
                    <a:pt x="4189" y="38762"/>
                  </a:lnTo>
                  <a:lnTo>
                    <a:pt x="0" y="42373"/>
                  </a:lnTo>
                  <a:lnTo>
                    <a:pt x="11122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506052" y="983867"/>
              <a:ext cx="111227" cy="124793"/>
            </a:xfrm>
            <a:custGeom>
              <a:avLst/>
              <a:pathLst>
                <a:path w="111227" h="124793">
                  <a:moveTo>
                    <a:pt x="0" y="0"/>
                  </a:moveTo>
                  <a:lnTo>
                    <a:pt x="111227" y="1247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506052" y="983867"/>
              <a:ext cx="111227" cy="124793"/>
            </a:xfrm>
            <a:custGeom>
              <a:avLst/>
              <a:pathLst>
                <a:path w="111227" h="124793">
                  <a:moveTo>
                    <a:pt x="0" y="0"/>
                  </a:moveTo>
                  <a:lnTo>
                    <a:pt x="111227" y="1247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506052" y="983867"/>
              <a:ext cx="111227" cy="124793"/>
            </a:xfrm>
            <a:custGeom>
              <a:avLst/>
              <a:pathLst>
                <a:path w="111227" h="124793">
                  <a:moveTo>
                    <a:pt x="0" y="0"/>
                  </a:moveTo>
                  <a:lnTo>
                    <a:pt x="111227" y="1247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506052" y="983867"/>
              <a:ext cx="111227" cy="124793"/>
            </a:xfrm>
            <a:custGeom>
              <a:avLst/>
              <a:pathLst>
                <a:path w="111227" h="124793">
                  <a:moveTo>
                    <a:pt x="0" y="0"/>
                  </a:moveTo>
                  <a:lnTo>
                    <a:pt x="111227" y="1247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506052" y="983867"/>
              <a:ext cx="111227" cy="124793"/>
            </a:xfrm>
            <a:custGeom>
              <a:avLst/>
              <a:pathLst>
                <a:path w="111227" h="124793">
                  <a:moveTo>
                    <a:pt x="0" y="0"/>
                  </a:moveTo>
                  <a:lnTo>
                    <a:pt x="111227" y="1247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506052" y="983867"/>
              <a:ext cx="111227" cy="124793"/>
            </a:xfrm>
            <a:custGeom>
              <a:avLst/>
              <a:pathLst>
                <a:path w="111227" h="124793">
                  <a:moveTo>
                    <a:pt x="0" y="0"/>
                  </a:moveTo>
                  <a:lnTo>
                    <a:pt x="111227" y="1247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506052" y="983867"/>
              <a:ext cx="111227" cy="124793"/>
            </a:xfrm>
            <a:custGeom>
              <a:avLst/>
              <a:pathLst>
                <a:path w="111227" h="124793">
                  <a:moveTo>
                    <a:pt x="0" y="0"/>
                  </a:moveTo>
                  <a:lnTo>
                    <a:pt x="111227" y="1247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506052" y="983867"/>
              <a:ext cx="111227" cy="124793"/>
            </a:xfrm>
            <a:custGeom>
              <a:avLst/>
              <a:pathLst>
                <a:path w="111227" h="124793">
                  <a:moveTo>
                    <a:pt x="0" y="0"/>
                  </a:moveTo>
                  <a:lnTo>
                    <a:pt x="111227" y="1247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506052" y="983867"/>
              <a:ext cx="111227" cy="124793"/>
            </a:xfrm>
            <a:custGeom>
              <a:avLst/>
              <a:pathLst>
                <a:path w="111227" h="124793">
                  <a:moveTo>
                    <a:pt x="0" y="0"/>
                  </a:moveTo>
                  <a:lnTo>
                    <a:pt x="111227" y="1247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506052" y="983867"/>
              <a:ext cx="111227" cy="124793"/>
            </a:xfrm>
            <a:custGeom>
              <a:avLst/>
              <a:pathLst>
                <a:path w="111227" h="124793">
                  <a:moveTo>
                    <a:pt x="0" y="0"/>
                  </a:moveTo>
                  <a:lnTo>
                    <a:pt x="111227" y="1247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506052" y="983867"/>
              <a:ext cx="111227" cy="124793"/>
            </a:xfrm>
            <a:custGeom>
              <a:avLst/>
              <a:pathLst>
                <a:path w="111227" h="124793">
                  <a:moveTo>
                    <a:pt x="0" y="0"/>
                  </a:moveTo>
                  <a:lnTo>
                    <a:pt x="111227" y="1247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506052" y="983867"/>
              <a:ext cx="111227" cy="124793"/>
            </a:xfrm>
            <a:custGeom>
              <a:avLst/>
              <a:pathLst>
                <a:path w="111227" h="124793">
                  <a:moveTo>
                    <a:pt x="0" y="0"/>
                  </a:moveTo>
                  <a:lnTo>
                    <a:pt x="111227" y="1247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506052" y="983867"/>
              <a:ext cx="111227" cy="124793"/>
            </a:xfrm>
            <a:custGeom>
              <a:avLst/>
              <a:pathLst>
                <a:path w="111227" h="124793">
                  <a:moveTo>
                    <a:pt x="0" y="0"/>
                  </a:moveTo>
                  <a:lnTo>
                    <a:pt x="111227" y="1247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506052" y="983867"/>
              <a:ext cx="111227" cy="124793"/>
            </a:xfrm>
            <a:custGeom>
              <a:avLst/>
              <a:pathLst>
                <a:path w="111227" h="124793">
                  <a:moveTo>
                    <a:pt x="0" y="0"/>
                  </a:moveTo>
                  <a:lnTo>
                    <a:pt x="111227" y="1247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506052" y="983867"/>
              <a:ext cx="111227" cy="124793"/>
            </a:xfrm>
            <a:custGeom>
              <a:avLst/>
              <a:pathLst>
                <a:path w="111227" h="124793">
                  <a:moveTo>
                    <a:pt x="0" y="0"/>
                  </a:moveTo>
                  <a:lnTo>
                    <a:pt x="111227" y="1247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506052" y="983867"/>
              <a:ext cx="111227" cy="124793"/>
            </a:xfrm>
            <a:custGeom>
              <a:avLst/>
              <a:pathLst>
                <a:path w="111227" h="124793">
                  <a:moveTo>
                    <a:pt x="0" y="0"/>
                  </a:moveTo>
                  <a:lnTo>
                    <a:pt x="111227" y="1247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506052" y="983867"/>
              <a:ext cx="111227" cy="124793"/>
            </a:xfrm>
            <a:custGeom>
              <a:avLst/>
              <a:pathLst>
                <a:path w="111227" h="124793">
                  <a:moveTo>
                    <a:pt x="0" y="0"/>
                  </a:moveTo>
                  <a:lnTo>
                    <a:pt x="111227" y="1247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506052" y="983867"/>
              <a:ext cx="111227" cy="124793"/>
            </a:xfrm>
            <a:custGeom>
              <a:avLst/>
              <a:pathLst>
                <a:path w="111227" h="124793">
                  <a:moveTo>
                    <a:pt x="0" y="0"/>
                  </a:moveTo>
                  <a:lnTo>
                    <a:pt x="111227" y="1247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4506052" y="983867"/>
              <a:ext cx="111227" cy="124793"/>
            </a:xfrm>
            <a:custGeom>
              <a:avLst/>
              <a:pathLst>
                <a:path w="111227" h="124793">
                  <a:moveTo>
                    <a:pt x="0" y="0"/>
                  </a:moveTo>
                  <a:lnTo>
                    <a:pt x="111227" y="1247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4450125" y="960893"/>
              <a:ext cx="334317" cy="314931"/>
            </a:xfrm>
            <a:custGeom>
              <a:avLst/>
              <a:pathLst>
                <a:path w="334317" h="314931">
                  <a:moveTo>
                    <a:pt x="55926" y="22973"/>
                  </a:moveTo>
                  <a:lnTo>
                    <a:pt x="52030" y="26559"/>
                  </a:lnTo>
                  <a:lnTo>
                    <a:pt x="48248" y="30266"/>
                  </a:lnTo>
                  <a:lnTo>
                    <a:pt x="44586" y="34091"/>
                  </a:lnTo>
                  <a:lnTo>
                    <a:pt x="41047" y="38030"/>
                  </a:lnTo>
                  <a:lnTo>
                    <a:pt x="37635" y="42080"/>
                  </a:lnTo>
                  <a:lnTo>
                    <a:pt x="34352" y="46235"/>
                  </a:lnTo>
                  <a:lnTo>
                    <a:pt x="31203" y="50492"/>
                  </a:lnTo>
                  <a:lnTo>
                    <a:pt x="28190" y="54847"/>
                  </a:lnTo>
                  <a:lnTo>
                    <a:pt x="25317" y="59295"/>
                  </a:lnTo>
                  <a:lnTo>
                    <a:pt x="22586" y="63832"/>
                  </a:lnTo>
                  <a:lnTo>
                    <a:pt x="20000" y="68453"/>
                  </a:lnTo>
                  <a:lnTo>
                    <a:pt x="17561" y="73154"/>
                  </a:lnTo>
                  <a:lnTo>
                    <a:pt x="15273" y="77930"/>
                  </a:lnTo>
                  <a:lnTo>
                    <a:pt x="13137" y="82775"/>
                  </a:lnTo>
                  <a:lnTo>
                    <a:pt x="11156" y="87686"/>
                  </a:lnTo>
                  <a:lnTo>
                    <a:pt x="9331" y="92657"/>
                  </a:lnTo>
                  <a:lnTo>
                    <a:pt x="7665" y="97684"/>
                  </a:lnTo>
                  <a:lnTo>
                    <a:pt x="6159" y="102760"/>
                  </a:lnTo>
                  <a:lnTo>
                    <a:pt x="4814" y="107882"/>
                  </a:lnTo>
                  <a:lnTo>
                    <a:pt x="3632" y="113044"/>
                  </a:lnTo>
                  <a:lnTo>
                    <a:pt x="2614" y="118241"/>
                  </a:lnTo>
                  <a:lnTo>
                    <a:pt x="1762" y="123467"/>
                  </a:lnTo>
                  <a:lnTo>
                    <a:pt x="1075" y="128718"/>
                  </a:lnTo>
                  <a:lnTo>
                    <a:pt x="555" y="133988"/>
                  </a:lnTo>
                  <a:lnTo>
                    <a:pt x="202" y="139272"/>
                  </a:lnTo>
                  <a:lnTo>
                    <a:pt x="17" y="144564"/>
                  </a:lnTo>
                  <a:lnTo>
                    <a:pt x="0" y="149859"/>
                  </a:lnTo>
                  <a:lnTo>
                    <a:pt x="150" y="155153"/>
                  </a:lnTo>
                  <a:lnTo>
                    <a:pt x="467" y="160439"/>
                  </a:lnTo>
                  <a:lnTo>
                    <a:pt x="952" y="165712"/>
                  </a:lnTo>
                  <a:lnTo>
                    <a:pt x="1604" y="170967"/>
                  </a:lnTo>
                  <a:lnTo>
                    <a:pt x="2422" y="176199"/>
                  </a:lnTo>
                  <a:lnTo>
                    <a:pt x="3405" y="181403"/>
                  </a:lnTo>
                  <a:lnTo>
                    <a:pt x="4553" y="186572"/>
                  </a:lnTo>
                  <a:lnTo>
                    <a:pt x="5864" y="191703"/>
                  </a:lnTo>
                  <a:lnTo>
                    <a:pt x="7336" y="196789"/>
                  </a:lnTo>
                  <a:lnTo>
                    <a:pt x="8969" y="201827"/>
                  </a:lnTo>
                  <a:lnTo>
                    <a:pt x="10761" y="206810"/>
                  </a:lnTo>
                  <a:lnTo>
                    <a:pt x="12709" y="211734"/>
                  </a:lnTo>
                  <a:lnTo>
                    <a:pt x="14813" y="216594"/>
                  </a:lnTo>
                  <a:lnTo>
                    <a:pt x="17069" y="221384"/>
                  </a:lnTo>
                  <a:lnTo>
                    <a:pt x="19476" y="226101"/>
                  </a:lnTo>
                  <a:lnTo>
                    <a:pt x="22032" y="230739"/>
                  </a:lnTo>
                  <a:lnTo>
                    <a:pt x="24732" y="235294"/>
                  </a:lnTo>
                  <a:lnTo>
                    <a:pt x="27576" y="239761"/>
                  </a:lnTo>
                  <a:lnTo>
                    <a:pt x="30560" y="244136"/>
                  </a:lnTo>
                  <a:lnTo>
                    <a:pt x="33681" y="248414"/>
                  </a:lnTo>
                  <a:lnTo>
                    <a:pt x="36936" y="252591"/>
                  </a:lnTo>
                  <a:lnTo>
                    <a:pt x="40321" y="256663"/>
                  </a:lnTo>
                  <a:lnTo>
                    <a:pt x="43834" y="260626"/>
                  </a:lnTo>
                  <a:lnTo>
                    <a:pt x="47471" y="264475"/>
                  </a:lnTo>
                  <a:lnTo>
                    <a:pt x="51227" y="268208"/>
                  </a:lnTo>
                  <a:lnTo>
                    <a:pt x="55100" y="271819"/>
                  </a:lnTo>
                  <a:lnTo>
                    <a:pt x="59086" y="275306"/>
                  </a:lnTo>
                  <a:lnTo>
                    <a:pt x="63180" y="278665"/>
                  </a:lnTo>
                  <a:lnTo>
                    <a:pt x="67378" y="281892"/>
                  </a:lnTo>
                  <a:lnTo>
                    <a:pt x="71676" y="284985"/>
                  </a:lnTo>
                  <a:lnTo>
                    <a:pt x="76070" y="287941"/>
                  </a:lnTo>
                  <a:lnTo>
                    <a:pt x="80556" y="290755"/>
                  </a:lnTo>
                  <a:lnTo>
                    <a:pt x="85128" y="293426"/>
                  </a:lnTo>
                  <a:lnTo>
                    <a:pt x="89783" y="295951"/>
                  </a:lnTo>
                  <a:lnTo>
                    <a:pt x="94515" y="298328"/>
                  </a:lnTo>
                  <a:lnTo>
                    <a:pt x="99321" y="300553"/>
                  </a:lnTo>
                  <a:lnTo>
                    <a:pt x="104194" y="302625"/>
                  </a:lnTo>
                  <a:lnTo>
                    <a:pt x="109131" y="304541"/>
                  </a:lnTo>
                  <a:lnTo>
                    <a:pt x="114125" y="306300"/>
                  </a:lnTo>
                  <a:lnTo>
                    <a:pt x="119173" y="307900"/>
                  </a:lnTo>
                  <a:lnTo>
                    <a:pt x="124269" y="309340"/>
                  </a:lnTo>
                  <a:lnTo>
                    <a:pt x="129408" y="310617"/>
                  </a:lnTo>
                  <a:lnTo>
                    <a:pt x="134585" y="311731"/>
                  </a:lnTo>
                  <a:lnTo>
                    <a:pt x="139795" y="312680"/>
                  </a:lnTo>
                  <a:lnTo>
                    <a:pt x="145032" y="313464"/>
                  </a:lnTo>
                  <a:lnTo>
                    <a:pt x="150292" y="314081"/>
                  </a:lnTo>
                  <a:lnTo>
                    <a:pt x="155568" y="314532"/>
                  </a:lnTo>
                  <a:lnTo>
                    <a:pt x="160856" y="314815"/>
                  </a:lnTo>
                  <a:lnTo>
                    <a:pt x="166150" y="314931"/>
                  </a:lnTo>
                  <a:lnTo>
                    <a:pt x="171445" y="314879"/>
                  </a:lnTo>
                  <a:lnTo>
                    <a:pt x="176736" y="314659"/>
                  </a:lnTo>
                  <a:lnTo>
                    <a:pt x="182018" y="314272"/>
                  </a:lnTo>
                  <a:lnTo>
                    <a:pt x="187284" y="313718"/>
                  </a:lnTo>
                  <a:lnTo>
                    <a:pt x="192530" y="312997"/>
                  </a:lnTo>
                  <a:lnTo>
                    <a:pt x="197751" y="312110"/>
                  </a:lnTo>
                  <a:lnTo>
                    <a:pt x="202941" y="311058"/>
                  </a:lnTo>
                  <a:lnTo>
                    <a:pt x="208095" y="309843"/>
                  </a:lnTo>
                  <a:lnTo>
                    <a:pt x="213208" y="308465"/>
                  </a:lnTo>
                  <a:lnTo>
                    <a:pt x="218275" y="306926"/>
                  </a:lnTo>
                  <a:lnTo>
                    <a:pt x="223290" y="305227"/>
                  </a:lnTo>
                  <a:lnTo>
                    <a:pt x="228249" y="303370"/>
                  </a:lnTo>
                  <a:lnTo>
                    <a:pt x="233147" y="301356"/>
                  </a:lnTo>
                  <a:lnTo>
                    <a:pt x="237979" y="299189"/>
                  </a:lnTo>
                  <a:lnTo>
                    <a:pt x="242740" y="296870"/>
                  </a:lnTo>
                  <a:lnTo>
                    <a:pt x="247424" y="294401"/>
                  </a:lnTo>
                  <a:lnTo>
                    <a:pt x="252028" y="291785"/>
                  </a:lnTo>
                  <a:lnTo>
                    <a:pt x="256547" y="289024"/>
                  </a:lnTo>
                  <a:lnTo>
                    <a:pt x="260977" y="286122"/>
                  </a:lnTo>
                  <a:lnTo>
                    <a:pt x="265312" y="283081"/>
                  </a:lnTo>
                  <a:lnTo>
                    <a:pt x="269549" y="279904"/>
                  </a:lnTo>
                  <a:lnTo>
                    <a:pt x="273682" y="276594"/>
                  </a:lnTo>
                  <a:lnTo>
                    <a:pt x="277709" y="273156"/>
                  </a:lnTo>
                  <a:lnTo>
                    <a:pt x="281626" y="269591"/>
                  </a:lnTo>
                  <a:lnTo>
                    <a:pt x="285427" y="265904"/>
                  </a:lnTo>
                  <a:lnTo>
                    <a:pt x="289109" y="262099"/>
                  </a:lnTo>
                  <a:lnTo>
                    <a:pt x="292669" y="258179"/>
                  </a:lnTo>
                  <a:lnTo>
                    <a:pt x="296104" y="254148"/>
                  </a:lnTo>
                  <a:lnTo>
                    <a:pt x="299408" y="250010"/>
                  </a:lnTo>
                  <a:lnTo>
                    <a:pt x="302580" y="245770"/>
                  </a:lnTo>
                  <a:lnTo>
                    <a:pt x="305617" y="241431"/>
                  </a:lnTo>
                  <a:lnTo>
                    <a:pt x="308514" y="236998"/>
                  </a:lnTo>
                  <a:lnTo>
                    <a:pt x="311269" y="232476"/>
                  </a:lnTo>
                  <a:lnTo>
                    <a:pt x="313880" y="227869"/>
                  </a:lnTo>
                  <a:lnTo>
                    <a:pt x="316343" y="223181"/>
                  </a:lnTo>
                  <a:lnTo>
                    <a:pt x="318657" y="218418"/>
                  </a:lnTo>
                  <a:lnTo>
                    <a:pt x="320819" y="213584"/>
                  </a:lnTo>
                  <a:lnTo>
                    <a:pt x="322827" y="208684"/>
                  </a:lnTo>
                  <a:lnTo>
                    <a:pt x="324678" y="203723"/>
                  </a:lnTo>
                  <a:lnTo>
                    <a:pt x="326371" y="198705"/>
                  </a:lnTo>
                  <a:lnTo>
                    <a:pt x="327905" y="193637"/>
                  </a:lnTo>
                  <a:lnTo>
                    <a:pt x="329277" y="188522"/>
                  </a:lnTo>
                  <a:lnTo>
                    <a:pt x="330487" y="183367"/>
                  </a:lnTo>
                  <a:lnTo>
                    <a:pt x="331532" y="178175"/>
                  </a:lnTo>
                  <a:lnTo>
                    <a:pt x="332413" y="172954"/>
                  </a:lnTo>
                  <a:lnTo>
                    <a:pt x="333128" y="167707"/>
                  </a:lnTo>
                  <a:lnTo>
                    <a:pt x="333676" y="162440"/>
                  </a:lnTo>
                  <a:lnTo>
                    <a:pt x="334057" y="157158"/>
                  </a:lnTo>
                  <a:lnTo>
                    <a:pt x="334271" y="151867"/>
                  </a:lnTo>
                  <a:lnTo>
                    <a:pt x="334317" y="146571"/>
                  </a:lnTo>
                  <a:lnTo>
                    <a:pt x="334195" y="141277"/>
                  </a:lnTo>
                  <a:lnTo>
                    <a:pt x="333906" y="135990"/>
                  </a:lnTo>
                  <a:lnTo>
                    <a:pt x="333449" y="130714"/>
                  </a:lnTo>
                  <a:lnTo>
                    <a:pt x="332826" y="125455"/>
                  </a:lnTo>
                  <a:lnTo>
                    <a:pt x="332036" y="120219"/>
                  </a:lnTo>
                  <a:lnTo>
                    <a:pt x="331081" y="115010"/>
                  </a:lnTo>
                  <a:lnTo>
                    <a:pt x="329961" y="109835"/>
                  </a:lnTo>
                  <a:lnTo>
                    <a:pt x="328678" y="104697"/>
                  </a:lnTo>
                  <a:lnTo>
                    <a:pt x="327233" y="99603"/>
                  </a:lnTo>
                  <a:lnTo>
                    <a:pt x="325627" y="94557"/>
                  </a:lnTo>
                  <a:lnTo>
                    <a:pt x="323862" y="89564"/>
                  </a:lnTo>
                  <a:lnTo>
                    <a:pt x="321940" y="84629"/>
                  </a:lnTo>
                  <a:lnTo>
                    <a:pt x="319862" y="79759"/>
                  </a:lnTo>
                  <a:lnTo>
                    <a:pt x="317632" y="74956"/>
                  </a:lnTo>
                  <a:lnTo>
                    <a:pt x="315250" y="70226"/>
                  </a:lnTo>
                  <a:lnTo>
                    <a:pt x="312720" y="65574"/>
                  </a:lnTo>
                  <a:lnTo>
                    <a:pt x="310043" y="61005"/>
                  </a:lnTo>
                  <a:lnTo>
                    <a:pt x="307223" y="56523"/>
                  </a:lnTo>
                  <a:lnTo>
                    <a:pt x="304263" y="52132"/>
                  </a:lnTo>
                  <a:lnTo>
                    <a:pt x="301165" y="47837"/>
                  </a:lnTo>
                  <a:lnTo>
                    <a:pt x="297933" y="43643"/>
                  </a:lnTo>
                  <a:lnTo>
                    <a:pt x="294569" y="39553"/>
                  </a:lnTo>
                  <a:lnTo>
                    <a:pt x="291078" y="35571"/>
                  </a:lnTo>
                  <a:lnTo>
                    <a:pt x="287462" y="31702"/>
                  </a:lnTo>
                  <a:lnTo>
                    <a:pt x="283725" y="27950"/>
                  </a:lnTo>
                  <a:lnTo>
                    <a:pt x="279872" y="24318"/>
                  </a:lnTo>
                  <a:lnTo>
                    <a:pt x="275905" y="20810"/>
                  </a:lnTo>
                  <a:lnTo>
                    <a:pt x="271829" y="17429"/>
                  </a:lnTo>
                  <a:lnTo>
                    <a:pt x="267649" y="14179"/>
                  </a:lnTo>
                  <a:lnTo>
                    <a:pt x="263367" y="11063"/>
                  </a:lnTo>
                  <a:lnTo>
                    <a:pt x="258989" y="8084"/>
                  </a:lnTo>
                  <a:lnTo>
                    <a:pt x="254518" y="5245"/>
                  </a:lnTo>
                  <a:lnTo>
                    <a:pt x="249960" y="2549"/>
                  </a:lnTo>
                  <a:lnTo>
                    <a:pt x="245319" y="0"/>
                  </a:lnTo>
                  <a:lnTo>
                    <a:pt x="167154" y="1477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4617280" y="941493"/>
              <a:ext cx="78165" cy="167167"/>
            </a:xfrm>
            <a:custGeom>
              <a:avLst/>
              <a:pathLst>
                <a:path w="78165" h="167167">
                  <a:moveTo>
                    <a:pt x="78165" y="19400"/>
                  </a:moveTo>
                  <a:lnTo>
                    <a:pt x="72983" y="16773"/>
                  </a:lnTo>
                  <a:lnTo>
                    <a:pt x="67713" y="14328"/>
                  </a:lnTo>
                  <a:lnTo>
                    <a:pt x="62362" y="12067"/>
                  </a:lnTo>
                  <a:lnTo>
                    <a:pt x="56935" y="9994"/>
                  </a:lnTo>
                  <a:lnTo>
                    <a:pt x="51439" y="8111"/>
                  </a:lnTo>
                  <a:lnTo>
                    <a:pt x="45881" y="6419"/>
                  </a:lnTo>
                  <a:lnTo>
                    <a:pt x="40268" y="4922"/>
                  </a:lnTo>
                  <a:lnTo>
                    <a:pt x="34606" y="3621"/>
                  </a:lnTo>
                  <a:lnTo>
                    <a:pt x="28902" y="2517"/>
                  </a:lnTo>
                  <a:lnTo>
                    <a:pt x="23164" y="1612"/>
                  </a:lnTo>
                  <a:lnTo>
                    <a:pt x="17397" y="907"/>
                  </a:lnTo>
                  <a:lnTo>
                    <a:pt x="11610" y="403"/>
                  </a:lnTo>
                  <a:lnTo>
                    <a:pt x="5808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97949" y="1031511"/>
              <a:ext cx="107945" cy="167167"/>
            </a:xfrm>
            <a:custGeom>
              <a:avLst/>
              <a:pathLst>
                <a:path w="107945" h="167167">
                  <a:moveTo>
                    <a:pt x="107945" y="0"/>
                  </a:moveTo>
                  <a:lnTo>
                    <a:pt x="102358" y="93"/>
                  </a:lnTo>
                  <a:lnTo>
                    <a:pt x="96777" y="373"/>
                  </a:lnTo>
                  <a:lnTo>
                    <a:pt x="91209" y="839"/>
                  </a:lnTo>
                  <a:lnTo>
                    <a:pt x="85660" y="1492"/>
                  </a:lnTo>
                  <a:lnTo>
                    <a:pt x="80135" y="2329"/>
                  </a:lnTo>
                  <a:lnTo>
                    <a:pt x="74641" y="3351"/>
                  </a:lnTo>
                  <a:lnTo>
                    <a:pt x="69185" y="4555"/>
                  </a:lnTo>
                  <a:lnTo>
                    <a:pt x="63772" y="5941"/>
                  </a:lnTo>
                  <a:lnTo>
                    <a:pt x="58408" y="7508"/>
                  </a:lnTo>
                  <a:lnTo>
                    <a:pt x="53100" y="9253"/>
                  </a:lnTo>
                  <a:lnTo>
                    <a:pt x="47853" y="11174"/>
                  </a:lnTo>
                  <a:lnTo>
                    <a:pt x="42673" y="13269"/>
                  </a:lnTo>
                  <a:lnTo>
                    <a:pt x="37566" y="15537"/>
                  </a:lnTo>
                  <a:lnTo>
                    <a:pt x="32537" y="17974"/>
                  </a:lnTo>
                  <a:lnTo>
                    <a:pt x="27593" y="20577"/>
                  </a:lnTo>
                  <a:lnTo>
                    <a:pt x="22739" y="23345"/>
                  </a:lnTo>
                  <a:lnTo>
                    <a:pt x="17979" y="26273"/>
                  </a:lnTo>
                  <a:lnTo>
                    <a:pt x="13321" y="29358"/>
                  </a:lnTo>
                  <a:lnTo>
                    <a:pt x="8768" y="32598"/>
                  </a:lnTo>
                  <a:lnTo>
                    <a:pt x="4326" y="35988"/>
                  </a:lnTo>
                  <a:lnTo>
                    <a:pt x="0" y="39524"/>
                  </a:lnTo>
                  <a:lnTo>
                    <a:pt x="10794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97949" y="1071036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97949" y="1071036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97949" y="1071036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97949" y="1071036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97949" y="1071036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97949" y="1071036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97949" y="1071036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97949" y="1071036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97949" y="1071036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997949" y="1071036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997949" y="1071036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997949" y="1071036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997949" y="1071036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997949" y="1071036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997949" y="1071036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997949" y="1071036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997949" y="1071036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997949" y="1071036"/>
              <a:ext cx="107945" cy="127642"/>
            </a:xfrm>
            <a:custGeom>
              <a:avLst/>
              <a:pathLst>
                <a:path w="107945" h="127642">
                  <a:moveTo>
                    <a:pt x="0" y="0"/>
                  </a:moveTo>
                  <a:lnTo>
                    <a:pt x="107945" y="1276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938729" y="1071036"/>
              <a:ext cx="167165" cy="285386"/>
            </a:xfrm>
            <a:custGeom>
              <a:avLst/>
              <a:pathLst>
                <a:path w="167165" h="285386">
                  <a:moveTo>
                    <a:pt x="59220" y="0"/>
                  </a:moveTo>
                  <a:lnTo>
                    <a:pt x="55149" y="3557"/>
                  </a:lnTo>
                  <a:lnTo>
                    <a:pt x="51195" y="7244"/>
                  </a:lnTo>
                  <a:lnTo>
                    <a:pt x="47362" y="11057"/>
                  </a:lnTo>
                  <a:lnTo>
                    <a:pt x="43655" y="14992"/>
                  </a:lnTo>
                  <a:lnTo>
                    <a:pt x="40077" y="19045"/>
                  </a:lnTo>
                  <a:lnTo>
                    <a:pt x="36631" y="23211"/>
                  </a:lnTo>
                  <a:lnTo>
                    <a:pt x="33323" y="27487"/>
                  </a:lnTo>
                  <a:lnTo>
                    <a:pt x="30154" y="31867"/>
                  </a:lnTo>
                  <a:lnTo>
                    <a:pt x="27129" y="36348"/>
                  </a:lnTo>
                  <a:lnTo>
                    <a:pt x="24250" y="40924"/>
                  </a:lnTo>
                  <a:lnTo>
                    <a:pt x="21520" y="45590"/>
                  </a:lnTo>
                  <a:lnTo>
                    <a:pt x="18943" y="50343"/>
                  </a:lnTo>
                  <a:lnTo>
                    <a:pt x="16521" y="55176"/>
                  </a:lnTo>
                  <a:lnTo>
                    <a:pt x="14257" y="60086"/>
                  </a:lnTo>
                  <a:lnTo>
                    <a:pt x="12152" y="65065"/>
                  </a:lnTo>
                  <a:lnTo>
                    <a:pt x="10210" y="70111"/>
                  </a:lnTo>
                  <a:lnTo>
                    <a:pt x="8431" y="75216"/>
                  </a:lnTo>
                  <a:lnTo>
                    <a:pt x="6819" y="80377"/>
                  </a:lnTo>
                  <a:lnTo>
                    <a:pt x="5375" y="85586"/>
                  </a:lnTo>
                  <a:lnTo>
                    <a:pt x="4099" y="90840"/>
                  </a:lnTo>
                  <a:lnTo>
                    <a:pt x="2994" y="96132"/>
                  </a:lnTo>
                  <a:lnTo>
                    <a:pt x="2061" y="101457"/>
                  </a:lnTo>
                  <a:lnTo>
                    <a:pt x="1301" y="106810"/>
                  </a:lnTo>
                  <a:lnTo>
                    <a:pt x="714" y="112184"/>
                  </a:lnTo>
                  <a:lnTo>
                    <a:pt x="301" y="117575"/>
                  </a:lnTo>
                  <a:lnTo>
                    <a:pt x="63" y="122976"/>
                  </a:lnTo>
                  <a:lnTo>
                    <a:pt x="0" y="128382"/>
                  </a:lnTo>
                  <a:lnTo>
                    <a:pt x="111" y="133787"/>
                  </a:lnTo>
                  <a:lnTo>
                    <a:pt x="397" y="139186"/>
                  </a:lnTo>
                  <a:lnTo>
                    <a:pt x="857" y="144572"/>
                  </a:lnTo>
                  <a:lnTo>
                    <a:pt x="1492" y="149941"/>
                  </a:lnTo>
                  <a:lnTo>
                    <a:pt x="2300" y="155287"/>
                  </a:lnTo>
                  <a:lnTo>
                    <a:pt x="3280" y="160604"/>
                  </a:lnTo>
                  <a:lnTo>
                    <a:pt x="4431" y="165886"/>
                  </a:lnTo>
                  <a:lnTo>
                    <a:pt x="5753" y="171128"/>
                  </a:lnTo>
                  <a:lnTo>
                    <a:pt x="7244" y="176325"/>
                  </a:lnTo>
                  <a:lnTo>
                    <a:pt x="8901" y="181471"/>
                  </a:lnTo>
                  <a:lnTo>
                    <a:pt x="10725" y="186560"/>
                  </a:lnTo>
                  <a:lnTo>
                    <a:pt x="12712" y="191588"/>
                  </a:lnTo>
                  <a:lnTo>
                    <a:pt x="14860" y="196549"/>
                  </a:lnTo>
                  <a:lnTo>
                    <a:pt x="17168" y="201438"/>
                  </a:lnTo>
                  <a:lnTo>
                    <a:pt x="19633" y="206250"/>
                  </a:lnTo>
                  <a:lnTo>
                    <a:pt x="22252" y="210980"/>
                  </a:lnTo>
                  <a:lnTo>
                    <a:pt x="25023" y="215622"/>
                  </a:lnTo>
                  <a:lnTo>
                    <a:pt x="27942" y="220172"/>
                  </a:lnTo>
                  <a:lnTo>
                    <a:pt x="31007" y="224626"/>
                  </a:lnTo>
                  <a:lnTo>
                    <a:pt x="34214" y="228978"/>
                  </a:lnTo>
                  <a:lnTo>
                    <a:pt x="37561" y="233224"/>
                  </a:lnTo>
                  <a:lnTo>
                    <a:pt x="41042" y="237360"/>
                  </a:lnTo>
                  <a:lnTo>
                    <a:pt x="44656" y="241381"/>
                  </a:lnTo>
                  <a:lnTo>
                    <a:pt x="48398" y="245283"/>
                  </a:lnTo>
                  <a:lnTo>
                    <a:pt x="52264" y="249062"/>
                  </a:lnTo>
                  <a:lnTo>
                    <a:pt x="56251" y="252714"/>
                  </a:lnTo>
                  <a:lnTo>
                    <a:pt x="60353" y="256235"/>
                  </a:lnTo>
                  <a:lnTo>
                    <a:pt x="64567" y="259622"/>
                  </a:lnTo>
                  <a:lnTo>
                    <a:pt x="68889" y="262871"/>
                  </a:lnTo>
                  <a:lnTo>
                    <a:pt x="73313" y="265978"/>
                  </a:lnTo>
                  <a:lnTo>
                    <a:pt x="77835" y="268940"/>
                  </a:lnTo>
                  <a:lnTo>
                    <a:pt x="82451" y="271755"/>
                  </a:lnTo>
                  <a:lnTo>
                    <a:pt x="87155" y="274419"/>
                  </a:lnTo>
                  <a:lnTo>
                    <a:pt x="91944" y="276929"/>
                  </a:lnTo>
                  <a:lnTo>
                    <a:pt x="96810" y="279284"/>
                  </a:lnTo>
                  <a:lnTo>
                    <a:pt x="101751" y="281480"/>
                  </a:lnTo>
                  <a:lnTo>
                    <a:pt x="106759" y="283514"/>
                  </a:lnTo>
                  <a:lnTo>
                    <a:pt x="111831" y="285386"/>
                  </a:lnTo>
                  <a:lnTo>
                    <a:pt x="167165" y="1276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4050560" y="1031511"/>
              <a:ext cx="222497" cy="334319"/>
            </a:xfrm>
            <a:custGeom>
              <a:avLst/>
              <a:pathLst>
                <a:path w="222497" h="334319">
                  <a:moveTo>
                    <a:pt x="0" y="324911"/>
                  </a:moveTo>
                  <a:lnTo>
                    <a:pt x="5062" y="326596"/>
                  </a:lnTo>
                  <a:lnTo>
                    <a:pt x="10175" y="328119"/>
                  </a:lnTo>
                  <a:lnTo>
                    <a:pt x="15334" y="329478"/>
                  </a:lnTo>
                  <a:lnTo>
                    <a:pt x="20534" y="330672"/>
                  </a:lnTo>
                  <a:lnTo>
                    <a:pt x="25770" y="331699"/>
                  </a:lnTo>
                  <a:lnTo>
                    <a:pt x="31035" y="332559"/>
                  </a:lnTo>
                  <a:lnTo>
                    <a:pt x="36325" y="333250"/>
                  </a:lnTo>
                  <a:lnTo>
                    <a:pt x="41635" y="333772"/>
                  </a:lnTo>
                  <a:lnTo>
                    <a:pt x="46959" y="334124"/>
                  </a:lnTo>
                  <a:lnTo>
                    <a:pt x="52291" y="334307"/>
                  </a:lnTo>
                  <a:lnTo>
                    <a:pt x="57626" y="334319"/>
                  </a:lnTo>
                  <a:lnTo>
                    <a:pt x="62959" y="334160"/>
                  </a:lnTo>
                  <a:lnTo>
                    <a:pt x="68284" y="333832"/>
                  </a:lnTo>
                  <a:lnTo>
                    <a:pt x="73596" y="333334"/>
                  </a:lnTo>
                  <a:lnTo>
                    <a:pt x="78890" y="332666"/>
                  </a:lnTo>
                  <a:lnTo>
                    <a:pt x="84159" y="331830"/>
                  </a:lnTo>
                  <a:lnTo>
                    <a:pt x="89399" y="330827"/>
                  </a:lnTo>
                  <a:lnTo>
                    <a:pt x="94604" y="329656"/>
                  </a:lnTo>
                  <a:lnTo>
                    <a:pt x="99770" y="328320"/>
                  </a:lnTo>
                  <a:lnTo>
                    <a:pt x="104890" y="326820"/>
                  </a:lnTo>
                  <a:lnTo>
                    <a:pt x="109959" y="325157"/>
                  </a:lnTo>
                  <a:lnTo>
                    <a:pt x="114973" y="323334"/>
                  </a:lnTo>
                  <a:lnTo>
                    <a:pt x="119926" y="321351"/>
                  </a:lnTo>
                  <a:lnTo>
                    <a:pt x="124814" y="319211"/>
                  </a:lnTo>
                  <a:lnTo>
                    <a:pt x="129630" y="316917"/>
                  </a:lnTo>
                  <a:lnTo>
                    <a:pt x="134371" y="314469"/>
                  </a:lnTo>
                  <a:lnTo>
                    <a:pt x="139032" y="311872"/>
                  </a:lnTo>
                  <a:lnTo>
                    <a:pt x="143607" y="309127"/>
                  </a:lnTo>
                  <a:lnTo>
                    <a:pt x="148092" y="306238"/>
                  </a:lnTo>
                  <a:lnTo>
                    <a:pt x="152483" y="303207"/>
                  </a:lnTo>
                  <a:lnTo>
                    <a:pt x="156775" y="300038"/>
                  </a:lnTo>
                  <a:lnTo>
                    <a:pt x="160963" y="296733"/>
                  </a:lnTo>
                  <a:lnTo>
                    <a:pt x="165044" y="293296"/>
                  </a:lnTo>
                  <a:lnTo>
                    <a:pt x="169013" y="289731"/>
                  </a:lnTo>
                  <a:lnTo>
                    <a:pt x="172866" y="286041"/>
                  </a:lnTo>
                  <a:lnTo>
                    <a:pt x="176600" y="282230"/>
                  </a:lnTo>
                  <a:lnTo>
                    <a:pt x="180210" y="278301"/>
                  </a:lnTo>
                  <a:lnTo>
                    <a:pt x="183693" y="274259"/>
                  </a:lnTo>
                  <a:lnTo>
                    <a:pt x="187045" y="270109"/>
                  </a:lnTo>
                  <a:lnTo>
                    <a:pt x="190263" y="265853"/>
                  </a:lnTo>
                  <a:lnTo>
                    <a:pt x="193344" y="261497"/>
                  </a:lnTo>
                  <a:lnTo>
                    <a:pt x="196283" y="257045"/>
                  </a:lnTo>
                  <a:lnTo>
                    <a:pt x="199080" y="252501"/>
                  </a:lnTo>
                  <a:lnTo>
                    <a:pt x="201730" y="247871"/>
                  </a:lnTo>
                  <a:lnTo>
                    <a:pt x="204231" y="243158"/>
                  </a:lnTo>
                  <a:lnTo>
                    <a:pt x="206580" y="238367"/>
                  </a:lnTo>
                  <a:lnTo>
                    <a:pt x="208775" y="233505"/>
                  </a:lnTo>
                  <a:lnTo>
                    <a:pt x="210814" y="228574"/>
                  </a:lnTo>
                  <a:lnTo>
                    <a:pt x="212694" y="223581"/>
                  </a:lnTo>
                  <a:lnTo>
                    <a:pt x="214414" y="218531"/>
                  </a:lnTo>
                  <a:lnTo>
                    <a:pt x="215972" y="213428"/>
                  </a:lnTo>
                  <a:lnTo>
                    <a:pt x="217367" y="208278"/>
                  </a:lnTo>
                  <a:lnTo>
                    <a:pt x="218596" y="203087"/>
                  </a:lnTo>
                  <a:lnTo>
                    <a:pt x="219659" y="197858"/>
                  </a:lnTo>
                  <a:lnTo>
                    <a:pt x="220555" y="192599"/>
                  </a:lnTo>
                  <a:lnTo>
                    <a:pt x="221282" y="187313"/>
                  </a:lnTo>
                  <a:lnTo>
                    <a:pt x="221841" y="182008"/>
                  </a:lnTo>
                  <a:lnTo>
                    <a:pt x="222230" y="176686"/>
                  </a:lnTo>
                  <a:lnTo>
                    <a:pt x="222448" y="171356"/>
                  </a:lnTo>
                  <a:lnTo>
                    <a:pt x="222497" y="166021"/>
                  </a:lnTo>
                  <a:lnTo>
                    <a:pt x="222375" y="160687"/>
                  </a:lnTo>
                  <a:lnTo>
                    <a:pt x="222083" y="155359"/>
                  </a:lnTo>
                  <a:lnTo>
                    <a:pt x="221622" y="150044"/>
                  </a:lnTo>
                  <a:lnTo>
                    <a:pt x="220991" y="144746"/>
                  </a:lnTo>
                  <a:lnTo>
                    <a:pt x="220191" y="139471"/>
                  </a:lnTo>
                  <a:lnTo>
                    <a:pt x="219223" y="134225"/>
                  </a:lnTo>
                  <a:lnTo>
                    <a:pt x="218088" y="129011"/>
                  </a:lnTo>
                  <a:lnTo>
                    <a:pt x="216788" y="123837"/>
                  </a:lnTo>
                  <a:lnTo>
                    <a:pt x="215323" y="118707"/>
                  </a:lnTo>
                  <a:lnTo>
                    <a:pt x="213695" y="113626"/>
                  </a:lnTo>
                  <a:lnTo>
                    <a:pt x="211906" y="108600"/>
                  </a:lnTo>
                  <a:lnTo>
                    <a:pt x="209957" y="103633"/>
                  </a:lnTo>
                  <a:lnTo>
                    <a:pt x="207851" y="98731"/>
                  </a:lnTo>
                  <a:lnTo>
                    <a:pt x="205589" y="93899"/>
                  </a:lnTo>
                  <a:lnTo>
                    <a:pt x="203174" y="89141"/>
                  </a:lnTo>
                  <a:lnTo>
                    <a:pt x="200609" y="84463"/>
                  </a:lnTo>
                  <a:lnTo>
                    <a:pt x="197896" y="79869"/>
                  </a:lnTo>
                  <a:lnTo>
                    <a:pt x="195038" y="75364"/>
                  </a:lnTo>
                  <a:lnTo>
                    <a:pt x="192037" y="70953"/>
                  </a:lnTo>
                  <a:lnTo>
                    <a:pt x="188897" y="66639"/>
                  </a:lnTo>
                  <a:lnTo>
                    <a:pt x="185621" y="62428"/>
                  </a:lnTo>
                  <a:lnTo>
                    <a:pt x="182212" y="58324"/>
                  </a:lnTo>
                  <a:lnTo>
                    <a:pt x="178674" y="54331"/>
                  </a:lnTo>
                  <a:lnTo>
                    <a:pt x="175010" y="50452"/>
                  </a:lnTo>
                  <a:lnTo>
                    <a:pt x="171225" y="46692"/>
                  </a:lnTo>
                  <a:lnTo>
                    <a:pt x="167321" y="43055"/>
                  </a:lnTo>
                  <a:lnTo>
                    <a:pt x="163304" y="39545"/>
                  </a:lnTo>
                  <a:lnTo>
                    <a:pt x="159176" y="36164"/>
                  </a:lnTo>
                  <a:lnTo>
                    <a:pt x="154943" y="32917"/>
                  </a:lnTo>
                  <a:lnTo>
                    <a:pt x="150608" y="29807"/>
                  </a:lnTo>
                  <a:lnTo>
                    <a:pt x="146176" y="26837"/>
                  </a:lnTo>
                  <a:lnTo>
                    <a:pt x="141651" y="24009"/>
                  </a:lnTo>
                  <a:lnTo>
                    <a:pt x="137039" y="21328"/>
                  </a:lnTo>
                  <a:lnTo>
                    <a:pt x="132344" y="18794"/>
                  </a:lnTo>
                  <a:lnTo>
                    <a:pt x="127569" y="16412"/>
                  </a:lnTo>
                  <a:lnTo>
                    <a:pt x="122722" y="14184"/>
                  </a:lnTo>
                  <a:lnTo>
                    <a:pt x="117806" y="12112"/>
                  </a:lnTo>
                  <a:lnTo>
                    <a:pt x="112826" y="10197"/>
                  </a:lnTo>
                  <a:lnTo>
                    <a:pt x="107787" y="8442"/>
                  </a:lnTo>
                  <a:lnTo>
                    <a:pt x="102695" y="6849"/>
                  </a:lnTo>
                  <a:lnTo>
                    <a:pt x="97555" y="5419"/>
                  </a:lnTo>
                  <a:lnTo>
                    <a:pt x="92372" y="4154"/>
                  </a:lnTo>
                  <a:lnTo>
                    <a:pt x="87151" y="3055"/>
                  </a:lnTo>
                  <a:lnTo>
                    <a:pt x="81898" y="2124"/>
                  </a:lnTo>
                  <a:lnTo>
                    <a:pt x="76618" y="1360"/>
                  </a:lnTo>
                  <a:lnTo>
                    <a:pt x="71316" y="765"/>
                  </a:lnTo>
                  <a:lnTo>
                    <a:pt x="65997" y="340"/>
                  </a:lnTo>
                  <a:lnTo>
                    <a:pt x="60668" y="85"/>
                  </a:lnTo>
                  <a:lnTo>
                    <a:pt x="55333" y="0"/>
                  </a:lnTo>
                  <a:lnTo>
                    <a:pt x="5533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461921" y="1236837"/>
              <a:ext cx="167167" cy="317554"/>
            </a:xfrm>
            <a:custGeom>
              <a:avLst/>
              <a:pathLst>
                <a:path w="167167" h="317554">
                  <a:moveTo>
                    <a:pt x="167167" y="0"/>
                  </a:moveTo>
                  <a:lnTo>
                    <a:pt x="161815" y="85"/>
                  </a:lnTo>
                  <a:lnTo>
                    <a:pt x="156469" y="342"/>
                  </a:lnTo>
                  <a:lnTo>
                    <a:pt x="151133" y="770"/>
                  </a:lnTo>
                  <a:lnTo>
                    <a:pt x="145814" y="1369"/>
                  </a:lnTo>
                  <a:lnTo>
                    <a:pt x="140517" y="2137"/>
                  </a:lnTo>
                  <a:lnTo>
                    <a:pt x="135247" y="3075"/>
                  </a:lnTo>
                  <a:lnTo>
                    <a:pt x="130010" y="4181"/>
                  </a:lnTo>
                  <a:lnTo>
                    <a:pt x="124812" y="5454"/>
                  </a:lnTo>
                  <a:lnTo>
                    <a:pt x="119656" y="6893"/>
                  </a:lnTo>
                  <a:lnTo>
                    <a:pt x="114549" y="8496"/>
                  </a:lnTo>
                  <a:lnTo>
                    <a:pt x="109496" y="10262"/>
                  </a:lnTo>
                  <a:lnTo>
                    <a:pt x="104503" y="12189"/>
                  </a:lnTo>
                  <a:lnTo>
                    <a:pt x="99573" y="14275"/>
                  </a:lnTo>
                  <a:lnTo>
                    <a:pt x="94713" y="16517"/>
                  </a:lnTo>
                  <a:lnTo>
                    <a:pt x="89927" y="18914"/>
                  </a:lnTo>
                  <a:lnTo>
                    <a:pt x="85221" y="21462"/>
                  </a:lnTo>
                  <a:lnTo>
                    <a:pt x="80598" y="24161"/>
                  </a:lnTo>
                  <a:lnTo>
                    <a:pt x="76064" y="27005"/>
                  </a:lnTo>
                  <a:lnTo>
                    <a:pt x="71623" y="29994"/>
                  </a:lnTo>
                  <a:lnTo>
                    <a:pt x="67281" y="33123"/>
                  </a:lnTo>
                  <a:lnTo>
                    <a:pt x="63041" y="36390"/>
                  </a:lnTo>
                  <a:lnTo>
                    <a:pt x="58907" y="39790"/>
                  </a:lnTo>
                  <a:lnTo>
                    <a:pt x="54885" y="43321"/>
                  </a:lnTo>
                  <a:lnTo>
                    <a:pt x="50977" y="46980"/>
                  </a:lnTo>
                  <a:lnTo>
                    <a:pt x="47189" y="50761"/>
                  </a:lnTo>
                  <a:lnTo>
                    <a:pt x="43524" y="54662"/>
                  </a:lnTo>
                  <a:lnTo>
                    <a:pt x="39986" y="58678"/>
                  </a:lnTo>
                  <a:lnTo>
                    <a:pt x="36578" y="62805"/>
                  </a:lnTo>
                  <a:lnTo>
                    <a:pt x="33303" y="67039"/>
                  </a:lnTo>
                  <a:lnTo>
                    <a:pt x="30166" y="71376"/>
                  </a:lnTo>
                  <a:lnTo>
                    <a:pt x="27170" y="75811"/>
                  </a:lnTo>
                  <a:lnTo>
                    <a:pt x="24317" y="80340"/>
                  </a:lnTo>
                  <a:lnTo>
                    <a:pt x="21610" y="84958"/>
                  </a:lnTo>
                  <a:lnTo>
                    <a:pt x="19053" y="89660"/>
                  </a:lnTo>
                  <a:lnTo>
                    <a:pt x="16648" y="94442"/>
                  </a:lnTo>
                  <a:lnTo>
                    <a:pt x="14397" y="99298"/>
                  </a:lnTo>
                  <a:lnTo>
                    <a:pt x="12302" y="104223"/>
                  </a:lnTo>
                  <a:lnTo>
                    <a:pt x="10366" y="109214"/>
                  </a:lnTo>
                  <a:lnTo>
                    <a:pt x="8591" y="114263"/>
                  </a:lnTo>
                  <a:lnTo>
                    <a:pt x="6979" y="119367"/>
                  </a:lnTo>
                  <a:lnTo>
                    <a:pt x="5531" y="124520"/>
                  </a:lnTo>
                  <a:lnTo>
                    <a:pt x="4248" y="129717"/>
                  </a:lnTo>
                  <a:lnTo>
                    <a:pt x="3133" y="134952"/>
                  </a:lnTo>
                  <a:lnTo>
                    <a:pt x="2185" y="140220"/>
                  </a:lnTo>
                  <a:lnTo>
                    <a:pt x="1407" y="145515"/>
                  </a:lnTo>
                  <a:lnTo>
                    <a:pt x="799" y="150833"/>
                  </a:lnTo>
                  <a:lnTo>
                    <a:pt x="361" y="156168"/>
                  </a:lnTo>
                  <a:lnTo>
                    <a:pt x="95" y="161513"/>
                  </a:lnTo>
                  <a:lnTo>
                    <a:pt x="0" y="166865"/>
                  </a:lnTo>
                  <a:lnTo>
                    <a:pt x="76" y="172217"/>
                  </a:lnTo>
                  <a:lnTo>
                    <a:pt x="323" y="177564"/>
                  </a:lnTo>
                  <a:lnTo>
                    <a:pt x="741" y="182900"/>
                  </a:lnTo>
                  <a:lnTo>
                    <a:pt x="1330" y="188220"/>
                  </a:lnTo>
                  <a:lnTo>
                    <a:pt x="2089" y="193518"/>
                  </a:lnTo>
                  <a:lnTo>
                    <a:pt x="3018" y="198790"/>
                  </a:lnTo>
                  <a:lnTo>
                    <a:pt x="4114" y="204029"/>
                  </a:lnTo>
                  <a:lnTo>
                    <a:pt x="5378" y="209230"/>
                  </a:lnTo>
                  <a:lnTo>
                    <a:pt x="6807" y="214388"/>
                  </a:lnTo>
                  <a:lnTo>
                    <a:pt x="8401" y="219498"/>
                  </a:lnTo>
                  <a:lnTo>
                    <a:pt x="10158" y="224554"/>
                  </a:lnTo>
                  <a:lnTo>
                    <a:pt x="12076" y="229551"/>
                  </a:lnTo>
                  <a:lnTo>
                    <a:pt x="14152" y="234484"/>
                  </a:lnTo>
                  <a:lnTo>
                    <a:pt x="16386" y="239348"/>
                  </a:lnTo>
                  <a:lnTo>
                    <a:pt x="18774" y="244139"/>
                  </a:lnTo>
                  <a:lnTo>
                    <a:pt x="21314" y="248850"/>
                  </a:lnTo>
                  <a:lnTo>
                    <a:pt x="24004" y="253477"/>
                  </a:lnTo>
                  <a:lnTo>
                    <a:pt x="26841" y="258016"/>
                  </a:lnTo>
                  <a:lnTo>
                    <a:pt x="29821" y="262462"/>
                  </a:lnTo>
                  <a:lnTo>
                    <a:pt x="32943" y="266811"/>
                  </a:lnTo>
                  <a:lnTo>
                    <a:pt x="36202" y="271057"/>
                  </a:lnTo>
                  <a:lnTo>
                    <a:pt x="39595" y="275196"/>
                  </a:lnTo>
                  <a:lnTo>
                    <a:pt x="43119" y="279225"/>
                  </a:lnTo>
                  <a:lnTo>
                    <a:pt x="46770" y="283139"/>
                  </a:lnTo>
                  <a:lnTo>
                    <a:pt x="50544" y="286934"/>
                  </a:lnTo>
                  <a:lnTo>
                    <a:pt x="54438" y="290606"/>
                  </a:lnTo>
                  <a:lnTo>
                    <a:pt x="58448" y="294152"/>
                  </a:lnTo>
                  <a:lnTo>
                    <a:pt x="62569" y="297567"/>
                  </a:lnTo>
                  <a:lnTo>
                    <a:pt x="66797" y="300849"/>
                  </a:lnTo>
                  <a:lnTo>
                    <a:pt x="71129" y="303994"/>
                  </a:lnTo>
                  <a:lnTo>
                    <a:pt x="75558" y="306999"/>
                  </a:lnTo>
                  <a:lnTo>
                    <a:pt x="80082" y="309860"/>
                  </a:lnTo>
                  <a:lnTo>
                    <a:pt x="84695" y="312575"/>
                  </a:lnTo>
                  <a:lnTo>
                    <a:pt x="89392" y="315140"/>
                  </a:lnTo>
                  <a:lnTo>
                    <a:pt x="94170" y="317554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556091" y="1404005"/>
              <a:ext cx="72997" cy="150387"/>
            </a:xfrm>
            <a:custGeom>
              <a:avLst/>
              <a:pathLst>
                <a:path w="72997" h="150387">
                  <a:moveTo>
                    <a:pt x="0" y="150387"/>
                  </a:moveTo>
                  <a:lnTo>
                    <a:pt x="7299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556091" y="1404005"/>
              <a:ext cx="72997" cy="150387"/>
            </a:xfrm>
            <a:custGeom>
              <a:avLst/>
              <a:pathLst>
                <a:path w="72997" h="150387">
                  <a:moveTo>
                    <a:pt x="0" y="150387"/>
                  </a:moveTo>
                  <a:lnTo>
                    <a:pt x="7299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556091" y="1404005"/>
              <a:ext cx="72997" cy="150387"/>
            </a:xfrm>
            <a:custGeom>
              <a:avLst/>
              <a:pathLst>
                <a:path w="72997" h="150387">
                  <a:moveTo>
                    <a:pt x="0" y="150387"/>
                  </a:moveTo>
                  <a:lnTo>
                    <a:pt x="7299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556091" y="1404005"/>
              <a:ext cx="72997" cy="150387"/>
            </a:xfrm>
            <a:custGeom>
              <a:avLst/>
              <a:pathLst>
                <a:path w="72997" h="150387">
                  <a:moveTo>
                    <a:pt x="0" y="150387"/>
                  </a:moveTo>
                  <a:lnTo>
                    <a:pt x="7299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556091" y="1404005"/>
              <a:ext cx="72997" cy="150387"/>
            </a:xfrm>
            <a:custGeom>
              <a:avLst/>
              <a:pathLst>
                <a:path w="72997" h="150387">
                  <a:moveTo>
                    <a:pt x="0" y="150387"/>
                  </a:moveTo>
                  <a:lnTo>
                    <a:pt x="7299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556091" y="1404005"/>
              <a:ext cx="72997" cy="150387"/>
            </a:xfrm>
            <a:custGeom>
              <a:avLst/>
              <a:pathLst>
                <a:path w="72997" h="150387">
                  <a:moveTo>
                    <a:pt x="0" y="150387"/>
                  </a:moveTo>
                  <a:lnTo>
                    <a:pt x="7299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556091" y="1404005"/>
              <a:ext cx="72997" cy="150387"/>
            </a:xfrm>
            <a:custGeom>
              <a:avLst/>
              <a:pathLst>
                <a:path w="72997" h="150387">
                  <a:moveTo>
                    <a:pt x="0" y="150387"/>
                  </a:moveTo>
                  <a:lnTo>
                    <a:pt x="7299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556091" y="1404005"/>
              <a:ext cx="72997" cy="150387"/>
            </a:xfrm>
            <a:custGeom>
              <a:avLst/>
              <a:pathLst>
                <a:path w="72997" h="150387">
                  <a:moveTo>
                    <a:pt x="0" y="150387"/>
                  </a:moveTo>
                  <a:lnTo>
                    <a:pt x="7299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556091" y="1404005"/>
              <a:ext cx="72997" cy="150387"/>
            </a:xfrm>
            <a:custGeom>
              <a:avLst/>
              <a:pathLst>
                <a:path w="72997" h="150387">
                  <a:moveTo>
                    <a:pt x="0" y="150387"/>
                  </a:moveTo>
                  <a:lnTo>
                    <a:pt x="7299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556091" y="1404005"/>
              <a:ext cx="72997" cy="150387"/>
            </a:xfrm>
            <a:custGeom>
              <a:avLst/>
              <a:pathLst>
                <a:path w="72997" h="150387">
                  <a:moveTo>
                    <a:pt x="0" y="150387"/>
                  </a:moveTo>
                  <a:lnTo>
                    <a:pt x="7299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556091" y="1404005"/>
              <a:ext cx="72997" cy="150387"/>
            </a:xfrm>
            <a:custGeom>
              <a:avLst/>
              <a:pathLst>
                <a:path w="72997" h="150387">
                  <a:moveTo>
                    <a:pt x="0" y="150387"/>
                  </a:moveTo>
                  <a:lnTo>
                    <a:pt x="7299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556091" y="1404005"/>
              <a:ext cx="72997" cy="150387"/>
            </a:xfrm>
            <a:custGeom>
              <a:avLst/>
              <a:pathLst>
                <a:path w="72997" h="150387">
                  <a:moveTo>
                    <a:pt x="0" y="150387"/>
                  </a:moveTo>
                  <a:lnTo>
                    <a:pt x="729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556091" y="1404005"/>
              <a:ext cx="72997" cy="150387"/>
            </a:xfrm>
            <a:custGeom>
              <a:avLst/>
              <a:pathLst>
                <a:path w="72997" h="150387">
                  <a:moveTo>
                    <a:pt x="0" y="150387"/>
                  </a:moveTo>
                  <a:lnTo>
                    <a:pt x="729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556091" y="1404005"/>
              <a:ext cx="72997" cy="150387"/>
            </a:xfrm>
            <a:custGeom>
              <a:avLst/>
              <a:pathLst>
                <a:path w="72997" h="150387">
                  <a:moveTo>
                    <a:pt x="0" y="150387"/>
                  </a:moveTo>
                  <a:lnTo>
                    <a:pt x="729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556091" y="1404005"/>
              <a:ext cx="72997" cy="150387"/>
            </a:xfrm>
            <a:custGeom>
              <a:avLst/>
              <a:pathLst>
                <a:path w="72997" h="150387">
                  <a:moveTo>
                    <a:pt x="0" y="150387"/>
                  </a:moveTo>
                  <a:lnTo>
                    <a:pt x="729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556091" y="1404005"/>
              <a:ext cx="72997" cy="150387"/>
            </a:xfrm>
            <a:custGeom>
              <a:avLst/>
              <a:pathLst>
                <a:path w="72997" h="150387">
                  <a:moveTo>
                    <a:pt x="0" y="150387"/>
                  </a:moveTo>
                  <a:lnTo>
                    <a:pt x="7299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556091" y="1404005"/>
              <a:ext cx="72997" cy="150387"/>
            </a:xfrm>
            <a:custGeom>
              <a:avLst/>
              <a:pathLst>
                <a:path w="72997" h="150387">
                  <a:moveTo>
                    <a:pt x="0" y="150387"/>
                  </a:moveTo>
                  <a:lnTo>
                    <a:pt x="7299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556091" y="1252375"/>
              <a:ext cx="240151" cy="318795"/>
            </a:xfrm>
            <a:custGeom>
              <a:avLst/>
              <a:pathLst>
                <a:path w="240151" h="318795">
                  <a:moveTo>
                    <a:pt x="0" y="302017"/>
                  </a:moveTo>
                  <a:lnTo>
                    <a:pt x="4834" y="304269"/>
                  </a:lnTo>
                  <a:lnTo>
                    <a:pt x="9739" y="306366"/>
                  </a:lnTo>
                  <a:lnTo>
                    <a:pt x="14708" y="308305"/>
                  </a:lnTo>
                  <a:lnTo>
                    <a:pt x="19736" y="310085"/>
                  </a:lnTo>
                  <a:lnTo>
                    <a:pt x="24818" y="311704"/>
                  </a:lnTo>
                  <a:lnTo>
                    <a:pt x="29949" y="313159"/>
                  </a:lnTo>
                  <a:lnTo>
                    <a:pt x="35125" y="314450"/>
                  </a:lnTo>
                  <a:lnTo>
                    <a:pt x="40338" y="315576"/>
                  </a:lnTo>
                  <a:lnTo>
                    <a:pt x="45585" y="316534"/>
                  </a:lnTo>
                  <a:lnTo>
                    <a:pt x="50860" y="317325"/>
                  </a:lnTo>
                  <a:lnTo>
                    <a:pt x="56158" y="317947"/>
                  </a:lnTo>
                  <a:lnTo>
                    <a:pt x="61472" y="318399"/>
                  </a:lnTo>
                  <a:lnTo>
                    <a:pt x="66798" y="318682"/>
                  </a:lnTo>
                  <a:lnTo>
                    <a:pt x="72131" y="318795"/>
                  </a:lnTo>
                  <a:lnTo>
                    <a:pt x="77465" y="318737"/>
                  </a:lnTo>
                  <a:lnTo>
                    <a:pt x="82794" y="318510"/>
                  </a:lnTo>
                  <a:lnTo>
                    <a:pt x="88113" y="318112"/>
                  </a:lnTo>
                  <a:lnTo>
                    <a:pt x="93416" y="317545"/>
                  </a:lnTo>
                  <a:lnTo>
                    <a:pt x="98699" y="316809"/>
                  </a:lnTo>
                  <a:lnTo>
                    <a:pt x="103956" y="315905"/>
                  </a:lnTo>
                  <a:lnTo>
                    <a:pt x="109181" y="314834"/>
                  </a:lnTo>
                  <a:lnTo>
                    <a:pt x="114369" y="313596"/>
                  </a:lnTo>
                  <a:lnTo>
                    <a:pt x="119515" y="312194"/>
                  </a:lnTo>
                  <a:lnTo>
                    <a:pt x="124614" y="310628"/>
                  </a:lnTo>
                  <a:lnTo>
                    <a:pt x="129660" y="308901"/>
                  </a:lnTo>
                  <a:lnTo>
                    <a:pt x="134649" y="307013"/>
                  </a:lnTo>
                  <a:lnTo>
                    <a:pt x="139574" y="304967"/>
                  </a:lnTo>
                  <a:lnTo>
                    <a:pt x="144433" y="302765"/>
                  </a:lnTo>
                  <a:lnTo>
                    <a:pt x="149218" y="300409"/>
                  </a:lnTo>
                  <a:lnTo>
                    <a:pt x="153925" y="297901"/>
                  </a:lnTo>
                  <a:lnTo>
                    <a:pt x="158551" y="295245"/>
                  </a:lnTo>
                  <a:lnTo>
                    <a:pt x="163089" y="292443"/>
                  </a:lnTo>
                  <a:lnTo>
                    <a:pt x="167535" y="289497"/>
                  </a:lnTo>
                  <a:lnTo>
                    <a:pt x="171886" y="286410"/>
                  </a:lnTo>
                  <a:lnTo>
                    <a:pt x="176135" y="283187"/>
                  </a:lnTo>
                  <a:lnTo>
                    <a:pt x="180280" y="279830"/>
                  </a:lnTo>
                  <a:lnTo>
                    <a:pt x="184315" y="276342"/>
                  </a:lnTo>
                  <a:lnTo>
                    <a:pt x="188237" y="272727"/>
                  </a:lnTo>
                  <a:lnTo>
                    <a:pt x="192042" y="268989"/>
                  </a:lnTo>
                  <a:lnTo>
                    <a:pt x="195725" y="265131"/>
                  </a:lnTo>
                  <a:lnTo>
                    <a:pt x="199284" y="261158"/>
                  </a:lnTo>
                  <a:lnTo>
                    <a:pt x="202714" y="257073"/>
                  </a:lnTo>
                  <a:lnTo>
                    <a:pt x="206012" y="252881"/>
                  </a:lnTo>
                  <a:lnTo>
                    <a:pt x="209174" y="248586"/>
                  </a:lnTo>
                  <a:lnTo>
                    <a:pt x="212198" y="244192"/>
                  </a:lnTo>
                  <a:lnTo>
                    <a:pt x="215080" y="239704"/>
                  </a:lnTo>
                  <a:lnTo>
                    <a:pt x="217818" y="235126"/>
                  </a:lnTo>
                  <a:lnTo>
                    <a:pt x="220408" y="230464"/>
                  </a:lnTo>
                  <a:lnTo>
                    <a:pt x="222848" y="225721"/>
                  </a:lnTo>
                  <a:lnTo>
                    <a:pt x="225135" y="220902"/>
                  </a:lnTo>
                  <a:lnTo>
                    <a:pt x="227268" y="216013"/>
                  </a:lnTo>
                  <a:lnTo>
                    <a:pt x="229244" y="211059"/>
                  </a:lnTo>
                  <a:lnTo>
                    <a:pt x="231060" y="206044"/>
                  </a:lnTo>
                  <a:lnTo>
                    <a:pt x="232715" y="200973"/>
                  </a:lnTo>
                  <a:lnTo>
                    <a:pt x="234208" y="195853"/>
                  </a:lnTo>
                  <a:lnTo>
                    <a:pt x="235537" y="190687"/>
                  </a:lnTo>
                  <a:lnTo>
                    <a:pt x="236701" y="185482"/>
                  </a:lnTo>
                  <a:lnTo>
                    <a:pt x="237697" y="180242"/>
                  </a:lnTo>
                  <a:lnTo>
                    <a:pt x="238526" y="174973"/>
                  </a:lnTo>
                  <a:lnTo>
                    <a:pt x="239187" y="169680"/>
                  </a:lnTo>
                  <a:lnTo>
                    <a:pt x="239678" y="164369"/>
                  </a:lnTo>
                  <a:lnTo>
                    <a:pt x="239999" y="159045"/>
                  </a:lnTo>
                  <a:lnTo>
                    <a:pt x="240151" y="153713"/>
                  </a:lnTo>
                  <a:lnTo>
                    <a:pt x="240132" y="148379"/>
                  </a:lnTo>
                  <a:lnTo>
                    <a:pt x="239944" y="143049"/>
                  </a:lnTo>
                  <a:lnTo>
                    <a:pt x="239585" y="137727"/>
                  </a:lnTo>
                  <a:lnTo>
                    <a:pt x="239057" y="132420"/>
                  </a:lnTo>
                  <a:lnTo>
                    <a:pt x="238359" y="127132"/>
                  </a:lnTo>
                  <a:lnTo>
                    <a:pt x="237493" y="121869"/>
                  </a:lnTo>
                  <a:lnTo>
                    <a:pt x="236460" y="116636"/>
                  </a:lnTo>
                  <a:lnTo>
                    <a:pt x="235261" y="111439"/>
                  </a:lnTo>
                  <a:lnTo>
                    <a:pt x="233896" y="106282"/>
                  </a:lnTo>
                  <a:lnTo>
                    <a:pt x="232367" y="101172"/>
                  </a:lnTo>
                  <a:lnTo>
                    <a:pt x="230676" y="96114"/>
                  </a:lnTo>
                  <a:lnTo>
                    <a:pt x="228825" y="91111"/>
                  </a:lnTo>
                  <a:lnTo>
                    <a:pt x="226815" y="86171"/>
                  </a:lnTo>
                  <a:lnTo>
                    <a:pt x="224648" y="81297"/>
                  </a:lnTo>
                  <a:lnTo>
                    <a:pt x="222327" y="76495"/>
                  </a:lnTo>
                  <a:lnTo>
                    <a:pt x="219854" y="71769"/>
                  </a:lnTo>
                  <a:lnTo>
                    <a:pt x="217232" y="67124"/>
                  </a:lnTo>
                  <a:lnTo>
                    <a:pt x="214462" y="62566"/>
                  </a:lnTo>
                  <a:lnTo>
                    <a:pt x="211549" y="58098"/>
                  </a:lnTo>
                  <a:lnTo>
                    <a:pt x="208495" y="53725"/>
                  </a:lnTo>
                  <a:lnTo>
                    <a:pt x="205302" y="49452"/>
                  </a:lnTo>
                  <a:lnTo>
                    <a:pt x="201975" y="45283"/>
                  </a:lnTo>
                  <a:lnTo>
                    <a:pt x="198517" y="41223"/>
                  </a:lnTo>
                  <a:lnTo>
                    <a:pt x="194930" y="37274"/>
                  </a:lnTo>
                  <a:lnTo>
                    <a:pt x="191220" y="33443"/>
                  </a:lnTo>
                  <a:lnTo>
                    <a:pt x="187389" y="29731"/>
                  </a:lnTo>
                  <a:lnTo>
                    <a:pt x="183442" y="26144"/>
                  </a:lnTo>
                  <a:lnTo>
                    <a:pt x="179383" y="22684"/>
                  </a:lnTo>
                  <a:lnTo>
                    <a:pt x="175215" y="19356"/>
                  </a:lnTo>
                  <a:lnTo>
                    <a:pt x="170943" y="16162"/>
                  </a:lnTo>
                  <a:lnTo>
                    <a:pt x="166571" y="13106"/>
                  </a:lnTo>
                  <a:lnTo>
                    <a:pt x="162104" y="10191"/>
                  </a:lnTo>
                  <a:lnTo>
                    <a:pt x="157547" y="7420"/>
                  </a:lnTo>
                  <a:lnTo>
                    <a:pt x="152903" y="4796"/>
                  </a:lnTo>
                  <a:lnTo>
                    <a:pt x="148178" y="2322"/>
                  </a:lnTo>
                  <a:lnTo>
                    <a:pt x="143376" y="0"/>
                  </a:lnTo>
                  <a:lnTo>
                    <a:pt x="72997" y="1516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629088" y="1236837"/>
              <a:ext cx="70379" cy="167167"/>
            </a:xfrm>
            <a:custGeom>
              <a:avLst/>
              <a:pathLst>
                <a:path w="70379" h="167167">
                  <a:moveTo>
                    <a:pt x="70379" y="15537"/>
                  </a:moveTo>
                  <a:lnTo>
                    <a:pt x="64843" y="13088"/>
                  </a:lnTo>
                  <a:lnTo>
                    <a:pt x="59222" y="10842"/>
                  </a:lnTo>
                  <a:lnTo>
                    <a:pt x="53523" y="8800"/>
                  </a:lnTo>
                  <a:lnTo>
                    <a:pt x="47755" y="6966"/>
                  </a:lnTo>
                  <a:lnTo>
                    <a:pt x="41923" y="5342"/>
                  </a:lnTo>
                  <a:lnTo>
                    <a:pt x="36037" y="3930"/>
                  </a:lnTo>
                  <a:lnTo>
                    <a:pt x="30103" y="2732"/>
                  </a:lnTo>
                  <a:lnTo>
                    <a:pt x="24130" y="1750"/>
                  </a:lnTo>
                  <a:lnTo>
                    <a:pt x="18125" y="985"/>
                  </a:lnTo>
                  <a:lnTo>
                    <a:pt x="12096" y="438"/>
                  </a:lnTo>
                  <a:lnTo>
                    <a:pt x="6052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104463" y="1546402"/>
              <a:ext cx="108103" cy="167167"/>
            </a:xfrm>
            <a:custGeom>
              <a:avLst/>
              <a:pathLst>
                <a:path w="108103" h="167167">
                  <a:moveTo>
                    <a:pt x="108103" y="0"/>
                  </a:moveTo>
                  <a:lnTo>
                    <a:pt x="102506" y="93"/>
                  </a:lnTo>
                  <a:lnTo>
                    <a:pt x="96916" y="374"/>
                  </a:lnTo>
                  <a:lnTo>
                    <a:pt x="91338" y="842"/>
                  </a:lnTo>
                  <a:lnTo>
                    <a:pt x="85778" y="1497"/>
                  </a:lnTo>
                  <a:lnTo>
                    <a:pt x="80244" y="2337"/>
                  </a:lnTo>
                  <a:lnTo>
                    <a:pt x="74741" y="3362"/>
                  </a:lnTo>
                  <a:lnTo>
                    <a:pt x="69276" y="4571"/>
                  </a:lnTo>
                  <a:lnTo>
                    <a:pt x="63854" y="5962"/>
                  </a:lnTo>
                  <a:lnTo>
                    <a:pt x="58481" y="7534"/>
                  </a:lnTo>
                  <a:lnTo>
                    <a:pt x="53164" y="9285"/>
                  </a:lnTo>
                  <a:lnTo>
                    <a:pt x="47909" y="11213"/>
                  </a:lnTo>
                  <a:lnTo>
                    <a:pt x="42722" y="13316"/>
                  </a:lnTo>
                  <a:lnTo>
                    <a:pt x="37607" y="15591"/>
                  </a:lnTo>
                  <a:lnTo>
                    <a:pt x="32572" y="18036"/>
                  </a:lnTo>
                  <a:lnTo>
                    <a:pt x="27621" y="20649"/>
                  </a:lnTo>
                  <a:lnTo>
                    <a:pt x="22761" y="23425"/>
                  </a:lnTo>
                  <a:lnTo>
                    <a:pt x="17996" y="26363"/>
                  </a:lnTo>
                  <a:lnTo>
                    <a:pt x="13333" y="29459"/>
                  </a:lnTo>
                  <a:lnTo>
                    <a:pt x="8775" y="32709"/>
                  </a:lnTo>
                  <a:lnTo>
                    <a:pt x="4329" y="36110"/>
                  </a:lnTo>
                  <a:lnTo>
                    <a:pt x="0" y="39658"/>
                  </a:lnTo>
                  <a:lnTo>
                    <a:pt x="10810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104463" y="158606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104463" y="158606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104463" y="158606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104463" y="158606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104463" y="158606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104463" y="158606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104463" y="158606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104463" y="158606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104463" y="158606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104463" y="158606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104463" y="158606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104463" y="158606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104463" y="158606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104463" y="158606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104463" y="158606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104463" y="1586060"/>
              <a:ext cx="108103" cy="127509"/>
            </a:xfrm>
            <a:custGeom>
              <a:avLst/>
              <a:pathLst>
                <a:path w="108103" h="127509">
                  <a:moveTo>
                    <a:pt x="0" y="0"/>
                  </a:moveTo>
                  <a:lnTo>
                    <a:pt x="108103" y="1275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45408" y="1586060"/>
              <a:ext cx="334319" cy="294673"/>
            </a:xfrm>
            <a:custGeom>
              <a:avLst/>
              <a:pathLst>
                <a:path w="334319" h="294673">
                  <a:moveTo>
                    <a:pt x="59055" y="0"/>
                  </a:moveTo>
                  <a:lnTo>
                    <a:pt x="55061" y="3496"/>
                  </a:lnTo>
                  <a:lnTo>
                    <a:pt x="51181" y="7117"/>
                  </a:lnTo>
                  <a:lnTo>
                    <a:pt x="47417" y="10859"/>
                  </a:lnTo>
                  <a:lnTo>
                    <a:pt x="43774" y="14719"/>
                  </a:lnTo>
                  <a:lnTo>
                    <a:pt x="40256" y="18693"/>
                  </a:lnTo>
                  <a:lnTo>
                    <a:pt x="36866" y="22777"/>
                  </a:lnTo>
                  <a:lnTo>
                    <a:pt x="33606" y="26966"/>
                  </a:lnTo>
                  <a:lnTo>
                    <a:pt x="30482" y="31256"/>
                  </a:lnTo>
                  <a:lnTo>
                    <a:pt x="27495" y="35643"/>
                  </a:lnTo>
                  <a:lnTo>
                    <a:pt x="24649" y="40123"/>
                  </a:lnTo>
                  <a:lnTo>
                    <a:pt x="21947" y="44692"/>
                  </a:lnTo>
                  <a:lnTo>
                    <a:pt x="19391" y="49343"/>
                  </a:lnTo>
                  <a:lnTo>
                    <a:pt x="16984" y="54074"/>
                  </a:lnTo>
                  <a:lnTo>
                    <a:pt x="14728" y="58878"/>
                  </a:lnTo>
                  <a:lnTo>
                    <a:pt x="12627" y="63752"/>
                  </a:lnTo>
                  <a:lnTo>
                    <a:pt x="10680" y="68689"/>
                  </a:lnTo>
                  <a:lnTo>
                    <a:pt x="8892" y="73687"/>
                  </a:lnTo>
                  <a:lnTo>
                    <a:pt x="7263" y="78738"/>
                  </a:lnTo>
                  <a:lnTo>
                    <a:pt x="5795" y="83839"/>
                  </a:lnTo>
                  <a:lnTo>
                    <a:pt x="4490" y="88983"/>
                  </a:lnTo>
                  <a:lnTo>
                    <a:pt x="3349" y="94167"/>
                  </a:lnTo>
                  <a:lnTo>
                    <a:pt x="2374" y="99384"/>
                  </a:lnTo>
                  <a:lnTo>
                    <a:pt x="1564" y="104629"/>
                  </a:lnTo>
                  <a:lnTo>
                    <a:pt x="921" y="109898"/>
                  </a:lnTo>
                  <a:lnTo>
                    <a:pt x="446" y="115184"/>
                  </a:lnTo>
                  <a:lnTo>
                    <a:pt x="138" y="120483"/>
                  </a:lnTo>
                  <a:lnTo>
                    <a:pt x="0" y="125788"/>
                  </a:lnTo>
                  <a:lnTo>
                    <a:pt x="29" y="131096"/>
                  </a:lnTo>
                  <a:lnTo>
                    <a:pt x="227" y="136400"/>
                  </a:lnTo>
                  <a:lnTo>
                    <a:pt x="594" y="141694"/>
                  </a:lnTo>
                  <a:lnTo>
                    <a:pt x="1128" y="146975"/>
                  </a:lnTo>
                  <a:lnTo>
                    <a:pt x="1830" y="152236"/>
                  </a:lnTo>
                  <a:lnTo>
                    <a:pt x="2698" y="157472"/>
                  </a:lnTo>
                  <a:lnTo>
                    <a:pt x="3732" y="162678"/>
                  </a:lnTo>
                  <a:lnTo>
                    <a:pt x="4931" y="167848"/>
                  </a:lnTo>
                  <a:lnTo>
                    <a:pt x="6293" y="172978"/>
                  </a:lnTo>
                  <a:lnTo>
                    <a:pt x="7818" y="178062"/>
                  </a:lnTo>
                  <a:lnTo>
                    <a:pt x="9503" y="183095"/>
                  </a:lnTo>
                  <a:lnTo>
                    <a:pt x="11347" y="188072"/>
                  </a:lnTo>
                  <a:lnTo>
                    <a:pt x="13348" y="192988"/>
                  </a:lnTo>
                  <a:lnTo>
                    <a:pt x="15504" y="197837"/>
                  </a:lnTo>
                  <a:lnTo>
                    <a:pt x="17814" y="202616"/>
                  </a:lnTo>
                  <a:lnTo>
                    <a:pt x="20273" y="207319"/>
                  </a:lnTo>
                  <a:lnTo>
                    <a:pt x="22881" y="211942"/>
                  </a:lnTo>
                  <a:lnTo>
                    <a:pt x="25634" y="216480"/>
                  </a:lnTo>
                  <a:lnTo>
                    <a:pt x="28530" y="220928"/>
                  </a:lnTo>
                  <a:lnTo>
                    <a:pt x="31565" y="225282"/>
                  </a:lnTo>
                  <a:lnTo>
                    <a:pt x="34738" y="229537"/>
                  </a:lnTo>
                  <a:lnTo>
                    <a:pt x="38043" y="233689"/>
                  </a:lnTo>
                  <a:lnTo>
                    <a:pt x="41479" y="237735"/>
                  </a:lnTo>
                  <a:lnTo>
                    <a:pt x="45042" y="241669"/>
                  </a:lnTo>
                  <a:lnTo>
                    <a:pt x="48727" y="245488"/>
                  </a:lnTo>
                  <a:lnTo>
                    <a:pt x="52533" y="249188"/>
                  </a:lnTo>
                  <a:lnTo>
                    <a:pt x="56453" y="252766"/>
                  </a:lnTo>
                  <a:lnTo>
                    <a:pt x="60485" y="256217"/>
                  </a:lnTo>
                  <a:lnTo>
                    <a:pt x="64625" y="259539"/>
                  </a:lnTo>
                  <a:lnTo>
                    <a:pt x="68868" y="262727"/>
                  </a:lnTo>
                  <a:lnTo>
                    <a:pt x="73210" y="265779"/>
                  </a:lnTo>
                  <a:lnTo>
                    <a:pt x="77647" y="268692"/>
                  </a:lnTo>
                  <a:lnTo>
                    <a:pt x="82174" y="271462"/>
                  </a:lnTo>
                  <a:lnTo>
                    <a:pt x="86787" y="274088"/>
                  </a:lnTo>
                  <a:lnTo>
                    <a:pt x="91481" y="276565"/>
                  </a:lnTo>
                  <a:lnTo>
                    <a:pt x="96251" y="278893"/>
                  </a:lnTo>
                  <a:lnTo>
                    <a:pt x="101093" y="281067"/>
                  </a:lnTo>
                  <a:lnTo>
                    <a:pt x="106001" y="283087"/>
                  </a:lnTo>
                  <a:lnTo>
                    <a:pt x="110970" y="284950"/>
                  </a:lnTo>
                  <a:lnTo>
                    <a:pt x="115997" y="286655"/>
                  </a:lnTo>
                  <a:lnTo>
                    <a:pt x="121075" y="288199"/>
                  </a:lnTo>
                  <a:lnTo>
                    <a:pt x="126199" y="289581"/>
                  </a:lnTo>
                  <a:lnTo>
                    <a:pt x="131365" y="290799"/>
                  </a:lnTo>
                  <a:lnTo>
                    <a:pt x="136567" y="291853"/>
                  </a:lnTo>
                  <a:lnTo>
                    <a:pt x="141800" y="292742"/>
                  </a:lnTo>
                  <a:lnTo>
                    <a:pt x="147058" y="293463"/>
                  </a:lnTo>
                  <a:lnTo>
                    <a:pt x="152337" y="294018"/>
                  </a:lnTo>
                  <a:lnTo>
                    <a:pt x="157630" y="294404"/>
                  </a:lnTo>
                  <a:lnTo>
                    <a:pt x="162933" y="294623"/>
                  </a:lnTo>
                  <a:lnTo>
                    <a:pt x="168240" y="294673"/>
                  </a:lnTo>
                  <a:lnTo>
                    <a:pt x="173547" y="294554"/>
                  </a:lnTo>
                  <a:lnTo>
                    <a:pt x="178846" y="294267"/>
                  </a:lnTo>
                  <a:lnTo>
                    <a:pt x="184134" y="293812"/>
                  </a:lnTo>
                  <a:lnTo>
                    <a:pt x="189405" y="293189"/>
                  </a:lnTo>
                  <a:lnTo>
                    <a:pt x="194654" y="292399"/>
                  </a:lnTo>
                  <a:lnTo>
                    <a:pt x="199874" y="291443"/>
                  </a:lnTo>
                  <a:lnTo>
                    <a:pt x="205062" y="290322"/>
                  </a:lnTo>
                  <a:lnTo>
                    <a:pt x="210212" y="289037"/>
                  </a:lnTo>
                  <a:lnTo>
                    <a:pt x="215318" y="287589"/>
                  </a:lnTo>
                  <a:lnTo>
                    <a:pt x="220376" y="285979"/>
                  </a:lnTo>
                  <a:lnTo>
                    <a:pt x="225379" y="284210"/>
                  </a:lnTo>
                  <a:lnTo>
                    <a:pt x="230325" y="282282"/>
                  </a:lnTo>
                  <a:lnTo>
                    <a:pt x="235206" y="280199"/>
                  </a:lnTo>
                  <a:lnTo>
                    <a:pt x="240019" y="277962"/>
                  </a:lnTo>
                  <a:lnTo>
                    <a:pt x="244759" y="275573"/>
                  </a:lnTo>
                  <a:lnTo>
                    <a:pt x="249420" y="273035"/>
                  </a:lnTo>
                  <a:lnTo>
                    <a:pt x="253999" y="270350"/>
                  </a:lnTo>
                  <a:lnTo>
                    <a:pt x="258489" y="267521"/>
                  </a:lnTo>
                  <a:lnTo>
                    <a:pt x="262888" y="264551"/>
                  </a:lnTo>
                  <a:lnTo>
                    <a:pt x="267191" y="261443"/>
                  </a:lnTo>
                  <a:lnTo>
                    <a:pt x="271392" y="258200"/>
                  </a:lnTo>
                  <a:lnTo>
                    <a:pt x="275488" y="254825"/>
                  </a:lnTo>
                  <a:lnTo>
                    <a:pt x="279476" y="251322"/>
                  </a:lnTo>
                  <a:lnTo>
                    <a:pt x="283350" y="247694"/>
                  </a:lnTo>
                  <a:lnTo>
                    <a:pt x="287106" y="243945"/>
                  </a:lnTo>
                  <a:lnTo>
                    <a:pt x="290742" y="240078"/>
                  </a:lnTo>
                  <a:lnTo>
                    <a:pt x="294254" y="236098"/>
                  </a:lnTo>
                  <a:lnTo>
                    <a:pt x="297637" y="232009"/>
                  </a:lnTo>
                  <a:lnTo>
                    <a:pt x="300889" y="227814"/>
                  </a:lnTo>
                  <a:lnTo>
                    <a:pt x="304005" y="223518"/>
                  </a:lnTo>
                  <a:lnTo>
                    <a:pt x="306984" y="219125"/>
                  </a:lnTo>
                  <a:lnTo>
                    <a:pt x="309822" y="214640"/>
                  </a:lnTo>
                  <a:lnTo>
                    <a:pt x="312516" y="210067"/>
                  </a:lnTo>
                  <a:lnTo>
                    <a:pt x="315064" y="205411"/>
                  </a:lnTo>
                  <a:lnTo>
                    <a:pt x="317463" y="200676"/>
                  </a:lnTo>
                  <a:lnTo>
                    <a:pt x="319710" y="195868"/>
                  </a:lnTo>
                  <a:lnTo>
                    <a:pt x="321803" y="190991"/>
                  </a:lnTo>
                  <a:lnTo>
                    <a:pt x="323740" y="186049"/>
                  </a:lnTo>
                  <a:lnTo>
                    <a:pt x="325520" y="181049"/>
                  </a:lnTo>
                  <a:lnTo>
                    <a:pt x="327140" y="175995"/>
                  </a:lnTo>
                  <a:lnTo>
                    <a:pt x="328598" y="170891"/>
                  </a:lnTo>
                  <a:lnTo>
                    <a:pt x="329894" y="165744"/>
                  </a:lnTo>
                  <a:lnTo>
                    <a:pt x="331026" y="160559"/>
                  </a:lnTo>
                  <a:lnTo>
                    <a:pt x="331992" y="155340"/>
                  </a:lnTo>
                  <a:lnTo>
                    <a:pt x="332793" y="150093"/>
                  </a:lnTo>
                  <a:lnTo>
                    <a:pt x="333426" y="144824"/>
                  </a:lnTo>
                  <a:lnTo>
                    <a:pt x="333892" y="139537"/>
                  </a:lnTo>
                  <a:lnTo>
                    <a:pt x="334190" y="134237"/>
                  </a:lnTo>
                  <a:lnTo>
                    <a:pt x="334319" y="128931"/>
                  </a:lnTo>
                  <a:lnTo>
                    <a:pt x="334280" y="123624"/>
                  </a:lnTo>
                  <a:lnTo>
                    <a:pt x="334073" y="118321"/>
                  </a:lnTo>
                  <a:lnTo>
                    <a:pt x="333697" y="113026"/>
                  </a:lnTo>
                  <a:lnTo>
                    <a:pt x="333153" y="107747"/>
                  </a:lnTo>
                  <a:lnTo>
                    <a:pt x="332442" y="102487"/>
                  </a:lnTo>
                  <a:lnTo>
                    <a:pt x="331565" y="97253"/>
                  </a:lnTo>
                  <a:lnTo>
                    <a:pt x="330521" y="92049"/>
                  </a:lnTo>
                  <a:lnTo>
                    <a:pt x="329313" y="86880"/>
                  </a:lnTo>
                  <a:lnTo>
                    <a:pt x="327942" y="81753"/>
                  </a:lnTo>
                  <a:lnTo>
                    <a:pt x="326408" y="76672"/>
                  </a:lnTo>
                  <a:lnTo>
                    <a:pt x="324714" y="71642"/>
                  </a:lnTo>
                  <a:lnTo>
                    <a:pt x="322861" y="66668"/>
                  </a:lnTo>
                  <a:lnTo>
                    <a:pt x="320851" y="61756"/>
                  </a:lnTo>
                  <a:lnTo>
                    <a:pt x="318686" y="56910"/>
                  </a:lnTo>
                  <a:lnTo>
                    <a:pt x="316369" y="52135"/>
                  </a:lnTo>
                  <a:lnTo>
                    <a:pt x="313901" y="47436"/>
                  </a:lnTo>
                  <a:lnTo>
                    <a:pt x="311285" y="42818"/>
                  </a:lnTo>
                  <a:lnTo>
                    <a:pt x="308524" y="38286"/>
                  </a:lnTo>
                  <a:lnTo>
                    <a:pt x="167158" y="1275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212566" y="1546402"/>
              <a:ext cx="141365" cy="167167"/>
            </a:xfrm>
            <a:custGeom>
              <a:avLst/>
              <a:pathLst>
                <a:path w="141365" h="167167">
                  <a:moveTo>
                    <a:pt x="141365" y="77944"/>
                  </a:moveTo>
                  <a:lnTo>
                    <a:pt x="138390" y="73396"/>
                  </a:lnTo>
                  <a:lnTo>
                    <a:pt x="135269" y="68948"/>
                  </a:lnTo>
                  <a:lnTo>
                    <a:pt x="132005" y="64603"/>
                  </a:lnTo>
                  <a:lnTo>
                    <a:pt x="128602" y="60366"/>
                  </a:lnTo>
                  <a:lnTo>
                    <a:pt x="125063" y="56243"/>
                  </a:lnTo>
                  <a:lnTo>
                    <a:pt x="121391" y="52236"/>
                  </a:lnTo>
                  <a:lnTo>
                    <a:pt x="117591" y="48351"/>
                  </a:lnTo>
                  <a:lnTo>
                    <a:pt x="113667" y="44592"/>
                  </a:lnTo>
                  <a:lnTo>
                    <a:pt x="109623" y="40962"/>
                  </a:lnTo>
                  <a:lnTo>
                    <a:pt x="105463" y="37466"/>
                  </a:lnTo>
                  <a:lnTo>
                    <a:pt x="101191" y="34106"/>
                  </a:lnTo>
                  <a:lnTo>
                    <a:pt x="96813" y="30888"/>
                  </a:lnTo>
                  <a:lnTo>
                    <a:pt x="92332" y="27813"/>
                  </a:lnTo>
                  <a:lnTo>
                    <a:pt x="87754" y="24885"/>
                  </a:lnTo>
                  <a:lnTo>
                    <a:pt x="83083" y="22108"/>
                  </a:lnTo>
                  <a:lnTo>
                    <a:pt x="78324" y="19484"/>
                  </a:lnTo>
                  <a:lnTo>
                    <a:pt x="73483" y="17016"/>
                  </a:lnTo>
                  <a:lnTo>
                    <a:pt x="68563" y="14707"/>
                  </a:lnTo>
                  <a:lnTo>
                    <a:pt x="63572" y="12559"/>
                  </a:lnTo>
                  <a:lnTo>
                    <a:pt x="58513" y="10575"/>
                  </a:lnTo>
                  <a:lnTo>
                    <a:pt x="53392" y="8756"/>
                  </a:lnTo>
                  <a:lnTo>
                    <a:pt x="48215" y="7104"/>
                  </a:lnTo>
                  <a:lnTo>
                    <a:pt x="42987" y="5621"/>
                  </a:lnTo>
                  <a:lnTo>
                    <a:pt x="37713" y="4309"/>
                  </a:lnTo>
                  <a:lnTo>
                    <a:pt x="32400" y="3170"/>
                  </a:lnTo>
                  <a:lnTo>
                    <a:pt x="27052" y="2203"/>
                  </a:lnTo>
                  <a:lnTo>
                    <a:pt x="21676" y="1411"/>
                  </a:lnTo>
                  <a:lnTo>
                    <a:pt x="16277" y="794"/>
                  </a:lnTo>
                  <a:lnTo>
                    <a:pt x="10861" y="353"/>
                  </a:lnTo>
                  <a:lnTo>
                    <a:pt x="5433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18884" y="1943516"/>
              <a:ext cx="59899" cy="167167"/>
            </a:xfrm>
            <a:custGeom>
              <a:avLst/>
              <a:pathLst>
                <a:path w="59899" h="167167">
                  <a:moveTo>
                    <a:pt x="59899" y="0"/>
                  </a:moveTo>
                  <a:lnTo>
                    <a:pt x="53774" y="112"/>
                  </a:lnTo>
                  <a:lnTo>
                    <a:pt x="47658" y="448"/>
                  </a:lnTo>
                  <a:lnTo>
                    <a:pt x="41557" y="1009"/>
                  </a:lnTo>
                  <a:lnTo>
                    <a:pt x="35482" y="1792"/>
                  </a:lnTo>
                  <a:lnTo>
                    <a:pt x="29439" y="2798"/>
                  </a:lnTo>
                  <a:lnTo>
                    <a:pt x="23438" y="4024"/>
                  </a:lnTo>
                  <a:lnTo>
                    <a:pt x="17485" y="5470"/>
                  </a:lnTo>
                  <a:lnTo>
                    <a:pt x="11589" y="7132"/>
                  </a:lnTo>
                  <a:lnTo>
                    <a:pt x="5758" y="9010"/>
                  </a:lnTo>
                  <a:lnTo>
                    <a:pt x="0" y="11100"/>
                  </a:lnTo>
                  <a:lnTo>
                    <a:pt x="5989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18884" y="1954616"/>
              <a:ext cx="59899" cy="156067"/>
            </a:xfrm>
            <a:custGeom>
              <a:avLst/>
              <a:pathLst>
                <a:path w="59899" h="156067">
                  <a:moveTo>
                    <a:pt x="0" y="0"/>
                  </a:moveTo>
                  <a:lnTo>
                    <a:pt x="59899" y="1560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18884" y="1954616"/>
              <a:ext cx="59899" cy="156067"/>
            </a:xfrm>
            <a:custGeom>
              <a:avLst/>
              <a:pathLst>
                <a:path w="59899" h="156067">
                  <a:moveTo>
                    <a:pt x="0" y="0"/>
                  </a:moveTo>
                  <a:lnTo>
                    <a:pt x="59899" y="1560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18884" y="1954616"/>
              <a:ext cx="59899" cy="156067"/>
            </a:xfrm>
            <a:custGeom>
              <a:avLst/>
              <a:pathLst>
                <a:path w="59899" h="156067">
                  <a:moveTo>
                    <a:pt x="0" y="0"/>
                  </a:moveTo>
                  <a:lnTo>
                    <a:pt x="59899" y="1560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18884" y="1954616"/>
              <a:ext cx="59899" cy="156067"/>
            </a:xfrm>
            <a:custGeom>
              <a:avLst/>
              <a:pathLst>
                <a:path w="59899" h="156067">
                  <a:moveTo>
                    <a:pt x="0" y="0"/>
                  </a:moveTo>
                  <a:lnTo>
                    <a:pt x="59899" y="1560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18884" y="1954616"/>
              <a:ext cx="59899" cy="156067"/>
            </a:xfrm>
            <a:custGeom>
              <a:avLst/>
              <a:pathLst>
                <a:path w="59899" h="156067">
                  <a:moveTo>
                    <a:pt x="0" y="0"/>
                  </a:moveTo>
                  <a:lnTo>
                    <a:pt x="59899" y="1560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18884" y="1954616"/>
              <a:ext cx="59899" cy="156067"/>
            </a:xfrm>
            <a:custGeom>
              <a:avLst/>
              <a:pathLst>
                <a:path w="59899" h="156067">
                  <a:moveTo>
                    <a:pt x="0" y="0"/>
                  </a:moveTo>
                  <a:lnTo>
                    <a:pt x="59899" y="1560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18884" y="1954616"/>
              <a:ext cx="59899" cy="156067"/>
            </a:xfrm>
            <a:custGeom>
              <a:avLst/>
              <a:pathLst>
                <a:path w="59899" h="156067">
                  <a:moveTo>
                    <a:pt x="0" y="0"/>
                  </a:moveTo>
                  <a:lnTo>
                    <a:pt x="59899" y="1560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18884" y="1954616"/>
              <a:ext cx="59899" cy="156067"/>
            </a:xfrm>
            <a:custGeom>
              <a:avLst/>
              <a:pathLst>
                <a:path w="59899" h="156067">
                  <a:moveTo>
                    <a:pt x="0" y="0"/>
                  </a:moveTo>
                  <a:lnTo>
                    <a:pt x="59899" y="1560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18884" y="1954616"/>
              <a:ext cx="59899" cy="156067"/>
            </a:xfrm>
            <a:custGeom>
              <a:avLst/>
              <a:pathLst>
                <a:path w="59899" h="156067">
                  <a:moveTo>
                    <a:pt x="0" y="0"/>
                  </a:moveTo>
                  <a:lnTo>
                    <a:pt x="59899" y="1560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18884" y="1954616"/>
              <a:ext cx="59899" cy="156067"/>
            </a:xfrm>
            <a:custGeom>
              <a:avLst/>
              <a:pathLst>
                <a:path w="59899" h="156067">
                  <a:moveTo>
                    <a:pt x="0" y="0"/>
                  </a:moveTo>
                  <a:lnTo>
                    <a:pt x="59899" y="156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18884" y="1954616"/>
              <a:ext cx="59899" cy="156067"/>
            </a:xfrm>
            <a:custGeom>
              <a:avLst/>
              <a:pathLst>
                <a:path w="59899" h="156067">
                  <a:moveTo>
                    <a:pt x="0" y="0"/>
                  </a:moveTo>
                  <a:lnTo>
                    <a:pt x="59899" y="156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18884" y="1954616"/>
              <a:ext cx="59899" cy="156067"/>
            </a:xfrm>
            <a:custGeom>
              <a:avLst/>
              <a:pathLst>
                <a:path w="59899" h="156067">
                  <a:moveTo>
                    <a:pt x="0" y="0"/>
                  </a:moveTo>
                  <a:lnTo>
                    <a:pt x="59899" y="156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18884" y="1954616"/>
              <a:ext cx="59899" cy="156067"/>
            </a:xfrm>
            <a:custGeom>
              <a:avLst/>
              <a:pathLst>
                <a:path w="59899" h="156067">
                  <a:moveTo>
                    <a:pt x="0" y="0"/>
                  </a:moveTo>
                  <a:lnTo>
                    <a:pt x="59899" y="156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18884" y="1954616"/>
              <a:ext cx="59899" cy="156067"/>
            </a:xfrm>
            <a:custGeom>
              <a:avLst/>
              <a:pathLst>
                <a:path w="59899" h="156067">
                  <a:moveTo>
                    <a:pt x="0" y="0"/>
                  </a:moveTo>
                  <a:lnTo>
                    <a:pt x="59899" y="1560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18884" y="1954616"/>
              <a:ext cx="59899" cy="156067"/>
            </a:xfrm>
            <a:custGeom>
              <a:avLst/>
              <a:pathLst>
                <a:path w="59899" h="156067">
                  <a:moveTo>
                    <a:pt x="0" y="0"/>
                  </a:moveTo>
                  <a:lnTo>
                    <a:pt x="59899" y="1560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18884" y="1954616"/>
              <a:ext cx="59899" cy="156067"/>
            </a:xfrm>
            <a:custGeom>
              <a:avLst/>
              <a:pathLst>
                <a:path w="59899" h="156067">
                  <a:moveTo>
                    <a:pt x="0" y="0"/>
                  </a:moveTo>
                  <a:lnTo>
                    <a:pt x="59899" y="1560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11616" y="1943516"/>
              <a:ext cx="334324" cy="334327"/>
            </a:xfrm>
            <a:custGeom>
              <a:avLst/>
              <a:pathLst>
                <a:path w="334324" h="334327">
                  <a:moveTo>
                    <a:pt x="107267" y="11100"/>
                  </a:moveTo>
                  <a:lnTo>
                    <a:pt x="102360" y="13073"/>
                  </a:lnTo>
                  <a:lnTo>
                    <a:pt x="97518" y="15200"/>
                  </a:lnTo>
                  <a:lnTo>
                    <a:pt x="92745" y="17479"/>
                  </a:lnTo>
                  <a:lnTo>
                    <a:pt x="88047" y="19909"/>
                  </a:lnTo>
                  <a:lnTo>
                    <a:pt x="83428" y="22485"/>
                  </a:lnTo>
                  <a:lnTo>
                    <a:pt x="78893" y="25207"/>
                  </a:lnTo>
                  <a:lnTo>
                    <a:pt x="74446" y="28070"/>
                  </a:lnTo>
                  <a:lnTo>
                    <a:pt x="70092" y="31073"/>
                  </a:lnTo>
                  <a:lnTo>
                    <a:pt x="65836" y="34212"/>
                  </a:lnTo>
                  <a:lnTo>
                    <a:pt x="61680" y="37484"/>
                  </a:lnTo>
                  <a:lnTo>
                    <a:pt x="57631" y="40886"/>
                  </a:lnTo>
                  <a:lnTo>
                    <a:pt x="53691" y="44415"/>
                  </a:lnTo>
                  <a:lnTo>
                    <a:pt x="49864" y="48066"/>
                  </a:lnTo>
                  <a:lnTo>
                    <a:pt x="46155" y="51836"/>
                  </a:lnTo>
                  <a:lnTo>
                    <a:pt x="42567" y="55722"/>
                  </a:lnTo>
                  <a:lnTo>
                    <a:pt x="39104" y="59720"/>
                  </a:lnTo>
                  <a:lnTo>
                    <a:pt x="35769" y="63825"/>
                  </a:lnTo>
                  <a:lnTo>
                    <a:pt x="32566" y="68033"/>
                  </a:lnTo>
                  <a:lnTo>
                    <a:pt x="29497" y="72341"/>
                  </a:lnTo>
                  <a:lnTo>
                    <a:pt x="26566" y="76744"/>
                  </a:lnTo>
                  <a:lnTo>
                    <a:pt x="23776" y="81237"/>
                  </a:lnTo>
                  <a:lnTo>
                    <a:pt x="21129" y="85816"/>
                  </a:lnTo>
                  <a:lnTo>
                    <a:pt x="18629" y="90476"/>
                  </a:lnTo>
                  <a:lnTo>
                    <a:pt x="16277" y="95214"/>
                  </a:lnTo>
                  <a:lnTo>
                    <a:pt x="14076" y="100023"/>
                  </a:lnTo>
                  <a:lnTo>
                    <a:pt x="12029" y="104900"/>
                  </a:lnTo>
                  <a:lnTo>
                    <a:pt x="10137" y="109839"/>
                  </a:lnTo>
                  <a:lnTo>
                    <a:pt x="8402" y="114835"/>
                  </a:lnTo>
                  <a:lnTo>
                    <a:pt x="6826" y="119884"/>
                  </a:lnTo>
                  <a:lnTo>
                    <a:pt x="5410" y="124980"/>
                  </a:lnTo>
                  <a:lnTo>
                    <a:pt x="4156" y="130118"/>
                  </a:lnTo>
                  <a:lnTo>
                    <a:pt x="3066" y="135294"/>
                  </a:lnTo>
                  <a:lnTo>
                    <a:pt x="2140" y="140501"/>
                  </a:lnTo>
                  <a:lnTo>
                    <a:pt x="1379" y="145735"/>
                  </a:lnTo>
                  <a:lnTo>
                    <a:pt x="784" y="150990"/>
                  </a:lnTo>
                  <a:lnTo>
                    <a:pt x="355" y="156262"/>
                  </a:lnTo>
                  <a:lnTo>
                    <a:pt x="94" y="161544"/>
                  </a:lnTo>
                  <a:lnTo>
                    <a:pt x="0" y="166832"/>
                  </a:lnTo>
                  <a:lnTo>
                    <a:pt x="73" y="172121"/>
                  </a:lnTo>
                  <a:lnTo>
                    <a:pt x="313" y="177404"/>
                  </a:lnTo>
                  <a:lnTo>
                    <a:pt x="720" y="182678"/>
                  </a:lnTo>
                  <a:lnTo>
                    <a:pt x="1294" y="187935"/>
                  </a:lnTo>
                  <a:lnTo>
                    <a:pt x="2034" y="193172"/>
                  </a:lnTo>
                  <a:lnTo>
                    <a:pt x="2940" y="198383"/>
                  </a:lnTo>
                  <a:lnTo>
                    <a:pt x="4009" y="203563"/>
                  </a:lnTo>
                  <a:lnTo>
                    <a:pt x="5242" y="208706"/>
                  </a:lnTo>
                  <a:lnTo>
                    <a:pt x="6638" y="213808"/>
                  </a:lnTo>
                  <a:lnTo>
                    <a:pt x="8193" y="218863"/>
                  </a:lnTo>
                  <a:lnTo>
                    <a:pt x="9908" y="223866"/>
                  </a:lnTo>
                  <a:lnTo>
                    <a:pt x="11781" y="228813"/>
                  </a:lnTo>
                  <a:lnTo>
                    <a:pt x="13809" y="233697"/>
                  </a:lnTo>
                  <a:lnTo>
                    <a:pt x="15990" y="238516"/>
                  </a:lnTo>
                  <a:lnTo>
                    <a:pt x="18323" y="243262"/>
                  </a:lnTo>
                  <a:lnTo>
                    <a:pt x="20805" y="247933"/>
                  </a:lnTo>
                  <a:lnTo>
                    <a:pt x="23433" y="252523"/>
                  </a:lnTo>
                  <a:lnTo>
                    <a:pt x="26205" y="257027"/>
                  </a:lnTo>
                  <a:lnTo>
                    <a:pt x="29118" y="261441"/>
                  </a:lnTo>
                  <a:lnTo>
                    <a:pt x="32170" y="265761"/>
                  </a:lnTo>
                  <a:lnTo>
                    <a:pt x="35356" y="269982"/>
                  </a:lnTo>
                  <a:lnTo>
                    <a:pt x="38675" y="274101"/>
                  </a:lnTo>
                  <a:lnTo>
                    <a:pt x="42122" y="278112"/>
                  </a:lnTo>
                  <a:lnTo>
                    <a:pt x="45694" y="282012"/>
                  </a:lnTo>
                  <a:lnTo>
                    <a:pt x="49388" y="285798"/>
                  </a:lnTo>
                  <a:lnTo>
                    <a:pt x="53200" y="289464"/>
                  </a:lnTo>
                  <a:lnTo>
                    <a:pt x="57126" y="293008"/>
                  </a:lnTo>
                  <a:lnTo>
                    <a:pt x="61162" y="296426"/>
                  </a:lnTo>
                  <a:lnTo>
                    <a:pt x="65304" y="299715"/>
                  </a:lnTo>
                  <a:lnTo>
                    <a:pt x="69548" y="302871"/>
                  </a:lnTo>
                  <a:lnTo>
                    <a:pt x="73890" y="305891"/>
                  </a:lnTo>
                  <a:lnTo>
                    <a:pt x="78326" y="308773"/>
                  </a:lnTo>
                  <a:lnTo>
                    <a:pt x="82850" y="311512"/>
                  </a:lnTo>
                  <a:lnTo>
                    <a:pt x="87458" y="314108"/>
                  </a:lnTo>
                  <a:lnTo>
                    <a:pt x="92147" y="316556"/>
                  </a:lnTo>
                  <a:lnTo>
                    <a:pt x="96910" y="318854"/>
                  </a:lnTo>
                  <a:lnTo>
                    <a:pt x="101744" y="321001"/>
                  </a:lnTo>
                  <a:lnTo>
                    <a:pt x="106643" y="322993"/>
                  </a:lnTo>
                  <a:lnTo>
                    <a:pt x="111603" y="324830"/>
                  </a:lnTo>
                  <a:lnTo>
                    <a:pt x="116618" y="326509"/>
                  </a:lnTo>
                  <a:lnTo>
                    <a:pt x="121684" y="328028"/>
                  </a:lnTo>
                  <a:lnTo>
                    <a:pt x="126796" y="329386"/>
                  </a:lnTo>
                  <a:lnTo>
                    <a:pt x="131948" y="330582"/>
                  </a:lnTo>
                  <a:lnTo>
                    <a:pt x="137135" y="331615"/>
                  </a:lnTo>
                  <a:lnTo>
                    <a:pt x="142353" y="332482"/>
                  </a:lnTo>
                  <a:lnTo>
                    <a:pt x="147595" y="333185"/>
                  </a:lnTo>
                  <a:lnTo>
                    <a:pt x="152857" y="333721"/>
                  </a:lnTo>
                  <a:lnTo>
                    <a:pt x="158133" y="334090"/>
                  </a:lnTo>
                  <a:lnTo>
                    <a:pt x="163418" y="334292"/>
                  </a:lnTo>
                  <a:lnTo>
                    <a:pt x="168707" y="334327"/>
                  </a:lnTo>
                  <a:lnTo>
                    <a:pt x="173994" y="334195"/>
                  </a:lnTo>
                  <a:lnTo>
                    <a:pt x="179274" y="333895"/>
                  </a:lnTo>
                  <a:lnTo>
                    <a:pt x="184543" y="333429"/>
                  </a:lnTo>
                  <a:lnTo>
                    <a:pt x="189794" y="332796"/>
                  </a:lnTo>
                  <a:lnTo>
                    <a:pt x="195022" y="331997"/>
                  </a:lnTo>
                  <a:lnTo>
                    <a:pt x="200223" y="331034"/>
                  </a:lnTo>
                  <a:lnTo>
                    <a:pt x="205390" y="329906"/>
                  </a:lnTo>
                  <a:lnTo>
                    <a:pt x="210519" y="328615"/>
                  </a:lnTo>
                  <a:lnTo>
                    <a:pt x="215605" y="327163"/>
                  </a:lnTo>
                  <a:lnTo>
                    <a:pt x="220642" y="325550"/>
                  </a:lnTo>
                  <a:lnTo>
                    <a:pt x="225626" y="323779"/>
                  </a:lnTo>
                  <a:lnTo>
                    <a:pt x="230551" y="321852"/>
                  </a:lnTo>
                  <a:lnTo>
                    <a:pt x="235413" y="319769"/>
                  </a:lnTo>
                  <a:lnTo>
                    <a:pt x="240206" y="317534"/>
                  </a:lnTo>
                  <a:lnTo>
                    <a:pt x="244926" y="315148"/>
                  </a:lnTo>
                  <a:lnTo>
                    <a:pt x="249569" y="312614"/>
                  </a:lnTo>
                  <a:lnTo>
                    <a:pt x="254129" y="309934"/>
                  </a:lnTo>
                  <a:lnTo>
                    <a:pt x="258602" y="307112"/>
                  </a:lnTo>
                  <a:lnTo>
                    <a:pt x="262983" y="304149"/>
                  </a:lnTo>
                  <a:lnTo>
                    <a:pt x="267268" y="301050"/>
                  </a:lnTo>
                  <a:lnTo>
                    <a:pt x="271454" y="297816"/>
                  </a:lnTo>
                  <a:lnTo>
                    <a:pt x="275535" y="294451"/>
                  </a:lnTo>
                  <a:lnTo>
                    <a:pt x="279507" y="290959"/>
                  </a:lnTo>
                  <a:lnTo>
                    <a:pt x="283367" y="287344"/>
                  </a:lnTo>
                  <a:lnTo>
                    <a:pt x="287111" y="283608"/>
                  </a:lnTo>
                  <a:lnTo>
                    <a:pt x="290734" y="279755"/>
                  </a:lnTo>
                  <a:lnTo>
                    <a:pt x="294234" y="275789"/>
                  </a:lnTo>
                  <a:lnTo>
                    <a:pt x="297607" y="271715"/>
                  </a:lnTo>
                  <a:lnTo>
                    <a:pt x="300849" y="267536"/>
                  </a:lnTo>
                  <a:lnTo>
                    <a:pt x="303957" y="263257"/>
                  </a:lnTo>
                  <a:lnTo>
                    <a:pt x="306928" y="258882"/>
                  </a:lnTo>
                  <a:lnTo>
                    <a:pt x="309760" y="254415"/>
                  </a:lnTo>
                  <a:lnTo>
                    <a:pt x="312448" y="249860"/>
                  </a:lnTo>
                  <a:lnTo>
                    <a:pt x="314992" y="245223"/>
                  </a:lnTo>
                  <a:lnTo>
                    <a:pt x="317387" y="240507"/>
                  </a:lnTo>
                  <a:lnTo>
                    <a:pt x="319632" y="235718"/>
                  </a:lnTo>
                  <a:lnTo>
                    <a:pt x="321724" y="230861"/>
                  </a:lnTo>
                  <a:lnTo>
                    <a:pt x="323662" y="225939"/>
                  </a:lnTo>
                  <a:lnTo>
                    <a:pt x="325443" y="220959"/>
                  </a:lnTo>
                  <a:lnTo>
                    <a:pt x="327065" y="215925"/>
                  </a:lnTo>
                  <a:lnTo>
                    <a:pt x="328528" y="210842"/>
                  </a:lnTo>
                  <a:lnTo>
                    <a:pt x="329829" y="205716"/>
                  </a:lnTo>
                  <a:lnTo>
                    <a:pt x="330967" y="200551"/>
                  </a:lnTo>
                  <a:lnTo>
                    <a:pt x="331941" y="195352"/>
                  </a:lnTo>
                  <a:lnTo>
                    <a:pt x="332750" y="190126"/>
                  </a:lnTo>
                  <a:lnTo>
                    <a:pt x="333393" y="184876"/>
                  </a:lnTo>
                  <a:lnTo>
                    <a:pt x="333870" y="179608"/>
                  </a:lnTo>
                  <a:lnTo>
                    <a:pt x="334181" y="174329"/>
                  </a:lnTo>
                  <a:lnTo>
                    <a:pt x="334324" y="169041"/>
                  </a:lnTo>
                  <a:lnTo>
                    <a:pt x="334299" y="163753"/>
                  </a:lnTo>
                  <a:lnTo>
                    <a:pt x="334108" y="158467"/>
                  </a:lnTo>
                  <a:lnTo>
                    <a:pt x="333749" y="153190"/>
                  </a:lnTo>
                  <a:lnTo>
                    <a:pt x="333223" y="147927"/>
                  </a:lnTo>
                  <a:lnTo>
                    <a:pt x="332531" y="142684"/>
                  </a:lnTo>
                  <a:lnTo>
                    <a:pt x="331674" y="137465"/>
                  </a:lnTo>
                  <a:lnTo>
                    <a:pt x="330652" y="132275"/>
                  </a:lnTo>
                  <a:lnTo>
                    <a:pt x="329467" y="127121"/>
                  </a:lnTo>
                  <a:lnTo>
                    <a:pt x="328119" y="122007"/>
                  </a:lnTo>
                  <a:lnTo>
                    <a:pt x="326609" y="116938"/>
                  </a:lnTo>
                  <a:lnTo>
                    <a:pt x="324941" y="111919"/>
                  </a:lnTo>
                  <a:lnTo>
                    <a:pt x="323114" y="106955"/>
                  </a:lnTo>
                  <a:lnTo>
                    <a:pt x="321131" y="102052"/>
                  </a:lnTo>
                  <a:lnTo>
                    <a:pt x="318994" y="97214"/>
                  </a:lnTo>
                  <a:lnTo>
                    <a:pt x="316705" y="92446"/>
                  </a:lnTo>
                  <a:lnTo>
                    <a:pt x="314266" y="87753"/>
                  </a:lnTo>
                  <a:lnTo>
                    <a:pt x="311680" y="83139"/>
                  </a:lnTo>
                  <a:lnTo>
                    <a:pt x="308950" y="78609"/>
                  </a:lnTo>
                  <a:lnTo>
                    <a:pt x="306077" y="74168"/>
                  </a:lnTo>
                  <a:lnTo>
                    <a:pt x="303066" y="69821"/>
                  </a:lnTo>
                  <a:lnTo>
                    <a:pt x="299918" y="65570"/>
                  </a:lnTo>
                  <a:lnTo>
                    <a:pt x="296638" y="61421"/>
                  </a:lnTo>
                  <a:lnTo>
                    <a:pt x="293228" y="57378"/>
                  </a:lnTo>
                  <a:lnTo>
                    <a:pt x="289692" y="53445"/>
                  </a:lnTo>
                  <a:lnTo>
                    <a:pt x="286033" y="49626"/>
                  </a:lnTo>
                  <a:lnTo>
                    <a:pt x="282255" y="45925"/>
                  </a:lnTo>
                  <a:lnTo>
                    <a:pt x="278362" y="42345"/>
                  </a:lnTo>
                  <a:lnTo>
                    <a:pt x="274357" y="38890"/>
                  </a:lnTo>
                  <a:lnTo>
                    <a:pt x="270246" y="35563"/>
                  </a:lnTo>
                  <a:lnTo>
                    <a:pt x="266031" y="32368"/>
                  </a:lnTo>
                  <a:lnTo>
                    <a:pt x="261717" y="29308"/>
                  </a:lnTo>
                  <a:lnTo>
                    <a:pt x="257308" y="26386"/>
                  </a:lnTo>
                  <a:lnTo>
                    <a:pt x="252810" y="23604"/>
                  </a:lnTo>
                  <a:lnTo>
                    <a:pt x="248225" y="20967"/>
                  </a:lnTo>
                  <a:lnTo>
                    <a:pt x="243560" y="18476"/>
                  </a:lnTo>
                  <a:lnTo>
                    <a:pt x="238818" y="16134"/>
                  </a:lnTo>
                  <a:lnTo>
                    <a:pt x="234004" y="13942"/>
                  </a:lnTo>
                  <a:lnTo>
                    <a:pt x="229123" y="11905"/>
                  </a:lnTo>
                  <a:lnTo>
                    <a:pt x="224180" y="10022"/>
                  </a:lnTo>
                  <a:lnTo>
                    <a:pt x="219181" y="8298"/>
                  </a:lnTo>
                  <a:lnTo>
                    <a:pt x="214129" y="6732"/>
                  </a:lnTo>
                  <a:lnTo>
                    <a:pt x="209030" y="5326"/>
                  </a:lnTo>
                  <a:lnTo>
                    <a:pt x="203889" y="4083"/>
                  </a:lnTo>
                  <a:lnTo>
                    <a:pt x="198712" y="3003"/>
                  </a:lnTo>
                  <a:lnTo>
                    <a:pt x="193502" y="2087"/>
                  </a:lnTo>
                  <a:lnTo>
                    <a:pt x="188267" y="1337"/>
                  </a:lnTo>
                  <a:lnTo>
                    <a:pt x="183010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51536" y="2406772"/>
              <a:ext cx="94197" cy="167167"/>
            </a:xfrm>
            <a:custGeom>
              <a:avLst/>
              <a:pathLst>
                <a:path w="94197" h="167167">
                  <a:moveTo>
                    <a:pt x="94197" y="0"/>
                  </a:moveTo>
                  <a:lnTo>
                    <a:pt x="88639" y="92"/>
                  </a:lnTo>
                  <a:lnTo>
                    <a:pt x="83086" y="369"/>
                  </a:lnTo>
                  <a:lnTo>
                    <a:pt x="77547" y="831"/>
                  </a:lnTo>
                  <a:lnTo>
                    <a:pt x="72025" y="1476"/>
                  </a:lnTo>
                  <a:lnTo>
                    <a:pt x="66528" y="2305"/>
                  </a:lnTo>
                  <a:lnTo>
                    <a:pt x="61062" y="3316"/>
                  </a:lnTo>
                  <a:lnTo>
                    <a:pt x="55632" y="4509"/>
                  </a:lnTo>
                  <a:lnTo>
                    <a:pt x="50245" y="5881"/>
                  </a:lnTo>
                  <a:lnTo>
                    <a:pt x="44907" y="7431"/>
                  </a:lnTo>
                  <a:lnTo>
                    <a:pt x="39623" y="9159"/>
                  </a:lnTo>
                  <a:lnTo>
                    <a:pt x="34399" y="11060"/>
                  </a:lnTo>
                  <a:lnTo>
                    <a:pt x="29242" y="13135"/>
                  </a:lnTo>
                  <a:lnTo>
                    <a:pt x="24156" y="15380"/>
                  </a:lnTo>
                  <a:lnTo>
                    <a:pt x="19148" y="17793"/>
                  </a:lnTo>
                  <a:lnTo>
                    <a:pt x="14223" y="20371"/>
                  </a:lnTo>
                  <a:lnTo>
                    <a:pt x="9386" y="23111"/>
                  </a:lnTo>
                  <a:lnTo>
                    <a:pt x="4643" y="26010"/>
                  </a:lnTo>
                  <a:lnTo>
                    <a:pt x="0" y="29066"/>
                  </a:lnTo>
                  <a:lnTo>
                    <a:pt x="9419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51536" y="2435838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51536" y="2435838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51536" y="2435838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51536" y="2435838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51536" y="2435838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51536" y="2435838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51536" y="2435838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51536" y="2435838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51536" y="2435838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51536" y="2435838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51536" y="2435838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51536" y="2435838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51536" y="2435838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51536" y="2435838"/>
              <a:ext cx="94197" cy="138100"/>
            </a:xfrm>
            <a:custGeom>
              <a:avLst/>
              <a:pathLst>
                <a:path w="94197" h="138100">
                  <a:moveTo>
                    <a:pt x="0" y="0"/>
                  </a:moveTo>
                  <a:lnTo>
                    <a:pt x="94197" y="1381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478571" y="2407426"/>
              <a:ext cx="334328" cy="333664"/>
            </a:xfrm>
            <a:custGeom>
              <a:avLst/>
              <a:pathLst>
                <a:path w="334328" h="333664">
                  <a:moveTo>
                    <a:pt x="72964" y="28412"/>
                  </a:moveTo>
                  <a:lnTo>
                    <a:pt x="68646" y="31458"/>
                  </a:lnTo>
                  <a:lnTo>
                    <a:pt x="64426" y="34640"/>
                  </a:lnTo>
                  <a:lnTo>
                    <a:pt x="60309" y="37953"/>
                  </a:lnTo>
                  <a:lnTo>
                    <a:pt x="56298" y="41395"/>
                  </a:lnTo>
                  <a:lnTo>
                    <a:pt x="52399" y="44962"/>
                  </a:lnTo>
                  <a:lnTo>
                    <a:pt x="48614" y="48651"/>
                  </a:lnTo>
                  <a:lnTo>
                    <a:pt x="44947" y="52457"/>
                  </a:lnTo>
                  <a:lnTo>
                    <a:pt x="41403" y="56378"/>
                  </a:lnTo>
                  <a:lnTo>
                    <a:pt x="37984" y="60408"/>
                  </a:lnTo>
                  <a:lnTo>
                    <a:pt x="34695" y="64544"/>
                  </a:lnTo>
                  <a:lnTo>
                    <a:pt x="31538" y="68783"/>
                  </a:lnTo>
                  <a:lnTo>
                    <a:pt x="28516" y="73119"/>
                  </a:lnTo>
                  <a:lnTo>
                    <a:pt x="25633" y="77548"/>
                  </a:lnTo>
                  <a:lnTo>
                    <a:pt x="22892" y="82066"/>
                  </a:lnTo>
                  <a:lnTo>
                    <a:pt x="20294" y="86669"/>
                  </a:lnTo>
                  <a:lnTo>
                    <a:pt x="17844" y="91352"/>
                  </a:lnTo>
                  <a:lnTo>
                    <a:pt x="15543" y="96109"/>
                  </a:lnTo>
                  <a:lnTo>
                    <a:pt x="13393" y="100937"/>
                  </a:lnTo>
                  <a:lnTo>
                    <a:pt x="11397" y="105831"/>
                  </a:lnTo>
                  <a:lnTo>
                    <a:pt x="9556" y="110785"/>
                  </a:lnTo>
                  <a:lnTo>
                    <a:pt x="7874" y="115795"/>
                  </a:lnTo>
                  <a:lnTo>
                    <a:pt x="6350" y="120855"/>
                  </a:lnTo>
                  <a:lnTo>
                    <a:pt x="4987" y="125962"/>
                  </a:lnTo>
                  <a:lnTo>
                    <a:pt x="3786" y="131108"/>
                  </a:lnTo>
                  <a:lnTo>
                    <a:pt x="2749" y="136291"/>
                  </a:lnTo>
                  <a:lnTo>
                    <a:pt x="1876" y="141503"/>
                  </a:lnTo>
                  <a:lnTo>
                    <a:pt x="1168" y="146740"/>
                  </a:lnTo>
                  <a:lnTo>
                    <a:pt x="626" y="151997"/>
                  </a:lnTo>
                  <a:lnTo>
                    <a:pt x="250" y="157269"/>
                  </a:lnTo>
                  <a:lnTo>
                    <a:pt x="41" y="162550"/>
                  </a:lnTo>
                  <a:lnTo>
                    <a:pt x="0" y="167835"/>
                  </a:lnTo>
                  <a:lnTo>
                    <a:pt x="125" y="173118"/>
                  </a:lnTo>
                  <a:lnTo>
                    <a:pt x="417" y="178395"/>
                  </a:lnTo>
                  <a:lnTo>
                    <a:pt x="876" y="183660"/>
                  </a:lnTo>
                  <a:lnTo>
                    <a:pt x="1501" y="188908"/>
                  </a:lnTo>
                  <a:lnTo>
                    <a:pt x="2292" y="194133"/>
                  </a:lnTo>
                  <a:lnTo>
                    <a:pt x="3247" y="199331"/>
                  </a:lnTo>
                  <a:lnTo>
                    <a:pt x="4367" y="204496"/>
                  </a:lnTo>
                  <a:lnTo>
                    <a:pt x="5649" y="209623"/>
                  </a:lnTo>
                  <a:lnTo>
                    <a:pt x="7092" y="214707"/>
                  </a:lnTo>
                  <a:lnTo>
                    <a:pt x="8696" y="219743"/>
                  </a:lnTo>
                  <a:lnTo>
                    <a:pt x="10458" y="224726"/>
                  </a:lnTo>
                  <a:lnTo>
                    <a:pt x="12376" y="229650"/>
                  </a:lnTo>
                  <a:lnTo>
                    <a:pt x="14449" y="234512"/>
                  </a:lnTo>
                  <a:lnTo>
                    <a:pt x="16675" y="239305"/>
                  </a:lnTo>
                  <a:lnTo>
                    <a:pt x="19051" y="244026"/>
                  </a:lnTo>
                  <a:lnTo>
                    <a:pt x="21576" y="248669"/>
                  </a:lnTo>
                  <a:lnTo>
                    <a:pt x="24246" y="253230"/>
                  </a:lnTo>
                  <a:lnTo>
                    <a:pt x="27058" y="257704"/>
                  </a:lnTo>
                  <a:lnTo>
                    <a:pt x="30011" y="262087"/>
                  </a:lnTo>
                  <a:lnTo>
                    <a:pt x="33101" y="266375"/>
                  </a:lnTo>
                  <a:lnTo>
                    <a:pt x="36324" y="270563"/>
                  </a:lnTo>
                  <a:lnTo>
                    <a:pt x="39679" y="274647"/>
                  </a:lnTo>
                  <a:lnTo>
                    <a:pt x="43161" y="278623"/>
                  </a:lnTo>
                  <a:lnTo>
                    <a:pt x="46767" y="282487"/>
                  </a:lnTo>
                  <a:lnTo>
                    <a:pt x="50493" y="286234"/>
                  </a:lnTo>
                  <a:lnTo>
                    <a:pt x="54336" y="289863"/>
                  </a:lnTo>
                  <a:lnTo>
                    <a:pt x="58291" y="293367"/>
                  </a:lnTo>
                  <a:lnTo>
                    <a:pt x="62356" y="296745"/>
                  </a:lnTo>
                  <a:lnTo>
                    <a:pt x="66525" y="299993"/>
                  </a:lnTo>
                  <a:lnTo>
                    <a:pt x="70795" y="303108"/>
                  </a:lnTo>
                  <a:lnTo>
                    <a:pt x="75161" y="306086"/>
                  </a:lnTo>
                  <a:lnTo>
                    <a:pt x="79619" y="308924"/>
                  </a:lnTo>
                  <a:lnTo>
                    <a:pt x="84164" y="311621"/>
                  </a:lnTo>
                  <a:lnTo>
                    <a:pt x="88793" y="314172"/>
                  </a:lnTo>
                  <a:lnTo>
                    <a:pt x="93500" y="316575"/>
                  </a:lnTo>
                  <a:lnTo>
                    <a:pt x="98280" y="318829"/>
                  </a:lnTo>
                  <a:lnTo>
                    <a:pt x="103129" y="320930"/>
                  </a:lnTo>
                  <a:lnTo>
                    <a:pt x="108042" y="322877"/>
                  </a:lnTo>
                  <a:lnTo>
                    <a:pt x="113015" y="324668"/>
                  </a:lnTo>
                  <a:lnTo>
                    <a:pt x="118041" y="326300"/>
                  </a:lnTo>
                  <a:lnTo>
                    <a:pt x="123117" y="327773"/>
                  </a:lnTo>
                  <a:lnTo>
                    <a:pt x="128237" y="329085"/>
                  </a:lnTo>
                  <a:lnTo>
                    <a:pt x="133395" y="330234"/>
                  </a:lnTo>
                  <a:lnTo>
                    <a:pt x="138587" y="331220"/>
                  </a:lnTo>
                  <a:lnTo>
                    <a:pt x="143808" y="332041"/>
                  </a:lnTo>
                  <a:lnTo>
                    <a:pt x="149052" y="332696"/>
                  </a:lnTo>
                  <a:lnTo>
                    <a:pt x="154315" y="333185"/>
                  </a:lnTo>
                  <a:lnTo>
                    <a:pt x="159590" y="333508"/>
                  </a:lnTo>
                  <a:lnTo>
                    <a:pt x="164872" y="333664"/>
                  </a:lnTo>
                  <a:lnTo>
                    <a:pt x="170157" y="333653"/>
                  </a:lnTo>
                  <a:lnTo>
                    <a:pt x="175439" y="333475"/>
                  </a:lnTo>
                  <a:lnTo>
                    <a:pt x="180713" y="333130"/>
                  </a:lnTo>
                  <a:lnTo>
                    <a:pt x="185973" y="332618"/>
                  </a:lnTo>
                  <a:lnTo>
                    <a:pt x="191214" y="331940"/>
                  </a:lnTo>
                  <a:lnTo>
                    <a:pt x="196432" y="331097"/>
                  </a:lnTo>
                  <a:lnTo>
                    <a:pt x="201620" y="330090"/>
                  </a:lnTo>
                  <a:lnTo>
                    <a:pt x="206773" y="328919"/>
                  </a:lnTo>
                  <a:lnTo>
                    <a:pt x="211887" y="327586"/>
                  </a:lnTo>
                  <a:lnTo>
                    <a:pt x="216957" y="326091"/>
                  </a:lnTo>
                  <a:lnTo>
                    <a:pt x="221976" y="324437"/>
                  </a:lnTo>
                  <a:lnTo>
                    <a:pt x="226941" y="322626"/>
                  </a:lnTo>
                  <a:lnTo>
                    <a:pt x="231846" y="320658"/>
                  </a:lnTo>
                  <a:lnTo>
                    <a:pt x="236686" y="318536"/>
                  </a:lnTo>
                  <a:lnTo>
                    <a:pt x="241457" y="316263"/>
                  </a:lnTo>
                  <a:lnTo>
                    <a:pt x="246154" y="313839"/>
                  </a:lnTo>
                  <a:lnTo>
                    <a:pt x="250772" y="311269"/>
                  </a:lnTo>
                  <a:lnTo>
                    <a:pt x="255306" y="308553"/>
                  </a:lnTo>
                  <a:lnTo>
                    <a:pt x="259752" y="305696"/>
                  </a:lnTo>
                  <a:lnTo>
                    <a:pt x="264105" y="302700"/>
                  </a:lnTo>
                  <a:lnTo>
                    <a:pt x="268362" y="299567"/>
                  </a:lnTo>
                  <a:lnTo>
                    <a:pt x="272517" y="296302"/>
                  </a:lnTo>
                  <a:lnTo>
                    <a:pt x="276567" y="292906"/>
                  </a:lnTo>
                  <a:lnTo>
                    <a:pt x="280508" y="289385"/>
                  </a:lnTo>
                  <a:lnTo>
                    <a:pt x="284335" y="285740"/>
                  </a:lnTo>
                  <a:lnTo>
                    <a:pt x="288046" y="281977"/>
                  </a:lnTo>
                  <a:lnTo>
                    <a:pt x="291635" y="278098"/>
                  </a:lnTo>
                  <a:lnTo>
                    <a:pt x="295100" y="274107"/>
                  </a:lnTo>
                  <a:lnTo>
                    <a:pt x="298437" y="270009"/>
                  </a:lnTo>
                  <a:lnTo>
                    <a:pt x="301644" y="265808"/>
                  </a:lnTo>
                  <a:lnTo>
                    <a:pt x="304715" y="261507"/>
                  </a:lnTo>
                  <a:lnTo>
                    <a:pt x="307649" y="257112"/>
                  </a:lnTo>
                  <a:lnTo>
                    <a:pt x="310443" y="252625"/>
                  </a:lnTo>
                  <a:lnTo>
                    <a:pt x="313093" y="248053"/>
                  </a:lnTo>
                  <a:lnTo>
                    <a:pt x="315598" y="243399"/>
                  </a:lnTo>
                  <a:lnTo>
                    <a:pt x="317954" y="238669"/>
                  </a:lnTo>
                  <a:lnTo>
                    <a:pt x="320160" y="233866"/>
                  </a:lnTo>
                  <a:lnTo>
                    <a:pt x="322213" y="228996"/>
                  </a:lnTo>
                  <a:lnTo>
                    <a:pt x="324110" y="224063"/>
                  </a:lnTo>
                  <a:lnTo>
                    <a:pt x="325851" y="219073"/>
                  </a:lnTo>
                  <a:lnTo>
                    <a:pt x="327433" y="214031"/>
                  </a:lnTo>
                  <a:lnTo>
                    <a:pt x="328855" y="208941"/>
                  </a:lnTo>
                  <a:lnTo>
                    <a:pt x="330116" y="203808"/>
                  </a:lnTo>
                  <a:lnTo>
                    <a:pt x="331213" y="198638"/>
                  </a:lnTo>
                  <a:lnTo>
                    <a:pt x="332147" y="193436"/>
                  </a:lnTo>
                  <a:lnTo>
                    <a:pt x="332915" y="188208"/>
                  </a:lnTo>
                  <a:lnTo>
                    <a:pt x="333518" y="182957"/>
                  </a:lnTo>
                  <a:lnTo>
                    <a:pt x="333955" y="177690"/>
                  </a:lnTo>
                  <a:lnTo>
                    <a:pt x="334225" y="172412"/>
                  </a:lnTo>
                  <a:lnTo>
                    <a:pt x="334328" y="167128"/>
                  </a:lnTo>
                  <a:lnTo>
                    <a:pt x="334264" y="161844"/>
                  </a:lnTo>
                  <a:lnTo>
                    <a:pt x="334033" y="156564"/>
                  </a:lnTo>
                  <a:lnTo>
                    <a:pt x="333635" y="151294"/>
                  </a:lnTo>
                  <a:lnTo>
                    <a:pt x="333071" y="146039"/>
                  </a:lnTo>
                  <a:lnTo>
                    <a:pt x="332341" y="140805"/>
                  </a:lnTo>
                  <a:lnTo>
                    <a:pt x="331445" y="135596"/>
                  </a:lnTo>
                  <a:lnTo>
                    <a:pt x="330386" y="130418"/>
                  </a:lnTo>
                  <a:lnTo>
                    <a:pt x="329164" y="125277"/>
                  </a:lnTo>
                  <a:lnTo>
                    <a:pt x="327779" y="120176"/>
                  </a:lnTo>
                  <a:lnTo>
                    <a:pt x="326234" y="115122"/>
                  </a:lnTo>
                  <a:lnTo>
                    <a:pt x="324530" y="110120"/>
                  </a:lnTo>
                  <a:lnTo>
                    <a:pt x="322669" y="105173"/>
                  </a:lnTo>
                  <a:lnTo>
                    <a:pt x="320652" y="100288"/>
                  </a:lnTo>
                  <a:lnTo>
                    <a:pt x="318482" y="95469"/>
                  </a:lnTo>
                  <a:lnTo>
                    <a:pt x="316161" y="90721"/>
                  </a:lnTo>
                  <a:lnTo>
                    <a:pt x="313690" y="86049"/>
                  </a:lnTo>
                  <a:lnTo>
                    <a:pt x="311074" y="81458"/>
                  </a:lnTo>
                  <a:lnTo>
                    <a:pt x="308313" y="76951"/>
                  </a:lnTo>
                  <a:lnTo>
                    <a:pt x="305411" y="72534"/>
                  </a:lnTo>
                  <a:lnTo>
                    <a:pt x="302372" y="68211"/>
                  </a:lnTo>
                  <a:lnTo>
                    <a:pt x="299197" y="63986"/>
                  </a:lnTo>
                  <a:lnTo>
                    <a:pt x="295890" y="59863"/>
                  </a:lnTo>
                  <a:lnTo>
                    <a:pt x="292454" y="55847"/>
                  </a:lnTo>
                  <a:lnTo>
                    <a:pt x="288893" y="51942"/>
                  </a:lnTo>
                  <a:lnTo>
                    <a:pt x="285211" y="48151"/>
                  </a:lnTo>
                  <a:lnTo>
                    <a:pt x="281410" y="44479"/>
                  </a:lnTo>
                  <a:lnTo>
                    <a:pt x="277495" y="40928"/>
                  </a:lnTo>
                  <a:lnTo>
                    <a:pt x="273471" y="37503"/>
                  </a:lnTo>
                  <a:lnTo>
                    <a:pt x="269339" y="34207"/>
                  </a:lnTo>
                  <a:lnTo>
                    <a:pt x="265106" y="31043"/>
                  </a:lnTo>
                  <a:lnTo>
                    <a:pt x="260775" y="28015"/>
                  </a:lnTo>
                  <a:lnTo>
                    <a:pt x="256350" y="25125"/>
                  </a:lnTo>
                  <a:lnTo>
                    <a:pt x="251836" y="22376"/>
                  </a:lnTo>
                  <a:lnTo>
                    <a:pt x="247237" y="19772"/>
                  </a:lnTo>
                  <a:lnTo>
                    <a:pt x="242559" y="17314"/>
                  </a:lnTo>
                  <a:lnTo>
                    <a:pt x="237805" y="15005"/>
                  </a:lnTo>
                  <a:lnTo>
                    <a:pt x="232980" y="12848"/>
                  </a:lnTo>
                  <a:lnTo>
                    <a:pt x="228090" y="10844"/>
                  </a:lnTo>
                  <a:lnTo>
                    <a:pt x="223139" y="8996"/>
                  </a:lnTo>
                  <a:lnTo>
                    <a:pt x="218131" y="7305"/>
                  </a:lnTo>
                  <a:lnTo>
                    <a:pt x="213073" y="5773"/>
                  </a:lnTo>
                  <a:lnTo>
                    <a:pt x="207969" y="4402"/>
                  </a:lnTo>
                  <a:lnTo>
                    <a:pt x="202824" y="3193"/>
                  </a:lnTo>
                  <a:lnTo>
                    <a:pt x="197644" y="2148"/>
                  </a:lnTo>
                  <a:lnTo>
                    <a:pt x="192433" y="1266"/>
                  </a:lnTo>
                  <a:lnTo>
                    <a:pt x="187197" y="550"/>
                  </a:lnTo>
                  <a:lnTo>
                    <a:pt x="181940" y="0"/>
                  </a:lnTo>
                  <a:lnTo>
                    <a:pt x="167162" y="1665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645733" y="2406772"/>
              <a:ext cx="14778" cy="167167"/>
            </a:xfrm>
            <a:custGeom>
              <a:avLst/>
              <a:pathLst>
                <a:path w="14778" h="167167">
                  <a:moveTo>
                    <a:pt x="14778" y="65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358828" y="2911194"/>
              <a:ext cx="334314" cy="334332"/>
            </a:xfrm>
            <a:custGeom>
              <a:avLst/>
              <a:pathLst>
                <a:path w="334314" h="334332">
                  <a:moveTo>
                    <a:pt x="167152" y="0"/>
                  </a:moveTo>
                  <a:lnTo>
                    <a:pt x="161840" y="84"/>
                  </a:lnTo>
                  <a:lnTo>
                    <a:pt x="156532" y="337"/>
                  </a:lnTo>
                  <a:lnTo>
                    <a:pt x="151236" y="759"/>
                  </a:lnTo>
                  <a:lnTo>
                    <a:pt x="145956" y="1349"/>
                  </a:lnTo>
                  <a:lnTo>
                    <a:pt x="140697" y="2106"/>
                  </a:lnTo>
                  <a:lnTo>
                    <a:pt x="135464" y="3030"/>
                  </a:lnTo>
                  <a:lnTo>
                    <a:pt x="130264" y="4120"/>
                  </a:lnTo>
                  <a:lnTo>
                    <a:pt x="125101" y="5375"/>
                  </a:lnTo>
                  <a:lnTo>
                    <a:pt x="119981" y="6793"/>
                  </a:lnTo>
                  <a:lnTo>
                    <a:pt x="114908" y="8373"/>
                  </a:lnTo>
                  <a:lnTo>
                    <a:pt x="109888" y="10114"/>
                  </a:lnTo>
                  <a:lnTo>
                    <a:pt x="104926" y="12013"/>
                  </a:lnTo>
                  <a:lnTo>
                    <a:pt x="100026" y="14069"/>
                  </a:lnTo>
                  <a:lnTo>
                    <a:pt x="95195" y="16279"/>
                  </a:lnTo>
                  <a:lnTo>
                    <a:pt x="90436" y="18642"/>
                  </a:lnTo>
                  <a:lnTo>
                    <a:pt x="85755" y="21155"/>
                  </a:lnTo>
                  <a:lnTo>
                    <a:pt x="81156" y="23816"/>
                  </a:lnTo>
                  <a:lnTo>
                    <a:pt x="76643" y="26621"/>
                  </a:lnTo>
                  <a:lnTo>
                    <a:pt x="72223" y="29569"/>
                  </a:lnTo>
                  <a:lnTo>
                    <a:pt x="67898" y="32655"/>
                  </a:lnTo>
                  <a:lnTo>
                    <a:pt x="63673" y="35877"/>
                  </a:lnTo>
                  <a:lnTo>
                    <a:pt x="59553" y="39232"/>
                  </a:lnTo>
                  <a:lnTo>
                    <a:pt x="55542" y="42716"/>
                  </a:lnTo>
                  <a:lnTo>
                    <a:pt x="51643" y="46326"/>
                  </a:lnTo>
                  <a:lnTo>
                    <a:pt x="47861" y="50058"/>
                  </a:lnTo>
                  <a:lnTo>
                    <a:pt x="44199" y="53908"/>
                  </a:lnTo>
                  <a:lnTo>
                    <a:pt x="40662" y="57873"/>
                  </a:lnTo>
                  <a:lnTo>
                    <a:pt x="37253" y="61948"/>
                  </a:lnTo>
                  <a:lnTo>
                    <a:pt x="33975" y="66129"/>
                  </a:lnTo>
                  <a:lnTo>
                    <a:pt x="30831" y="70412"/>
                  </a:lnTo>
                  <a:lnTo>
                    <a:pt x="27825" y="74793"/>
                  </a:lnTo>
                  <a:lnTo>
                    <a:pt x="24960" y="79268"/>
                  </a:lnTo>
                  <a:lnTo>
                    <a:pt x="22238" y="83831"/>
                  </a:lnTo>
                  <a:lnTo>
                    <a:pt x="19663" y="88479"/>
                  </a:lnTo>
                  <a:lnTo>
                    <a:pt x="17237" y="93205"/>
                  </a:lnTo>
                  <a:lnTo>
                    <a:pt x="14962" y="98007"/>
                  </a:lnTo>
                  <a:lnTo>
                    <a:pt x="12841" y="102879"/>
                  </a:lnTo>
                  <a:lnTo>
                    <a:pt x="10876" y="107815"/>
                  </a:lnTo>
                  <a:lnTo>
                    <a:pt x="9068" y="112811"/>
                  </a:lnTo>
                  <a:lnTo>
                    <a:pt x="7421" y="117863"/>
                  </a:lnTo>
                  <a:lnTo>
                    <a:pt x="5935" y="122964"/>
                  </a:lnTo>
                  <a:lnTo>
                    <a:pt x="4611" y="128110"/>
                  </a:lnTo>
                  <a:lnTo>
                    <a:pt x="3452" y="133295"/>
                  </a:lnTo>
                  <a:lnTo>
                    <a:pt x="2458" y="138514"/>
                  </a:lnTo>
                  <a:lnTo>
                    <a:pt x="1631" y="143763"/>
                  </a:lnTo>
                  <a:lnTo>
                    <a:pt x="971" y="149035"/>
                  </a:lnTo>
                  <a:lnTo>
                    <a:pt x="479" y="154325"/>
                  </a:lnTo>
                  <a:lnTo>
                    <a:pt x="155" y="159628"/>
                  </a:lnTo>
                  <a:lnTo>
                    <a:pt x="0" y="164939"/>
                  </a:lnTo>
                  <a:lnTo>
                    <a:pt x="13" y="170253"/>
                  </a:lnTo>
                  <a:lnTo>
                    <a:pt x="196" y="175563"/>
                  </a:lnTo>
                  <a:lnTo>
                    <a:pt x="547" y="180864"/>
                  </a:lnTo>
                  <a:lnTo>
                    <a:pt x="1066" y="186152"/>
                  </a:lnTo>
                  <a:lnTo>
                    <a:pt x="1753" y="191421"/>
                  </a:lnTo>
                  <a:lnTo>
                    <a:pt x="2608" y="196665"/>
                  </a:lnTo>
                  <a:lnTo>
                    <a:pt x="3628" y="201879"/>
                  </a:lnTo>
                  <a:lnTo>
                    <a:pt x="4814" y="207058"/>
                  </a:lnTo>
                  <a:lnTo>
                    <a:pt x="6164" y="212197"/>
                  </a:lnTo>
                  <a:lnTo>
                    <a:pt x="7676" y="217291"/>
                  </a:lnTo>
                  <a:lnTo>
                    <a:pt x="9350" y="222333"/>
                  </a:lnTo>
                  <a:lnTo>
                    <a:pt x="11183" y="227320"/>
                  </a:lnTo>
                  <a:lnTo>
                    <a:pt x="13173" y="232247"/>
                  </a:lnTo>
                  <a:lnTo>
                    <a:pt x="15319" y="237107"/>
                  </a:lnTo>
                  <a:lnTo>
                    <a:pt x="17618" y="241897"/>
                  </a:lnTo>
                  <a:lnTo>
                    <a:pt x="20069" y="246612"/>
                  </a:lnTo>
                  <a:lnTo>
                    <a:pt x="22668" y="251246"/>
                  </a:lnTo>
                  <a:lnTo>
                    <a:pt x="25413" y="255795"/>
                  </a:lnTo>
                  <a:lnTo>
                    <a:pt x="28301" y="260255"/>
                  </a:lnTo>
                  <a:lnTo>
                    <a:pt x="31329" y="264620"/>
                  </a:lnTo>
                  <a:lnTo>
                    <a:pt x="34495" y="268887"/>
                  </a:lnTo>
                  <a:lnTo>
                    <a:pt x="37795" y="273052"/>
                  </a:lnTo>
                  <a:lnTo>
                    <a:pt x="41225" y="277109"/>
                  </a:lnTo>
                  <a:lnTo>
                    <a:pt x="44783" y="281056"/>
                  </a:lnTo>
                  <a:lnTo>
                    <a:pt x="48464" y="284887"/>
                  </a:lnTo>
                  <a:lnTo>
                    <a:pt x="52265" y="288599"/>
                  </a:lnTo>
                  <a:lnTo>
                    <a:pt x="56182" y="292189"/>
                  </a:lnTo>
                  <a:lnTo>
                    <a:pt x="60211" y="295653"/>
                  </a:lnTo>
                  <a:lnTo>
                    <a:pt x="64348" y="298986"/>
                  </a:lnTo>
                  <a:lnTo>
                    <a:pt x="68590" y="302187"/>
                  </a:lnTo>
                  <a:lnTo>
                    <a:pt x="72930" y="305251"/>
                  </a:lnTo>
                  <a:lnTo>
                    <a:pt x="77366" y="308176"/>
                  </a:lnTo>
                  <a:lnTo>
                    <a:pt x="81893" y="310958"/>
                  </a:lnTo>
                  <a:lnTo>
                    <a:pt x="86505" y="313595"/>
                  </a:lnTo>
                  <a:lnTo>
                    <a:pt x="91200" y="316084"/>
                  </a:lnTo>
                  <a:lnTo>
                    <a:pt x="95970" y="318422"/>
                  </a:lnTo>
                  <a:lnTo>
                    <a:pt x="100813" y="320608"/>
                  </a:lnTo>
                  <a:lnTo>
                    <a:pt x="105723" y="322639"/>
                  </a:lnTo>
                  <a:lnTo>
                    <a:pt x="110695" y="324512"/>
                  </a:lnTo>
                  <a:lnTo>
                    <a:pt x="115724" y="326227"/>
                  </a:lnTo>
                  <a:lnTo>
                    <a:pt x="120805" y="327781"/>
                  </a:lnTo>
                  <a:lnTo>
                    <a:pt x="125932" y="329173"/>
                  </a:lnTo>
                  <a:lnTo>
                    <a:pt x="131102" y="330401"/>
                  </a:lnTo>
                  <a:lnTo>
                    <a:pt x="136308" y="331464"/>
                  </a:lnTo>
                  <a:lnTo>
                    <a:pt x="141544" y="332361"/>
                  </a:lnTo>
                  <a:lnTo>
                    <a:pt x="146807" y="333092"/>
                  </a:lnTo>
                  <a:lnTo>
                    <a:pt x="152091" y="333654"/>
                  </a:lnTo>
                  <a:lnTo>
                    <a:pt x="157389" y="334049"/>
                  </a:lnTo>
                  <a:lnTo>
                    <a:pt x="162697" y="334275"/>
                  </a:lnTo>
                  <a:lnTo>
                    <a:pt x="168010" y="334332"/>
                  </a:lnTo>
                  <a:lnTo>
                    <a:pt x="173322" y="334220"/>
                  </a:lnTo>
                  <a:lnTo>
                    <a:pt x="178628" y="333940"/>
                  </a:lnTo>
                  <a:lnTo>
                    <a:pt x="183922" y="333491"/>
                  </a:lnTo>
                  <a:lnTo>
                    <a:pt x="189200" y="332874"/>
                  </a:lnTo>
                  <a:lnTo>
                    <a:pt x="194455" y="332090"/>
                  </a:lnTo>
                  <a:lnTo>
                    <a:pt x="199682" y="331139"/>
                  </a:lnTo>
                  <a:lnTo>
                    <a:pt x="204877" y="330022"/>
                  </a:lnTo>
                  <a:lnTo>
                    <a:pt x="210033" y="328741"/>
                  </a:lnTo>
                  <a:lnTo>
                    <a:pt x="215146" y="327297"/>
                  </a:lnTo>
                  <a:lnTo>
                    <a:pt x="220211" y="325690"/>
                  </a:lnTo>
                  <a:lnTo>
                    <a:pt x="225222" y="323924"/>
                  </a:lnTo>
                  <a:lnTo>
                    <a:pt x="230174" y="322000"/>
                  </a:lnTo>
                  <a:lnTo>
                    <a:pt x="235063" y="319919"/>
                  </a:lnTo>
                  <a:lnTo>
                    <a:pt x="239883" y="317683"/>
                  </a:lnTo>
                  <a:lnTo>
                    <a:pt x="244630" y="315296"/>
                  </a:lnTo>
                  <a:lnTo>
                    <a:pt x="249298" y="312759"/>
                  </a:lnTo>
                  <a:lnTo>
                    <a:pt x="253884" y="310075"/>
                  </a:lnTo>
                  <a:lnTo>
                    <a:pt x="258381" y="307246"/>
                  </a:lnTo>
                  <a:lnTo>
                    <a:pt x="262787" y="304276"/>
                  </a:lnTo>
                  <a:lnTo>
                    <a:pt x="267096" y="301168"/>
                  </a:lnTo>
                  <a:lnTo>
                    <a:pt x="271304" y="297924"/>
                  </a:lnTo>
                  <a:lnTo>
                    <a:pt x="275407" y="294548"/>
                  </a:lnTo>
                  <a:lnTo>
                    <a:pt x="279400" y="291043"/>
                  </a:lnTo>
                  <a:lnTo>
                    <a:pt x="283280" y="287413"/>
                  </a:lnTo>
                  <a:lnTo>
                    <a:pt x="287043" y="283662"/>
                  </a:lnTo>
                  <a:lnTo>
                    <a:pt x="290685" y="279793"/>
                  </a:lnTo>
                  <a:lnTo>
                    <a:pt x="294201" y="275810"/>
                  </a:lnTo>
                  <a:lnTo>
                    <a:pt x="297590" y="271718"/>
                  </a:lnTo>
                  <a:lnTo>
                    <a:pt x="300847" y="267520"/>
                  </a:lnTo>
                  <a:lnTo>
                    <a:pt x="303968" y="263220"/>
                  </a:lnTo>
                  <a:lnTo>
                    <a:pt x="306952" y="258824"/>
                  </a:lnTo>
                  <a:lnTo>
                    <a:pt x="309794" y="254335"/>
                  </a:lnTo>
                  <a:lnTo>
                    <a:pt x="312492" y="249758"/>
                  </a:lnTo>
                  <a:lnTo>
                    <a:pt x="315043" y="245097"/>
                  </a:lnTo>
                  <a:lnTo>
                    <a:pt x="317445" y="240358"/>
                  </a:lnTo>
                  <a:lnTo>
                    <a:pt x="319695" y="235544"/>
                  </a:lnTo>
                  <a:lnTo>
                    <a:pt x="321791" y="230662"/>
                  </a:lnTo>
                  <a:lnTo>
                    <a:pt x="323731" y="225716"/>
                  </a:lnTo>
                  <a:lnTo>
                    <a:pt x="325513" y="220710"/>
                  </a:lnTo>
                  <a:lnTo>
                    <a:pt x="327134" y="215650"/>
                  </a:lnTo>
                  <a:lnTo>
                    <a:pt x="328594" y="210542"/>
                  </a:lnTo>
                  <a:lnTo>
                    <a:pt x="329891" y="205389"/>
                  </a:lnTo>
                  <a:lnTo>
                    <a:pt x="331024" y="200198"/>
                  </a:lnTo>
                  <a:lnTo>
                    <a:pt x="331991" y="194974"/>
                  </a:lnTo>
                  <a:lnTo>
                    <a:pt x="332791" y="189721"/>
                  </a:lnTo>
                  <a:lnTo>
                    <a:pt x="333424" y="184446"/>
                  </a:lnTo>
                  <a:lnTo>
                    <a:pt x="333889" y="179153"/>
                  </a:lnTo>
                  <a:lnTo>
                    <a:pt x="334186" y="173848"/>
                  </a:lnTo>
                  <a:lnTo>
                    <a:pt x="334314" y="168536"/>
                  </a:lnTo>
                  <a:lnTo>
                    <a:pt x="334273" y="163223"/>
                  </a:lnTo>
                  <a:lnTo>
                    <a:pt x="334063" y="157914"/>
                  </a:lnTo>
                  <a:lnTo>
                    <a:pt x="333685" y="152614"/>
                  </a:lnTo>
                  <a:lnTo>
                    <a:pt x="333138" y="147329"/>
                  </a:lnTo>
                  <a:lnTo>
                    <a:pt x="332424" y="142064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25980" y="2916498"/>
              <a:ext cx="165271" cy="161863"/>
            </a:xfrm>
            <a:custGeom>
              <a:avLst/>
              <a:pathLst>
                <a:path w="165271" h="161863">
                  <a:moveTo>
                    <a:pt x="165271" y="136761"/>
                  </a:moveTo>
                  <a:lnTo>
                    <a:pt x="164371" y="131415"/>
                  </a:lnTo>
                  <a:lnTo>
                    <a:pt x="163297" y="126101"/>
                  </a:lnTo>
                  <a:lnTo>
                    <a:pt x="162051" y="120825"/>
                  </a:lnTo>
                  <a:lnTo>
                    <a:pt x="160636" y="115592"/>
                  </a:lnTo>
                  <a:lnTo>
                    <a:pt x="159051" y="110408"/>
                  </a:lnTo>
                  <a:lnTo>
                    <a:pt x="157299" y="105278"/>
                  </a:lnTo>
                  <a:lnTo>
                    <a:pt x="155381" y="100207"/>
                  </a:lnTo>
                  <a:lnTo>
                    <a:pt x="153300" y="95202"/>
                  </a:lnTo>
                  <a:lnTo>
                    <a:pt x="151058" y="90266"/>
                  </a:lnTo>
                  <a:lnTo>
                    <a:pt x="148657" y="85406"/>
                  </a:lnTo>
                  <a:lnTo>
                    <a:pt x="146100" y="80626"/>
                  </a:lnTo>
                  <a:lnTo>
                    <a:pt x="143389" y="75931"/>
                  </a:lnTo>
                  <a:lnTo>
                    <a:pt x="140527" y="71327"/>
                  </a:lnTo>
                  <a:lnTo>
                    <a:pt x="137518" y="66818"/>
                  </a:lnTo>
                  <a:lnTo>
                    <a:pt x="134364" y="62409"/>
                  </a:lnTo>
                  <a:lnTo>
                    <a:pt x="131068" y="58104"/>
                  </a:lnTo>
                  <a:lnTo>
                    <a:pt x="127635" y="53909"/>
                  </a:lnTo>
                  <a:lnTo>
                    <a:pt x="124067" y="49827"/>
                  </a:lnTo>
                  <a:lnTo>
                    <a:pt x="120369" y="45863"/>
                  </a:lnTo>
                  <a:lnTo>
                    <a:pt x="116545" y="42021"/>
                  </a:lnTo>
                  <a:lnTo>
                    <a:pt x="112598" y="38305"/>
                  </a:lnTo>
                  <a:lnTo>
                    <a:pt x="108532" y="34719"/>
                  </a:lnTo>
                  <a:lnTo>
                    <a:pt x="104353" y="31267"/>
                  </a:lnTo>
                  <a:lnTo>
                    <a:pt x="100063" y="27952"/>
                  </a:lnTo>
                  <a:lnTo>
                    <a:pt x="95668" y="24778"/>
                  </a:lnTo>
                  <a:lnTo>
                    <a:pt x="91173" y="21748"/>
                  </a:lnTo>
                  <a:lnTo>
                    <a:pt x="86582" y="18865"/>
                  </a:lnTo>
                  <a:lnTo>
                    <a:pt x="81900" y="16133"/>
                  </a:lnTo>
                  <a:lnTo>
                    <a:pt x="77131" y="13554"/>
                  </a:lnTo>
                  <a:lnTo>
                    <a:pt x="72282" y="11131"/>
                  </a:lnTo>
                  <a:lnTo>
                    <a:pt x="67357" y="8867"/>
                  </a:lnTo>
                  <a:lnTo>
                    <a:pt x="62360" y="6763"/>
                  </a:lnTo>
                  <a:lnTo>
                    <a:pt x="57298" y="4823"/>
                  </a:lnTo>
                  <a:lnTo>
                    <a:pt x="52176" y="3047"/>
                  </a:lnTo>
                  <a:lnTo>
                    <a:pt x="46999" y="1439"/>
                  </a:lnTo>
                  <a:lnTo>
                    <a:pt x="41773" y="0"/>
                  </a:lnTo>
                  <a:lnTo>
                    <a:pt x="0" y="1618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25980" y="2911194"/>
              <a:ext cx="41773" cy="167167"/>
            </a:xfrm>
            <a:custGeom>
              <a:avLst/>
              <a:pathLst>
                <a:path w="41773" h="167167">
                  <a:moveTo>
                    <a:pt x="41773" y="5303"/>
                  </a:moveTo>
                  <a:lnTo>
                    <a:pt x="35907" y="3901"/>
                  </a:lnTo>
                  <a:lnTo>
                    <a:pt x="29994" y="2712"/>
                  </a:lnTo>
                  <a:lnTo>
                    <a:pt x="24042" y="1737"/>
                  </a:lnTo>
                  <a:lnTo>
                    <a:pt x="18059" y="978"/>
                  </a:lnTo>
                  <a:lnTo>
                    <a:pt x="12052" y="435"/>
                  </a:lnTo>
                  <a:lnTo>
                    <a:pt x="6030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358823" y="3429590"/>
              <a:ext cx="334324" cy="334326"/>
            </a:xfrm>
            <a:custGeom>
              <a:avLst/>
              <a:pathLst>
                <a:path w="334324" h="334326">
                  <a:moveTo>
                    <a:pt x="167157" y="0"/>
                  </a:moveTo>
                  <a:lnTo>
                    <a:pt x="161870" y="83"/>
                  </a:lnTo>
                  <a:lnTo>
                    <a:pt x="156588" y="334"/>
                  </a:lnTo>
                  <a:lnTo>
                    <a:pt x="151317" y="752"/>
                  </a:lnTo>
                  <a:lnTo>
                    <a:pt x="146061" y="1336"/>
                  </a:lnTo>
                  <a:lnTo>
                    <a:pt x="140827" y="2086"/>
                  </a:lnTo>
                  <a:lnTo>
                    <a:pt x="135619" y="3002"/>
                  </a:lnTo>
                  <a:lnTo>
                    <a:pt x="130442" y="4081"/>
                  </a:lnTo>
                  <a:lnTo>
                    <a:pt x="125302" y="5324"/>
                  </a:lnTo>
                  <a:lnTo>
                    <a:pt x="120204" y="6729"/>
                  </a:lnTo>
                  <a:lnTo>
                    <a:pt x="115154" y="8294"/>
                  </a:lnTo>
                  <a:lnTo>
                    <a:pt x="110155" y="10018"/>
                  </a:lnTo>
                  <a:lnTo>
                    <a:pt x="105213" y="11900"/>
                  </a:lnTo>
                  <a:lnTo>
                    <a:pt x="100333" y="13937"/>
                  </a:lnTo>
                  <a:lnTo>
                    <a:pt x="95520" y="16127"/>
                  </a:lnTo>
                  <a:lnTo>
                    <a:pt x="90779" y="18468"/>
                  </a:lnTo>
                  <a:lnTo>
                    <a:pt x="86114" y="20958"/>
                  </a:lnTo>
                  <a:lnTo>
                    <a:pt x="81530" y="23595"/>
                  </a:lnTo>
                  <a:lnTo>
                    <a:pt x="77032" y="26375"/>
                  </a:lnTo>
                  <a:lnTo>
                    <a:pt x="72624" y="29296"/>
                  </a:lnTo>
                  <a:lnTo>
                    <a:pt x="68311" y="32355"/>
                  </a:lnTo>
                  <a:lnTo>
                    <a:pt x="64096" y="35548"/>
                  </a:lnTo>
                  <a:lnTo>
                    <a:pt x="59985" y="38874"/>
                  </a:lnTo>
                  <a:lnTo>
                    <a:pt x="55981" y="42328"/>
                  </a:lnTo>
                  <a:lnTo>
                    <a:pt x="52088" y="45907"/>
                  </a:lnTo>
                  <a:lnTo>
                    <a:pt x="48310" y="49607"/>
                  </a:lnTo>
                  <a:lnTo>
                    <a:pt x="44652" y="53424"/>
                  </a:lnTo>
                  <a:lnTo>
                    <a:pt x="41115" y="57356"/>
                  </a:lnTo>
                  <a:lnTo>
                    <a:pt x="37705" y="61397"/>
                  </a:lnTo>
                  <a:lnTo>
                    <a:pt x="34425" y="65545"/>
                  </a:lnTo>
                  <a:lnTo>
                    <a:pt x="31277" y="69794"/>
                  </a:lnTo>
                  <a:lnTo>
                    <a:pt x="28265" y="74140"/>
                  </a:lnTo>
                  <a:lnTo>
                    <a:pt x="25392" y="78579"/>
                  </a:lnTo>
                  <a:lnTo>
                    <a:pt x="22662" y="83107"/>
                  </a:lnTo>
                  <a:lnTo>
                    <a:pt x="20075" y="87720"/>
                  </a:lnTo>
                  <a:lnTo>
                    <a:pt x="17636" y="92411"/>
                  </a:lnTo>
                  <a:lnTo>
                    <a:pt x="15346" y="97178"/>
                  </a:lnTo>
                  <a:lnTo>
                    <a:pt x="13209" y="102014"/>
                  </a:lnTo>
                  <a:lnTo>
                    <a:pt x="11225" y="106916"/>
                  </a:lnTo>
                  <a:lnTo>
                    <a:pt x="9397" y="111878"/>
                  </a:lnTo>
                  <a:lnTo>
                    <a:pt x="7728" y="116895"/>
                  </a:lnTo>
                  <a:lnTo>
                    <a:pt x="6217" y="121963"/>
                  </a:lnTo>
                  <a:lnTo>
                    <a:pt x="4868" y="127076"/>
                  </a:lnTo>
                  <a:lnTo>
                    <a:pt x="3681" y="132229"/>
                  </a:lnTo>
                  <a:lnTo>
                    <a:pt x="2658" y="137417"/>
                  </a:lnTo>
                  <a:lnTo>
                    <a:pt x="1800" y="142635"/>
                  </a:lnTo>
                  <a:lnTo>
                    <a:pt x="1106" y="147877"/>
                  </a:lnTo>
                  <a:lnTo>
                    <a:pt x="579" y="153138"/>
                  </a:lnTo>
                  <a:lnTo>
                    <a:pt x="219" y="158414"/>
                  </a:lnTo>
                  <a:lnTo>
                    <a:pt x="26" y="163698"/>
                  </a:lnTo>
                  <a:lnTo>
                    <a:pt x="0" y="168986"/>
                  </a:lnTo>
                  <a:lnTo>
                    <a:pt x="141" y="174272"/>
                  </a:lnTo>
                  <a:lnTo>
                    <a:pt x="449" y="179551"/>
                  </a:lnTo>
                  <a:lnTo>
                    <a:pt x="924" y="184818"/>
                  </a:lnTo>
                  <a:lnTo>
                    <a:pt x="1565" y="190066"/>
                  </a:lnTo>
                  <a:lnTo>
                    <a:pt x="2373" y="195292"/>
                  </a:lnTo>
                  <a:lnTo>
                    <a:pt x="3345" y="200490"/>
                  </a:lnTo>
                  <a:lnTo>
                    <a:pt x="4480" y="205655"/>
                  </a:lnTo>
                  <a:lnTo>
                    <a:pt x="5779" y="210780"/>
                  </a:lnTo>
                  <a:lnTo>
                    <a:pt x="7239" y="215863"/>
                  </a:lnTo>
                  <a:lnTo>
                    <a:pt x="8860" y="220896"/>
                  </a:lnTo>
                  <a:lnTo>
                    <a:pt x="10638" y="225876"/>
                  </a:lnTo>
                  <a:lnTo>
                    <a:pt x="12573" y="230797"/>
                  </a:lnTo>
                  <a:lnTo>
                    <a:pt x="14663" y="235655"/>
                  </a:lnTo>
                  <a:lnTo>
                    <a:pt x="16906" y="240443"/>
                  </a:lnTo>
                  <a:lnTo>
                    <a:pt x="19298" y="245159"/>
                  </a:lnTo>
                  <a:lnTo>
                    <a:pt x="21839" y="249796"/>
                  </a:lnTo>
                  <a:lnTo>
                    <a:pt x="24525" y="254351"/>
                  </a:lnTo>
                  <a:lnTo>
                    <a:pt x="27354" y="258819"/>
                  </a:lnTo>
                  <a:lnTo>
                    <a:pt x="30323" y="263195"/>
                  </a:lnTo>
                  <a:lnTo>
                    <a:pt x="33428" y="267475"/>
                  </a:lnTo>
                  <a:lnTo>
                    <a:pt x="36668" y="271654"/>
                  </a:lnTo>
                  <a:lnTo>
                    <a:pt x="40038" y="275729"/>
                  </a:lnTo>
                  <a:lnTo>
                    <a:pt x="43535" y="279695"/>
                  </a:lnTo>
                  <a:lnTo>
                    <a:pt x="47156" y="283549"/>
                  </a:lnTo>
                  <a:lnTo>
                    <a:pt x="50897" y="287286"/>
                  </a:lnTo>
                  <a:lnTo>
                    <a:pt x="54754" y="290903"/>
                  </a:lnTo>
                  <a:lnTo>
                    <a:pt x="58724" y="294396"/>
                  </a:lnTo>
                  <a:lnTo>
                    <a:pt x="62802" y="297762"/>
                  </a:lnTo>
                  <a:lnTo>
                    <a:pt x="66985" y="300997"/>
                  </a:lnTo>
                  <a:lnTo>
                    <a:pt x="71268" y="304099"/>
                  </a:lnTo>
                  <a:lnTo>
                    <a:pt x="75647" y="307063"/>
                  </a:lnTo>
                  <a:lnTo>
                    <a:pt x="80117" y="309887"/>
                  </a:lnTo>
                  <a:lnTo>
                    <a:pt x="84675" y="312569"/>
                  </a:lnTo>
                  <a:lnTo>
                    <a:pt x="89315" y="315105"/>
                  </a:lnTo>
                  <a:lnTo>
                    <a:pt x="94033" y="317493"/>
                  </a:lnTo>
                  <a:lnTo>
                    <a:pt x="98824" y="319730"/>
                  </a:lnTo>
                  <a:lnTo>
                    <a:pt x="103684" y="321815"/>
                  </a:lnTo>
                  <a:lnTo>
                    <a:pt x="108607" y="323745"/>
                  </a:lnTo>
                  <a:lnTo>
                    <a:pt x="113588" y="325519"/>
                  </a:lnTo>
                  <a:lnTo>
                    <a:pt x="118624" y="327134"/>
                  </a:lnTo>
                  <a:lnTo>
                    <a:pt x="123707" y="328589"/>
                  </a:lnTo>
                  <a:lnTo>
                    <a:pt x="128835" y="329882"/>
                  </a:lnTo>
                  <a:lnTo>
                    <a:pt x="134000" y="331013"/>
                  </a:lnTo>
                  <a:lnTo>
                    <a:pt x="139199" y="331980"/>
                  </a:lnTo>
                  <a:lnTo>
                    <a:pt x="144426" y="332782"/>
                  </a:lnTo>
                  <a:lnTo>
                    <a:pt x="149675" y="333418"/>
                  </a:lnTo>
                  <a:lnTo>
                    <a:pt x="154942" y="333888"/>
                  </a:lnTo>
                  <a:lnTo>
                    <a:pt x="160221" y="334190"/>
                  </a:lnTo>
                  <a:lnTo>
                    <a:pt x="165507" y="334326"/>
                  </a:lnTo>
                  <a:lnTo>
                    <a:pt x="170795" y="334295"/>
                  </a:lnTo>
                  <a:lnTo>
                    <a:pt x="176079" y="334096"/>
                  </a:lnTo>
                  <a:lnTo>
                    <a:pt x="181355" y="333730"/>
                  </a:lnTo>
                  <a:lnTo>
                    <a:pt x="186616" y="333198"/>
                  </a:lnTo>
                  <a:lnTo>
                    <a:pt x="191857" y="332500"/>
                  </a:lnTo>
                  <a:lnTo>
                    <a:pt x="197074" y="331636"/>
                  </a:lnTo>
                  <a:lnTo>
                    <a:pt x="202261" y="330607"/>
                  </a:lnTo>
                  <a:lnTo>
                    <a:pt x="207413" y="329415"/>
                  </a:lnTo>
                  <a:lnTo>
                    <a:pt x="212524" y="328061"/>
                  </a:lnTo>
                  <a:lnTo>
                    <a:pt x="217590" y="326545"/>
                  </a:lnTo>
                  <a:lnTo>
                    <a:pt x="222606" y="324870"/>
                  </a:lnTo>
                  <a:lnTo>
                    <a:pt x="227566" y="323038"/>
                  </a:lnTo>
                  <a:lnTo>
                    <a:pt x="232466" y="321049"/>
                  </a:lnTo>
                  <a:lnTo>
                    <a:pt x="237300" y="318907"/>
                  </a:lnTo>
                  <a:lnTo>
                    <a:pt x="242064" y="316612"/>
                  </a:lnTo>
                  <a:lnTo>
                    <a:pt x="246754" y="314168"/>
                  </a:lnTo>
                  <a:lnTo>
                    <a:pt x="251363" y="311577"/>
                  </a:lnTo>
                  <a:lnTo>
                    <a:pt x="255888" y="308842"/>
                  </a:lnTo>
                  <a:lnTo>
                    <a:pt x="260325" y="305964"/>
                  </a:lnTo>
                  <a:lnTo>
                    <a:pt x="264668" y="302948"/>
                  </a:lnTo>
                  <a:lnTo>
                    <a:pt x="268914" y="299796"/>
                  </a:lnTo>
                  <a:lnTo>
                    <a:pt x="273058" y="296511"/>
                  </a:lnTo>
                  <a:lnTo>
                    <a:pt x="277096" y="293097"/>
                  </a:lnTo>
                  <a:lnTo>
                    <a:pt x="281024" y="289557"/>
                  </a:lnTo>
                  <a:lnTo>
                    <a:pt x="284838" y="285894"/>
                  </a:lnTo>
                  <a:lnTo>
                    <a:pt x="288534" y="282113"/>
                  </a:lnTo>
                  <a:lnTo>
                    <a:pt x="292109" y="278216"/>
                  </a:lnTo>
                  <a:lnTo>
                    <a:pt x="295559" y="274209"/>
                  </a:lnTo>
                  <a:lnTo>
                    <a:pt x="298880" y="270094"/>
                  </a:lnTo>
                  <a:lnTo>
                    <a:pt x="302070" y="265876"/>
                  </a:lnTo>
                  <a:lnTo>
                    <a:pt x="305124" y="261560"/>
                  </a:lnTo>
                  <a:lnTo>
                    <a:pt x="308041" y="257149"/>
                  </a:lnTo>
                  <a:lnTo>
                    <a:pt x="310816" y="252648"/>
                  </a:lnTo>
                  <a:lnTo>
                    <a:pt x="313448" y="248062"/>
                  </a:lnTo>
                  <a:lnTo>
                    <a:pt x="315933" y="243394"/>
                  </a:lnTo>
                  <a:lnTo>
                    <a:pt x="318270" y="238651"/>
                  </a:lnTo>
                  <a:lnTo>
                    <a:pt x="320455" y="233835"/>
                  </a:lnTo>
                  <a:lnTo>
                    <a:pt x="322487" y="228954"/>
                  </a:lnTo>
                  <a:lnTo>
                    <a:pt x="324363" y="224010"/>
                  </a:lnTo>
                  <a:lnTo>
                    <a:pt x="326083" y="219009"/>
                  </a:lnTo>
                  <a:lnTo>
                    <a:pt x="327643" y="213957"/>
                  </a:lnTo>
                  <a:lnTo>
                    <a:pt x="329042" y="208857"/>
                  </a:lnTo>
                  <a:lnTo>
                    <a:pt x="330280" y="203716"/>
                  </a:lnTo>
                  <a:lnTo>
                    <a:pt x="331354" y="198539"/>
                  </a:lnTo>
                  <a:lnTo>
                    <a:pt x="332264" y="193330"/>
                  </a:lnTo>
                  <a:lnTo>
                    <a:pt x="333009" y="188095"/>
                  </a:lnTo>
                  <a:lnTo>
                    <a:pt x="333588" y="182839"/>
                  </a:lnTo>
                  <a:lnTo>
                    <a:pt x="334001" y="177567"/>
                  </a:lnTo>
                  <a:lnTo>
                    <a:pt x="334246" y="172285"/>
                  </a:lnTo>
                  <a:lnTo>
                    <a:pt x="334324" y="166997"/>
                  </a:lnTo>
                  <a:lnTo>
                    <a:pt x="334235" y="161710"/>
                  </a:lnTo>
                  <a:lnTo>
                    <a:pt x="333979" y="156429"/>
                  </a:lnTo>
                  <a:lnTo>
                    <a:pt x="333556" y="151158"/>
                  </a:lnTo>
                  <a:lnTo>
                    <a:pt x="332967" y="145903"/>
                  </a:lnTo>
                  <a:lnTo>
                    <a:pt x="332211" y="140669"/>
                  </a:lnTo>
                  <a:lnTo>
                    <a:pt x="331290" y="135462"/>
                  </a:lnTo>
                  <a:lnTo>
                    <a:pt x="330205" y="130287"/>
                  </a:lnTo>
                  <a:lnTo>
                    <a:pt x="328957" y="125148"/>
                  </a:lnTo>
                  <a:lnTo>
                    <a:pt x="327547" y="120052"/>
                  </a:lnTo>
                  <a:lnTo>
                    <a:pt x="325977" y="115002"/>
                  </a:lnTo>
                  <a:lnTo>
                    <a:pt x="324248" y="110005"/>
                  </a:lnTo>
                  <a:lnTo>
                    <a:pt x="322361" y="105065"/>
                  </a:lnTo>
                  <a:lnTo>
                    <a:pt x="320319" y="100187"/>
                  </a:lnTo>
                  <a:lnTo>
                    <a:pt x="318124" y="95377"/>
                  </a:lnTo>
                  <a:lnTo>
                    <a:pt x="315778" y="90638"/>
                  </a:lnTo>
                  <a:lnTo>
                    <a:pt x="313283" y="85975"/>
                  </a:lnTo>
                  <a:lnTo>
                    <a:pt x="310642" y="81394"/>
                  </a:lnTo>
                  <a:lnTo>
                    <a:pt x="307858" y="76899"/>
                  </a:lnTo>
                  <a:lnTo>
                    <a:pt x="304932" y="72494"/>
                  </a:lnTo>
                  <a:lnTo>
                    <a:pt x="301869" y="68184"/>
                  </a:lnTo>
                  <a:lnTo>
                    <a:pt x="298671" y="63973"/>
                  </a:lnTo>
                  <a:lnTo>
                    <a:pt x="295341" y="59865"/>
                  </a:lnTo>
                  <a:lnTo>
                    <a:pt x="291883" y="55864"/>
                  </a:lnTo>
                  <a:lnTo>
                    <a:pt x="288301" y="51975"/>
                  </a:lnTo>
                  <a:lnTo>
                    <a:pt x="284597" y="48201"/>
                  </a:lnTo>
                  <a:lnTo>
                    <a:pt x="280775" y="44546"/>
                  </a:lnTo>
                  <a:lnTo>
                    <a:pt x="276840" y="41014"/>
                  </a:lnTo>
                  <a:lnTo>
                    <a:pt x="272795" y="37608"/>
                  </a:lnTo>
                  <a:lnTo>
                    <a:pt x="268645" y="34332"/>
                  </a:lnTo>
                  <a:lnTo>
                    <a:pt x="264393" y="31188"/>
                  </a:lnTo>
                  <a:lnTo>
                    <a:pt x="260043" y="28181"/>
                  </a:lnTo>
                  <a:lnTo>
                    <a:pt x="255601" y="25313"/>
                  </a:lnTo>
                  <a:lnTo>
                    <a:pt x="251070" y="22586"/>
                  </a:lnTo>
                  <a:lnTo>
                    <a:pt x="246455" y="20005"/>
                  </a:lnTo>
                  <a:lnTo>
                    <a:pt x="241761" y="17570"/>
                  </a:lnTo>
                  <a:lnTo>
                    <a:pt x="236992" y="15285"/>
                  </a:lnTo>
                  <a:lnTo>
                    <a:pt x="232153" y="13153"/>
                  </a:lnTo>
                  <a:lnTo>
                    <a:pt x="227250" y="11174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525980" y="3440764"/>
              <a:ext cx="60092" cy="155993"/>
            </a:xfrm>
            <a:custGeom>
              <a:avLst/>
              <a:pathLst>
                <a:path w="60092" h="155993">
                  <a:moveTo>
                    <a:pt x="60092" y="0"/>
                  </a:moveTo>
                  <a:lnTo>
                    <a:pt x="0" y="1559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525980" y="3440764"/>
              <a:ext cx="60092" cy="155993"/>
            </a:xfrm>
            <a:custGeom>
              <a:avLst/>
              <a:pathLst>
                <a:path w="60092" h="155993">
                  <a:moveTo>
                    <a:pt x="60092" y="0"/>
                  </a:moveTo>
                  <a:lnTo>
                    <a:pt x="0" y="1559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525980" y="3440764"/>
              <a:ext cx="60092" cy="155993"/>
            </a:xfrm>
            <a:custGeom>
              <a:avLst/>
              <a:pathLst>
                <a:path w="60092" h="155993">
                  <a:moveTo>
                    <a:pt x="60092" y="0"/>
                  </a:moveTo>
                  <a:lnTo>
                    <a:pt x="0" y="1559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525980" y="3440764"/>
              <a:ext cx="60092" cy="155993"/>
            </a:xfrm>
            <a:custGeom>
              <a:avLst/>
              <a:pathLst>
                <a:path w="60092" h="155993">
                  <a:moveTo>
                    <a:pt x="60092" y="0"/>
                  </a:moveTo>
                  <a:lnTo>
                    <a:pt x="0" y="1559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525980" y="3440764"/>
              <a:ext cx="60092" cy="155993"/>
            </a:xfrm>
            <a:custGeom>
              <a:avLst/>
              <a:pathLst>
                <a:path w="60092" h="155993">
                  <a:moveTo>
                    <a:pt x="60092" y="0"/>
                  </a:moveTo>
                  <a:lnTo>
                    <a:pt x="0" y="1559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525980" y="3440764"/>
              <a:ext cx="60092" cy="155993"/>
            </a:xfrm>
            <a:custGeom>
              <a:avLst/>
              <a:pathLst>
                <a:path w="60092" h="155993">
                  <a:moveTo>
                    <a:pt x="60092" y="0"/>
                  </a:moveTo>
                  <a:lnTo>
                    <a:pt x="0" y="1559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525980" y="3440764"/>
              <a:ext cx="60092" cy="155993"/>
            </a:xfrm>
            <a:custGeom>
              <a:avLst/>
              <a:pathLst>
                <a:path w="60092" h="155993">
                  <a:moveTo>
                    <a:pt x="60092" y="0"/>
                  </a:moveTo>
                  <a:lnTo>
                    <a:pt x="0" y="1559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525980" y="3440764"/>
              <a:ext cx="60092" cy="155993"/>
            </a:xfrm>
            <a:custGeom>
              <a:avLst/>
              <a:pathLst>
                <a:path w="60092" h="155993">
                  <a:moveTo>
                    <a:pt x="60092" y="0"/>
                  </a:moveTo>
                  <a:lnTo>
                    <a:pt x="0" y="1559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525980" y="3440764"/>
              <a:ext cx="60092" cy="155993"/>
            </a:xfrm>
            <a:custGeom>
              <a:avLst/>
              <a:pathLst>
                <a:path w="60092" h="155993">
                  <a:moveTo>
                    <a:pt x="60092" y="0"/>
                  </a:moveTo>
                  <a:lnTo>
                    <a:pt x="0" y="1559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525980" y="3440764"/>
              <a:ext cx="60092" cy="155993"/>
            </a:xfrm>
            <a:custGeom>
              <a:avLst/>
              <a:pathLst>
                <a:path w="60092" h="155993">
                  <a:moveTo>
                    <a:pt x="60092" y="0"/>
                  </a:moveTo>
                  <a:lnTo>
                    <a:pt x="0" y="1559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525980" y="3440764"/>
              <a:ext cx="60092" cy="155993"/>
            </a:xfrm>
            <a:custGeom>
              <a:avLst/>
              <a:pathLst>
                <a:path w="60092" h="155993">
                  <a:moveTo>
                    <a:pt x="60092" y="0"/>
                  </a:moveTo>
                  <a:lnTo>
                    <a:pt x="0" y="1559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525980" y="3440764"/>
              <a:ext cx="60092" cy="155993"/>
            </a:xfrm>
            <a:custGeom>
              <a:avLst/>
              <a:pathLst>
                <a:path w="60092" h="155993">
                  <a:moveTo>
                    <a:pt x="60092" y="0"/>
                  </a:moveTo>
                  <a:lnTo>
                    <a:pt x="0" y="1559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525980" y="3435977"/>
              <a:ext cx="60092" cy="160780"/>
            </a:xfrm>
            <a:custGeom>
              <a:avLst/>
              <a:pathLst>
                <a:path w="60092" h="160780">
                  <a:moveTo>
                    <a:pt x="60092" y="4787"/>
                  </a:moveTo>
                  <a:lnTo>
                    <a:pt x="45768" y="0"/>
                  </a:lnTo>
                  <a:lnTo>
                    <a:pt x="0" y="1607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525980" y="3429590"/>
              <a:ext cx="45768" cy="167167"/>
            </a:xfrm>
            <a:custGeom>
              <a:avLst/>
              <a:pathLst>
                <a:path w="45768" h="167167">
                  <a:moveTo>
                    <a:pt x="45768" y="6387"/>
                  </a:moveTo>
                  <a:lnTo>
                    <a:pt x="39363" y="4700"/>
                  </a:lnTo>
                  <a:lnTo>
                    <a:pt x="32898" y="3269"/>
                  </a:lnTo>
                  <a:lnTo>
                    <a:pt x="26380" y="2094"/>
                  </a:lnTo>
                  <a:lnTo>
                    <a:pt x="19821" y="1179"/>
                  </a:lnTo>
                  <a:lnTo>
                    <a:pt x="13231" y="524"/>
                  </a:lnTo>
                  <a:lnTo>
                    <a:pt x="6621" y="13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2478583" y="3934012"/>
              <a:ext cx="334307" cy="334334"/>
            </a:xfrm>
            <a:custGeom>
              <a:avLst/>
              <a:pathLst>
                <a:path w="334307" h="334334">
                  <a:moveTo>
                    <a:pt x="167150" y="0"/>
                  </a:moveTo>
                  <a:lnTo>
                    <a:pt x="161851" y="83"/>
                  </a:lnTo>
                  <a:lnTo>
                    <a:pt x="156558" y="335"/>
                  </a:lnTo>
                  <a:lnTo>
                    <a:pt x="151275" y="755"/>
                  </a:lnTo>
                  <a:lnTo>
                    <a:pt x="146008" y="1342"/>
                  </a:lnTo>
                  <a:lnTo>
                    <a:pt x="140763" y="2095"/>
                  </a:lnTo>
                  <a:lnTo>
                    <a:pt x="135544" y="3015"/>
                  </a:lnTo>
                  <a:lnTo>
                    <a:pt x="130357" y="4099"/>
                  </a:lnTo>
                  <a:lnTo>
                    <a:pt x="125207" y="5347"/>
                  </a:lnTo>
                  <a:lnTo>
                    <a:pt x="120098" y="6758"/>
                  </a:lnTo>
                  <a:lnTo>
                    <a:pt x="115038" y="8330"/>
                  </a:lnTo>
                  <a:lnTo>
                    <a:pt x="110029" y="10061"/>
                  </a:lnTo>
                  <a:lnTo>
                    <a:pt x="105078" y="11951"/>
                  </a:lnTo>
                  <a:lnTo>
                    <a:pt x="100190" y="13996"/>
                  </a:lnTo>
                  <a:lnTo>
                    <a:pt x="95368" y="16196"/>
                  </a:lnTo>
                  <a:lnTo>
                    <a:pt x="90619" y="18547"/>
                  </a:lnTo>
                  <a:lnTo>
                    <a:pt x="85947" y="21047"/>
                  </a:lnTo>
                  <a:lnTo>
                    <a:pt x="81356" y="23694"/>
                  </a:lnTo>
                  <a:lnTo>
                    <a:pt x="76851" y="26486"/>
                  </a:lnTo>
                  <a:lnTo>
                    <a:pt x="72438" y="29419"/>
                  </a:lnTo>
                  <a:lnTo>
                    <a:pt x="68119" y="32490"/>
                  </a:lnTo>
                  <a:lnTo>
                    <a:pt x="63900" y="35697"/>
                  </a:lnTo>
                  <a:lnTo>
                    <a:pt x="59785" y="39035"/>
                  </a:lnTo>
                  <a:lnTo>
                    <a:pt x="55777" y="42503"/>
                  </a:lnTo>
                  <a:lnTo>
                    <a:pt x="51882" y="46096"/>
                  </a:lnTo>
                  <a:lnTo>
                    <a:pt x="48102" y="49810"/>
                  </a:lnTo>
                  <a:lnTo>
                    <a:pt x="44442" y="53642"/>
                  </a:lnTo>
                  <a:lnTo>
                    <a:pt x="40906" y="57589"/>
                  </a:lnTo>
                  <a:lnTo>
                    <a:pt x="37496" y="61646"/>
                  </a:lnTo>
                  <a:lnTo>
                    <a:pt x="34216" y="65808"/>
                  </a:lnTo>
                  <a:lnTo>
                    <a:pt x="31070" y="70073"/>
                  </a:lnTo>
                  <a:lnTo>
                    <a:pt x="28061" y="74435"/>
                  </a:lnTo>
                  <a:lnTo>
                    <a:pt x="25192" y="78890"/>
                  </a:lnTo>
                  <a:lnTo>
                    <a:pt x="22465" y="83434"/>
                  </a:lnTo>
                  <a:lnTo>
                    <a:pt x="19884" y="88062"/>
                  </a:lnTo>
                  <a:lnTo>
                    <a:pt x="17450" y="92770"/>
                  </a:lnTo>
                  <a:lnTo>
                    <a:pt x="15167" y="97552"/>
                  </a:lnTo>
                  <a:lnTo>
                    <a:pt x="13037" y="102404"/>
                  </a:lnTo>
                  <a:lnTo>
                    <a:pt x="11062" y="107322"/>
                  </a:lnTo>
                  <a:lnTo>
                    <a:pt x="9243" y="112299"/>
                  </a:lnTo>
                  <a:lnTo>
                    <a:pt x="7583" y="117332"/>
                  </a:lnTo>
                  <a:lnTo>
                    <a:pt x="6084" y="122415"/>
                  </a:lnTo>
                  <a:lnTo>
                    <a:pt x="4746" y="127542"/>
                  </a:lnTo>
                  <a:lnTo>
                    <a:pt x="3572" y="132710"/>
                  </a:lnTo>
                  <a:lnTo>
                    <a:pt x="2562" y="137912"/>
                  </a:lnTo>
                  <a:lnTo>
                    <a:pt x="1718" y="143144"/>
                  </a:lnTo>
                  <a:lnTo>
                    <a:pt x="1039" y="148399"/>
                  </a:lnTo>
                  <a:lnTo>
                    <a:pt x="528" y="153674"/>
                  </a:lnTo>
                  <a:lnTo>
                    <a:pt x="184" y="158962"/>
                  </a:lnTo>
                  <a:lnTo>
                    <a:pt x="8" y="164259"/>
                  </a:lnTo>
                  <a:lnTo>
                    <a:pt x="0" y="169558"/>
                  </a:lnTo>
                  <a:lnTo>
                    <a:pt x="159" y="174855"/>
                  </a:lnTo>
                  <a:lnTo>
                    <a:pt x="487" y="180144"/>
                  </a:lnTo>
                  <a:lnTo>
                    <a:pt x="982" y="185420"/>
                  </a:lnTo>
                  <a:lnTo>
                    <a:pt x="1644" y="190678"/>
                  </a:lnTo>
                  <a:lnTo>
                    <a:pt x="2472" y="195912"/>
                  </a:lnTo>
                  <a:lnTo>
                    <a:pt x="3466" y="201117"/>
                  </a:lnTo>
                  <a:lnTo>
                    <a:pt x="4625" y="206289"/>
                  </a:lnTo>
                  <a:lnTo>
                    <a:pt x="5946" y="211420"/>
                  </a:lnTo>
                  <a:lnTo>
                    <a:pt x="7430" y="216508"/>
                  </a:lnTo>
                  <a:lnTo>
                    <a:pt x="9074" y="221546"/>
                  </a:lnTo>
                  <a:lnTo>
                    <a:pt x="10877" y="226529"/>
                  </a:lnTo>
                  <a:lnTo>
                    <a:pt x="12837" y="231452"/>
                  </a:lnTo>
                  <a:lnTo>
                    <a:pt x="14953" y="236311"/>
                  </a:lnTo>
                  <a:lnTo>
                    <a:pt x="17221" y="241101"/>
                  </a:lnTo>
                  <a:lnTo>
                    <a:pt x="19639" y="245816"/>
                  </a:lnTo>
                  <a:lnTo>
                    <a:pt x="22206" y="250452"/>
                  </a:lnTo>
                  <a:lnTo>
                    <a:pt x="24919" y="255004"/>
                  </a:lnTo>
                  <a:lnTo>
                    <a:pt x="27775" y="259468"/>
                  </a:lnTo>
                  <a:lnTo>
                    <a:pt x="30770" y="263840"/>
                  </a:lnTo>
                  <a:lnTo>
                    <a:pt x="33903" y="268114"/>
                  </a:lnTo>
                  <a:lnTo>
                    <a:pt x="37170" y="272287"/>
                  </a:lnTo>
                  <a:lnTo>
                    <a:pt x="40567" y="276354"/>
                  </a:lnTo>
                  <a:lnTo>
                    <a:pt x="44091" y="280311"/>
                  </a:lnTo>
                  <a:lnTo>
                    <a:pt x="47740" y="284155"/>
                  </a:lnTo>
                  <a:lnTo>
                    <a:pt x="51508" y="287881"/>
                  </a:lnTo>
                  <a:lnTo>
                    <a:pt x="55392" y="291486"/>
                  </a:lnTo>
                  <a:lnTo>
                    <a:pt x="59389" y="294966"/>
                  </a:lnTo>
                  <a:lnTo>
                    <a:pt x="63494" y="298317"/>
                  </a:lnTo>
                  <a:lnTo>
                    <a:pt x="67703" y="301537"/>
                  </a:lnTo>
                  <a:lnTo>
                    <a:pt x="72012" y="304621"/>
                  </a:lnTo>
                  <a:lnTo>
                    <a:pt x="76416" y="307568"/>
                  </a:lnTo>
                  <a:lnTo>
                    <a:pt x="80912" y="310373"/>
                  </a:lnTo>
                  <a:lnTo>
                    <a:pt x="85495" y="313035"/>
                  </a:lnTo>
                  <a:lnTo>
                    <a:pt x="90159" y="315550"/>
                  </a:lnTo>
                  <a:lnTo>
                    <a:pt x="94901" y="317915"/>
                  </a:lnTo>
                  <a:lnTo>
                    <a:pt x="99716" y="320130"/>
                  </a:lnTo>
                  <a:lnTo>
                    <a:pt x="104598" y="322190"/>
                  </a:lnTo>
                  <a:lnTo>
                    <a:pt x="109543" y="324095"/>
                  </a:lnTo>
                  <a:lnTo>
                    <a:pt x="114546" y="325842"/>
                  </a:lnTo>
                  <a:lnTo>
                    <a:pt x="119602" y="327430"/>
                  </a:lnTo>
                  <a:lnTo>
                    <a:pt x="124706" y="328856"/>
                  </a:lnTo>
                  <a:lnTo>
                    <a:pt x="129852" y="330120"/>
                  </a:lnTo>
                  <a:lnTo>
                    <a:pt x="135036" y="331221"/>
                  </a:lnTo>
                  <a:lnTo>
                    <a:pt x="140252" y="332156"/>
                  </a:lnTo>
                  <a:lnTo>
                    <a:pt x="145495" y="332926"/>
                  </a:lnTo>
                  <a:lnTo>
                    <a:pt x="150760" y="333529"/>
                  </a:lnTo>
                  <a:lnTo>
                    <a:pt x="156042" y="333965"/>
                  </a:lnTo>
                  <a:lnTo>
                    <a:pt x="161334" y="334233"/>
                  </a:lnTo>
                  <a:lnTo>
                    <a:pt x="166632" y="334334"/>
                  </a:lnTo>
                  <a:lnTo>
                    <a:pt x="171931" y="334266"/>
                  </a:lnTo>
                  <a:lnTo>
                    <a:pt x="177225" y="334030"/>
                  </a:lnTo>
                  <a:lnTo>
                    <a:pt x="182509" y="333627"/>
                  </a:lnTo>
                  <a:lnTo>
                    <a:pt x="187778" y="333057"/>
                  </a:lnTo>
                  <a:lnTo>
                    <a:pt x="193026" y="332320"/>
                  </a:lnTo>
                  <a:lnTo>
                    <a:pt x="198247" y="331416"/>
                  </a:lnTo>
                  <a:lnTo>
                    <a:pt x="203438" y="330348"/>
                  </a:lnTo>
                  <a:lnTo>
                    <a:pt x="208592" y="329116"/>
                  </a:lnTo>
                  <a:lnTo>
                    <a:pt x="213705" y="327721"/>
                  </a:lnTo>
                  <a:lnTo>
                    <a:pt x="218770" y="326165"/>
                  </a:lnTo>
                  <a:lnTo>
                    <a:pt x="223784" y="324449"/>
                  </a:lnTo>
                  <a:lnTo>
                    <a:pt x="228741" y="322575"/>
                  </a:lnTo>
                  <a:lnTo>
                    <a:pt x="233636" y="320544"/>
                  </a:lnTo>
                  <a:lnTo>
                    <a:pt x="238464" y="318360"/>
                  </a:lnTo>
                  <a:lnTo>
                    <a:pt x="243220" y="316023"/>
                  </a:lnTo>
                  <a:lnTo>
                    <a:pt x="247900" y="313537"/>
                  </a:lnTo>
                  <a:lnTo>
                    <a:pt x="252499" y="310904"/>
                  </a:lnTo>
                  <a:lnTo>
                    <a:pt x="257012" y="308127"/>
                  </a:lnTo>
                  <a:lnTo>
                    <a:pt x="261435" y="305208"/>
                  </a:lnTo>
                  <a:lnTo>
                    <a:pt x="265763" y="302150"/>
                  </a:lnTo>
                  <a:lnTo>
                    <a:pt x="269992" y="298956"/>
                  </a:lnTo>
                  <a:lnTo>
                    <a:pt x="274118" y="295630"/>
                  </a:lnTo>
                  <a:lnTo>
                    <a:pt x="278136" y="292175"/>
                  </a:lnTo>
                  <a:lnTo>
                    <a:pt x="282042" y="288594"/>
                  </a:lnTo>
                  <a:lnTo>
                    <a:pt x="285834" y="284892"/>
                  </a:lnTo>
                  <a:lnTo>
                    <a:pt x="289505" y="281071"/>
                  </a:lnTo>
                  <a:lnTo>
                    <a:pt x="293054" y="277135"/>
                  </a:lnTo>
                  <a:lnTo>
                    <a:pt x="296477" y="273089"/>
                  </a:lnTo>
                  <a:lnTo>
                    <a:pt x="299769" y="268937"/>
                  </a:lnTo>
                  <a:lnTo>
                    <a:pt x="302928" y="264682"/>
                  </a:lnTo>
                  <a:lnTo>
                    <a:pt x="305951" y="260329"/>
                  </a:lnTo>
                  <a:lnTo>
                    <a:pt x="308834" y="255883"/>
                  </a:lnTo>
                  <a:lnTo>
                    <a:pt x="311575" y="251347"/>
                  </a:lnTo>
                  <a:lnTo>
                    <a:pt x="314171" y="246727"/>
                  </a:lnTo>
                  <a:lnTo>
                    <a:pt x="316619" y="242027"/>
                  </a:lnTo>
                  <a:lnTo>
                    <a:pt x="318916" y="237252"/>
                  </a:lnTo>
                  <a:lnTo>
                    <a:pt x="321061" y="232406"/>
                  </a:lnTo>
                  <a:lnTo>
                    <a:pt x="323052" y="227495"/>
                  </a:lnTo>
                  <a:lnTo>
                    <a:pt x="324886" y="222523"/>
                  </a:lnTo>
                  <a:lnTo>
                    <a:pt x="326561" y="217496"/>
                  </a:lnTo>
                  <a:lnTo>
                    <a:pt x="328076" y="212417"/>
                  </a:lnTo>
                  <a:lnTo>
                    <a:pt x="329430" y="207294"/>
                  </a:lnTo>
                  <a:lnTo>
                    <a:pt x="330620" y="202130"/>
                  </a:lnTo>
                  <a:lnTo>
                    <a:pt x="331646" y="196931"/>
                  </a:lnTo>
                  <a:lnTo>
                    <a:pt x="332507" y="191702"/>
                  </a:lnTo>
                  <a:lnTo>
                    <a:pt x="333202" y="186448"/>
                  </a:lnTo>
                  <a:lnTo>
                    <a:pt x="333729" y="181175"/>
                  </a:lnTo>
                  <a:lnTo>
                    <a:pt x="334090" y="175888"/>
                  </a:lnTo>
                  <a:lnTo>
                    <a:pt x="334282" y="170593"/>
                  </a:lnTo>
                  <a:lnTo>
                    <a:pt x="334307" y="165293"/>
                  </a:lnTo>
                  <a:lnTo>
                    <a:pt x="334163" y="159996"/>
                  </a:lnTo>
                  <a:lnTo>
                    <a:pt x="333852" y="154706"/>
                  </a:lnTo>
                  <a:lnTo>
                    <a:pt x="333373" y="149428"/>
                  </a:lnTo>
                  <a:lnTo>
                    <a:pt x="332728" y="144168"/>
                  </a:lnTo>
                  <a:lnTo>
                    <a:pt x="331915" y="138932"/>
                  </a:lnTo>
                  <a:lnTo>
                    <a:pt x="330938" y="133723"/>
                  </a:lnTo>
                  <a:lnTo>
                    <a:pt x="329795" y="128549"/>
                  </a:lnTo>
                  <a:lnTo>
                    <a:pt x="328490" y="123413"/>
                  </a:lnTo>
                  <a:lnTo>
                    <a:pt x="327022" y="118321"/>
                  </a:lnTo>
                  <a:lnTo>
                    <a:pt x="325393" y="113278"/>
                  </a:lnTo>
                  <a:lnTo>
                    <a:pt x="323605" y="108289"/>
                  </a:lnTo>
                  <a:lnTo>
                    <a:pt x="321661" y="103360"/>
                  </a:lnTo>
                  <a:lnTo>
                    <a:pt x="319560" y="98494"/>
                  </a:lnTo>
                  <a:lnTo>
                    <a:pt x="317307" y="93698"/>
                  </a:lnTo>
                  <a:lnTo>
                    <a:pt x="314903" y="88975"/>
                  </a:lnTo>
                  <a:lnTo>
                    <a:pt x="312350" y="84331"/>
                  </a:lnTo>
                  <a:lnTo>
                    <a:pt x="309652" y="79770"/>
                  </a:lnTo>
                  <a:lnTo>
                    <a:pt x="306810" y="75297"/>
                  </a:lnTo>
                  <a:lnTo>
                    <a:pt x="303828" y="70917"/>
                  </a:lnTo>
                  <a:lnTo>
                    <a:pt x="300708" y="66633"/>
                  </a:lnTo>
                  <a:lnTo>
                    <a:pt x="297455" y="62450"/>
                  </a:lnTo>
                  <a:lnTo>
                    <a:pt x="294070" y="58373"/>
                  </a:lnTo>
                  <a:lnTo>
                    <a:pt x="290558" y="54404"/>
                  </a:lnTo>
                  <a:lnTo>
                    <a:pt x="286922" y="50549"/>
                  </a:lnTo>
                  <a:lnTo>
                    <a:pt x="283165" y="46812"/>
                  </a:lnTo>
                  <a:lnTo>
                    <a:pt x="279292" y="43195"/>
                  </a:lnTo>
                  <a:lnTo>
                    <a:pt x="275306" y="39702"/>
                  </a:lnTo>
                  <a:lnTo>
                    <a:pt x="271211" y="36338"/>
                  </a:lnTo>
                  <a:lnTo>
                    <a:pt x="267012" y="33106"/>
                  </a:lnTo>
                  <a:lnTo>
                    <a:pt x="262713" y="30008"/>
                  </a:lnTo>
                  <a:lnTo>
                    <a:pt x="258317" y="27048"/>
                  </a:lnTo>
                  <a:lnTo>
                    <a:pt x="253830" y="24228"/>
                  </a:lnTo>
                  <a:lnTo>
                    <a:pt x="249256" y="21553"/>
                  </a:lnTo>
                  <a:lnTo>
                    <a:pt x="244599" y="19023"/>
                  </a:lnTo>
                  <a:lnTo>
                    <a:pt x="239865" y="16643"/>
                  </a:lnTo>
                  <a:lnTo>
                    <a:pt x="235057" y="14414"/>
                  </a:lnTo>
                  <a:lnTo>
                    <a:pt x="230181" y="12338"/>
                  </a:lnTo>
                  <a:lnTo>
                    <a:pt x="225242" y="10418"/>
                  </a:lnTo>
                  <a:lnTo>
                    <a:pt x="220244" y="8655"/>
                  </a:lnTo>
                  <a:lnTo>
                    <a:pt x="215193" y="7052"/>
                  </a:lnTo>
                  <a:lnTo>
                    <a:pt x="210094" y="5610"/>
                  </a:lnTo>
                  <a:lnTo>
                    <a:pt x="204952" y="4330"/>
                  </a:lnTo>
                  <a:lnTo>
                    <a:pt x="199771" y="3213"/>
                  </a:lnTo>
                  <a:lnTo>
                    <a:pt x="194558" y="2262"/>
                  </a:lnTo>
                  <a:lnTo>
                    <a:pt x="189317" y="1476"/>
                  </a:lnTo>
                  <a:lnTo>
                    <a:pt x="184054" y="856"/>
                  </a:lnTo>
                  <a:lnTo>
                    <a:pt x="178774" y="404"/>
                  </a:lnTo>
                  <a:lnTo>
                    <a:pt x="173483" y="119"/>
                  </a:lnTo>
                  <a:lnTo>
                    <a:pt x="168185" y="3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2645733" y="3934016"/>
              <a:ext cx="1034" cy="167164"/>
            </a:xfrm>
            <a:custGeom>
              <a:avLst/>
              <a:pathLst>
                <a:path w="1034" h="167164">
                  <a:moveTo>
                    <a:pt x="1034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2645733" y="3934016"/>
              <a:ext cx="1034" cy="167164"/>
            </a:xfrm>
            <a:custGeom>
              <a:avLst/>
              <a:pathLst>
                <a:path w="1034" h="167164">
                  <a:moveTo>
                    <a:pt x="1034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2645733" y="3934016"/>
              <a:ext cx="1034" cy="167164"/>
            </a:xfrm>
            <a:custGeom>
              <a:avLst/>
              <a:pathLst>
                <a:path w="1034" h="167164">
                  <a:moveTo>
                    <a:pt x="1034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2645733" y="3934016"/>
              <a:ext cx="1034" cy="167164"/>
            </a:xfrm>
            <a:custGeom>
              <a:avLst/>
              <a:pathLst>
                <a:path w="1034" h="167164">
                  <a:moveTo>
                    <a:pt x="1034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2645733" y="3934016"/>
              <a:ext cx="1034" cy="167164"/>
            </a:xfrm>
            <a:custGeom>
              <a:avLst/>
              <a:pathLst>
                <a:path w="1034" h="167164">
                  <a:moveTo>
                    <a:pt x="1034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2645733" y="3934016"/>
              <a:ext cx="1034" cy="167164"/>
            </a:xfrm>
            <a:custGeom>
              <a:avLst/>
              <a:pathLst>
                <a:path w="1034" h="167164">
                  <a:moveTo>
                    <a:pt x="1034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2645733" y="3934016"/>
              <a:ext cx="1034" cy="167164"/>
            </a:xfrm>
            <a:custGeom>
              <a:avLst/>
              <a:pathLst>
                <a:path w="1034" h="167164">
                  <a:moveTo>
                    <a:pt x="1034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2645733" y="3934016"/>
              <a:ext cx="1034" cy="167164"/>
            </a:xfrm>
            <a:custGeom>
              <a:avLst/>
              <a:pathLst>
                <a:path w="1034" h="167164">
                  <a:moveTo>
                    <a:pt x="1034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2645733" y="3934016"/>
              <a:ext cx="1034" cy="167164"/>
            </a:xfrm>
            <a:custGeom>
              <a:avLst/>
              <a:pathLst>
                <a:path w="1034" h="167164">
                  <a:moveTo>
                    <a:pt x="1034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645733" y="3934016"/>
              <a:ext cx="1034" cy="167164"/>
            </a:xfrm>
            <a:custGeom>
              <a:avLst/>
              <a:pathLst>
                <a:path w="1034" h="167164">
                  <a:moveTo>
                    <a:pt x="1034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645733" y="3934016"/>
              <a:ext cx="1034" cy="167164"/>
            </a:xfrm>
            <a:custGeom>
              <a:avLst/>
              <a:pathLst>
                <a:path w="1034" h="167164">
                  <a:moveTo>
                    <a:pt x="1034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645733" y="3934012"/>
              <a:ext cx="1034" cy="167167"/>
            </a:xfrm>
            <a:custGeom>
              <a:avLst/>
              <a:pathLst>
                <a:path w="1034" h="167167">
                  <a:moveTo>
                    <a:pt x="1034" y="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2711633" y="4397268"/>
              <a:ext cx="334307" cy="334334"/>
            </a:xfrm>
            <a:custGeom>
              <a:avLst/>
              <a:pathLst>
                <a:path w="334307" h="334334">
                  <a:moveTo>
                    <a:pt x="167150" y="0"/>
                  </a:moveTo>
                  <a:lnTo>
                    <a:pt x="161851" y="83"/>
                  </a:lnTo>
                  <a:lnTo>
                    <a:pt x="156558" y="335"/>
                  </a:lnTo>
                  <a:lnTo>
                    <a:pt x="151275" y="755"/>
                  </a:lnTo>
                  <a:lnTo>
                    <a:pt x="146008" y="1342"/>
                  </a:lnTo>
                  <a:lnTo>
                    <a:pt x="140763" y="2095"/>
                  </a:lnTo>
                  <a:lnTo>
                    <a:pt x="135544" y="3015"/>
                  </a:lnTo>
                  <a:lnTo>
                    <a:pt x="130357" y="4099"/>
                  </a:lnTo>
                  <a:lnTo>
                    <a:pt x="125207" y="5347"/>
                  </a:lnTo>
                  <a:lnTo>
                    <a:pt x="120098" y="6758"/>
                  </a:lnTo>
                  <a:lnTo>
                    <a:pt x="115038" y="8330"/>
                  </a:lnTo>
                  <a:lnTo>
                    <a:pt x="110029" y="10061"/>
                  </a:lnTo>
                  <a:lnTo>
                    <a:pt x="105078" y="11951"/>
                  </a:lnTo>
                  <a:lnTo>
                    <a:pt x="100190" y="13996"/>
                  </a:lnTo>
                  <a:lnTo>
                    <a:pt x="95368" y="16196"/>
                  </a:lnTo>
                  <a:lnTo>
                    <a:pt x="90619" y="18547"/>
                  </a:lnTo>
                  <a:lnTo>
                    <a:pt x="85947" y="21047"/>
                  </a:lnTo>
                  <a:lnTo>
                    <a:pt x="81356" y="23694"/>
                  </a:lnTo>
                  <a:lnTo>
                    <a:pt x="76851" y="26486"/>
                  </a:lnTo>
                  <a:lnTo>
                    <a:pt x="72438" y="29419"/>
                  </a:lnTo>
                  <a:lnTo>
                    <a:pt x="68119" y="32490"/>
                  </a:lnTo>
                  <a:lnTo>
                    <a:pt x="63900" y="35697"/>
                  </a:lnTo>
                  <a:lnTo>
                    <a:pt x="59785" y="39035"/>
                  </a:lnTo>
                  <a:lnTo>
                    <a:pt x="55777" y="42503"/>
                  </a:lnTo>
                  <a:lnTo>
                    <a:pt x="51882" y="46096"/>
                  </a:lnTo>
                  <a:lnTo>
                    <a:pt x="48102" y="49810"/>
                  </a:lnTo>
                  <a:lnTo>
                    <a:pt x="44442" y="53642"/>
                  </a:lnTo>
                  <a:lnTo>
                    <a:pt x="40906" y="57589"/>
                  </a:lnTo>
                  <a:lnTo>
                    <a:pt x="37496" y="61646"/>
                  </a:lnTo>
                  <a:lnTo>
                    <a:pt x="34216" y="65808"/>
                  </a:lnTo>
                  <a:lnTo>
                    <a:pt x="31070" y="70073"/>
                  </a:lnTo>
                  <a:lnTo>
                    <a:pt x="28061" y="74435"/>
                  </a:lnTo>
                  <a:lnTo>
                    <a:pt x="25192" y="78890"/>
                  </a:lnTo>
                  <a:lnTo>
                    <a:pt x="22465" y="83434"/>
                  </a:lnTo>
                  <a:lnTo>
                    <a:pt x="19884" y="88062"/>
                  </a:lnTo>
                  <a:lnTo>
                    <a:pt x="17450" y="92770"/>
                  </a:lnTo>
                  <a:lnTo>
                    <a:pt x="15167" y="97552"/>
                  </a:lnTo>
                  <a:lnTo>
                    <a:pt x="13037" y="102404"/>
                  </a:lnTo>
                  <a:lnTo>
                    <a:pt x="11062" y="107322"/>
                  </a:lnTo>
                  <a:lnTo>
                    <a:pt x="9243" y="112299"/>
                  </a:lnTo>
                  <a:lnTo>
                    <a:pt x="7583" y="117332"/>
                  </a:lnTo>
                  <a:lnTo>
                    <a:pt x="6084" y="122415"/>
                  </a:lnTo>
                  <a:lnTo>
                    <a:pt x="4746" y="127542"/>
                  </a:lnTo>
                  <a:lnTo>
                    <a:pt x="3572" y="132710"/>
                  </a:lnTo>
                  <a:lnTo>
                    <a:pt x="2562" y="137912"/>
                  </a:lnTo>
                  <a:lnTo>
                    <a:pt x="1718" y="143144"/>
                  </a:lnTo>
                  <a:lnTo>
                    <a:pt x="1039" y="148399"/>
                  </a:lnTo>
                  <a:lnTo>
                    <a:pt x="528" y="153674"/>
                  </a:lnTo>
                  <a:lnTo>
                    <a:pt x="184" y="158962"/>
                  </a:lnTo>
                  <a:lnTo>
                    <a:pt x="8" y="164259"/>
                  </a:lnTo>
                  <a:lnTo>
                    <a:pt x="0" y="169558"/>
                  </a:lnTo>
                  <a:lnTo>
                    <a:pt x="159" y="174855"/>
                  </a:lnTo>
                  <a:lnTo>
                    <a:pt x="487" y="180144"/>
                  </a:lnTo>
                  <a:lnTo>
                    <a:pt x="982" y="185420"/>
                  </a:lnTo>
                  <a:lnTo>
                    <a:pt x="1644" y="190678"/>
                  </a:lnTo>
                  <a:lnTo>
                    <a:pt x="2472" y="195912"/>
                  </a:lnTo>
                  <a:lnTo>
                    <a:pt x="3466" y="201117"/>
                  </a:lnTo>
                  <a:lnTo>
                    <a:pt x="4625" y="206289"/>
                  </a:lnTo>
                  <a:lnTo>
                    <a:pt x="5946" y="211420"/>
                  </a:lnTo>
                  <a:lnTo>
                    <a:pt x="7430" y="216508"/>
                  </a:lnTo>
                  <a:lnTo>
                    <a:pt x="9074" y="221546"/>
                  </a:lnTo>
                  <a:lnTo>
                    <a:pt x="10877" y="226529"/>
                  </a:lnTo>
                  <a:lnTo>
                    <a:pt x="12837" y="231452"/>
                  </a:lnTo>
                  <a:lnTo>
                    <a:pt x="14953" y="236311"/>
                  </a:lnTo>
                  <a:lnTo>
                    <a:pt x="17221" y="241101"/>
                  </a:lnTo>
                  <a:lnTo>
                    <a:pt x="19639" y="245816"/>
                  </a:lnTo>
                  <a:lnTo>
                    <a:pt x="22206" y="250452"/>
                  </a:lnTo>
                  <a:lnTo>
                    <a:pt x="24919" y="255004"/>
                  </a:lnTo>
                  <a:lnTo>
                    <a:pt x="27775" y="259468"/>
                  </a:lnTo>
                  <a:lnTo>
                    <a:pt x="30770" y="263840"/>
                  </a:lnTo>
                  <a:lnTo>
                    <a:pt x="33903" y="268114"/>
                  </a:lnTo>
                  <a:lnTo>
                    <a:pt x="37170" y="272287"/>
                  </a:lnTo>
                  <a:lnTo>
                    <a:pt x="40567" y="276354"/>
                  </a:lnTo>
                  <a:lnTo>
                    <a:pt x="44091" y="280311"/>
                  </a:lnTo>
                  <a:lnTo>
                    <a:pt x="47740" y="284155"/>
                  </a:lnTo>
                  <a:lnTo>
                    <a:pt x="51508" y="287881"/>
                  </a:lnTo>
                  <a:lnTo>
                    <a:pt x="55392" y="291486"/>
                  </a:lnTo>
                  <a:lnTo>
                    <a:pt x="59389" y="294966"/>
                  </a:lnTo>
                  <a:lnTo>
                    <a:pt x="63494" y="298317"/>
                  </a:lnTo>
                  <a:lnTo>
                    <a:pt x="67703" y="301537"/>
                  </a:lnTo>
                  <a:lnTo>
                    <a:pt x="72012" y="304621"/>
                  </a:lnTo>
                  <a:lnTo>
                    <a:pt x="76416" y="307568"/>
                  </a:lnTo>
                  <a:lnTo>
                    <a:pt x="80912" y="310373"/>
                  </a:lnTo>
                  <a:lnTo>
                    <a:pt x="85495" y="313035"/>
                  </a:lnTo>
                  <a:lnTo>
                    <a:pt x="90159" y="315550"/>
                  </a:lnTo>
                  <a:lnTo>
                    <a:pt x="94901" y="317915"/>
                  </a:lnTo>
                  <a:lnTo>
                    <a:pt x="99716" y="320130"/>
                  </a:lnTo>
                  <a:lnTo>
                    <a:pt x="104598" y="322190"/>
                  </a:lnTo>
                  <a:lnTo>
                    <a:pt x="109543" y="324095"/>
                  </a:lnTo>
                  <a:lnTo>
                    <a:pt x="114546" y="325842"/>
                  </a:lnTo>
                  <a:lnTo>
                    <a:pt x="119602" y="327430"/>
                  </a:lnTo>
                  <a:lnTo>
                    <a:pt x="124706" y="328856"/>
                  </a:lnTo>
                  <a:lnTo>
                    <a:pt x="129852" y="330120"/>
                  </a:lnTo>
                  <a:lnTo>
                    <a:pt x="135036" y="331221"/>
                  </a:lnTo>
                  <a:lnTo>
                    <a:pt x="140252" y="332156"/>
                  </a:lnTo>
                  <a:lnTo>
                    <a:pt x="145495" y="332926"/>
                  </a:lnTo>
                  <a:lnTo>
                    <a:pt x="150760" y="333529"/>
                  </a:lnTo>
                  <a:lnTo>
                    <a:pt x="156042" y="333965"/>
                  </a:lnTo>
                  <a:lnTo>
                    <a:pt x="161334" y="334233"/>
                  </a:lnTo>
                  <a:lnTo>
                    <a:pt x="166632" y="334334"/>
                  </a:lnTo>
                  <a:lnTo>
                    <a:pt x="171931" y="334266"/>
                  </a:lnTo>
                  <a:lnTo>
                    <a:pt x="177225" y="334030"/>
                  </a:lnTo>
                  <a:lnTo>
                    <a:pt x="182509" y="333627"/>
                  </a:lnTo>
                  <a:lnTo>
                    <a:pt x="187778" y="333057"/>
                  </a:lnTo>
                  <a:lnTo>
                    <a:pt x="193026" y="332320"/>
                  </a:lnTo>
                  <a:lnTo>
                    <a:pt x="198247" y="331416"/>
                  </a:lnTo>
                  <a:lnTo>
                    <a:pt x="203438" y="330348"/>
                  </a:lnTo>
                  <a:lnTo>
                    <a:pt x="208592" y="329116"/>
                  </a:lnTo>
                  <a:lnTo>
                    <a:pt x="213705" y="327721"/>
                  </a:lnTo>
                  <a:lnTo>
                    <a:pt x="218770" y="326165"/>
                  </a:lnTo>
                  <a:lnTo>
                    <a:pt x="223784" y="324449"/>
                  </a:lnTo>
                  <a:lnTo>
                    <a:pt x="228741" y="322575"/>
                  </a:lnTo>
                  <a:lnTo>
                    <a:pt x="233636" y="320544"/>
                  </a:lnTo>
                  <a:lnTo>
                    <a:pt x="238464" y="318360"/>
                  </a:lnTo>
                  <a:lnTo>
                    <a:pt x="243220" y="316023"/>
                  </a:lnTo>
                  <a:lnTo>
                    <a:pt x="247900" y="313537"/>
                  </a:lnTo>
                  <a:lnTo>
                    <a:pt x="252499" y="310904"/>
                  </a:lnTo>
                  <a:lnTo>
                    <a:pt x="257012" y="308127"/>
                  </a:lnTo>
                  <a:lnTo>
                    <a:pt x="261435" y="305208"/>
                  </a:lnTo>
                  <a:lnTo>
                    <a:pt x="265763" y="302150"/>
                  </a:lnTo>
                  <a:lnTo>
                    <a:pt x="269992" y="298956"/>
                  </a:lnTo>
                  <a:lnTo>
                    <a:pt x="274118" y="295630"/>
                  </a:lnTo>
                  <a:lnTo>
                    <a:pt x="278136" y="292175"/>
                  </a:lnTo>
                  <a:lnTo>
                    <a:pt x="282042" y="288594"/>
                  </a:lnTo>
                  <a:lnTo>
                    <a:pt x="285834" y="284892"/>
                  </a:lnTo>
                  <a:lnTo>
                    <a:pt x="289505" y="281071"/>
                  </a:lnTo>
                  <a:lnTo>
                    <a:pt x="293054" y="277135"/>
                  </a:lnTo>
                  <a:lnTo>
                    <a:pt x="296477" y="273089"/>
                  </a:lnTo>
                  <a:lnTo>
                    <a:pt x="299769" y="268937"/>
                  </a:lnTo>
                  <a:lnTo>
                    <a:pt x="302928" y="264682"/>
                  </a:lnTo>
                  <a:lnTo>
                    <a:pt x="305951" y="260329"/>
                  </a:lnTo>
                  <a:lnTo>
                    <a:pt x="308834" y="255883"/>
                  </a:lnTo>
                  <a:lnTo>
                    <a:pt x="311575" y="251347"/>
                  </a:lnTo>
                  <a:lnTo>
                    <a:pt x="314171" y="246727"/>
                  </a:lnTo>
                  <a:lnTo>
                    <a:pt x="316619" y="242027"/>
                  </a:lnTo>
                  <a:lnTo>
                    <a:pt x="318916" y="237252"/>
                  </a:lnTo>
                  <a:lnTo>
                    <a:pt x="321061" y="232406"/>
                  </a:lnTo>
                  <a:lnTo>
                    <a:pt x="323052" y="227495"/>
                  </a:lnTo>
                  <a:lnTo>
                    <a:pt x="324886" y="222523"/>
                  </a:lnTo>
                  <a:lnTo>
                    <a:pt x="326561" y="217496"/>
                  </a:lnTo>
                  <a:lnTo>
                    <a:pt x="328076" y="212417"/>
                  </a:lnTo>
                  <a:lnTo>
                    <a:pt x="329430" y="207294"/>
                  </a:lnTo>
                  <a:lnTo>
                    <a:pt x="330620" y="202130"/>
                  </a:lnTo>
                  <a:lnTo>
                    <a:pt x="331646" y="196931"/>
                  </a:lnTo>
                  <a:lnTo>
                    <a:pt x="332507" y="191702"/>
                  </a:lnTo>
                  <a:lnTo>
                    <a:pt x="333202" y="186448"/>
                  </a:lnTo>
                  <a:lnTo>
                    <a:pt x="333729" y="181175"/>
                  </a:lnTo>
                  <a:lnTo>
                    <a:pt x="334090" y="175888"/>
                  </a:lnTo>
                  <a:lnTo>
                    <a:pt x="334282" y="170593"/>
                  </a:lnTo>
                  <a:lnTo>
                    <a:pt x="334307" y="165293"/>
                  </a:lnTo>
                  <a:lnTo>
                    <a:pt x="334163" y="159996"/>
                  </a:lnTo>
                  <a:lnTo>
                    <a:pt x="333852" y="154706"/>
                  </a:lnTo>
                  <a:lnTo>
                    <a:pt x="333373" y="149428"/>
                  </a:lnTo>
                  <a:lnTo>
                    <a:pt x="332728" y="144168"/>
                  </a:lnTo>
                  <a:lnTo>
                    <a:pt x="331915" y="138932"/>
                  </a:lnTo>
                  <a:lnTo>
                    <a:pt x="330938" y="133723"/>
                  </a:lnTo>
                  <a:lnTo>
                    <a:pt x="329795" y="128549"/>
                  </a:lnTo>
                  <a:lnTo>
                    <a:pt x="328490" y="123413"/>
                  </a:lnTo>
                  <a:lnTo>
                    <a:pt x="327022" y="118321"/>
                  </a:lnTo>
                  <a:lnTo>
                    <a:pt x="325393" y="113278"/>
                  </a:lnTo>
                  <a:lnTo>
                    <a:pt x="323605" y="108289"/>
                  </a:lnTo>
                  <a:lnTo>
                    <a:pt x="321661" y="103360"/>
                  </a:lnTo>
                  <a:lnTo>
                    <a:pt x="319560" y="98494"/>
                  </a:lnTo>
                  <a:lnTo>
                    <a:pt x="317307" y="93698"/>
                  </a:lnTo>
                  <a:lnTo>
                    <a:pt x="314903" y="88975"/>
                  </a:lnTo>
                  <a:lnTo>
                    <a:pt x="312350" y="84331"/>
                  </a:lnTo>
                  <a:lnTo>
                    <a:pt x="309652" y="79770"/>
                  </a:lnTo>
                  <a:lnTo>
                    <a:pt x="306810" y="75297"/>
                  </a:lnTo>
                  <a:lnTo>
                    <a:pt x="303828" y="70917"/>
                  </a:lnTo>
                  <a:lnTo>
                    <a:pt x="300708" y="66633"/>
                  </a:lnTo>
                  <a:lnTo>
                    <a:pt x="297455" y="62450"/>
                  </a:lnTo>
                  <a:lnTo>
                    <a:pt x="294070" y="58373"/>
                  </a:lnTo>
                  <a:lnTo>
                    <a:pt x="290558" y="54404"/>
                  </a:lnTo>
                  <a:lnTo>
                    <a:pt x="286922" y="50549"/>
                  </a:lnTo>
                  <a:lnTo>
                    <a:pt x="283165" y="46812"/>
                  </a:lnTo>
                  <a:lnTo>
                    <a:pt x="279292" y="43195"/>
                  </a:lnTo>
                  <a:lnTo>
                    <a:pt x="275306" y="39702"/>
                  </a:lnTo>
                  <a:lnTo>
                    <a:pt x="271211" y="36338"/>
                  </a:lnTo>
                  <a:lnTo>
                    <a:pt x="267012" y="33106"/>
                  </a:lnTo>
                  <a:lnTo>
                    <a:pt x="262713" y="30008"/>
                  </a:lnTo>
                  <a:lnTo>
                    <a:pt x="258317" y="27048"/>
                  </a:lnTo>
                  <a:lnTo>
                    <a:pt x="253830" y="24228"/>
                  </a:lnTo>
                  <a:lnTo>
                    <a:pt x="249256" y="21553"/>
                  </a:lnTo>
                  <a:lnTo>
                    <a:pt x="244599" y="19023"/>
                  </a:lnTo>
                  <a:lnTo>
                    <a:pt x="239865" y="16643"/>
                  </a:lnTo>
                  <a:lnTo>
                    <a:pt x="235057" y="14414"/>
                  </a:lnTo>
                  <a:lnTo>
                    <a:pt x="230181" y="12338"/>
                  </a:lnTo>
                  <a:lnTo>
                    <a:pt x="225242" y="10418"/>
                  </a:lnTo>
                  <a:lnTo>
                    <a:pt x="220244" y="8655"/>
                  </a:lnTo>
                  <a:lnTo>
                    <a:pt x="215193" y="7052"/>
                  </a:lnTo>
                  <a:lnTo>
                    <a:pt x="210094" y="5610"/>
                  </a:lnTo>
                  <a:lnTo>
                    <a:pt x="204952" y="4330"/>
                  </a:lnTo>
                  <a:lnTo>
                    <a:pt x="199771" y="3213"/>
                  </a:lnTo>
                  <a:lnTo>
                    <a:pt x="194558" y="2262"/>
                  </a:lnTo>
                  <a:lnTo>
                    <a:pt x="189317" y="1476"/>
                  </a:lnTo>
                  <a:lnTo>
                    <a:pt x="184054" y="856"/>
                  </a:lnTo>
                  <a:lnTo>
                    <a:pt x="178774" y="404"/>
                  </a:lnTo>
                  <a:lnTo>
                    <a:pt x="173483" y="119"/>
                  </a:lnTo>
                  <a:lnTo>
                    <a:pt x="168185" y="3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2878783" y="4397271"/>
              <a:ext cx="1034" cy="167164"/>
            </a:xfrm>
            <a:custGeom>
              <a:avLst/>
              <a:pathLst>
                <a:path w="1034" h="167164">
                  <a:moveTo>
                    <a:pt x="1034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2878783" y="4397271"/>
              <a:ext cx="1034" cy="167164"/>
            </a:xfrm>
            <a:custGeom>
              <a:avLst/>
              <a:pathLst>
                <a:path w="1034" h="167164">
                  <a:moveTo>
                    <a:pt x="1034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2878783" y="4397271"/>
              <a:ext cx="1034" cy="167164"/>
            </a:xfrm>
            <a:custGeom>
              <a:avLst/>
              <a:pathLst>
                <a:path w="1034" h="167164">
                  <a:moveTo>
                    <a:pt x="1034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2878783" y="4397271"/>
              <a:ext cx="1034" cy="167164"/>
            </a:xfrm>
            <a:custGeom>
              <a:avLst/>
              <a:pathLst>
                <a:path w="1034" h="167164">
                  <a:moveTo>
                    <a:pt x="1034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2878783" y="4397271"/>
              <a:ext cx="1034" cy="167164"/>
            </a:xfrm>
            <a:custGeom>
              <a:avLst/>
              <a:pathLst>
                <a:path w="1034" h="167164">
                  <a:moveTo>
                    <a:pt x="1034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2878783" y="4397271"/>
              <a:ext cx="1034" cy="167164"/>
            </a:xfrm>
            <a:custGeom>
              <a:avLst/>
              <a:pathLst>
                <a:path w="1034" h="167164">
                  <a:moveTo>
                    <a:pt x="1034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2878783" y="4397271"/>
              <a:ext cx="1034" cy="167164"/>
            </a:xfrm>
            <a:custGeom>
              <a:avLst/>
              <a:pathLst>
                <a:path w="1034" h="167164">
                  <a:moveTo>
                    <a:pt x="1034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2878783" y="4397271"/>
              <a:ext cx="1034" cy="167164"/>
            </a:xfrm>
            <a:custGeom>
              <a:avLst/>
              <a:pathLst>
                <a:path w="1034" h="167164">
                  <a:moveTo>
                    <a:pt x="1034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2878783" y="4397271"/>
              <a:ext cx="1034" cy="167164"/>
            </a:xfrm>
            <a:custGeom>
              <a:avLst/>
              <a:pathLst>
                <a:path w="1034" h="167164">
                  <a:moveTo>
                    <a:pt x="1034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2878783" y="4397271"/>
              <a:ext cx="1034" cy="167164"/>
            </a:xfrm>
            <a:custGeom>
              <a:avLst/>
              <a:pathLst>
                <a:path w="1034" h="167164">
                  <a:moveTo>
                    <a:pt x="1034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2878783" y="4397268"/>
              <a:ext cx="1034" cy="167167"/>
            </a:xfrm>
            <a:custGeom>
              <a:avLst/>
              <a:pathLst>
                <a:path w="1034" h="167167">
                  <a:moveTo>
                    <a:pt x="1034" y="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050689" y="4794382"/>
              <a:ext cx="161876" cy="167167"/>
            </a:xfrm>
            <a:custGeom>
              <a:avLst/>
              <a:pathLst>
                <a:path w="161876" h="167167">
                  <a:moveTo>
                    <a:pt x="161876" y="0"/>
                  </a:moveTo>
                  <a:lnTo>
                    <a:pt x="156367" y="90"/>
                  </a:lnTo>
                  <a:lnTo>
                    <a:pt x="150864" y="363"/>
                  </a:lnTo>
                  <a:lnTo>
                    <a:pt x="145372" y="816"/>
                  </a:lnTo>
                  <a:lnTo>
                    <a:pt x="139899" y="1451"/>
                  </a:lnTo>
                  <a:lnTo>
                    <a:pt x="134449" y="2265"/>
                  </a:lnTo>
                  <a:lnTo>
                    <a:pt x="129029" y="3258"/>
                  </a:lnTo>
                  <a:lnTo>
                    <a:pt x="123645" y="4430"/>
                  </a:lnTo>
                  <a:lnTo>
                    <a:pt x="118302" y="5778"/>
                  </a:lnTo>
                  <a:lnTo>
                    <a:pt x="113007" y="7302"/>
                  </a:lnTo>
                  <a:lnTo>
                    <a:pt x="107765" y="9000"/>
                  </a:lnTo>
                  <a:lnTo>
                    <a:pt x="102581" y="10869"/>
                  </a:lnTo>
                  <a:lnTo>
                    <a:pt x="97462" y="12908"/>
                  </a:lnTo>
                  <a:lnTo>
                    <a:pt x="92413" y="15115"/>
                  </a:lnTo>
                  <a:lnTo>
                    <a:pt x="87440" y="17487"/>
                  </a:lnTo>
                  <a:lnTo>
                    <a:pt x="82547" y="20021"/>
                  </a:lnTo>
                  <a:lnTo>
                    <a:pt x="77741" y="22716"/>
                  </a:lnTo>
                  <a:lnTo>
                    <a:pt x="73026" y="25567"/>
                  </a:lnTo>
                  <a:lnTo>
                    <a:pt x="68407" y="28572"/>
                  </a:lnTo>
                  <a:lnTo>
                    <a:pt x="63890" y="31728"/>
                  </a:lnTo>
                  <a:lnTo>
                    <a:pt x="59480" y="35031"/>
                  </a:lnTo>
                  <a:lnTo>
                    <a:pt x="55180" y="38478"/>
                  </a:lnTo>
                  <a:lnTo>
                    <a:pt x="50997" y="42064"/>
                  </a:lnTo>
                  <a:lnTo>
                    <a:pt x="46934" y="45786"/>
                  </a:lnTo>
                  <a:lnTo>
                    <a:pt x="42996" y="49640"/>
                  </a:lnTo>
                  <a:lnTo>
                    <a:pt x="39187" y="53622"/>
                  </a:lnTo>
                  <a:lnTo>
                    <a:pt x="35512" y="57728"/>
                  </a:lnTo>
                  <a:lnTo>
                    <a:pt x="31974" y="61952"/>
                  </a:lnTo>
                  <a:lnTo>
                    <a:pt x="28577" y="66290"/>
                  </a:lnTo>
                  <a:lnTo>
                    <a:pt x="25324" y="70738"/>
                  </a:lnTo>
                  <a:lnTo>
                    <a:pt x="22221" y="75291"/>
                  </a:lnTo>
                  <a:lnTo>
                    <a:pt x="19268" y="79944"/>
                  </a:lnTo>
                  <a:lnTo>
                    <a:pt x="16471" y="84691"/>
                  </a:lnTo>
                  <a:lnTo>
                    <a:pt x="13832" y="89528"/>
                  </a:lnTo>
                  <a:lnTo>
                    <a:pt x="11354" y="94449"/>
                  </a:lnTo>
                  <a:lnTo>
                    <a:pt x="9039" y="99450"/>
                  </a:lnTo>
                  <a:lnTo>
                    <a:pt x="6890" y="104524"/>
                  </a:lnTo>
                  <a:lnTo>
                    <a:pt x="4910" y="109666"/>
                  </a:lnTo>
                  <a:lnTo>
                    <a:pt x="3100" y="114870"/>
                  </a:lnTo>
                  <a:lnTo>
                    <a:pt x="1463" y="120131"/>
                  </a:lnTo>
                  <a:lnTo>
                    <a:pt x="0" y="125444"/>
                  </a:lnTo>
                  <a:lnTo>
                    <a:pt x="16187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050689" y="4919826"/>
              <a:ext cx="161876" cy="41723"/>
            </a:xfrm>
            <a:custGeom>
              <a:avLst/>
              <a:pathLst>
                <a:path w="161876" h="41723">
                  <a:moveTo>
                    <a:pt x="0" y="0"/>
                  </a:moveTo>
                  <a:lnTo>
                    <a:pt x="161876" y="417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050689" y="4919826"/>
              <a:ext cx="161876" cy="41723"/>
            </a:xfrm>
            <a:custGeom>
              <a:avLst/>
              <a:pathLst>
                <a:path w="161876" h="41723">
                  <a:moveTo>
                    <a:pt x="0" y="0"/>
                  </a:moveTo>
                  <a:lnTo>
                    <a:pt x="161876" y="417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050689" y="4919826"/>
              <a:ext cx="161876" cy="41723"/>
            </a:xfrm>
            <a:custGeom>
              <a:avLst/>
              <a:pathLst>
                <a:path w="161876" h="41723">
                  <a:moveTo>
                    <a:pt x="0" y="0"/>
                  </a:moveTo>
                  <a:lnTo>
                    <a:pt x="161876" y="417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050689" y="4919826"/>
              <a:ext cx="161876" cy="41723"/>
            </a:xfrm>
            <a:custGeom>
              <a:avLst/>
              <a:pathLst>
                <a:path w="161876" h="41723">
                  <a:moveTo>
                    <a:pt x="0" y="0"/>
                  </a:moveTo>
                  <a:lnTo>
                    <a:pt x="161876" y="417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050689" y="4919826"/>
              <a:ext cx="161876" cy="41723"/>
            </a:xfrm>
            <a:custGeom>
              <a:avLst/>
              <a:pathLst>
                <a:path w="161876" h="41723">
                  <a:moveTo>
                    <a:pt x="0" y="0"/>
                  </a:moveTo>
                  <a:lnTo>
                    <a:pt x="161876" y="417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050689" y="4919826"/>
              <a:ext cx="161876" cy="41723"/>
            </a:xfrm>
            <a:custGeom>
              <a:avLst/>
              <a:pathLst>
                <a:path w="161876" h="41723">
                  <a:moveTo>
                    <a:pt x="0" y="0"/>
                  </a:moveTo>
                  <a:lnTo>
                    <a:pt x="161876" y="417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050689" y="4919826"/>
              <a:ext cx="161876" cy="41723"/>
            </a:xfrm>
            <a:custGeom>
              <a:avLst/>
              <a:pathLst>
                <a:path w="161876" h="41723">
                  <a:moveTo>
                    <a:pt x="0" y="0"/>
                  </a:moveTo>
                  <a:lnTo>
                    <a:pt x="161876" y="417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050689" y="4919826"/>
              <a:ext cx="161876" cy="41723"/>
            </a:xfrm>
            <a:custGeom>
              <a:avLst/>
              <a:pathLst>
                <a:path w="161876" h="41723">
                  <a:moveTo>
                    <a:pt x="0" y="0"/>
                  </a:moveTo>
                  <a:lnTo>
                    <a:pt x="161876" y="417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050689" y="4919826"/>
              <a:ext cx="161876" cy="41723"/>
            </a:xfrm>
            <a:custGeom>
              <a:avLst/>
              <a:pathLst>
                <a:path w="161876" h="41723">
                  <a:moveTo>
                    <a:pt x="0" y="0"/>
                  </a:moveTo>
                  <a:lnTo>
                    <a:pt x="161876" y="417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046898" y="4919826"/>
              <a:ext cx="165668" cy="41723"/>
            </a:xfrm>
            <a:custGeom>
              <a:avLst/>
              <a:pathLst>
                <a:path w="165668" h="41723">
                  <a:moveTo>
                    <a:pt x="3791" y="0"/>
                  </a:moveTo>
                  <a:lnTo>
                    <a:pt x="1609" y="9637"/>
                  </a:lnTo>
                  <a:lnTo>
                    <a:pt x="0" y="19386"/>
                  </a:lnTo>
                  <a:lnTo>
                    <a:pt x="165668" y="417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045403" y="4794382"/>
              <a:ext cx="334316" cy="334332"/>
            </a:xfrm>
            <a:custGeom>
              <a:avLst/>
              <a:pathLst>
                <a:path w="334316" h="334332">
                  <a:moveTo>
                    <a:pt x="1494" y="144830"/>
                  </a:moveTo>
                  <a:lnTo>
                    <a:pt x="870" y="150088"/>
                  </a:lnTo>
                  <a:lnTo>
                    <a:pt x="412" y="155363"/>
                  </a:lnTo>
                  <a:lnTo>
                    <a:pt x="122" y="160650"/>
                  </a:lnTo>
                  <a:lnTo>
                    <a:pt x="0" y="165944"/>
                  </a:lnTo>
                  <a:lnTo>
                    <a:pt x="45" y="171239"/>
                  </a:lnTo>
                  <a:lnTo>
                    <a:pt x="257" y="176529"/>
                  </a:lnTo>
                  <a:lnTo>
                    <a:pt x="638" y="181810"/>
                  </a:lnTo>
                  <a:lnTo>
                    <a:pt x="1185" y="187077"/>
                  </a:lnTo>
                  <a:lnTo>
                    <a:pt x="1899" y="192324"/>
                  </a:lnTo>
                  <a:lnTo>
                    <a:pt x="2778" y="197545"/>
                  </a:lnTo>
                  <a:lnTo>
                    <a:pt x="3823" y="202736"/>
                  </a:lnTo>
                  <a:lnTo>
                    <a:pt x="5031" y="207891"/>
                  </a:lnTo>
                  <a:lnTo>
                    <a:pt x="6402" y="213006"/>
                  </a:lnTo>
                  <a:lnTo>
                    <a:pt x="7935" y="218074"/>
                  </a:lnTo>
                  <a:lnTo>
                    <a:pt x="9627" y="223091"/>
                  </a:lnTo>
                  <a:lnTo>
                    <a:pt x="11477" y="228052"/>
                  </a:lnTo>
                  <a:lnTo>
                    <a:pt x="13484" y="232953"/>
                  </a:lnTo>
                  <a:lnTo>
                    <a:pt x="15644" y="237787"/>
                  </a:lnTo>
                  <a:lnTo>
                    <a:pt x="17957" y="242550"/>
                  </a:lnTo>
                  <a:lnTo>
                    <a:pt x="20419" y="247237"/>
                  </a:lnTo>
                  <a:lnTo>
                    <a:pt x="23028" y="251845"/>
                  </a:lnTo>
                  <a:lnTo>
                    <a:pt x="25783" y="256367"/>
                  </a:lnTo>
                  <a:lnTo>
                    <a:pt x="28678" y="260800"/>
                  </a:lnTo>
                  <a:lnTo>
                    <a:pt x="31713" y="265139"/>
                  </a:lnTo>
                  <a:lnTo>
                    <a:pt x="34884" y="269379"/>
                  </a:lnTo>
                  <a:lnTo>
                    <a:pt x="38188" y="273517"/>
                  </a:lnTo>
                  <a:lnTo>
                    <a:pt x="41620" y="277549"/>
                  </a:lnTo>
                  <a:lnTo>
                    <a:pt x="45179" y="281469"/>
                  </a:lnTo>
                  <a:lnTo>
                    <a:pt x="48861" y="285275"/>
                  </a:lnTo>
                  <a:lnTo>
                    <a:pt x="52660" y="288963"/>
                  </a:lnTo>
                  <a:lnTo>
                    <a:pt x="56575" y="292528"/>
                  </a:lnTo>
                  <a:lnTo>
                    <a:pt x="60601" y="295968"/>
                  </a:lnTo>
                  <a:lnTo>
                    <a:pt x="64734" y="299278"/>
                  </a:lnTo>
                  <a:lnTo>
                    <a:pt x="68969" y="302456"/>
                  </a:lnTo>
                  <a:lnTo>
                    <a:pt x="73303" y="305498"/>
                  </a:lnTo>
                  <a:lnTo>
                    <a:pt x="77731" y="308401"/>
                  </a:lnTo>
                  <a:lnTo>
                    <a:pt x="82249" y="311162"/>
                  </a:lnTo>
                  <a:lnTo>
                    <a:pt x="86852" y="313779"/>
                  </a:lnTo>
                  <a:lnTo>
                    <a:pt x="91535" y="316249"/>
                  </a:lnTo>
                  <a:lnTo>
                    <a:pt x="96295" y="318570"/>
                  </a:lnTo>
                  <a:lnTo>
                    <a:pt x="101125" y="320738"/>
                  </a:lnTo>
                  <a:lnTo>
                    <a:pt x="106022" y="322752"/>
                  </a:lnTo>
                  <a:lnTo>
                    <a:pt x="110980" y="324611"/>
                  </a:lnTo>
                  <a:lnTo>
                    <a:pt x="115995" y="326311"/>
                  </a:lnTo>
                  <a:lnTo>
                    <a:pt x="121061" y="327852"/>
                  </a:lnTo>
                  <a:lnTo>
                    <a:pt x="126173" y="329231"/>
                  </a:lnTo>
                  <a:lnTo>
                    <a:pt x="131326" y="330448"/>
                  </a:lnTo>
                  <a:lnTo>
                    <a:pt x="136515" y="331501"/>
                  </a:lnTo>
                  <a:lnTo>
                    <a:pt x="141735" y="332389"/>
                  </a:lnTo>
                  <a:lnTo>
                    <a:pt x="146981" y="333112"/>
                  </a:lnTo>
                  <a:lnTo>
                    <a:pt x="152246" y="333668"/>
                  </a:lnTo>
                  <a:lnTo>
                    <a:pt x="157527" y="334056"/>
                  </a:lnTo>
                  <a:lnTo>
                    <a:pt x="162817" y="334278"/>
                  </a:lnTo>
                  <a:lnTo>
                    <a:pt x="168112" y="334332"/>
                  </a:lnTo>
                  <a:lnTo>
                    <a:pt x="173406" y="334218"/>
                  </a:lnTo>
                  <a:lnTo>
                    <a:pt x="178693" y="333936"/>
                  </a:lnTo>
                  <a:lnTo>
                    <a:pt x="183969" y="333487"/>
                  </a:lnTo>
                  <a:lnTo>
                    <a:pt x="189228" y="332872"/>
                  </a:lnTo>
                  <a:lnTo>
                    <a:pt x="194465" y="332090"/>
                  </a:lnTo>
                  <a:lnTo>
                    <a:pt x="199675" y="331142"/>
                  </a:lnTo>
                  <a:lnTo>
                    <a:pt x="204851" y="330030"/>
                  </a:lnTo>
                  <a:lnTo>
                    <a:pt x="209991" y="328755"/>
                  </a:lnTo>
                  <a:lnTo>
                    <a:pt x="215087" y="327318"/>
                  </a:lnTo>
                  <a:lnTo>
                    <a:pt x="220135" y="325719"/>
                  </a:lnTo>
                  <a:lnTo>
                    <a:pt x="225130" y="323962"/>
                  </a:lnTo>
                  <a:lnTo>
                    <a:pt x="230066" y="322048"/>
                  </a:lnTo>
                  <a:lnTo>
                    <a:pt x="234940" y="319978"/>
                  </a:lnTo>
                  <a:lnTo>
                    <a:pt x="239745" y="317755"/>
                  </a:lnTo>
                  <a:lnTo>
                    <a:pt x="244478" y="315380"/>
                  </a:lnTo>
                  <a:lnTo>
                    <a:pt x="249134" y="312857"/>
                  </a:lnTo>
                  <a:lnTo>
                    <a:pt x="253706" y="310188"/>
                  </a:lnTo>
                  <a:lnTo>
                    <a:pt x="258193" y="307376"/>
                  </a:lnTo>
                  <a:lnTo>
                    <a:pt x="262587" y="304422"/>
                  </a:lnTo>
                  <a:lnTo>
                    <a:pt x="266887" y="301331"/>
                  </a:lnTo>
                  <a:lnTo>
                    <a:pt x="271086" y="298106"/>
                  </a:lnTo>
                  <a:lnTo>
                    <a:pt x="275180" y="294749"/>
                  </a:lnTo>
                  <a:lnTo>
                    <a:pt x="279167" y="291264"/>
                  </a:lnTo>
                  <a:lnTo>
                    <a:pt x="283041" y="287654"/>
                  </a:lnTo>
                  <a:lnTo>
                    <a:pt x="286799" y="283924"/>
                  </a:lnTo>
                  <a:lnTo>
                    <a:pt x="290436" y="280076"/>
                  </a:lnTo>
                  <a:lnTo>
                    <a:pt x="293950" y="276115"/>
                  </a:lnTo>
                  <a:lnTo>
                    <a:pt x="297337" y="272045"/>
                  </a:lnTo>
                  <a:lnTo>
                    <a:pt x="300593" y="267870"/>
                  </a:lnTo>
                  <a:lnTo>
                    <a:pt x="303716" y="263594"/>
                  </a:lnTo>
                  <a:lnTo>
                    <a:pt x="306701" y="259221"/>
                  </a:lnTo>
                  <a:lnTo>
                    <a:pt x="309547" y="254755"/>
                  </a:lnTo>
                  <a:lnTo>
                    <a:pt x="312249" y="250202"/>
                  </a:lnTo>
                  <a:lnTo>
                    <a:pt x="314806" y="245565"/>
                  </a:lnTo>
                  <a:lnTo>
                    <a:pt x="317215" y="240850"/>
                  </a:lnTo>
                  <a:lnTo>
                    <a:pt x="319473" y="236061"/>
                  </a:lnTo>
                  <a:lnTo>
                    <a:pt x="321579" y="231202"/>
                  </a:lnTo>
                  <a:lnTo>
                    <a:pt x="323529" y="226280"/>
                  </a:lnTo>
                  <a:lnTo>
                    <a:pt x="325323" y="221298"/>
                  </a:lnTo>
                  <a:lnTo>
                    <a:pt x="326958" y="216262"/>
                  </a:lnTo>
                  <a:lnTo>
                    <a:pt x="328433" y="211176"/>
                  </a:lnTo>
                  <a:lnTo>
                    <a:pt x="329746" y="206047"/>
                  </a:lnTo>
                  <a:lnTo>
                    <a:pt x="330896" y="200878"/>
                  </a:lnTo>
                  <a:lnTo>
                    <a:pt x="331881" y="195676"/>
                  </a:lnTo>
                  <a:lnTo>
                    <a:pt x="332701" y="190445"/>
                  </a:lnTo>
                  <a:lnTo>
                    <a:pt x="333355" y="185190"/>
                  </a:lnTo>
                  <a:lnTo>
                    <a:pt x="333843" y="179918"/>
                  </a:lnTo>
                  <a:lnTo>
                    <a:pt x="334163" y="174632"/>
                  </a:lnTo>
                  <a:lnTo>
                    <a:pt x="334316" y="169340"/>
                  </a:lnTo>
                  <a:lnTo>
                    <a:pt x="334301" y="164045"/>
                  </a:lnTo>
                  <a:lnTo>
                    <a:pt x="334118" y="158753"/>
                  </a:lnTo>
                  <a:lnTo>
                    <a:pt x="333768" y="153470"/>
                  </a:lnTo>
                  <a:lnTo>
                    <a:pt x="333250" y="148200"/>
                  </a:lnTo>
                  <a:lnTo>
                    <a:pt x="332566" y="142949"/>
                  </a:lnTo>
                  <a:lnTo>
                    <a:pt x="331716" y="137723"/>
                  </a:lnTo>
                  <a:lnTo>
                    <a:pt x="330701" y="132526"/>
                  </a:lnTo>
                  <a:lnTo>
                    <a:pt x="329522" y="127364"/>
                  </a:lnTo>
                  <a:lnTo>
                    <a:pt x="328180" y="122242"/>
                  </a:lnTo>
                  <a:lnTo>
                    <a:pt x="326677" y="117165"/>
                  </a:lnTo>
                  <a:lnTo>
                    <a:pt x="325013" y="112138"/>
                  </a:lnTo>
                  <a:lnTo>
                    <a:pt x="323191" y="107167"/>
                  </a:lnTo>
                  <a:lnTo>
                    <a:pt x="321213" y="102255"/>
                  </a:lnTo>
                  <a:lnTo>
                    <a:pt x="319080" y="97409"/>
                  </a:lnTo>
                  <a:lnTo>
                    <a:pt x="316794" y="92633"/>
                  </a:lnTo>
                  <a:lnTo>
                    <a:pt x="314358" y="87931"/>
                  </a:lnTo>
                  <a:lnTo>
                    <a:pt x="311775" y="83309"/>
                  </a:lnTo>
                  <a:lnTo>
                    <a:pt x="309047" y="78771"/>
                  </a:lnTo>
                  <a:lnTo>
                    <a:pt x="306176" y="74322"/>
                  </a:lnTo>
                  <a:lnTo>
                    <a:pt x="303166" y="69966"/>
                  </a:lnTo>
                  <a:lnTo>
                    <a:pt x="300019" y="65708"/>
                  </a:lnTo>
                  <a:lnTo>
                    <a:pt x="296739" y="61551"/>
                  </a:lnTo>
                  <a:lnTo>
                    <a:pt x="293329" y="57500"/>
                  </a:lnTo>
                  <a:lnTo>
                    <a:pt x="289793" y="53559"/>
                  </a:lnTo>
                  <a:lnTo>
                    <a:pt x="286133" y="49732"/>
                  </a:lnTo>
                  <a:lnTo>
                    <a:pt x="282354" y="46023"/>
                  </a:lnTo>
                  <a:lnTo>
                    <a:pt x="278460" y="42436"/>
                  </a:lnTo>
                  <a:lnTo>
                    <a:pt x="274454" y="38974"/>
                  </a:lnTo>
                  <a:lnTo>
                    <a:pt x="270340" y="35640"/>
                  </a:lnTo>
                  <a:lnTo>
                    <a:pt x="266123" y="32438"/>
                  </a:lnTo>
                  <a:lnTo>
                    <a:pt x="261806" y="29372"/>
                  </a:lnTo>
                  <a:lnTo>
                    <a:pt x="257395" y="26443"/>
                  </a:lnTo>
                  <a:lnTo>
                    <a:pt x="252893" y="23656"/>
                  </a:lnTo>
                  <a:lnTo>
                    <a:pt x="248305" y="21013"/>
                  </a:lnTo>
                  <a:lnTo>
                    <a:pt x="243635" y="18517"/>
                  </a:lnTo>
                  <a:lnTo>
                    <a:pt x="238889" y="16169"/>
                  </a:lnTo>
                  <a:lnTo>
                    <a:pt x="234071" y="13973"/>
                  </a:lnTo>
                  <a:lnTo>
                    <a:pt x="229185" y="11931"/>
                  </a:lnTo>
                  <a:lnTo>
                    <a:pt x="224238" y="10045"/>
                  </a:lnTo>
                  <a:lnTo>
                    <a:pt x="219233" y="8316"/>
                  </a:lnTo>
                  <a:lnTo>
                    <a:pt x="214176" y="6747"/>
                  </a:lnTo>
                  <a:lnTo>
                    <a:pt x="209072" y="5338"/>
                  </a:lnTo>
                  <a:lnTo>
                    <a:pt x="203926" y="4092"/>
                  </a:lnTo>
                  <a:lnTo>
                    <a:pt x="198743" y="3010"/>
                  </a:lnTo>
                  <a:lnTo>
                    <a:pt x="193528" y="2092"/>
                  </a:lnTo>
                  <a:lnTo>
                    <a:pt x="188287" y="1340"/>
                  </a:lnTo>
                  <a:lnTo>
                    <a:pt x="183024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3627743" y="5103947"/>
              <a:ext cx="1345" cy="167167"/>
            </a:xfrm>
            <a:custGeom>
              <a:avLst/>
              <a:pathLst>
                <a:path w="1345" h="167167">
                  <a:moveTo>
                    <a:pt x="1345" y="0"/>
                  </a:moveTo>
                  <a:lnTo>
                    <a:pt x="0" y="5"/>
                  </a:lnTo>
                  <a:lnTo>
                    <a:pt x="134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3627743" y="5103952"/>
              <a:ext cx="1345" cy="167162"/>
            </a:xfrm>
            <a:custGeom>
              <a:avLst/>
              <a:pathLst>
                <a:path w="1345" h="167162">
                  <a:moveTo>
                    <a:pt x="0" y="0"/>
                  </a:moveTo>
                  <a:lnTo>
                    <a:pt x="1345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3627743" y="5103952"/>
              <a:ext cx="1345" cy="167162"/>
            </a:xfrm>
            <a:custGeom>
              <a:avLst/>
              <a:pathLst>
                <a:path w="1345" h="167162">
                  <a:moveTo>
                    <a:pt x="0" y="0"/>
                  </a:moveTo>
                  <a:lnTo>
                    <a:pt x="1345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3627743" y="5103952"/>
              <a:ext cx="1345" cy="167162"/>
            </a:xfrm>
            <a:custGeom>
              <a:avLst/>
              <a:pathLst>
                <a:path w="1345" h="167162">
                  <a:moveTo>
                    <a:pt x="0" y="0"/>
                  </a:moveTo>
                  <a:lnTo>
                    <a:pt x="134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3627743" y="5103952"/>
              <a:ext cx="1345" cy="167162"/>
            </a:xfrm>
            <a:custGeom>
              <a:avLst/>
              <a:pathLst>
                <a:path w="1345" h="167162">
                  <a:moveTo>
                    <a:pt x="0" y="0"/>
                  </a:moveTo>
                  <a:lnTo>
                    <a:pt x="134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3627743" y="5103952"/>
              <a:ext cx="1345" cy="167162"/>
            </a:xfrm>
            <a:custGeom>
              <a:avLst/>
              <a:pathLst>
                <a:path w="1345" h="167162">
                  <a:moveTo>
                    <a:pt x="0" y="0"/>
                  </a:moveTo>
                  <a:lnTo>
                    <a:pt x="134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3627743" y="5103952"/>
              <a:ext cx="1345" cy="167162"/>
            </a:xfrm>
            <a:custGeom>
              <a:avLst/>
              <a:pathLst>
                <a:path w="1345" h="167162">
                  <a:moveTo>
                    <a:pt x="0" y="0"/>
                  </a:moveTo>
                  <a:lnTo>
                    <a:pt x="134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3627743" y="5103952"/>
              <a:ext cx="1345" cy="167162"/>
            </a:xfrm>
            <a:custGeom>
              <a:avLst/>
              <a:pathLst>
                <a:path w="1345" h="167162">
                  <a:moveTo>
                    <a:pt x="0" y="0"/>
                  </a:moveTo>
                  <a:lnTo>
                    <a:pt x="1345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3627743" y="5103952"/>
              <a:ext cx="1345" cy="167162"/>
            </a:xfrm>
            <a:custGeom>
              <a:avLst/>
              <a:pathLst>
                <a:path w="1345" h="167162">
                  <a:moveTo>
                    <a:pt x="0" y="0"/>
                  </a:moveTo>
                  <a:lnTo>
                    <a:pt x="1345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3461935" y="5103952"/>
              <a:ext cx="334314" cy="334329"/>
            </a:xfrm>
            <a:custGeom>
              <a:avLst/>
              <a:pathLst>
                <a:path w="334314" h="334329">
                  <a:moveTo>
                    <a:pt x="165808" y="0"/>
                  </a:moveTo>
                  <a:lnTo>
                    <a:pt x="160522" y="126"/>
                  </a:lnTo>
                  <a:lnTo>
                    <a:pt x="155243" y="419"/>
                  </a:lnTo>
                  <a:lnTo>
                    <a:pt x="149976" y="879"/>
                  </a:lnTo>
                  <a:lnTo>
                    <a:pt x="144726" y="1505"/>
                  </a:lnTo>
                  <a:lnTo>
                    <a:pt x="139498" y="2298"/>
                  </a:lnTo>
                  <a:lnTo>
                    <a:pt x="134298" y="3255"/>
                  </a:lnTo>
                  <a:lnTo>
                    <a:pt x="129131" y="4376"/>
                  </a:lnTo>
                  <a:lnTo>
                    <a:pt x="124002" y="5659"/>
                  </a:lnTo>
                  <a:lnTo>
                    <a:pt x="118916" y="7105"/>
                  </a:lnTo>
                  <a:lnTo>
                    <a:pt x="113878" y="8710"/>
                  </a:lnTo>
                  <a:lnTo>
                    <a:pt x="108894" y="10474"/>
                  </a:lnTo>
                  <a:lnTo>
                    <a:pt x="103968" y="12395"/>
                  </a:lnTo>
                  <a:lnTo>
                    <a:pt x="99105" y="14471"/>
                  </a:lnTo>
                  <a:lnTo>
                    <a:pt x="94310" y="16699"/>
                  </a:lnTo>
                  <a:lnTo>
                    <a:pt x="89588" y="19078"/>
                  </a:lnTo>
                  <a:lnTo>
                    <a:pt x="84944" y="21605"/>
                  </a:lnTo>
                  <a:lnTo>
                    <a:pt x="80382" y="24278"/>
                  </a:lnTo>
                  <a:lnTo>
                    <a:pt x="75907" y="27093"/>
                  </a:lnTo>
                  <a:lnTo>
                    <a:pt x="71523" y="30049"/>
                  </a:lnTo>
                  <a:lnTo>
                    <a:pt x="67234" y="33142"/>
                  </a:lnTo>
                  <a:lnTo>
                    <a:pt x="63046" y="36369"/>
                  </a:lnTo>
                  <a:lnTo>
                    <a:pt x="58962" y="39727"/>
                  </a:lnTo>
                  <a:lnTo>
                    <a:pt x="54986" y="43212"/>
                  </a:lnTo>
                  <a:lnTo>
                    <a:pt x="51122" y="46821"/>
                  </a:lnTo>
                  <a:lnTo>
                    <a:pt x="47374" y="50551"/>
                  </a:lnTo>
                  <a:lnTo>
                    <a:pt x="43747" y="54397"/>
                  </a:lnTo>
                  <a:lnTo>
                    <a:pt x="40242" y="58356"/>
                  </a:lnTo>
                  <a:lnTo>
                    <a:pt x="36865" y="62424"/>
                  </a:lnTo>
                  <a:lnTo>
                    <a:pt x="33618" y="66597"/>
                  </a:lnTo>
                  <a:lnTo>
                    <a:pt x="30504" y="70870"/>
                  </a:lnTo>
                  <a:lnTo>
                    <a:pt x="27527" y="75240"/>
                  </a:lnTo>
                  <a:lnTo>
                    <a:pt x="24690" y="79702"/>
                  </a:lnTo>
                  <a:lnTo>
                    <a:pt x="21995" y="84251"/>
                  </a:lnTo>
                  <a:lnTo>
                    <a:pt x="19446" y="88883"/>
                  </a:lnTo>
                  <a:lnTo>
                    <a:pt x="17044" y="93593"/>
                  </a:lnTo>
                  <a:lnTo>
                    <a:pt x="14793" y="98377"/>
                  </a:lnTo>
                  <a:lnTo>
                    <a:pt x="12694" y="103230"/>
                  </a:lnTo>
                  <a:lnTo>
                    <a:pt x="10749" y="108147"/>
                  </a:lnTo>
                  <a:lnTo>
                    <a:pt x="8961" y="113122"/>
                  </a:lnTo>
                  <a:lnTo>
                    <a:pt x="7331" y="118152"/>
                  </a:lnTo>
                  <a:lnTo>
                    <a:pt x="5861" y="123231"/>
                  </a:lnTo>
                  <a:lnTo>
                    <a:pt x="4553" y="128354"/>
                  </a:lnTo>
                  <a:lnTo>
                    <a:pt x="3407" y="133516"/>
                  </a:lnTo>
                  <a:lnTo>
                    <a:pt x="2424" y="138711"/>
                  </a:lnTo>
                  <a:lnTo>
                    <a:pt x="1607" y="143935"/>
                  </a:lnTo>
                  <a:lnTo>
                    <a:pt x="955" y="149182"/>
                  </a:lnTo>
                  <a:lnTo>
                    <a:pt x="470" y="154447"/>
                  </a:lnTo>
                  <a:lnTo>
                    <a:pt x="151" y="159724"/>
                  </a:lnTo>
                  <a:lnTo>
                    <a:pt x="0" y="165009"/>
                  </a:lnTo>
                  <a:lnTo>
                    <a:pt x="15" y="170297"/>
                  </a:lnTo>
                  <a:lnTo>
                    <a:pt x="198" y="175581"/>
                  </a:lnTo>
                  <a:lnTo>
                    <a:pt x="548" y="180857"/>
                  </a:lnTo>
                  <a:lnTo>
                    <a:pt x="1064" y="186119"/>
                  </a:lnTo>
                  <a:lnTo>
                    <a:pt x="1747" y="191362"/>
                  </a:lnTo>
                  <a:lnTo>
                    <a:pt x="2595" y="196580"/>
                  </a:lnTo>
                  <a:lnTo>
                    <a:pt x="3607" y="201770"/>
                  </a:lnTo>
                  <a:lnTo>
                    <a:pt x="4784" y="206925"/>
                  </a:lnTo>
                  <a:lnTo>
                    <a:pt x="6122" y="212040"/>
                  </a:lnTo>
                  <a:lnTo>
                    <a:pt x="7622" y="217110"/>
                  </a:lnTo>
                  <a:lnTo>
                    <a:pt x="9282" y="222130"/>
                  </a:lnTo>
                  <a:lnTo>
                    <a:pt x="11099" y="227095"/>
                  </a:lnTo>
                  <a:lnTo>
                    <a:pt x="13072" y="232000"/>
                  </a:lnTo>
                  <a:lnTo>
                    <a:pt x="15200" y="236841"/>
                  </a:lnTo>
                  <a:lnTo>
                    <a:pt x="17479" y="241611"/>
                  </a:lnTo>
                  <a:lnTo>
                    <a:pt x="19909" y="246307"/>
                  </a:lnTo>
                  <a:lnTo>
                    <a:pt x="22485" y="250924"/>
                  </a:lnTo>
                  <a:lnTo>
                    <a:pt x="25207" y="255458"/>
                  </a:lnTo>
                  <a:lnTo>
                    <a:pt x="28070" y="259902"/>
                  </a:lnTo>
                  <a:lnTo>
                    <a:pt x="31073" y="264255"/>
                  </a:lnTo>
                  <a:lnTo>
                    <a:pt x="34211" y="268510"/>
                  </a:lnTo>
                  <a:lnTo>
                    <a:pt x="37483" y="272663"/>
                  </a:lnTo>
                  <a:lnTo>
                    <a:pt x="40884" y="276711"/>
                  </a:lnTo>
                  <a:lnTo>
                    <a:pt x="44412" y="280650"/>
                  </a:lnTo>
                  <a:lnTo>
                    <a:pt x="48062" y="284474"/>
                  </a:lnTo>
                  <a:lnTo>
                    <a:pt x="51832" y="288182"/>
                  </a:lnTo>
                  <a:lnTo>
                    <a:pt x="55717" y="291768"/>
                  </a:lnTo>
                  <a:lnTo>
                    <a:pt x="59713" y="295230"/>
                  </a:lnTo>
                  <a:lnTo>
                    <a:pt x="63817" y="298564"/>
                  </a:lnTo>
                  <a:lnTo>
                    <a:pt x="68024" y="301766"/>
                  </a:lnTo>
                  <a:lnTo>
                    <a:pt x="72331" y="304834"/>
                  </a:lnTo>
                  <a:lnTo>
                    <a:pt x="76732" y="307764"/>
                  </a:lnTo>
                  <a:lnTo>
                    <a:pt x="81224" y="310553"/>
                  </a:lnTo>
                  <a:lnTo>
                    <a:pt x="85801" y="313199"/>
                  </a:lnTo>
                  <a:lnTo>
                    <a:pt x="90461" y="315698"/>
                  </a:lnTo>
                  <a:lnTo>
                    <a:pt x="95196" y="318050"/>
                  </a:lnTo>
                  <a:lnTo>
                    <a:pt x="100004" y="320250"/>
                  </a:lnTo>
                  <a:lnTo>
                    <a:pt x="104879" y="322297"/>
                  </a:lnTo>
                  <a:lnTo>
                    <a:pt x="109816" y="324188"/>
                  </a:lnTo>
                  <a:lnTo>
                    <a:pt x="114811" y="325923"/>
                  </a:lnTo>
                  <a:lnTo>
                    <a:pt x="119858" y="327499"/>
                  </a:lnTo>
                  <a:lnTo>
                    <a:pt x="124952" y="328915"/>
                  </a:lnTo>
                  <a:lnTo>
                    <a:pt x="130089" y="330168"/>
                  </a:lnTo>
                  <a:lnTo>
                    <a:pt x="135262" y="331259"/>
                  </a:lnTo>
                  <a:lnTo>
                    <a:pt x="140468" y="332185"/>
                  </a:lnTo>
                  <a:lnTo>
                    <a:pt x="145700" y="332947"/>
                  </a:lnTo>
                  <a:lnTo>
                    <a:pt x="150954" y="333542"/>
                  </a:lnTo>
                  <a:lnTo>
                    <a:pt x="156224" y="333971"/>
                  </a:lnTo>
                  <a:lnTo>
                    <a:pt x="161504" y="334234"/>
                  </a:lnTo>
                  <a:lnTo>
                    <a:pt x="166791" y="334329"/>
                  </a:lnTo>
                  <a:lnTo>
                    <a:pt x="172078" y="334256"/>
                  </a:lnTo>
                  <a:lnTo>
                    <a:pt x="177360" y="334017"/>
                  </a:lnTo>
                  <a:lnTo>
                    <a:pt x="182631" y="333611"/>
                  </a:lnTo>
                  <a:lnTo>
                    <a:pt x="187887" y="333038"/>
                  </a:lnTo>
                  <a:lnTo>
                    <a:pt x="193123" y="332299"/>
                  </a:lnTo>
                  <a:lnTo>
                    <a:pt x="198332" y="331396"/>
                  </a:lnTo>
                  <a:lnTo>
                    <a:pt x="203511" y="330327"/>
                  </a:lnTo>
                  <a:lnTo>
                    <a:pt x="208653" y="329096"/>
                  </a:lnTo>
                  <a:lnTo>
                    <a:pt x="213753" y="327703"/>
                  </a:lnTo>
                  <a:lnTo>
                    <a:pt x="218807" y="326149"/>
                  </a:lnTo>
                  <a:lnTo>
                    <a:pt x="223809" y="324435"/>
                  </a:lnTo>
                  <a:lnTo>
                    <a:pt x="228754" y="322565"/>
                  </a:lnTo>
                  <a:lnTo>
                    <a:pt x="233638" y="320539"/>
                  </a:lnTo>
                  <a:lnTo>
                    <a:pt x="238455" y="318360"/>
                  </a:lnTo>
                  <a:lnTo>
                    <a:pt x="243201" y="316029"/>
                  </a:lnTo>
                  <a:lnTo>
                    <a:pt x="247871" y="313550"/>
                  </a:lnTo>
                  <a:lnTo>
                    <a:pt x="252460" y="310924"/>
                  </a:lnTo>
                  <a:lnTo>
                    <a:pt x="256964" y="308154"/>
                  </a:lnTo>
                  <a:lnTo>
                    <a:pt x="261378" y="305243"/>
                  </a:lnTo>
                  <a:lnTo>
                    <a:pt x="265698" y="302195"/>
                  </a:lnTo>
                  <a:lnTo>
                    <a:pt x="269919" y="299011"/>
                  </a:lnTo>
                  <a:lnTo>
                    <a:pt x="274037" y="295695"/>
                  </a:lnTo>
                  <a:lnTo>
                    <a:pt x="278048" y="292250"/>
                  </a:lnTo>
                  <a:lnTo>
                    <a:pt x="281949" y="288681"/>
                  </a:lnTo>
                  <a:lnTo>
                    <a:pt x="285734" y="284989"/>
                  </a:lnTo>
                  <a:lnTo>
                    <a:pt x="289401" y="281180"/>
                  </a:lnTo>
                  <a:lnTo>
                    <a:pt x="292946" y="277257"/>
                  </a:lnTo>
                  <a:lnTo>
                    <a:pt x="296365" y="273224"/>
                  </a:lnTo>
                  <a:lnTo>
                    <a:pt x="299655" y="269085"/>
                  </a:lnTo>
                  <a:lnTo>
                    <a:pt x="302812" y="264843"/>
                  </a:lnTo>
                  <a:lnTo>
                    <a:pt x="305833" y="260504"/>
                  </a:lnTo>
                  <a:lnTo>
                    <a:pt x="308715" y="256072"/>
                  </a:lnTo>
                  <a:lnTo>
                    <a:pt x="311456" y="251551"/>
                  </a:lnTo>
                  <a:lnTo>
                    <a:pt x="314053" y="246945"/>
                  </a:lnTo>
                  <a:lnTo>
                    <a:pt x="316503" y="242259"/>
                  </a:lnTo>
                  <a:lnTo>
                    <a:pt x="318803" y="237498"/>
                  </a:lnTo>
                  <a:lnTo>
                    <a:pt x="320951" y="232667"/>
                  </a:lnTo>
                  <a:lnTo>
                    <a:pt x="322946" y="227771"/>
                  </a:lnTo>
                  <a:lnTo>
                    <a:pt x="324785" y="222813"/>
                  </a:lnTo>
                  <a:lnTo>
                    <a:pt x="326466" y="217801"/>
                  </a:lnTo>
                  <a:lnTo>
                    <a:pt x="327988" y="212737"/>
                  </a:lnTo>
                  <a:lnTo>
                    <a:pt x="329349" y="207628"/>
                  </a:lnTo>
                  <a:lnTo>
                    <a:pt x="330547" y="202478"/>
                  </a:lnTo>
                  <a:lnTo>
                    <a:pt x="331583" y="197293"/>
                  </a:lnTo>
                  <a:lnTo>
                    <a:pt x="332453" y="192078"/>
                  </a:lnTo>
                  <a:lnTo>
                    <a:pt x="333158" y="186838"/>
                  </a:lnTo>
                  <a:lnTo>
                    <a:pt x="333698" y="181578"/>
                  </a:lnTo>
                  <a:lnTo>
                    <a:pt x="334070" y="176304"/>
                  </a:lnTo>
                  <a:lnTo>
                    <a:pt x="334276" y="171021"/>
                  </a:lnTo>
                  <a:lnTo>
                    <a:pt x="334314" y="165734"/>
                  </a:lnTo>
                  <a:lnTo>
                    <a:pt x="334186" y="160448"/>
                  </a:lnTo>
                  <a:lnTo>
                    <a:pt x="333890" y="155169"/>
                  </a:lnTo>
                  <a:lnTo>
                    <a:pt x="333427" y="149902"/>
                  </a:lnTo>
                  <a:lnTo>
                    <a:pt x="332798" y="144652"/>
                  </a:lnTo>
                  <a:lnTo>
                    <a:pt x="332003" y="139425"/>
                  </a:lnTo>
                  <a:lnTo>
                    <a:pt x="331044" y="134225"/>
                  </a:lnTo>
                  <a:lnTo>
                    <a:pt x="329920" y="129059"/>
                  </a:lnTo>
                  <a:lnTo>
                    <a:pt x="328634" y="123930"/>
                  </a:lnTo>
                  <a:lnTo>
                    <a:pt x="327186" y="118845"/>
                  </a:lnTo>
                  <a:lnTo>
                    <a:pt x="325578" y="113808"/>
                  </a:lnTo>
                  <a:lnTo>
                    <a:pt x="323811" y="108825"/>
                  </a:lnTo>
                  <a:lnTo>
                    <a:pt x="321888" y="103900"/>
                  </a:lnTo>
                  <a:lnTo>
                    <a:pt x="319810" y="99038"/>
                  </a:lnTo>
                  <a:lnTo>
                    <a:pt x="317579" y="94244"/>
                  </a:lnTo>
                  <a:lnTo>
                    <a:pt x="315198" y="89524"/>
                  </a:lnTo>
                  <a:lnTo>
                    <a:pt x="312669" y="84881"/>
                  </a:lnTo>
                  <a:lnTo>
                    <a:pt x="309994" y="80320"/>
                  </a:lnTo>
                  <a:lnTo>
                    <a:pt x="307176" y="75846"/>
                  </a:lnTo>
                  <a:lnTo>
                    <a:pt x="304218" y="71463"/>
                  </a:lnTo>
                  <a:lnTo>
                    <a:pt x="301123" y="67177"/>
                  </a:lnTo>
                  <a:lnTo>
                    <a:pt x="297894" y="62990"/>
                  </a:lnTo>
                  <a:lnTo>
                    <a:pt x="294534" y="58907"/>
                  </a:lnTo>
                  <a:lnTo>
                    <a:pt x="291047" y="54933"/>
                  </a:lnTo>
                  <a:lnTo>
                    <a:pt x="287436" y="51071"/>
                  </a:lnTo>
                  <a:lnTo>
                    <a:pt x="283704" y="47325"/>
                  </a:lnTo>
                  <a:lnTo>
                    <a:pt x="279856" y="43699"/>
                  </a:lnTo>
                  <a:lnTo>
                    <a:pt x="275896" y="40197"/>
                  </a:lnTo>
                  <a:lnTo>
                    <a:pt x="271826" y="36821"/>
                  </a:lnTo>
                  <a:lnTo>
                    <a:pt x="267652" y="33576"/>
                  </a:lnTo>
                  <a:lnTo>
                    <a:pt x="263377" y="30465"/>
                  </a:lnTo>
                  <a:lnTo>
                    <a:pt x="259006" y="27490"/>
                  </a:lnTo>
                  <a:lnTo>
                    <a:pt x="254543" y="24655"/>
                  </a:lnTo>
                  <a:lnTo>
                    <a:pt x="249992" y="21963"/>
                  </a:lnTo>
                  <a:lnTo>
                    <a:pt x="245359" y="19416"/>
                  </a:lnTo>
                  <a:lnTo>
                    <a:pt x="240647" y="17016"/>
                  </a:lnTo>
                  <a:lnTo>
                    <a:pt x="235862" y="14767"/>
                  </a:lnTo>
                  <a:lnTo>
                    <a:pt x="231008" y="12671"/>
                  </a:lnTo>
                  <a:lnTo>
                    <a:pt x="226091" y="10728"/>
                  </a:lnTo>
                  <a:lnTo>
                    <a:pt x="221114" y="8943"/>
                  </a:lnTo>
                  <a:lnTo>
                    <a:pt x="216083" y="7315"/>
                  </a:lnTo>
                  <a:lnTo>
                    <a:pt x="211004" y="5848"/>
                  </a:lnTo>
                  <a:lnTo>
                    <a:pt x="205880" y="4542"/>
                  </a:lnTo>
                  <a:lnTo>
                    <a:pt x="200718" y="3398"/>
                  </a:lnTo>
                  <a:lnTo>
                    <a:pt x="195522" y="2419"/>
                  </a:lnTo>
                  <a:lnTo>
                    <a:pt x="190298" y="1604"/>
                  </a:lnTo>
                  <a:lnTo>
                    <a:pt x="185051" y="955"/>
                  </a:lnTo>
                  <a:lnTo>
                    <a:pt x="179786" y="472"/>
                  </a:lnTo>
                  <a:lnTo>
                    <a:pt x="174508" y="156"/>
                  </a:lnTo>
                  <a:lnTo>
                    <a:pt x="169223" y="7"/>
                  </a:lnTo>
                  <a:lnTo>
                    <a:pt x="167153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3629088" y="5103947"/>
              <a:ext cx="2069" cy="167167"/>
            </a:xfrm>
            <a:custGeom>
              <a:avLst/>
              <a:pathLst>
                <a:path w="2069" h="167167">
                  <a:moveTo>
                    <a:pt x="2069" y="1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3941786" y="5309273"/>
              <a:ext cx="164108" cy="167167"/>
            </a:xfrm>
            <a:custGeom>
              <a:avLst/>
              <a:pathLst>
                <a:path w="164108" h="167167">
                  <a:moveTo>
                    <a:pt x="164108" y="0"/>
                  </a:moveTo>
                  <a:lnTo>
                    <a:pt x="158620" y="90"/>
                  </a:lnTo>
                  <a:lnTo>
                    <a:pt x="153137" y="360"/>
                  </a:lnTo>
                  <a:lnTo>
                    <a:pt x="147666" y="810"/>
                  </a:lnTo>
                  <a:lnTo>
                    <a:pt x="142213" y="1440"/>
                  </a:lnTo>
                  <a:lnTo>
                    <a:pt x="136784" y="2248"/>
                  </a:lnTo>
                  <a:lnTo>
                    <a:pt x="131384" y="3234"/>
                  </a:lnTo>
                  <a:lnTo>
                    <a:pt x="126019" y="4397"/>
                  </a:lnTo>
                  <a:lnTo>
                    <a:pt x="120696" y="5735"/>
                  </a:lnTo>
                  <a:lnTo>
                    <a:pt x="115419" y="7247"/>
                  </a:lnTo>
                  <a:lnTo>
                    <a:pt x="110195" y="8932"/>
                  </a:lnTo>
                  <a:lnTo>
                    <a:pt x="105029" y="10787"/>
                  </a:lnTo>
                  <a:lnTo>
                    <a:pt x="99926" y="12811"/>
                  </a:lnTo>
                  <a:lnTo>
                    <a:pt x="94893" y="15002"/>
                  </a:lnTo>
                  <a:lnTo>
                    <a:pt x="89934" y="17356"/>
                  </a:lnTo>
                  <a:lnTo>
                    <a:pt x="85056" y="19873"/>
                  </a:lnTo>
                  <a:lnTo>
                    <a:pt x="80262" y="22547"/>
                  </a:lnTo>
                  <a:lnTo>
                    <a:pt x="75559" y="25378"/>
                  </a:lnTo>
                  <a:lnTo>
                    <a:pt x="70952" y="28362"/>
                  </a:lnTo>
                  <a:lnTo>
                    <a:pt x="66445" y="31495"/>
                  </a:lnTo>
                  <a:lnTo>
                    <a:pt x="62043" y="34775"/>
                  </a:lnTo>
                  <a:lnTo>
                    <a:pt x="57751" y="38197"/>
                  </a:lnTo>
                  <a:lnTo>
                    <a:pt x="53574" y="41759"/>
                  </a:lnTo>
                  <a:lnTo>
                    <a:pt x="49516" y="45456"/>
                  </a:lnTo>
                  <a:lnTo>
                    <a:pt x="45582" y="49284"/>
                  </a:lnTo>
                  <a:lnTo>
                    <a:pt x="41775" y="53239"/>
                  </a:lnTo>
                  <a:lnTo>
                    <a:pt x="38101" y="57317"/>
                  </a:lnTo>
                  <a:lnTo>
                    <a:pt x="34562" y="61513"/>
                  </a:lnTo>
                  <a:lnTo>
                    <a:pt x="31163" y="65823"/>
                  </a:lnTo>
                  <a:lnTo>
                    <a:pt x="27907" y="70243"/>
                  </a:lnTo>
                  <a:lnTo>
                    <a:pt x="24799" y="74767"/>
                  </a:lnTo>
                  <a:lnTo>
                    <a:pt x="21840" y="79390"/>
                  </a:lnTo>
                  <a:lnTo>
                    <a:pt x="19035" y="84109"/>
                  </a:lnTo>
                  <a:lnTo>
                    <a:pt x="16386" y="88917"/>
                  </a:lnTo>
                  <a:lnTo>
                    <a:pt x="13897" y="93809"/>
                  </a:lnTo>
                  <a:lnTo>
                    <a:pt x="11569" y="98780"/>
                  </a:lnTo>
                  <a:lnTo>
                    <a:pt x="9406" y="103825"/>
                  </a:lnTo>
                  <a:lnTo>
                    <a:pt x="7410" y="108939"/>
                  </a:lnTo>
                  <a:lnTo>
                    <a:pt x="5582" y="114115"/>
                  </a:lnTo>
                  <a:lnTo>
                    <a:pt x="3926" y="119348"/>
                  </a:lnTo>
                  <a:lnTo>
                    <a:pt x="2442" y="124633"/>
                  </a:lnTo>
                  <a:lnTo>
                    <a:pt x="1133" y="129964"/>
                  </a:lnTo>
                  <a:lnTo>
                    <a:pt x="0" y="135335"/>
                  </a:lnTo>
                  <a:lnTo>
                    <a:pt x="16410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3938727" y="5309273"/>
              <a:ext cx="334324" cy="334327"/>
            </a:xfrm>
            <a:custGeom>
              <a:avLst/>
              <a:pathLst>
                <a:path w="334324" h="334327">
                  <a:moveTo>
                    <a:pt x="3058" y="135335"/>
                  </a:moveTo>
                  <a:lnTo>
                    <a:pt x="2133" y="140542"/>
                  </a:lnTo>
                  <a:lnTo>
                    <a:pt x="1374" y="145776"/>
                  </a:lnTo>
                  <a:lnTo>
                    <a:pt x="780" y="151031"/>
                  </a:lnTo>
                  <a:lnTo>
                    <a:pt x="353" y="156303"/>
                  </a:lnTo>
                  <a:lnTo>
                    <a:pt x="92" y="161585"/>
                  </a:lnTo>
                  <a:lnTo>
                    <a:pt x="0" y="166873"/>
                  </a:lnTo>
                  <a:lnTo>
                    <a:pt x="74" y="172161"/>
                  </a:lnTo>
                  <a:lnTo>
                    <a:pt x="315" y="177444"/>
                  </a:lnTo>
                  <a:lnTo>
                    <a:pt x="724" y="182717"/>
                  </a:lnTo>
                  <a:lnTo>
                    <a:pt x="1299" y="187975"/>
                  </a:lnTo>
                  <a:lnTo>
                    <a:pt x="2040" y="193211"/>
                  </a:lnTo>
                  <a:lnTo>
                    <a:pt x="2947" y="198421"/>
                  </a:lnTo>
                  <a:lnTo>
                    <a:pt x="4018" y="203601"/>
                  </a:lnTo>
                  <a:lnTo>
                    <a:pt x="5252" y="208743"/>
                  </a:lnTo>
                  <a:lnTo>
                    <a:pt x="6648" y="213844"/>
                  </a:lnTo>
                  <a:lnTo>
                    <a:pt x="8205" y="218899"/>
                  </a:lnTo>
                  <a:lnTo>
                    <a:pt x="9921" y="223901"/>
                  </a:lnTo>
                  <a:lnTo>
                    <a:pt x="11795" y="228847"/>
                  </a:lnTo>
                  <a:lnTo>
                    <a:pt x="13823" y="233731"/>
                  </a:lnTo>
                  <a:lnTo>
                    <a:pt x="16006" y="238549"/>
                  </a:lnTo>
                  <a:lnTo>
                    <a:pt x="18340" y="243295"/>
                  </a:lnTo>
                  <a:lnTo>
                    <a:pt x="20822" y="247964"/>
                  </a:lnTo>
                  <a:lnTo>
                    <a:pt x="23451" y="252553"/>
                  </a:lnTo>
                  <a:lnTo>
                    <a:pt x="26224" y="257057"/>
                  </a:lnTo>
                  <a:lnTo>
                    <a:pt x="29138" y="261470"/>
                  </a:lnTo>
                  <a:lnTo>
                    <a:pt x="32191" y="265789"/>
                  </a:lnTo>
                  <a:lnTo>
                    <a:pt x="35378" y="270010"/>
                  </a:lnTo>
                  <a:lnTo>
                    <a:pt x="38697" y="274127"/>
                  </a:lnTo>
                  <a:lnTo>
                    <a:pt x="42145" y="278138"/>
                  </a:lnTo>
                  <a:lnTo>
                    <a:pt x="45718" y="282037"/>
                  </a:lnTo>
                  <a:lnTo>
                    <a:pt x="49412" y="285821"/>
                  </a:lnTo>
                  <a:lnTo>
                    <a:pt x="53225" y="289487"/>
                  </a:lnTo>
                  <a:lnTo>
                    <a:pt x="57151" y="293030"/>
                  </a:lnTo>
                  <a:lnTo>
                    <a:pt x="61188" y="296447"/>
                  </a:lnTo>
                  <a:lnTo>
                    <a:pt x="65330" y="299735"/>
                  </a:lnTo>
                  <a:lnTo>
                    <a:pt x="69575" y="302890"/>
                  </a:lnTo>
                  <a:lnTo>
                    <a:pt x="73917" y="305909"/>
                  </a:lnTo>
                  <a:lnTo>
                    <a:pt x="78352" y="308790"/>
                  </a:lnTo>
                  <a:lnTo>
                    <a:pt x="82877" y="311528"/>
                  </a:lnTo>
                  <a:lnTo>
                    <a:pt x="87486" y="314122"/>
                  </a:lnTo>
                  <a:lnTo>
                    <a:pt x="92174" y="316569"/>
                  </a:lnTo>
                  <a:lnTo>
                    <a:pt x="96938" y="318867"/>
                  </a:lnTo>
                  <a:lnTo>
                    <a:pt x="101772" y="321013"/>
                  </a:lnTo>
                  <a:lnTo>
                    <a:pt x="106671" y="323004"/>
                  </a:lnTo>
                  <a:lnTo>
                    <a:pt x="111631" y="324840"/>
                  </a:lnTo>
                  <a:lnTo>
                    <a:pt x="116647" y="326518"/>
                  </a:lnTo>
                  <a:lnTo>
                    <a:pt x="121713" y="328036"/>
                  </a:lnTo>
                  <a:lnTo>
                    <a:pt x="126824" y="329393"/>
                  </a:lnTo>
                  <a:lnTo>
                    <a:pt x="131976" y="330588"/>
                  </a:lnTo>
                  <a:lnTo>
                    <a:pt x="137163" y="331620"/>
                  </a:lnTo>
                  <a:lnTo>
                    <a:pt x="142381" y="332487"/>
                  </a:lnTo>
                  <a:lnTo>
                    <a:pt x="147623" y="333188"/>
                  </a:lnTo>
                  <a:lnTo>
                    <a:pt x="152884" y="333723"/>
                  </a:lnTo>
                  <a:lnTo>
                    <a:pt x="158160" y="334092"/>
                  </a:lnTo>
                  <a:lnTo>
                    <a:pt x="163445" y="334293"/>
                  </a:lnTo>
                  <a:lnTo>
                    <a:pt x="168734" y="334327"/>
                  </a:lnTo>
                  <a:lnTo>
                    <a:pt x="174021" y="334194"/>
                  </a:lnTo>
                  <a:lnTo>
                    <a:pt x="179301" y="333893"/>
                  </a:lnTo>
                  <a:lnTo>
                    <a:pt x="184569" y="333426"/>
                  </a:lnTo>
                  <a:lnTo>
                    <a:pt x="189819" y="332792"/>
                  </a:lnTo>
                  <a:lnTo>
                    <a:pt x="195047" y="331993"/>
                  </a:lnTo>
                  <a:lnTo>
                    <a:pt x="200247" y="331029"/>
                  </a:lnTo>
                  <a:lnTo>
                    <a:pt x="205414" y="329900"/>
                  </a:lnTo>
                  <a:lnTo>
                    <a:pt x="210543" y="328609"/>
                  </a:lnTo>
                  <a:lnTo>
                    <a:pt x="215628" y="327156"/>
                  </a:lnTo>
                  <a:lnTo>
                    <a:pt x="220665" y="325543"/>
                  </a:lnTo>
                  <a:lnTo>
                    <a:pt x="225648" y="323771"/>
                  </a:lnTo>
                  <a:lnTo>
                    <a:pt x="230573" y="321843"/>
                  </a:lnTo>
                  <a:lnTo>
                    <a:pt x="235434" y="319760"/>
                  </a:lnTo>
                  <a:lnTo>
                    <a:pt x="240227" y="317524"/>
                  </a:lnTo>
                  <a:lnTo>
                    <a:pt x="244947" y="315137"/>
                  </a:lnTo>
                  <a:lnTo>
                    <a:pt x="249588" y="312603"/>
                  </a:lnTo>
                  <a:lnTo>
                    <a:pt x="254148" y="309923"/>
                  </a:lnTo>
                  <a:lnTo>
                    <a:pt x="258620" y="307100"/>
                  </a:lnTo>
                  <a:lnTo>
                    <a:pt x="263001" y="304137"/>
                  </a:lnTo>
                  <a:lnTo>
                    <a:pt x="267286" y="301037"/>
                  </a:lnTo>
                  <a:lnTo>
                    <a:pt x="271470" y="297803"/>
                  </a:lnTo>
                  <a:lnTo>
                    <a:pt x="275551" y="294438"/>
                  </a:lnTo>
                  <a:lnTo>
                    <a:pt x="279522" y="290946"/>
                  </a:lnTo>
                  <a:lnTo>
                    <a:pt x="283382" y="287330"/>
                  </a:lnTo>
                  <a:lnTo>
                    <a:pt x="287125" y="283593"/>
                  </a:lnTo>
                  <a:lnTo>
                    <a:pt x="290748" y="279740"/>
                  </a:lnTo>
                  <a:lnTo>
                    <a:pt x="294247" y="275775"/>
                  </a:lnTo>
                  <a:lnTo>
                    <a:pt x="297619" y="271700"/>
                  </a:lnTo>
                  <a:lnTo>
                    <a:pt x="300860" y="267521"/>
                  </a:lnTo>
                  <a:lnTo>
                    <a:pt x="303968" y="263242"/>
                  </a:lnTo>
                  <a:lnTo>
                    <a:pt x="306939" y="258866"/>
                  </a:lnTo>
                  <a:lnTo>
                    <a:pt x="309769" y="254399"/>
                  </a:lnTo>
                  <a:lnTo>
                    <a:pt x="312457" y="249844"/>
                  </a:lnTo>
                  <a:lnTo>
                    <a:pt x="315000" y="245207"/>
                  </a:lnTo>
                  <a:lnTo>
                    <a:pt x="317395" y="240491"/>
                  </a:lnTo>
                  <a:lnTo>
                    <a:pt x="319639" y="235703"/>
                  </a:lnTo>
                  <a:lnTo>
                    <a:pt x="321731" y="230845"/>
                  </a:lnTo>
                  <a:lnTo>
                    <a:pt x="323668" y="225924"/>
                  </a:lnTo>
                  <a:lnTo>
                    <a:pt x="325448" y="220944"/>
                  </a:lnTo>
                  <a:lnTo>
                    <a:pt x="327070" y="215910"/>
                  </a:lnTo>
                  <a:lnTo>
                    <a:pt x="328532" y="210827"/>
                  </a:lnTo>
                  <a:lnTo>
                    <a:pt x="329832" y="205701"/>
                  </a:lnTo>
                  <a:lnTo>
                    <a:pt x="330970" y="200536"/>
                  </a:lnTo>
                  <a:lnTo>
                    <a:pt x="331943" y="195338"/>
                  </a:lnTo>
                  <a:lnTo>
                    <a:pt x="332752" y="190111"/>
                  </a:lnTo>
                  <a:lnTo>
                    <a:pt x="333395" y="184862"/>
                  </a:lnTo>
                  <a:lnTo>
                    <a:pt x="333872" y="179594"/>
                  </a:lnTo>
                  <a:lnTo>
                    <a:pt x="334181" y="174315"/>
                  </a:lnTo>
                  <a:lnTo>
                    <a:pt x="334324" y="169028"/>
                  </a:lnTo>
                  <a:lnTo>
                    <a:pt x="334299" y="163739"/>
                  </a:lnTo>
                  <a:lnTo>
                    <a:pt x="334107" y="158454"/>
                  </a:lnTo>
                  <a:lnTo>
                    <a:pt x="333748" y="153178"/>
                  </a:lnTo>
                  <a:lnTo>
                    <a:pt x="333222" y="147915"/>
                  </a:lnTo>
                  <a:lnTo>
                    <a:pt x="332530" y="142672"/>
                  </a:lnTo>
                  <a:lnTo>
                    <a:pt x="331672" y="137453"/>
                  </a:lnTo>
                  <a:lnTo>
                    <a:pt x="330650" y="132264"/>
                  </a:lnTo>
                  <a:lnTo>
                    <a:pt x="329464" y="127110"/>
                  </a:lnTo>
                  <a:lnTo>
                    <a:pt x="328116" y="121996"/>
                  </a:lnTo>
                  <a:lnTo>
                    <a:pt x="326606" y="116927"/>
                  </a:lnTo>
                  <a:lnTo>
                    <a:pt x="324937" y="111909"/>
                  </a:lnTo>
                  <a:lnTo>
                    <a:pt x="323110" y="106946"/>
                  </a:lnTo>
                  <a:lnTo>
                    <a:pt x="321127" y="102043"/>
                  </a:lnTo>
                  <a:lnTo>
                    <a:pt x="318990" y="97205"/>
                  </a:lnTo>
                  <a:lnTo>
                    <a:pt x="316701" y="92438"/>
                  </a:lnTo>
                  <a:lnTo>
                    <a:pt x="314262" y="87745"/>
                  </a:lnTo>
                  <a:lnTo>
                    <a:pt x="311676" y="83131"/>
                  </a:lnTo>
                  <a:lnTo>
                    <a:pt x="308945" y="78602"/>
                  </a:lnTo>
                  <a:lnTo>
                    <a:pt x="306073" y="74161"/>
                  </a:lnTo>
                  <a:lnTo>
                    <a:pt x="303061" y="69814"/>
                  </a:lnTo>
                  <a:lnTo>
                    <a:pt x="299914" y="65564"/>
                  </a:lnTo>
                  <a:lnTo>
                    <a:pt x="296633" y="61415"/>
                  </a:lnTo>
                  <a:lnTo>
                    <a:pt x="293223" y="57373"/>
                  </a:lnTo>
                  <a:lnTo>
                    <a:pt x="289687" y="53440"/>
                  </a:lnTo>
                  <a:lnTo>
                    <a:pt x="286028" y="49622"/>
                  </a:lnTo>
                  <a:lnTo>
                    <a:pt x="282250" y="45920"/>
                  </a:lnTo>
                  <a:lnTo>
                    <a:pt x="278357" y="42341"/>
                  </a:lnTo>
                  <a:lnTo>
                    <a:pt x="274353" y="38886"/>
                  </a:lnTo>
                  <a:lnTo>
                    <a:pt x="270241" y="35559"/>
                  </a:lnTo>
                  <a:lnTo>
                    <a:pt x="266026" y="32365"/>
                  </a:lnTo>
                  <a:lnTo>
                    <a:pt x="261713" y="29305"/>
                  </a:lnTo>
                  <a:lnTo>
                    <a:pt x="257304" y="26383"/>
                  </a:lnTo>
                  <a:lnTo>
                    <a:pt x="252806" y="23602"/>
                  </a:lnTo>
                  <a:lnTo>
                    <a:pt x="248222" y="20965"/>
                  </a:lnTo>
                  <a:lnTo>
                    <a:pt x="243556" y="18474"/>
                  </a:lnTo>
                  <a:lnTo>
                    <a:pt x="238814" y="16132"/>
                  </a:lnTo>
                  <a:lnTo>
                    <a:pt x="234001" y="13941"/>
                  </a:lnTo>
                  <a:lnTo>
                    <a:pt x="229120" y="11904"/>
                  </a:lnTo>
                  <a:lnTo>
                    <a:pt x="224178" y="10021"/>
                  </a:lnTo>
                  <a:lnTo>
                    <a:pt x="219178" y="8297"/>
                  </a:lnTo>
                  <a:lnTo>
                    <a:pt x="214126" y="6731"/>
                  </a:lnTo>
                  <a:lnTo>
                    <a:pt x="209028" y="5326"/>
                  </a:lnTo>
                  <a:lnTo>
                    <a:pt x="203887" y="4082"/>
                  </a:lnTo>
                  <a:lnTo>
                    <a:pt x="198710" y="3002"/>
                  </a:lnTo>
                  <a:lnTo>
                    <a:pt x="193501" y="2087"/>
                  </a:lnTo>
                  <a:lnTo>
                    <a:pt x="188266" y="1336"/>
                  </a:lnTo>
                  <a:lnTo>
                    <a:pt x="183010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4592740" y="5399291"/>
              <a:ext cx="24539" cy="167167"/>
            </a:xfrm>
            <a:custGeom>
              <a:avLst/>
              <a:pathLst>
                <a:path w="24539" h="167167">
                  <a:moveTo>
                    <a:pt x="24539" y="0"/>
                  </a:moveTo>
                  <a:lnTo>
                    <a:pt x="16333" y="201"/>
                  </a:lnTo>
                  <a:lnTo>
                    <a:pt x="8146" y="805"/>
                  </a:lnTo>
                  <a:lnTo>
                    <a:pt x="0" y="1810"/>
                  </a:lnTo>
                  <a:lnTo>
                    <a:pt x="2453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4592740" y="5401102"/>
              <a:ext cx="24539" cy="165356"/>
            </a:xfrm>
            <a:custGeom>
              <a:avLst/>
              <a:pathLst>
                <a:path w="24539" h="165356">
                  <a:moveTo>
                    <a:pt x="0" y="0"/>
                  </a:moveTo>
                  <a:lnTo>
                    <a:pt x="24539" y="1653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4592740" y="5401102"/>
              <a:ext cx="24539" cy="165356"/>
            </a:xfrm>
            <a:custGeom>
              <a:avLst/>
              <a:pathLst>
                <a:path w="24539" h="165356">
                  <a:moveTo>
                    <a:pt x="0" y="0"/>
                  </a:moveTo>
                  <a:lnTo>
                    <a:pt x="24539" y="1653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4592740" y="5401102"/>
              <a:ext cx="24539" cy="165356"/>
            </a:xfrm>
            <a:custGeom>
              <a:avLst/>
              <a:pathLst>
                <a:path w="24539" h="165356">
                  <a:moveTo>
                    <a:pt x="0" y="0"/>
                  </a:moveTo>
                  <a:lnTo>
                    <a:pt x="24539" y="1653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4592740" y="5401102"/>
              <a:ext cx="24539" cy="165356"/>
            </a:xfrm>
            <a:custGeom>
              <a:avLst/>
              <a:pathLst>
                <a:path w="24539" h="165356">
                  <a:moveTo>
                    <a:pt x="0" y="0"/>
                  </a:moveTo>
                  <a:lnTo>
                    <a:pt x="24539" y="1653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4592740" y="5401102"/>
              <a:ext cx="24539" cy="165356"/>
            </a:xfrm>
            <a:custGeom>
              <a:avLst/>
              <a:pathLst>
                <a:path w="24539" h="165356">
                  <a:moveTo>
                    <a:pt x="0" y="0"/>
                  </a:moveTo>
                  <a:lnTo>
                    <a:pt x="24539" y="1653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4592740" y="5401102"/>
              <a:ext cx="24539" cy="165356"/>
            </a:xfrm>
            <a:custGeom>
              <a:avLst/>
              <a:pathLst>
                <a:path w="24539" h="165356">
                  <a:moveTo>
                    <a:pt x="0" y="0"/>
                  </a:moveTo>
                  <a:lnTo>
                    <a:pt x="24539" y="1653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4450113" y="5401102"/>
              <a:ext cx="334315" cy="332520"/>
            </a:xfrm>
            <a:custGeom>
              <a:avLst/>
              <a:pathLst>
                <a:path w="334315" h="332520">
                  <a:moveTo>
                    <a:pt x="142627" y="0"/>
                  </a:moveTo>
                  <a:lnTo>
                    <a:pt x="137417" y="857"/>
                  </a:lnTo>
                  <a:lnTo>
                    <a:pt x="132236" y="1879"/>
                  </a:lnTo>
                  <a:lnTo>
                    <a:pt x="127091" y="3063"/>
                  </a:lnTo>
                  <a:lnTo>
                    <a:pt x="121985" y="4410"/>
                  </a:lnTo>
                  <a:lnTo>
                    <a:pt x="116925" y="5917"/>
                  </a:lnTo>
                  <a:lnTo>
                    <a:pt x="111915" y="7583"/>
                  </a:lnTo>
                  <a:lnTo>
                    <a:pt x="106960" y="9407"/>
                  </a:lnTo>
                  <a:lnTo>
                    <a:pt x="102064" y="11386"/>
                  </a:lnTo>
                  <a:lnTo>
                    <a:pt x="97234" y="13519"/>
                  </a:lnTo>
                  <a:lnTo>
                    <a:pt x="92474" y="15803"/>
                  </a:lnTo>
                  <a:lnTo>
                    <a:pt x="87788" y="18237"/>
                  </a:lnTo>
                  <a:lnTo>
                    <a:pt x="83181" y="20817"/>
                  </a:lnTo>
                  <a:lnTo>
                    <a:pt x="78658" y="23542"/>
                  </a:lnTo>
                  <a:lnTo>
                    <a:pt x="74224" y="26408"/>
                  </a:lnTo>
                  <a:lnTo>
                    <a:pt x="69882" y="29412"/>
                  </a:lnTo>
                  <a:lnTo>
                    <a:pt x="65637" y="32553"/>
                  </a:lnTo>
                  <a:lnTo>
                    <a:pt x="61494" y="35825"/>
                  </a:lnTo>
                  <a:lnTo>
                    <a:pt x="57456" y="39227"/>
                  </a:lnTo>
                  <a:lnTo>
                    <a:pt x="53527" y="42755"/>
                  </a:lnTo>
                  <a:lnTo>
                    <a:pt x="49712" y="46405"/>
                  </a:lnTo>
                  <a:lnTo>
                    <a:pt x="46014" y="50174"/>
                  </a:lnTo>
                  <a:lnTo>
                    <a:pt x="42436" y="54058"/>
                  </a:lnTo>
                  <a:lnTo>
                    <a:pt x="38984" y="58052"/>
                  </a:lnTo>
                  <a:lnTo>
                    <a:pt x="35659" y="62154"/>
                  </a:lnTo>
                  <a:lnTo>
                    <a:pt x="32465" y="66359"/>
                  </a:lnTo>
                  <a:lnTo>
                    <a:pt x="29406" y="70662"/>
                  </a:lnTo>
                  <a:lnTo>
                    <a:pt x="26484" y="75060"/>
                  </a:lnTo>
                  <a:lnTo>
                    <a:pt x="23702" y="79548"/>
                  </a:lnTo>
                  <a:lnTo>
                    <a:pt x="21064" y="84122"/>
                  </a:lnTo>
                  <a:lnTo>
                    <a:pt x="18571" y="88777"/>
                  </a:lnTo>
                  <a:lnTo>
                    <a:pt x="16227" y="93508"/>
                  </a:lnTo>
                  <a:lnTo>
                    <a:pt x="14033" y="98311"/>
                  </a:lnTo>
                  <a:lnTo>
                    <a:pt x="11992" y="103180"/>
                  </a:lnTo>
                  <a:lnTo>
                    <a:pt x="10106" y="108112"/>
                  </a:lnTo>
                  <a:lnTo>
                    <a:pt x="8376" y="113101"/>
                  </a:lnTo>
                  <a:lnTo>
                    <a:pt x="6805" y="118142"/>
                  </a:lnTo>
                  <a:lnTo>
                    <a:pt x="5394" y="123230"/>
                  </a:lnTo>
                  <a:lnTo>
                    <a:pt x="4144" y="128360"/>
                  </a:lnTo>
                  <a:lnTo>
                    <a:pt x="3057" y="133527"/>
                  </a:lnTo>
                  <a:lnTo>
                    <a:pt x="2134" y="138726"/>
                  </a:lnTo>
                  <a:lnTo>
                    <a:pt x="1375" y="143951"/>
                  </a:lnTo>
                  <a:lnTo>
                    <a:pt x="782" y="149198"/>
                  </a:lnTo>
                  <a:lnTo>
                    <a:pt x="355" y="154461"/>
                  </a:lnTo>
                  <a:lnTo>
                    <a:pt x="94" y="159734"/>
                  </a:lnTo>
                  <a:lnTo>
                    <a:pt x="0" y="165013"/>
                  </a:lnTo>
                  <a:lnTo>
                    <a:pt x="72" y="170293"/>
                  </a:lnTo>
                  <a:lnTo>
                    <a:pt x="311" y="175568"/>
                  </a:lnTo>
                  <a:lnTo>
                    <a:pt x="717" y="180832"/>
                  </a:lnTo>
                  <a:lnTo>
                    <a:pt x="1289" y="186081"/>
                  </a:lnTo>
                  <a:lnTo>
                    <a:pt x="2026" y="191310"/>
                  </a:lnTo>
                  <a:lnTo>
                    <a:pt x="2928" y="196512"/>
                  </a:lnTo>
                  <a:lnTo>
                    <a:pt x="3994" y="201684"/>
                  </a:lnTo>
                  <a:lnTo>
                    <a:pt x="5223" y="206819"/>
                  </a:lnTo>
                  <a:lnTo>
                    <a:pt x="6613" y="211913"/>
                  </a:lnTo>
                  <a:lnTo>
                    <a:pt x="8163" y="216960"/>
                  </a:lnTo>
                  <a:lnTo>
                    <a:pt x="9873" y="221956"/>
                  </a:lnTo>
                  <a:lnTo>
                    <a:pt x="11739" y="226895"/>
                  </a:lnTo>
                  <a:lnTo>
                    <a:pt x="13760" y="231773"/>
                  </a:lnTo>
                  <a:lnTo>
                    <a:pt x="15934" y="236585"/>
                  </a:lnTo>
                  <a:lnTo>
                    <a:pt x="18259" y="241326"/>
                  </a:lnTo>
                  <a:lnTo>
                    <a:pt x="20732" y="245990"/>
                  </a:lnTo>
                  <a:lnTo>
                    <a:pt x="23352" y="250575"/>
                  </a:lnTo>
                  <a:lnTo>
                    <a:pt x="26115" y="255074"/>
                  </a:lnTo>
                  <a:lnTo>
                    <a:pt x="29019" y="259484"/>
                  </a:lnTo>
                  <a:lnTo>
                    <a:pt x="32060" y="263800"/>
                  </a:lnTo>
                  <a:lnTo>
                    <a:pt x="35237" y="268018"/>
                  </a:lnTo>
                  <a:lnTo>
                    <a:pt x="38545" y="272133"/>
                  </a:lnTo>
                  <a:lnTo>
                    <a:pt x="41981" y="276142"/>
                  </a:lnTo>
                  <a:lnTo>
                    <a:pt x="45543" y="280041"/>
                  </a:lnTo>
                  <a:lnTo>
                    <a:pt x="49225" y="283824"/>
                  </a:lnTo>
                  <a:lnTo>
                    <a:pt x="53025" y="287490"/>
                  </a:lnTo>
                  <a:lnTo>
                    <a:pt x="56940" y="291034"/>
                  </a:lnTo>
                  <a:lnTo>
                    <a:pt x="60964" y="294452"/>
                  </a:lnTo>
                  <a:lnTo>
                    <a:pt x="65094" y="297742"/>
                  </a:lnTo>
                  <a:lnTo>
                    <a:pt x="69326" y="300900"/>
                  </a:lnTo>
                  <a:lnTo>
                    <a:pt x="73655" y="303922"/>
                  </a:lnTo>
                  <a:lnTo>
                    <a:pt x="78078" y="306806"/>
                  </a:lnTo>
                  <a:lnTo>
                    <a:pt x="82590" y="309549"/>
                  </a:lnTo>
                  <a:lnTo>
                    <a:pt x="87186" y="312148"/>
                  </a:lnTo>
                  <a:lnTo>
                    <a:pt x="91862" y="314601"/>
                  </a:lnTo>
                  <a:lnTo>
                    <a:pt x="96613" y="316905"/>
                  </a:lnTo>
                  <a:lnTo>
                    <a:pt x="101434" y="319058"/>
                  </a:lnTo>
                  <a:lnTo>
                    <a:pt x="106321" y="321057"/>
                  </a:lnTo>
                  <a:lnTo>
                    <a:pt x="111269" y="322901"/>
                  </a:lnTo>
                  <a:lnTo>
                    <a:pt x="116272" y="324588"/>
                  </a:lnTo>
                  <a:lnTo>
                    <a:pt x="121326" y="326115"/>
                  </a:lnTo>
                  <a:lnTo>
                    <a:pt x="126426" y="327483"/>
                  </a:lnTo>
                  <a:lnTo>
                    <a:pt x="131567" y="328689"/>
                  </a:lnTo>
                  <a:lnTo>
                    <a:pt x="136743" y="329732"/>
                  </a:lnTo>
                  <a:lnTo>
                    <a:pt x="141950" y="330610"/>
                  </a:lnTo>
                  <a:lnTo>
                    <a:pt x="147181" y="331324"/>
                  </a:lnTo>
                  <a:lnTo>
                    <a:pt x="152433" y="331873"/>
                  </a:lnTo>
                  <a:lnTo>
                    <a:pt x="157699" y="332255"/>
                  </a:lnTo>
                  <a:lnTo>
                    <a:pt x="162975" y="332471"/>
                  </a:lnTo>
                  <a:lnTo>
                    <a:pt x="168255" y="332520"/>
                  </a:lnTo>
                  <a:lnTo>
                    <a:pt x="173533" y="332402"/>
                  </a:lnTo>
                  <a:lnTo>
                    <a:pt x="178806" y="332118"/>
                  </a:lnTo>
                  <a:lnTo>
                    <a:pt x="184067" y="331667"/>
                  </a:lnTo>
                  <a:lnTo>
                    <a:pt x="189311" y="331050"/>
                  </a:lnTo>
                  <a:lnTo>
                    <a:pt x="194532" y="330268"/>
                  </a:lnTo>
                  <a:lnTo>
                    <a:pt x="199727" y="329322"/>
                  </a:lnTo>
                  <a:lnTo>
                    <a:pt x="204889" y="328212"/>
                  </a:lnTo>
                  <a:lnTo>
                    <a:pt x="210014" y="326939"/>
                  </a:lnTo>
                  <a:lnTo>
                    <a:pt x="215095" y="325505"/>
                  </a:lnTo>
                  <a:lnTo>
                    <a:pt x="220129" y="323912"/>
                  </a:lnTo>
                  <a:lnTo>
                    <a:pt x="225110" y="322160"/>
                  </a:lnTo>
                  <a:lnTo>
                    <a:pt x="230033" y="320252"/>
                  </a:lnTo>
                  <a:lnTo>
                    <a:pt x="234894" y="318189"/>
                  </a:lnTo>
                  <a:lnTo>
                    <a:pt x="239687" y="315974"/>
                  </a:lnTo>
                  <a:lnTo>
                    <a:pt x="244408" y="313608"/>
                  </a:lnTo>
                  <a:lnTo>
                    <a:pt x="249051" y="311095"/>
                  </a:lnTo>
                  <a:lnTo>
                    <a:pt x="253613" y="308436"/>
                  </a:lnTo>
                  <a:lnTo>
                    <a:pt x="258089" y="305635"/>
                  </a:lnTo>
                  <a:lnTo>
                    <a:pt x="262474" y="302693"/>
                  </a:lnTo>
                  <a:lnTo>
                    <a:pt x="266763" y="299615"/>
                  </a:lnTo>
                  <a:lnTo>
                    <a:pt x="270954" y="296402"/>
                  </a:lnTo>
                  <a:lnTo>
                    <a:pt x="275041" y="293059"/>
                  </a:lnTo>
                  <a:lnTo>
                    <a:pt x="279020" y="289589"/>
                  </a:lnTo>
                  <a:lnTo>
                    <a:pt x="282888" y="285994"/>
                  </a:lnTo>
                  <a:lnTo>
                    <a:pt x="286640" y="282279"/>
                  </a:lnTo>
                  <a:lnTo>
                    <a:pt x="290273" y="278448"/>
                  </a:lnTo>
                  <a:lnTo>
                    <a:pt x="293783" y="274503"/>
                  </a:lnTo>
                  <a:lnTo>
                    <a:pt x="297167" y="270450"/>
                  </a:lnTo>
                  <a:lnTo>
                    <a:pt x="300421" y="266292"/>
                  </a:lnTo>
                  <a:lnTo>
                    <a:pt x="303543" y="262033"/>
                  </a:lnTo>
                  <a:lnTo>
                    <a:pt x="306528" y="257678"/>
                  </a:lnTo>
                  <a:lnTo>
                    <a:pt x="309374" y="253231"/>
                  </a:lnTo>
                  <a:lnTo>
                    <a:pt x="312078" y="248696"/>
                  </a:lnTo>
                  <a:lnTo>
                    <a:pt x="314638" y="244078"/>
                  </a:lnTo>
                  <a:lnTo>
                    <a:pt x="317051" y="239381"/>
                  </a:lnTo>
                  <a:lnTo>
                    <a:pt x="319314" y="234610"/>
                  </a:lnTo>
                  <a:lnTo>
                    <a:pt x="321425" y="229771"/>
                  </a:lnTo>
                  <a:lnTo>
                    <a:pt x="323382" y="224867"/>
                  </a:lnTo>
                  <a:lnTo>
                    <a:pt x="325184" y="219904"/>
                  </a:lnTo>
                  <a:lnTo>
                    <a:pt x="326828" y="214886"/>
                  </a:lnTo>
                  <a:lnTo>
                    <a:pt x="328312" y="209819"/>
                  </a:lnTo>
                  <a:lnTo>
                    <a:pt x="329636" y="204707"/>
                  </a:lnTo>
                  <a:lnTo>
                    <a:pt x="330798" y="199557"/>
                  </a:lnTo>
                  <a:lnTo>
                    <a:pt x="331797" y="194372"/>
                  </a:lnTo>
                  <a:lnTo>
                    <a:pt x="332631" y="189158"/>
                  </a:lnTo>
                  <a:lnTo>
                    <a:pt x="333300" y="183921"/>
                  </a:lnTo>
                  <a:lnTo>
                    <a:pt x="333803" y="178664"/>
                  </a:lnTo>
                  <a:lnTo>
                    <a:pt x="334141" y="173395"/>
                  </a:lnTo>
                  <a:lnTo>
                    <a:pt x="334311" y="168118"/>
                  </a:lnTo>
                  <a:lnTo>
                    <a:pt x="334315" y="162838"/>
                  </a:lnTo>
                  <a:lnTo>
                    <a:pt x="334152" y="157560"/>
                  </a:lnTo>
                  <a:lnTo>
                    <a:pt x="333823" y="152290"/>
                  </a:lnTo>
                  <a:lnTo>
                    <a:pt x="333327" y="147034"/>
                  </a:lnTo>
                  <a:lnTo>
                    <a:pt x="332665" y="141795"/>
                  </a:lnTo>
                  <a:lnTo>
                    <a:pt x="331839" y="136580"/>
                  </a:lnTo>
                  <a:lnTo>
                    <a:pt x="330848" y="131394"/>
                  </a:lnTo>
                  <a:lnTo>
                    <a:pt x="329694" y="126241"/>
                  </a:lnTo>
                  <a:lnTo>
                    <a:pt x="328377" y="121128"/>
                  </a:lnTo>
                  <a:lnTo>
                    <a:pt x="326900" y="116059"/>
                  </a:lnTo>
                  <a:lnTo>
                    <a:pt x="325263" y="111039"/>
                  </a:lnTo>
                  <a:lnTo>
                    <a:pt x="323469" y="106073"/>
                  </a:lnTo>
                  <a:lnTo>
                    <a:pt x="321519" y="101166"/>
                  </a:lnTo>
                  <a:lnTo>
                    <a:pt x="319415" y="96323"/>
                  </a:lnTo>
                  <a:lnTo>
                    <a:pt x="317158" y="91549"/>
                  </a:lnTo>
                  <a:lnTo>
                    <a:pt x="314753" y="86849"/>
                  </a:lnTo>
                  <a:lnTo>
                    <a:pt x="312200" y="82227"/>
                  </a:lnTo>
                  <a:lnTo>
                    <a:pt x="309502" y="77688"/>
                  </a:lnTo>
                  <a:lnTo>
                    <a:pt x="306662" y="73237"/>
                  </a:lnTo>
                  <a:lnTo>
                    <a:pt x="303683" y="68877"/>
                  </a:lnTo>
                  <a:lnTo>
                    <a:pt x="300568" y="64614"/>
                  </a:lnTo>
                  <a:lnTo>
                    <a:pt x="297320" y="60451"/>
                  </a:lnTo>
                  <a:lnTo>
                    <a:pt x="293942" y="56393"/>
                  </a:lnTo>
                  <a:lnTo>
                    <a:pt x="290438" y="52444"/>
                  </a:lnTo>
                  <a:lnTo>
                    <a:pt x="286810" y="48607"/>
                  </a:lnTo>
                  <a:lnTo>
                    <a:pt x="283063" y="44887"/>
                  </a:lnTo>
                  <a:lnTo>
                    <a:pt x="279201" y="41286"/>
                  </a:lnTo>
                  <a:lnTo>
                    <a:pt x="275227" y="37810"/>
                  </a:lnTo>
                  <a:lnTo>
                    <a:pt x="271145" y="34461"/>
                  </a:lnTo>
                  <a:lnTo>
                    <a:pt x="266959" y="31242"/>
                  </a:lnTo>
                  <a:lnTo>
                    <a:pt x="262674" y="28158"/>
                  </a:lnTo>
                  <a:lnTo>
                    <a:pt x="258293" y="25210"/>
                  </a:lnTo>
                  <a:lnTo>
                    <a:pt x="253821" y="22402"/>
                  </a:lnTo>
                  <a:lnTo>
                    <a:pt x="249263" y="19736"/>
                  </a:lnTo>
                  <a:lnTo>
                    <a:pt x="244624" y="17216"/>
                  </a:lnTo>
                  <a:lnTo>
                    <a:pt x="239906" y="14844"/>
                  </a:lnTo>
                  <a:lnTo>
                    <a:pt x="235117" y="12622"/>
                  </a:lnTo>
                  <a:lnTo>
                    <a:pt x="230259" y="10552"/>
                  </a:lnTo>
                  <a:lnTo>
                    <a:pt x="225339" y="8637"/>
                  </a:lnTo>
                  <a:lnTo>
                    <a:pt x="220360" y="6878"/>
                  </a:lnTo>
                  <a:lnTo>
                    <a:pt x="215329" y="5277"/>
                  </a:lnTo>
                  <a:lnTo>
                    <a:pt x="210249" y="3835"/>
                  </a:lnTo>
                  <a:lnTo>
                    <a:pt x="205126" y="2555"/>
                  </a:lnTo>
                  <a:lnTo>
                    <a:pt x="199966" y="1438"/>
                  </a:lnTo>
                  <a:lnTo>
                    <a:pt x="194773" y="484"/>
                  </a:lnTo>
                  <a:lnTo>
                    <a:pt x="167167" y="1653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4617280" y="5399291"/>
              <a:ext cx="27606" cy="167167"/>
            </a:xfrm>
            <a:custGeom>
              <a:avLst/>
              <a:pathLst>
                <a:path w="27606" h="167167">
                  <a:moveTo>
                    <a:pt x="27606" y="2295"/>
                  </a:moveTo>
                  <a:lnTo>
                    <a:pt x="20746" y="1292"/>
                  </a:lnTo>
                  <a:lnTo>
                    <a:pt x="13850" y="574"/>
                  </a:lnTo>
                  <a:lnTo>
                    <a:pt x="6931" y="14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4968515" y="5369149"/>
              <a:ext cx="167160" cy="288814"/>
            </a:xfrm>
            <a:custGeom>
              <a:avLst/>
              <a:pathLst>
                <a:path w="167160" h="288814">
                  <a:moveTo>
                    <a:pt x="167160" y="0"/>
                  </a:moveTo>
                  <a:lnTo>
                    <a:pt x="161772" y="86"/>
                  </a:lnTo>
                  <a:lnTo>
                    <a:pt x="156389" y="347"/>
                  </a:lnTo>
                  <a:lnTo>
                    <a:pt x="151017" y="781"/>
                  </a:lnTo>
                  <a:lnTo>
                    <a:pt x="145662" y="1388"/>
                  </a:lnTo>
                  <a:lnTo>
                    <a:pt x="140329" y="2167"/>
                  </a:lnTo>
                  <a:lnTo>
                    <a:pt x="135025" y="3117"/>
                  </a:lnTo>
                  <a:lnTo>
                    <a:pt x="129753" y="4238"/>
                  </a:lnTo>
                  <a:lnTo>
                    <a:pt x="124521" y="5529"/>
                  </a:lnTo>
                  <a:lnTo>
                    <a:pt x="119333" y="6987"/>
                  </a:lnTo>
                  <a:lnTo>
                    <a:pt x="114194" y="8612"/>
                  </a:lnTo>
                  <a:lnTo>
                    <a:pt x="109111" y="10402"/>
                  </a:lnTo>
                  <a:lnTo>
                    <a:pt x="104088" y="12355"/>
                  </a:lnTo>
                  <a:lnTo>
                    <a:pt x="99130" y="14468"/>
                  </a:lnTo>
                  <a:lnTo>
                    <a:pt x="94244" y="16740"/>
                  </a:lnTo>
                  <a:lnTo>
                    <a:pt x="89433" y="19169"/>
                  </a:lnTo>
                  <a:lnTo>
                    <a:pt x="84702" y="21751"/>
                  </a:lnTo>
                  <a:lnTo>
                    <a:pt x="80058" y="24485"/>
                  </a:lnTo>
                  <a:lnTo>
                    <a:pt x="75504" y="27367"/>
                  </a:lnTo>
                  <a:lnTo>
                    <a:pt x="71045" y="30394"/>
                  </a:lnTo>
                  <a:lnTo>
                    <a:pt x="66686" y="33563"/>
                  </a:lnTo>
                  <a:lnTo>
                    <a:pt x="62432" y="36871"/>
                  </a:lnTo>
                  <a:lnTo>
                    <a:pt x="58286" y="40315"/>
                  </a:lnTo>
                  <a:lnTo>
                    <a:pt x="54254" y="43890"/>
                  </a:lnTo>
                  <a:lnTo>
                    <a:pt x="50339" y="47594"/>
                  </a:lnTo>
                  <a:lnTo>
                    <a:pt x="46545" y="51422"/>
                  </a:lnTo>
                  <a:lnTo>
                    <a:pt x="42877" y="55370"/>
                  </a:lnTo>
                  <a:lnTo>
                    <a:pt x="39338" y="59434"/>
                  </a:lnTo>
                  <a:lnTo>
                    <a:pt x="35932" y="63610"/>
                  </a:lnTo>
                  <a:lnTo>
                    <a:pt x="32662" y="67894"/>
                  </a:lnTo>
                  <a:lnTo>
                    <a:pt x="29532" y="72281"/>
                  </a:lnTo>
                  <a:lnTo>
                    <a:pt x="26545" y="76767"/>
                  </a:lnTo>
                  <a:lnTo>
                    <a:pt x="23704" y="81346"/>
                  </a:lnTo>
                  <a:lnTo>
                    <a:pt x="21012" y="86015"/>
                  </a:lnTo>
                  <a:lnTo>
                    <a:pt x="18472" y="90768"/>
                  </a:lnTo>
                  <a:lnTo>
                    <a:pt x="16086" y="95601"/>
                  </a:lnTo>
                  <a:lnTo>
                    <a:pt x="13858" y="100508"/>
                  </a:lnTo>
                  <a:lnTo>
                    <a:pt x="11789" y="105484"/>
                  </a:lnTo>
                  <a:lnTo>
                    <a:pt x="9882" y="110525"/>
                  </a:lnTo>
                  <a:lnTo>
                    <a:pt x="8137" y="115624"/>
                  </a:lnTo>
                  <a:lnTo>
                    <a:pt x="6559" y="120777"/>
                  </a:lnTo>
                  <a:lnTo>
                    <a:pt x="5147" y="125978"/>
                  </a:lnTo>
                  <a:lnTo>
                    <a:pt x="3903" y="131221"/>
                  </a:lnTo>
                  <a:lnTo>
                    <a:pt x="2829" y="136502"/>
                  </a:lnTo>
                  <a:lnTo>
                    <a:pt x="1926" y="141816"/>
                  </a:lnTo>
                  <a:lnTo>
                    <a:pt x="1195" y="147155"/>
                  </a:lnTo>
                  <a:lnTo>
                    <a:pt x="636" y="152515"/>
                  </a:lnTo>
                  <a:lnTo>
                    <a:pt x="250" y="157890"/>
                  </a:lnTo>
                  <a:lnTo>
                    <a:pt x="38" y="163276"/>
                  </a:lnTo>
                  <a:lnTo>
                    <a:pt x="0" y="168665"/>
                  </a:lnTo>
                  <a:lnTo>
                    <a:pt x="135" y="174052"/>
                  </a:lnTo>
                  <a:lnTo>
                    <a:pt x="443" y="179433"/>
                  </a:lnTo>
                  <a:lnTo>
                    <a:pt x="925" y="184800"/>
                  </a:lnTo>
                  <a:lnTo>
                    <a:pt x="1580" y="190149"/>
                  </a:lnTo>
                  <a:lnTo>
                    <a:pt x="2407" y="195475"/>
                  </a:lnTo>
                  <a:lnTo>
                    <a:pt x="3405" y="200771"/>
                  </a:lnTo>
                  <a:lnTo>
                    <a:pt x="4573" y="206032"/>
                  </a:lnTo>
                  <a:lnTo>
                    <a:pt x="5911" y="211253"/>
                  </a:lnTo>
                  <a:lnTo>
                    <a:pt x="7416" y="216427"/>
                  </a:lnTo>
                  <a:lnTo>
                    <a:pt x="9086" y="221551"/>
                  </a:lnTo>
                  <a:lnTo>
                    <a:pt x="10922" y="226618"/>
                  </a:lnTo>
                  <a:lnTo>
                    <a:pt x="12919" y="231624"/>
                  </a:lnTo>
                  <a:lnTo>
                    <a:pt x="15077" y="236562"/>
                  </a:lnTo>
                  <a:lnTo>
                    <a:pt x="17393" y="241428"/>
                  </a:lnTo>
                  <a:lnTo>
                    <a:pt x="19865" y="246217"/>
                  </a:lnTo>
                  <a:lnTo>
                    <a:pt x="22489" y="250924"/>
                  </a:lnTo>
                  <a:lnTo>
                    <a:pt x="25264" y="255544"/>
                  </a:lnTo>
                  <a:lnTo>
                    <a:pt x="28187" y="260072"/>
                  </a:lnTo>
                  <a:lnTo>
                    <a:pt x="31254" y="264503"/>
                  </a:lnTo>
                  <a:lnTo>
                    <a:pt x="34462" y="268834"/>
                  </a:lnTo>
                  <a:lnTo>
                    <a:pt x="37808" y="273058"/>
                  </a:lnTo>
                  <a:lnTo>
                    <a:pt x="41289" y="277173"/>
                  </a:lnTo>
                  <a:lnTo>
                    <a:pt x="44900" y="281173"/>
                  </a:lnTo>
                  <a:lnTo>
                    <a:pt x="48639" y="285055"/>
                  </a:lnTo>
                  <a:lnTo>
                    <a:pt x="52500" y="288814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5021016" y="5536317"/>
              <a:ext cx="114660" cy="121647"/>
            </a:xfrm>
            <a:custGeom>
              <a:avLst/>
              <a:pathLst>
                <a:path w="114660" h="121647">
                  <a:moveTo>
                    <a:pt x="0" y="121647"/>
                  </a:moveTo>
                  <a:lnTo>
                    <a:pt x="1146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5021016" y="5536317"/>
              <a:ext cx="114660" cy="121647"/>
            </a:xfrm>
            <a:custGeom>
              <a:avLst/>
              <a:pathLst>
                <a:path w="114660" h="121647">
                  <a:moveTo>
                    <a:pt x="0" y="121647"/>
                  </a:moveTo>
                  <a:lnTo>
                    <a:pt x="1146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5021016" y="5536317"/>
              <a:ext cx="114660" cy="121647"/>
            </a:xfrm>
            <a:custGeom>
              <a:avLst/>
              <a:pathLst>
                <a:path w="114660" h="121647">
                  <a:moveTo>
                    <a:pt x="0" y="121647"/>
                  </a:moveTo>
                  <a:lnTo>
                    <a:pt x="11466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021016" y="5536317"/>
              <a:ext cx="114660" cy="121647"/>
            </a:xfrm>
            <a:custGeom>
              <a:avLst/>
              <a:pathLst>
                <a:path w="114660" h="121647">
                  <a:moveTo>
                    <a:pt x="0" y="121647"/>
                  </a:moveTo>
                  <a:lnTo>
                    <a:pt x="11466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021016" y="5536317"/>
              <a:ext cx="114660" cy="121647"/>
            </a:xfrm>
            <a:custGeom>
              <a:avLst/>
              <a:pathLst>
                <a:path w="114660" h="121647">
                  <a:moveTo>
                    <a:pt x="0" y="121647"/>
                  </a:moveTo>
                  <a:lnTo>
                    <a:pt x="11466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021016" y="5536317"/>
              <a:ext cx="114660" cy="167032"/>
            </a:xfrm>
            <a:custGeom>
              <a:avLst/>
              <a:pathLst>
                <a:path w="114660" h="167032">
                  <a:moveTo>
                    <a:pt x="0" y="121647"/>
                  </a:moveTo>
                  <a:lnTo>
                    <a:pt x="4211" y="125482"/>
                  </a:lnTo>
                  <a:lnTo>
                    <a:pt x="8550" y="129173"/>
                  </a:lnTo>
                  <a:lnTo>
                    <a:pt x="13012" y="132713"/>
                  </a:lnTo>
                  <a:lnTo>
                    <a:pt x="17593" y="136099"/>
                  </a:lnTo>
                  <a:lnTo>
                    <a:pt x="22286" y="139327"/>
                  </a:lnTo>
                  <a:lnTo>
                    <a:pt x="27087" y="142393"/>
                  </a:lnTo>
                  <a:lnTo>
                    <a:pt x="31989" y="145294"/>
                  </a:lnTo>
                  <a:lnTo>
                    <a:pt x="36987" y="148026"/>
                  </a:lnTo>
                  <a:lnTo>
                    <a:pt x="42075" y="150586"/>
                  </a:lnTo>
                  <a:lnTo>
                    <a:pt x="47248" y="152972"/>
                  </a:lnTo>
                  <a:lnTo>
                    <a:pt x="52499" y="155180"/>
                  </a:lnTo>
                  <a:lnTo>
                    <a:pt x="57822" y="157208"/>
                  </a:lnTo>
                  <a:lnTo>
                    <a:pt x="63211" y="159053"/>
                  </a:lnTo>
                  <a:lnTo>
                    <a:pt x="68659" y="160713"/>
                  </a:lnTo>
                  <a:lnTo>
                    <a:pt x="74162" y="162187"/>
                  </a:lnTo>
                  <a:lnTo>
                    <a:pt x="79711" y="163473"/>
                  </a:lnTo>
                  <a:lnTo>
                    <a:pt x="85301" y="164569"/>
                  </a:lnTo>
                  <a:lnTo>
                    <a:pt x="90924" y="165473"/>
                  </a:lnTo>
                  <a:lnTo>
                    <a:pt x="96576" y="166186"/>
                  </a:lnTo>
                  <a:lnTo>
                    <a:pt x="102248" y="166706"/>
                  </a:lnTo>
                  <a:lnTo>
                    <a:pt x="107935" y="167032"/>
                  </a:lnTo>
                  <a:lnTo>
                    <a:pt x="11466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128951" y="5369149"/>
              <a:ext cx="173880" cy="334328"/>
            </a:xfrm>
            <a:custGeom>
              <a:avLst/>
              <a:pathLst>
                <a:path w="173880" h="334328">
                  <a:moveTo>
                    <a:pt x="0" y="334199"/>
                  </a:moveTo>
                  <a:lnTo>
                    <a:pt x="5317" y="334328"/>
                  </a:lnTo>
                  <a:lnTo>
                    <a:pt x="10635" y="334289"/>
                  </a:lnTo>
                  <a:lnTo>
                    <a:pt x="15950" y="334080"/>
                  </a:lnTo>
                  <a:lnTo>
                    <a:pt x="21255" y="333702"/>
                  </a:lnTo>
                  <a:lnTo>
                    <a:pt x="26546" y="333155"/>
                  </a:lnTo>
                  <a:lnTo>
                    <a:pt x="31816" y="332440"/>
                  </a:lnTo>
                  <a:lnTo>
                    <a:pt x="37062" y="331559"/>
                  </a:lnTo>
                  <a:lnTo>
                    <a:pt x="42276" y="330510"/>
                  </a:lnTo>
                  <a:lnTo>
                    <a:pt x="47454" y="329296"/>
                  </a:lnTo>
                  <a:lnTo>
                    <a:pt x="52592" y="327919"/>
                  </a:lnTo>
                  <a:lnTo>
                    <a:pt x="57682" y="326378"/>
                  </a:lnTo>
                  <a:lnTo>
                    <a:pt x="62722" y="324676"/>
                  </a:lnTo>
                  <a:lnTo>
                    <a:pt x="67704" y="322815"/>
                  </a:lnTo>
                  <a:lnTo>
                    <a:pt x="72625" y="320797"/>
                  </a:lnTo>
                  <a:lnTo>
                    <a:pt x="77479" y="318622"/>
                  </a:lnTo>
                  <a:lnTo>
                    <a:pt x="82261" y="316295"/>
                  </a:lnTo>
                  <a:lnTo>
                    <a:pt x="86967" y="313816"/>
                  </a:lnTo>
                  <a:lnTo>
                    <a:pt x="91592" y="311189"/>
                  </a:lnTo>
                  <a:lnTo>
                    <a:pt x="96131" y="308416"/>
                  </a:lnTo>
                  <a:lnTo>
                    <a:pt x="100579" y="305501"/>
                  </a:lnTo>
                  <a:lnTo>
                    <a:pt x="104932" y="302445"/>
                  </a:lnTo>
                  <a:lnTo>
                    <a:pt x="109186" y="299252"/>
                  </a:lnTo>
                  <a:lnTo>
                    <a:pt x="113336" y="295925"/>
                  </a:lnTo>
                  <a:lnTo>
                    <a:pt x="117379" y="292469"/>
                  </a:lnTo>
                  <a:lnTo>
                    <a:pt x="121309" y="288885"/>
                  </a:lnTo>
                  <a:lnTo>
                    <a:pt x="125123" y="285178"/>
                  </a:lnTo>
                  <a:lnTo>
                    <a:pt x="128817" y="281352"/>
                  </a:lnTo>
                  <a:lnTo>
                    <a:pt x="132388" y="277410"/>
                  </a:lnTo>
                  <a:lnTo>
                    <a:pt x="135832" y="273356"/>
                  </a:lnTo>
                  <a:lnTo>
                    <a:pt x="139145" y="269195"/>
                  </a:lnTo>
                  <a:lnTo>
                    <a:pt x="142323" y="264931"/>
                  </a:lnTo>
                  <a:lnTo>
                    <a:pt x="145365" y="260568"/>
                  </a:lnTo>
                  <a:lnTo>
                    <a:pt x="148266" y="256110"/>
                  </a:lnTo>
                  <a:lnTo>
                    <a:pt x="151024" y="251562"/>
                  </a:lnTo>
                  <a:lnTo>
                    <a:pt x="153636" y="246929"/>
                  </a:lnTo>
                  <a:lnTo>
                    <a:pt x="156099" y="242214"/>
                  </a:lnTo>
                  <a:lnTo>
                    <a:pt x="158411" y="237424"/>
                  </a:lnTo>
                  <a:lnTo>
                    <a:pt x="160569" y="232563"/>
                  </a:lnTo>
                  <a:lnTo>
                    <a:pt x="162572" y="227636"/>
                  </a:lnTo>
                  <a:lnTo>
                    <a:pt x="164416" y="222647"/>
                  </a:lnTo>
                  <a:lnTo>
                    <a:pt x="166102" y="217603"/>
                  </a:lnTo>
                  <a:lnTo>
                    <a:pt x="167625" y="212507"/>
                  </a:lnTo>
                  <a:lnTo>
                    <a:pt x="168986" y="207365"/>
                  </a:lnTo>
                  <a:lnTo>
                    <a:pt x="170183" y="202183"/>
                  </a:lnTo>
                  <a:lnTo>
                    <a:pt x="171214" y="196965"/>
                  </a:lnTo>
                  <a:lnTo>
                    <a:pt x="172079" y="191717"/>
                  </a:lnTo>
                  <a:lnTo>
                    <a:pt x="172776" y="186444"/>
                  </a:lnTo>
                  <a:lnTo>
                    <a:pt x="173305" y="181152"/>
                  </a:lnTo>
                  <a:lnTo>
                    <a:pt x="173666" y="175845"/>
                  </a:lnTo>
                  <a:lnTo>
                    <a:pt x="173858" y="170530"/>
                  </a:lnTo>
                  <a:lnTo>
                    <a:pt x="173880" y="165211"/>
                  </a:lnTo>
                  <a:lnTo>
                    <a:pt x="173733" y="159894"/>
                  </a:lnTo>
                  <a:lnTo>
                    <a:pt x="173417" y="154585"/>
                  </a:lnTo>
                  <a:lnTo>
                    <a:pt x="172933" y="149288"/>
                  </a:lnTo>
                  <a:lnTo>
                    <a:pt x="172280" y="144010"/>
                  </a:lnTo>
                  <a:lnTo>
                    <a:pt x="171459" y="138755"/>
                  </a:lnTo>
                  <a:lnTo>
                    <a:pt x="170472" y="133528"/>
                  </a:lnTo>
                  <a:lnTo>
                    <a:pt x="169319" y="128336"/>
                  </a:lnTo>
                  <a:lnTo>
                    <a:pt x="168001" y="123183"/>
                  </a:lnTo>
                  <a:lnTo>
                    <a:pt x="166521" y="118075"/>
                  </a:lnTo>
                  <a:lnTo>
                    <a:pt x="164878" y="113016"/>
                  </a:lnTo>
                  <a:lnTo>
                    <a:pt x="163075" y="108012"/>
                  </a:lnTo>
                  <a:lnTo>
                    <a:pt x="161114" y="103068"/>
                  </a:lnTo>
                  <a:lnTo>
                    <a:pt x="158997" y="98189"/>
                  </a:lnTo>
                  <a:lnTo>
                    <a:pt x="156725" y="93380"/>
                  </a:lnTo>
                  <a:lnTo>
                    <a:pt x="154302" y="88645"/>
                  </a:lnTo>
                  <a:lnTo>
                    <a:pt x="151729" y="83990"/>
                  </a:lnTo>
                  <a:lnTo>
                    <a:pt x="149010" y="79419"/>
                  </a:lnTo>
                  <a:lnTo>
                    <a:pt x="146146" y="74937"/>
                  </a:lnTo>
                  <a:lnTo>
                    <a:pt x="143142" y="70548"/>
                  </a:lnTo>
                  <a:lnTo>
                    <a:pt x="139999" y="66257"/>
                  </a:lnTo>
                  <a:lnTo>
                    <a:pt x="136721" y="62068"/>
                  </a:lnTo>
                  <a:lnTo>
                    <a:pt x="133312" y="57986"/>
                  </a:lnTo>
                  <a:lnTo>
                    <a:pt x="129774" y="54014"/>
                  </a:lnTo>
                  <a:lnTo>
                    <a:pt x="126112" y="50157"/>
                  </a:lnTo>
                  <a:lnTo>
                    <a:pt x="122329" y="46418"/>
                  </a:lnTo>
                  <a:lnTo>
                    <a:pt x="118430" y="42801"/>
                  </a:lnTo>
                  <a:lnTo>
                    <a:pt x="114417" y="39311"/>
                  </a:lnTo>
                  <a:lnTo>
                    <a:pt x="110295" y="35949"/>
                  </a:lnTo>
                  <a:lnTo>
                    <a:pt x="106068" y="32721"/>
                  </a:lnTo>
                  <a:lnTo>
                    <a:pt x="101740" y="29628"/>
                  </a:lnTo>
                  <a:lnTo>
                    <a:pt x="97317" y="26675"/>
                  </a:lnTo>
                  <a:lnTo>
                    <a:pt x="92801" y="23864"/>
                  </a:lnTo>
                  <a:lnTo>
                    <a:pt x="88199" y="21198"/>
                  </a:lnTo>
                  <a:lnTo>
                    <a:pt x="83514" y="18680"/>
                  </a:lnTo>
                  <a:lnTo>
                    <a:pt x="78751" y="16313"/>
                  </a:lnTo>
                  <a:lnTo>
                    <a:pt x="73916" y="14098"/>
                  </a:lnTo>
                  <a:lnTo>
                    <a:pt x="69012" y="12038"/>
                  </a:lnTo>
                  <a:lnTo>
                    <a:pt x="64046" y="10134"/>
                  </a:lnTo>
                  <a:lnTo>
                    <a:pt x="59021" y="8390"/>
                  </a:lnTo>
                  <a:lnTo>
                    <a:pt x="53943" y="6807"/>
                  </a:lnTo>
                  <a:lnTo>
                    <a:pt x="48818" y="5386"/>
                  </a:lnTo>
                  <a:lnTo>
                    <a:pt x="43650" y="4129"/>
                  </a:lnTo>
                  <a:lnTo>
                    <a:pt x="38444" y="3037"/>
                  </a:lnTo>
                  <a:lnTo>
                    <a:pt x="33207" y="2111"/>
                  </a:lnTo>
                  <a:lnTo>
                    <a:pt x="27943" y="1352"/>
                  </a:lnTo>
                  <a:lnTo>
                    <a:pt x="22657" y="761"/>
                  </a:lnTo>
                  <a:lnTo>
                    <a:pt x="17355" y="338"/>
                  </a:lnTo>
                  <a:lnTo>
                    <a:pt x="12042" y="84"/>
                  </a:lnTo>
                  <a:lnTo>
                    <a:pt x="6724" y="0"/>
                  </a:lnTo>
                  <a:lnTo>
                    <a:pt x="672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5514037" y="5220472"/>
              <a:ext cx="119098" cy="167167"/>
            </a:xfrm>
            <a:custGeom>
              <a:avLst/>
              <a:pathLst>
                <a:path w="119098" h="167167">
                  <a:moveTo>
                    <a:pt x="119098" y="0"/>
                  </a:moveTo>
                  <a:lnTo>
                    <a:pt x="113575" y="91"/>
                  </a:lnTo>
                  <a:lnTo>
                    <a:pt x="108059" y="364"/>
                  </a:lnTo>
                  <a:lnTo>
                    <a:pt x="102555" y="820"/>
                  </a:lnTo>
                  <a:lnTo>
                    <a:pt x="97069" y="1457"/>
                  </a:lnTo>
                  <a:lnTo>
                    <a:pt x="91606" y="2276"/>
                  </a:lnTo>
                  <a:lnTo>
                    <a:pt x="86174" y="3274"/>
                  </a:lnTo>
                  <a:lnTo>
                    <a:pt x="80778" y="4451"/>
                  </a:lnTo>
                  <a:lnTo>
                    <a:pt x="75424" y="5805"/>
                  </a:lnTo>
                  <a:lnTo>
                    <a:pt x="70117" y="7336"/>
                  </a:lnTo>
                  <a:lnTo>
                    <a:pt x="64864" y="9042"/>
                  </a:lnTo>
                  <a:lnTo>
                    <a:pt x="59670" y="10920"/>
                  </a:lnTo>
                  <a:lnTo>
                    <a:pt x="54540" y="12968"/>
                  </a:lnTo>
                  <a:lnTo>
                    <a:pt x="49482" y="15185"/>
                  </a:lnTo>
                  <a:lnTo>
                    <a:pt x="44499" y="17568"/>
                  </a:lnTo>
                  <a:lnTo>
                    <a:pt x="39598" y="20114"/>
                  </a:lnTo>
                  <a:lnTo>
                    <a:pt x="34783" y="22820"/>
                  </a:lnTo>
                  <a:lnTo>
                    <a:pt x="30061" y="25684"/>
                  </a:lnTo>
                  <a:lnTo>
                    <a:pt x="25435" y="28703"/>
                  </a:lnTo>
                  <a:lnTo>
                    <a:pt x="20912" y="31872"/>
                  </a:lnTo>
                  <a:lnTo>
                    <a:pt x="16497" y="35190"/>
                  </a:lnTo>
                  <a:lnTo>
                    <a:pt x="12193" y="38651"/>
                  </a:lnTo>
                  <a:lnTo>
                    <a:pt x="8006" y="42253"/>
                  </a:lnTo>
                  <a:lnTo>
                    <a:pt x="3940" y="45991"/>
                  </a:lnTo>
                  <a:lnTo>
                    <a:pt x="0" y="49861"/>
                  </a:lnTo>
                  <a:lnTo>
                    <a:pt x="11909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5514037" y="5270334"/>
              <a:ext cx="119098" cy="117305"/>
            </a:xfrm>
            <a:custGeom>
              <a:avLst/>
              <a:pathLst>
                <a:path w="119098" h="117305">
                  <a:moveTo>
                    <a:pt x="0" y="0"/>
                  </a:moveTo>
                  <a:lnTo>
                    <a:pt x="119098" y="1173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5514037" y="5270334"/>
              <a:ext cx="119098" cy="117305"/>
            </a:xfrm>
            <a:custGeom>
              <a:avLst/>
              <a:pathLst>
                <a:path w="119098" h="117305">
                  <a:moveTo>
                    <a:pt x="0" y="0"/>
                  </a:moveTo>
                  <a:lnTo>
                    <a:pt x="119098" y="1173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5514037" y="5270334"/>
              <a:ext cx="119098" cy="117305"/>
            </a:xfrm>
            <a:custGeom>
              <a:avLst/>
              <a:pathLst>
                <a:path w="119098" h="117305">
                  <a:moveTo>
                    <a:pt x="0" y="0"/>
                  </a:moveTo>
                  <a:lnTo>
                    <a:pt x="119098" y="1173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5514037" y="5270334"/>
              <a:ext cx="119098" cy="117305"/>
            </a:xfrm>
            <a:custGeom>
              <a:avLst/>
              <a:pathLst>
                <a:path w="119098" h="117305">
                  <a:moveTo>
                    <a:pt x="0" y="0"/>
                  </a:moveTo>
                  <a:lnTo>
                    <a:pt x="119098" y="1173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5481922" y="5270334"/>
              <a:ext cx="151213" cy="117305"/>
            </a:xfrm>
            <a:custGeom>
              <a:avLst/>
              <a:pathLst>
                <a:path w="151213" h="117305">
                  <a:moveTo>
                    <a:pt x="32115" y="0"/>
                  </a:moveTo>
                  <a:lnTo>
                    <a:pt x="27802" y="4545"/>
                  </a:lnTo>
                  <a:lnTo>
                    <a:pt x="23663" y="9250"/>
                  </a:lnTo>
                  <a:lnTo>
                    <a:pt x="19703" y="14106"/>
                  </a:lnTo>
                  <a:lnTo>
                    <a:pt x="15928" y="19107"/>
                  </a:lnTo>
                  <a:lnTo>
                    <a:pt x="12343" y="24246"/>
                  </a:lnTo>
                  <a:lnTo>
                    <a:pt x="8953" y="29516"/>
                  </a:lnTo>
                  <a:lnTo>
                    <a:pt x="5763" y="34909"/>
                  </a:lnTo>
                  <a:lnTo>
                    <a:pt x="2777" y="40418"/>
                  </a:lnTo>
                  <a:lnTo>
                    <a:pt x="0" y="46035"/>
                  </a:lnTo>
                  <a:lnTo>
                    <a:pt x="151213" y="1173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5465968" y="5220472"/>
              <a:ext cx="334326" cy="334322"/>
            </a:xfrm>
            <a:custGeom>
              <a:avLst/>
              <a:pathLst>
                <a:path w="334326" h="334322">
                  <a:moveTo>
                    <a:pt x="15953" y="95897"/>
                  </a:moveTo>
                  <a:lnTo>
                    <a:pt x="13776" y="100712"/>
                  </a:lnTo>
                  <a:lnTo>
                    <a:pt x="11752" y="105593"/>
                  </a:lnTo>
                  <a:lnTo>
                    <a:pt x="9884" y="110536"/>
                  </a:lnTo>
                  <a:lnTo>
                    <a:pt x="8172" y="115536"/>
                  </a:lnTo>
                  <a:lnTo>
                    <a:pt x="6620" y="120587"/>
                  </a:lnTo>
                  <a:lnTo>
                    <a:pt x="5228" y="125685"/>
                  </a:lnTo>
                  <a:lnTo>
                    <a:pt x="3998" y="130824"/>
                  </a:lnTo>
                  <a:lnTo>
                    <a:pt x="2930" y="135999"/>
                  </a:lnTo>
                  <a:lnTo>
                    <a:pt x="2027" y="141206"/>
                  </a:lnTo>
                  <a:lnTo>
                    <a:pt x="1289" y="146439"/>
                  </a:lnTo>
                  <a:lnTo>
                    <a:pt x="717" y="151692"/>
                  </a:lnTo>
                  <a:lnTo>
                    <a:pt x="311" y="156961"/>
                  </a:lnTo>
                  <a:lnTo>
                    <a:pt x="72" y="162240"/>
                  </a:lnTo>
                  <a:lnTo>
                    <a:pt x="0" y="167523"/>
                  </a:lnTo>
                  <a:lnTo>
                    <a:pt x="94" y="172807"/>
                  </a:lnTo>
                  <a:lnTo>
                    <a:pt x="356" y="178085"/>
                  </a:lnTo>
                  <a:lnTo>
                    <a:pt x="784" y="183352"/>
                  </a:lnTo>
                  <a:lnTo>
                    <a:pt x="1379" y="188603"/>
                  </a:lnTo>
                  <a:lnTo>
                    <a:pt x="2139" y="193832"/>
                  </a:lnTo>
                  <a:lnTo>
                    <a:pt x="3065" y="199035"/>
                  </a:lnTo>
                  <a:lnTo>
                    <a:pt x="4154" y="204205"/>
                  </a:lnTo>
                  <a:lnTo>
                    <a:pt x="5406" y="209339"/>
                  </a:lnTo>
                  <a:lnTo>
                    <a:pt x="6820" y="214431"/>
                  </a:lnTo>
                  <a:lnTo>
                    <a:pt x="8394" y="219476"/>
                  </a:lnTo>
                  <a:lnTo>
                    <a:pt x="10127" y="224468"/>
                  </a:lnTo>
                  <a:lnTo>
                    <a:pt x="12016" y="229403"/>
                  </a:lnTo>
                  <a:lnTo>
                    <a:pt x="14061" y="234276"/>
                  </a:lnTo>
                  <a:lnTo>
                    <a:pt x="16258" y="239081"/>
                  </a:lnTo>
                  <a:lnTo>
                    <a:pt x="18607" y="243815"/>
                  </a:lnTo>
                  <a:lnTo>
                    <a:pt x="21104" y="248472"/>
                  </a:lnTo>
                  <a:lnTo>
                    <a:pt x="23746" y="253048"/>
                  </a:lnTo>
                  <a:lnTo>
                    <a:pt x="26533" y="257539"/>
                  </a:lnTo>
                  <a:lnTo>
                    <a:pt x="29459" y="261938"/>
                  </a:lnTo>
                  <a:lnTo>
                    <a:pt x="32523" y="266244"/>
                  </a:lnTo>
                  <a:lnTo>
                    <a:pt x="35722" y="270450"/>
                  </a:lnTo>
                  <a:lnTo>
                    <a:pt x="39052" y="274553"/>
                  </a:lnTo>
                  <a:lnTo>
                    <a:pt x="42511" y="278549"/>
                  </a:lnTo>
                  <a:lnTo>
                    <a:pt x="46093" y="282433"/>
                  </a:lnTo>
                  <a:lnTo>
                    <a:pt x="49797" y="286202"/>
                  </a:lnTo>
                  <a:lnTo>
                    <a:pt x="53618" y="289852"/>
                  </a:lnTo>
                  <a:lnTo>
                    <a:pt x="57553" y="293380"/>
                  </a:lnTo>
                  <a:lnTo>
                    <a:pt x="61597" y="296782"/>
                  </a:lnTo>
                  <a:lnTo>
                    <a:pt x="65746" y="300054"/>
                  </a:lnTo>
                  <a:lnTo>
                    <a:pt x="69997" y="303193"/>
                  </a:lnTo>
                  <a:lnTo>
                    <a:pt x="74345" y="306196"/>
                  </a:lnTo>
                  <a:lnTo>
                    <a:pt x="78786" y="309060"/>
                  </a:lnTo>
                  <a:lnTo>
                    <a:pt x="83315" y="311783"/>
                  </a:lnTo>
                  <a:lnTo>
                    <a:pt x="87927" y="314361"/>
                  </a:lnTo>
                  <a:lnTo>
                    <a:pt x="92619" y="316792"/>
                  </a:lnTo>
                  <a:lnTo>
                    <a:pt x="97386" y="319074"/>
                  </a:lnTo>
                  <a:lnTo>
                    <a:pt x="102222" y="321203"/>
                  </a:lnTo>
                  <a:lnTo>
                    <a:pt x="107123" y="323179"/>
                  </a:lnTo>
                  <a:lnTo>
                    <a:pt x="112084" y="324999"/>
                  </a:lnTo>
                  <a:lnTo>
                    <a:pt x="117100" y="326661"/>
                  </a:lnTo>
                  <a:lnTo>
                    <a:pt x="122167" y="328164"/>
                  </a:lnTo>
                  <a:lnTo>
                    <a:pt x="127278" y="329506"/>
                  </a:lnTo>
                  <a:lnTo>
                    <a:pt x="132429" y="330685"/>
                  </a:lnTo>
                  <a:lnTo>
                    <a:pt x="137614" y="331702"/>
                  </a:lnTo>
                  <a:lnTo>
                    <a:pt x="142830" y="332553"/>
                  </a:lnTo>
                  <a:lnTo>
                    <a:pt x="148069" y="333240"/>
                  </a:lnTo>
                  <a:lnTo>
                    <a:pt x="153328" y="333761"/>
                  </a:lnTo>
                  <a:lnTo>
                    <a:pt x="158600" y="334115"/>
                  </a:lnTo>
                  <a:lnTo>
                    <a:pt x="163881" y="334302"/>
                  </a:lnTo>
                  <a:lnTo>
                    <a:pt x="169166" y="334322"/>
                  </a:lnTo>
                  <a:lnTo>
                    <a:pt x="174448" y="334176"/>
                  </a:lnTo>
                  <a:lnTo>
                    <a:pt x="179723" y="333862"/>
                  </a:lnTo>
                  <a:lnTo>
                    <a:pt x="184986" y="333382"/>
                  </a:lnTo>
                  <a:lnTo>
                    <a:pt x="190230" y="332736"/>
                  </a:lnTo>
                  <a:lnTo>
                    <a:pt x="195452" y="331924"/>
                  </a:lnTo>
                  <a:lnTo>
                    <a:pt x="200645" y="330948"/>
                  </a:lnTo>
                  <a:lnTo>
                    <a:pt x="205805" y="329808"/>
                  </a:lnTo>
                  <a:lnTo>
                    <a:pt x="210926" y="328505"/>
                  </a:lnTo>
                  <a:lnTo>
                    <a:pt x="216004" y="327041"/>
                  </a:lnTo>
                  <a:lnTo>
                    <a:pt x="221033" y="325418"/>
                  </a:lnTo>
                  <a:lnTo>
                    <a:pt x="226008" y="323636"/>
                  </a:lnTo>
                  <a:lnTo>
                    <a:pt x="230924" y="321698"/>
                  </a:lnTo>
                  <a:lnTo>
                    <a:pt x="235776" y="319606"/>
                  </a:lnTo>
                  <a:lnTo>
                    <a:pt x="240560" y="317361"/>
                  </a:lnTo>
                  <a:lnTo>
                    <a:pt x="245271" y="314966"/>
                  </a:lnTo>
                  <a:lnTo>
                    <a:pt x="249903" y="312424"/>
                  </a:lnTo>
                  <a:lnTo>
                    <a:pt x="254453" y="309736"/>
                  </a:lnTo>
                  <a:lnTo>
                    <a:pt x="258916" y="306906"/>
                  </a:lnTo>
                  <a:lnTo>
                    <a:pt x="263287" y="303936"/>
                  </a:lnTo>
                  <a:lnTo>
                    <a:pt x="267562" y="300830"/>
                  </a:lnTo>
                  <a:lnTo>
                    <a:pt x="271736" y="297590"/>
                  </a:lnTo>
                  <a:lnTo>
                    <a:pt x="275806" y="294220"/>
                  </a:lnTo>
                  <a:lnTo>
                    <a:pt x="279768" y="290722"/>
                  </a:lnTo>
                  <a:lnTo>
                    <a:pt x="283617" y="287102"/>
                  </a:lnTo>
                  <a:lnTo>
                    <a:pt x="287349" y="283361"/>
                  </a:lnTo>
                  <a:lnTo>
                    <a:pt x="290962" y="279504"/>
                  </a:lnTo>
                  <a:lnTo>
                    <a:pt x="294451" y="275535"/>
                  </a:lnTo>
                  <a:lnTo>
                    <a:pt x="297812" y="271458"/>
                  </a:lnTo>
                  <a:lnTo>
                    <a:pt x="301043" y="267277"/>
                  </a:lnTo>
                  <a:lnTo>
                    <a:pt x="304141" y="262995"/>
                  </a:lnTo>
                  <a:lnTo>
                    <a:pt x="307101" y="258618"/>
                  </a:lnTo>
                  <a:lnTo>
                    <a:pt x="309922" y="254149"/>
                  </a:lnTo>
                  <a:lnTo>
                    <a:pt x="312600" y="249594"/>
                  </a:lnTo>
                  <a:lnTo>
                    <a:pt x="315132" y="244956"/>
                  </a:lnTo>
                  <a:lnTo>
                    <a:pt x="317517" y="240240"/>
                  </a:lnTo>
                  <a:lnTo>
                    <a:pt x="319751" y="235452"/>
                  </a:lnTo>
                  <a:lnTo>
                    <a:pt x="321834" y="230595"/>
                  </a:lnTo>
                  <a:lnTo>
                    <a:pt x="323761" y="225674"/>
                  </a:lnTo>
                  <a:lnTo>
                    <a:pt x="325532" y="220696"/>
                  </a:lnTo>
                  <a:lnTo>
                    <a:pt x="327145" y="215663"/>
                  </a:lnTo>
                  <a:lnTo>
                    <a:pt x="328598" y="210583"/>
                  </a:lnTo>
                  <a:lnTo>
                    <a:pt x="329889" y="205459"/>
                  </a:lnTo>
                  <a:lnTo>
                    <a:pt x="331018" y="200296"/>
                  </a:lnTo>
                  <a:lnTo>
                    <a:pt x="331984" y="195101"/>
                  </a:lnTo>
                  <a:lnTo>
                    <a:pt x="332784" y="189877"/>
                  </a:lnTo>
                  <a:lnTo>
                    <a:pt x="333419" y="184631"/>
                  </a:lnTo>
                  <a:lnTo>
                    <a:pt x="333888" y="179368"/>
                  </a:lnTo>
                  <a:lnTo>
                    <a:pt x="334190" y="174092"/>
                  </a:lnTo>
                  <a:lnTo>
                    <a:pt x="334326" y="168810"/>
                  </a:lnTo>
                  <a:lnTo>
                    <a:pt x="334294" y="163525"/>
                  </a:lnTo>
                  <a:lnTo>
                    <a:pt x="334096" y="158245"/>
                  </a:lnTo>
                  <a:lnTo>
                    <a:pt x="333730" y="152973"/>
                  </a:lnTo>
                  <a:lnTo>
                    <a:pt x="333198" y="147716"/>
                  </a:lnTo>
                  <a:lnTo>
                    <a:pt x="332501" y="142477"/>
                  </a:lnTo>
                  <a:lnTo>
                    <a:pt x="331638" y="137264"/>
                  </a:lnTo>
                  <a:lnTo>
                    <a:pt x="330610" y="132080"/>
                  </a:lnTo>
                  <a:lnTo>
                    <a:pt x="329420" y="126932"/>
                  </a:lnTo>
                  <a:lnTo>
                    <a:pt x="328067" y="121824"/>
                  </a:lnTo>
                  <a:lnTo>
                    <a:pt x="326553" y="116761"/>
                  </a:lnTo>
                  <a:lnTo>
                    <a:pt x="324881" y="111748"/>
                  </a:lnTo>
                  <a:lnTo>
                    <a:pt x="323050" y="106791"/>
                  </a:lnTo>
                  <a:lnTo>
                    <a:pt x="321064" y="101894"/>
                  </a:lnTo>
                  <a:lnTo>
                    <a:pt x="318924" y="97062"/>
                  </a:lnTo>
                  <a:lnTo>
                    <a:pt x="316632" y="92301"/>
                  </a:lnTo>
                  <a:lnTo>
                    <a:pt x="314191" y="87614"/>
                  </a:lnTo>
                  <a:lnTo>
                    <a:pt x="311603" y="83007"/>
                  </a:lnTo>
                  <a:lnTo>
                    <a:pt x="308871" y="78484"/>
                  </a:lnTo>
                  <a:lnTo>
                    <a:pt x="305997" y="74049"/>
                  </a:lnTo>
                  <a:lnTo>
                    <a:pt x="302985" y="69707"/>
                  </a:lnTo>
                  <a:lnTo>
                    <a:pt x="299837" y="65463"/>
                  </a:lnTo>
                  <a:lnTo>
                    <a:pt x="296556" y="61321"/>
                  </a:lnTo>
                  <a:lnTo>
                    <a:pt x="293146" y="57284"/>
                  </a:lnTo>
                  <a:lnTo>
                    <a:pt x="289610" y="53357"/>
                  </a:lnTo>
                  <a:lnTo>
                    <a:pt x="285951" y="49544"/>
                  </a:lnTo>
                  <a:lnTo>
                    <a:pt x="282174" y="45848"/>
                  </a:lnTo>
                  <a:lnTo>
                    <a:pt x="278282" y="42274"/>
                  </a:lnTo>
                  <a:lnTo>
                    <a:pt x="274279" y="38824"/>
                  </a:lnTo>
                  <a:lnTo>
                    <a:pt x="270169" y="35503"/>
                  </a:lnTo>
                  <a:lnTo>
                    <a:pt x="265956" y="32313"/>
                  </a:lnTo>
                  <a:lnTo>
                    <a:pt x="261644" y="29258"/>
                  </a:lnTo>
                  <a:lnTo>
                    <a:pt x="257238" y="26341"/>
                  </a:lnTo>
                  <a:lnTo>
                    <a:pt x="252742" y="23564"/>
                  </a:lnTo>
                  <a:lnTo>
                    <a:pt x="248160" y="20931"/>
                  </a:lnTo>
                  <a:lnTo>
                    <a:pt x="243498" y="18444"/>
                  </a:lnTo>
                  <a:lnTo>
                    <a:pt x="238759" y="16106"/>
                  </a:lnTo>
                  <a:lnTo>
                    <a:pt x="233949" y="13918"/>
                  </a:lnTo>
                  <a:lnTo>
                    <a:pt x="229071" y="11884"/>
                  </a:lnTo>
                  <a:lnTo>
                    <a:pt x="224132" y="10005"/>
                  </a:lnTo>
                  <a:lnTo>
                    <a:pt x="219137" y="8283"/>
                  </a:lnTo>
                  <a:lnTo>
                    <a:pt x="214089" y="6720"/>
                  </a:lnTo>
                  <a:lnTo>
                    <a:pt x="208994" y="5317"/>
                  </a:lnTo>
                  <a:lnTo>
                    <a:pt x="203857" y="4076"/>
                  </a:lnTo>
                  <a:lnTo>
                    <a:pt x="198684" y="2998"/>
                  </a:lnTo>
                  <a:lnTo>
                    <a:pt x="193480" y="2083"/>
                  </a:lnTo>
                  <a:lnTo>
                    <a:pt x="188249" y="1334"/>
                  </a:lnTo>
                  <a:lnTo>
                    <a:pt x="182997" y="751"/>
                  </a:lnTo>
                  <a:lnTo>
                    <a:pt x="177729" y="334"/>
                  </a:lnTo>
                  <a:lnTo>
                    <a:pt x="172450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5923537" y="4961274"/>
              <a:ext cx="159302" cy="167167"/>
            </a:xfrm>
            <a:custGeom>
              <a:avLst/>
              <a:pathLst>
                <a:path w="159302" h="167167">
                  <a:moveTo>
                    <a:pt x="159302" y="0"/>
                  </a:moveTo>
                  <a:lnTo>
                    <a:pt x="153890" y="87"/>
                  </a:lnTo>
                  <a:lnTo>
                    <a:pt x="148484" y="350"/>
                  </a:lnTo>
                  <a:lnTo>
                    <a:pt x="143089" y="788"/>
                  </a:lnTo>
                  <a:lnTo>
                    <a:pt x="137711" y="1400"/>
                  </a:lnTo>
                  <a:lnTo>
                    <a:pt x="132355" y="2186"/>
                  </a:lnTo>
                  <a:lnTo>
                    <a:pt x="127028" y="3144"/>
                  </a:lnTo>
                  <a:lnTo>
                    <a:pt x="121735" y="4275"/>
                  </a:lnTo>
                  <a:lnTo>
                    <a:pt x="116481" y="5577"/>
                  </a:lnTo>
                  <a:lnTo>
                    <a:pt x="111272" y="7048"/>
                  </a:lnTo>
                  <a:lnTo>
                    <a:pt x="106114" y="8687"/>
                  </a:lnTo>
                  <a:lnTo>
                    <a:pt x="101011" y="10492"/>
                  </a:lnTo>
                  <a:lnTo>
                    <a:pt x="95969" y="12461"/>
                  </a:lnTo>
                  <a:lnTo>
                    <a:pt x="90994" y="14593"/>
                  </a:lnTo>
                  <a:lnTo>
                    <a:pt x="86090" y="16884"/>
                  </a:lnTo>
                  <a:lnTo>
                    <a:pt x="81263" y="19333"/>
                  </a:lnTo>
                  <a:lnTo>
                    <a:pt x="76518" y="21937"/>
                  </a:lnTo>
                  <a:lnTo>
                    <a:pt x="71860" y="24693"/>
                  </a:lnTo>
                  <a:lnTo>
                    <a:pt x="67293" y="27599"/>
                  </a:lnTo>
                  <a:lnTo>
                    <a:pt x="62823" y="30651"/>
                  </a:lnTo>
                  <a:lnTo>
                    <a:pt x="58454" y="33846"/>
                  </a:lnTo>
                  <a:lnTo>
                    <a:pt x="54190" y="37180"/>
                  </a:lnTo>
                  <a:lnTo>
                    <a:pt x="50037" y="40651"/>
                  </a:lnTo>
                  <a:lnTo>
                    <a:pt x="45999" y="44255"/>
                  </a:lnTo>
                  <a:lnTo>
                    <a:pt x="42079" y="47988"/>
                  </a:lnTo>
                  <a:lnTo>
                    <a:pt x="38282" y="51845"/>
                  </a:lnTo>
                  <a:lnTo>
                    <a:pt x="34612" y="55824"/>
                  </a:lnTo>
                  <a:lnTo>
                    <a:pt x="31072" y="59919"/>
                  </a:lnTo>
                  <a:lnTo>
                    <a:pt x="27668" y="64126"/>
                  </a:lnTo>
                  <a:lnTo>
                    <a:pt x="24401" y="68442"/>
                  </a:lnTo>
                  <a:lnTo>
                    <a:pt x="21275" y="72861"/>
                  </a:lnTo>
                  <a:lnTo>
                    <a:pt x="18294" y="77379"/>
                  </a:lnTo>
                  <a:lnTo>
                    <a:pt x="15462" y="81991"/>
                  </a:lnTo>
                  <a:lnTo>
                    <a:pt x="12779" y="86693"/>
                  </a:lnTo>
                  <a:lnTo>
                    <a:pt x="10251" y="91478"/>
                  </a:lnTo>
                  <a:lnTo>
                    <a:pt x="7879" y="96344"/>
                  </a:lnTo>
                  <a:lnTo>
                    <a:pt x="5665" y="101283"/>
                  </a:lnTo>
                  <a:lnTo>
                    <a:pt x="3613" y="106291"/>
                  </a:lnTo>
                  <a:lnTo>
                    <a:pt x="1724" y="111364"/>
                  </a:lnTo>
                  <a:lnTo>
                    <a:pt x="0" y="116495"/>
                  </a:lnTo>
                  <a:lnTo>
                    <a:pt x="1593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5923537" y="5077769"/>
              <a:ext cx="159302" cy="50672"/>
            </a:xfrm>
            <a:custGeom>
              <a:avLst/>
              <a:pathLst>
                <a:path w="159302" h="50672">
                  <a:moveTo>
                    <a:pt x="0" y="0"/>
                  </a:moveTo>
                  <a:lnTo>
                    <a:pt x="159302" y="506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5923537" y="5077769"/>
              <a:ext cx="159302" cy="50672"/>
            </a:xfrm>
            <a:custGeom>
              <a:avLst/>
              <a:pathLst>
                <a:path w="159302" h="50672">
                  <a:moveTo>
                    <a:pt x="0" y="0"/>
                  </a:moveTo>
                  <a:lnTo>
                    <a:pt x="159302" y="506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5923537" y="5077769"/>
              <a:ext cx="159302" cy="50672"/>
            </a:xfrm>
            <a:custGeom>
              <a:avLst/>
              <a:pathLst>
                <a:path w="159302" h="50672">
                  <a:moveTo>
                    <a:pt x="0" y="0"/>
                  </a:moveTo>
                  <a:lnTo>
                    <a:pt x="159302" y="506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5915688" y="5077769"/>
              <a:ext cx="167152" cy="54552"/>
            </a:xfrm>
            <a:custGeom>
              <a:avLst/>
              <a:pathLst>
                <a:path w="167152" h="54552">
                  <a:moveTo>
                    <a:pt x="7849" y="0"/>
                  </a:moveTo>
                  <a:lnTo>
                    <a:pt x="6093" y="5895"/>
                  </a:lnTo>
                  <a:lnTo>
                    <a:pt x="4554" y="11850"/>
                  </a:lnTo>
                  <a:lnTo>
                    <a:pt x="3236" y="17858"/>
                  </a:lnTo>
                  <a:lnTo>
                    <a:pt x="2140" y="23911"/>
                  </a:lnTo>
                  <a:lnTo>
                    <a:pt x="1267" y="30000"/>
                  </a:lnTo>
                  <a:lnTo>
                    <a:pt x="619" y="36117"/>
                  </a:lnTo>
                  <a:lnTo>
                    <a:pt x="196" y="42253"/>
                  </a:lnTo>
                  <a:lnTo>
                    <a:pt x="0" y="48401"/>
                  </a:lnTo>
                  <a:lnTo>
                    <a:pt x="29" y="54552"/>
                  </a:lnTo>
                  <a:lnTo>
                    <a:pt x="167152" y="506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5915718" y="4961274"/>
              <a:ext cx="334274" cy="334332"/>
            </a:xfrm>
            <a:custGeom>
              <a:avLst/>
              <a:pathLst>
                <a:path w="334274" h="334332">
                  <a:moveTo>
                    <a:pt x="0" y="171047"/>
                  </a:moveTo>
                  <a:lnTo>
                    <a:pt x="206" y="176339"/>
                  </a:lnTo>
                  <a:lnTo>
                    <a:pt x="581" y="181622"/>
                  </a:lnTo>
                  <a:lnTo>
                    <a:pt x="1122" y="186891"/>
                  </a:lnTo>
                  <a:lnTo>
                    <a:pt x="1830" y="192140"/>
                  </a:lnTo>
                  <a:lnTo>
                    <a:pt x="2704" y="197363"/>
                  </a:lnTo>
                  <a:lnTo>
                    <a:pt x="3743" y="202557"/>
                  </a:lnTo>
                  <a:lnTo>
                    <a:pt x="4946" y="207714"/>
                  </a:lnTo>
                  <a:lnTo>
                    <a:pt x="6312" y="212831"/>
                  </a:lnTo>
                  <a:lnTo>
                    <a:pt x="7840" y="217903"/>
                  </a:lnTo>
                  <a:lnTo>
                    <a:pt x="9527" y="222923"/>
                  </a:lnTo>
                  <a:lnTo>
                    <a:pt x="11372" y="227887"/>
                  </a:lnTo>
                  <a:lnTo>
                    <a:pt x="13374" y="232791"/>
                  </a:lnTo>
                  <a:lnTo>
                    <a:pt x="15530" y="237628"/>
                  </a:lnTo>
                  <a:lnTo>
                    <a:pt x="17838" y="242395"/>
                  </a:lnTo>
                  <a:lnTo>
                    <a:pt x="20296" y="247086"/>
                  </a:lnTo>
                  <a:lnTo>
                    <a:pt x="22901" y="251698"/>
                  </a:lnTo>
                  <a:lnTo>
                    <a:pt x="25652" y="256224"/>
                  </a:lnTo>
                  <a:lnTo>
                    <a:pt x="28544" y="260661"/>
                  </a:lnTo>
                  <a:lnTo>
                    <a:pt x="31575" y="265004"/>
                  </a:lnTo>
                  <a:lnTo>
                    <a:pt x="34742" y="269248"/>
                  </a:lnTo>
                  <a:lnTo>
                    <a:pt x="38043" y="273391"/>
                  </a:lnTo>
                  <a:lnTo>
                    <a:pt x="41472" y="277426"/>
                  </a:lnTo>
                  <a:lnTo>
                    <a:pt x="45028" y="281351"/>
                  </a:lnTo>
                  <a:lnTo>
                    <a:pt x="48707" y="285162"/>
                  </a:lnTo>
                  <a:lnTo>
                    <a:pt x="52504" y="288854"/>
                  </a:lnTo>
                  <a:lnTo>
                    <a:pt x="56416" y="292424"/>
                  </a:lnTo>
                  <a:lnTo>
                    <a:pt x="60440" y="295868"/>
                  </a:lnTo>
                  <a:lnTo>
                    <a:pt x="64570" y="299183"/>
                  </a:lnTo>
                  <a:lnTo>
                    <a:pt x="68804" y="302365"/>
                  </a:lnTo>
                  <a:lnTo>
                    <a:pt x="73136" y="305412"/>
                  </a:lnTo>
                  <a:lnTo>
                    <a:pt x="77563" y="308320"/>
                  </a:lnTo>
                  <a:lnTo>
                    <a:pt x="82079" y="311086"/>
                  </a:lnTo>
                  <a:lnTo>
                    <a:pt x="86681" y="313708"/>
                  </a:lnTo>
                  <a:lnTo>
                    <a:pt x="91363" y="316182"/>
                  </a:lnTo>
                  <a:lnTo>
                    <a:pt x="96122" y="318508"/>
                  </a:lnTo>
                  <a:lnTo>
                    <a:pt x="100952" y="320681"/>
                  </a:lnTo>
                  <a:lnTo>
                    <a:pt x="105848" y="322700"/>
                  </a:lnTo>
                  <a:lnTo>
                    <a:pt x="110806" y="324563"/>
                  </a:lnTo>
                  <a:lnTo>
                    <a:pt x="115820" y="326268"/>
                  </a:lnTo>
                  <a:lnTo>
                    <a:pt x="120886" y="327813"/>
                  </a:lnTo>
                  <a:lnTo>
                    <a:pt x="125998" y="329197"/>
                  </a:lnTo>
                  <a:lnTo>
                    <a:pt x="131152" y="330419"/>
                  </a:lnTo>
                  <a:lnTo>
                    <a:pt x="136341" y="331476"/>
                  </a:lnTo>
                  <a:lnTo>
                    <a:pt x="141562" y="332369"/>
                  </a:lnTo>
                  <a:lnTo>
                    <a:pt x="146808" y="333096"/>
                  </a:lnTo>
                  <a:lnTo>
                    <a:pt x="152074" y="333656"/>
                  </a:lnTo>
                  <a:lnTo>
                    <a:pt x="157356" y="334049"/>
                  </a:lnTo>
                  <a:lnTo>
                    <a:pt x="162648" y="334274"/>
                  </a:lnTo>
                  <a:lnTo>
                    <a:pt x="167943" y="334332"/>
                  </a:lnTo>
                  <a:lnTo>
                    <a:pt x="173239" y="334222"/>
                  </a:lnTo>
                  <a:lnTo>
                    <a:pt x="178528" y="333945"/>
                  </a:lnTo>
                  <a:lnTo>
                    <a:pt x="183805" y="333500"/>
                  </a:lnTo>
                  <a:lnTo>
                    <a:pt x="189066" y="332888"/>
                  </a:lnTo>
                  <a:lnTo>
                    <a:pt x="194305" y="332110"/>
                  </a:lnTo>
                  <a:lnTo>
                    <a:pt x="199516" y="331166"/>
                  </a:lnTo>
                  <a:lnTo>
                    <a:pt x="204695" y="330057"/>
                  </a:lnTo>
                  <a:lnTo>
                    <a:pt x="209836" y="328785"/>
                  </a:lnTo>
                  <a:lnTo>
                    <a:pt x="214935" y="327351"/>
                  </a:lnTo>
                  <a:lnTo>
                    <a:pt x="219985" y="325756"/>
                  </a:lnTo>
                  <a:lnTo>
                    <a:pt x="224982" y="324002"/>
                  </a:lnTo>
                  <a:lnTo>
                    <a:pt x="229921" y="322090"/>
                  </a:lnTo>
                  <a:lnTo>
                    <a:pt x="234798" y="320023"/>
                  </a:lnTo>
                  <a:lnTo>
                    <a:pt x="239606" y="317802"/>
                  </a:lnTo>
                  <a:lnTo>
                    <a:pt x="244341" y="315431"/>
                  </a:lnTo>
                  <a:lnTo>
                    <a:pt x="248999" y="312910"/>
                  </a:lnTo>
                  <a:lnTo>
                    <a:pt x="253575" y="310243"/>
                  </a:lnTo>
                  <a:lnTo>
                    <a:pt x="258064" y="307433"/>
                  </a:lnTo>
                  <a:lnTo>
                    <a:pt x="262462" y="304481"/>
                  </a:lnTo>
                  <a:lnTo>
                    <a:pt x="266764" y="301392"/>
                  </a:lnTo>
                  <a:lnTo>
                    <a:pt x="270966" y="298168"/>
                  </a:lnTo>
                  <a:lnTo>
                    <a:pt x="275064" y="294813"/>
                  </a:lnTo>
                  <a:lnTo>
                    <a:pt x="279053" y="291329"/>
                  </a:lnTo>
                  <a:lnTo>
                    <a:pt x="282930" y="287721"/>
                  </a:lnTo>
                  <a:lnTo>
                    <a:pt x="286691" y="283992"/>
                  </a:lnTo>
                  <a:lnTo>
                    <a:pt x="290332" y="280146"/>
                  </a:lnTo>
                  <a:lnTo>
                    <a:pt x="293849" y="276186"/>
                  </a:lnTo>
                  <a:lnTo>
                    <a:pt x="297239" y="272117"/>
                  </a:lnTo>
                  <a:lnTo>
                    <a:pt x="300498" y="267942"/>
                  </a:lnTo>
                  <a:lnTo>
                    <a:pt x="303624" y="263667"/>
                  </a:lnTo>
                  <a:lnTo>
                    <a:pt x="306612" y="259294"/>
                  </a:lnTo>
                  <a:lnTo>
                    <a:pt x="309461" y="254829"/>
                  </a:lnTo>
                  <a:lnTo>
                    <a:pt x="312166" y="250276"/>
                  </a:lnTo>
                  <a:lnTo>
                    <a:pt x="314726" y="245639"/>
                  </a:lnTo>
                  <a:lnTo>
                    <a:pt x="317138" y="240924"/>
                  </a:lnTo>
                  <a:lnTo>
                    <a:pt x="319399" y="236135"/>
                  </a:lnTo>
                  <a:lnTo>
                    <a:pt x="321508" y="231276"/>
                  </a:lnTo>
                  <a:lnTo>
                    <a:pt x="323461" y="226354"/>
                  </a:lnTo>
                  <a:lnTo>
                    <a:pt x="325257" y="221371"/>
                  </a:lnTo>
                  <a:lnTo>
                    <a:pt x="326895" y="216335"/>
                  </a:lnTo>
                  <a:lnTo>
                    <a:pt x="328373" y="211249"/>
                  </a:lnTo>
                  <a:lnTo>
                    <a:pt x="329688" y="206118"/>
                  </a:lnTo>
                  <a:lnTo>
                    <a:pt x="330840" y="200949"/>
                  </a:lnTo>
                  <a:lnTo>
                    <a:pt x="331828" y="195746"/>
                  </a:lnTo>
                  <a:lnTo>
                    <a:pt x="332651" y="190514"/>
                  </a:lnTo>
                  <a:lnTo>
                    <a:pt x="333308" y="185258"/>
                  </a:lnTo>
                  <a:lnTo>
                    <a:pt x="333797" y="179985"/>
                  </a:lnTo>
                  <a:lnTo>
                    <a:pt x="334120" y="174698"/>
                  </a:lnTo>
                  <a:lnTo>
                    <a:pt x="334274" y="169404"/>
                  </a:lnTo>
                  <a:lnTo>
                    <a:pt x="334261" y="164108"/>
                  </a:lnTo>
                  <a:lnTo>
                    <a:pt x="334081" y="158815"/>
                  </a:lnTo>
                  <a:lnTo>
                    <a:pt x="333732" y="153530"/>
                  </a:lnTo>
                  <a:lnTo>
                    <a:pt x="333217" y="148259"/>
                  </a:lnTo>
                  <a:lnTo>
                    <a:pt x="332534" y="143007"/>
                  </a:lnTo>
                  <a:lnTo>
                    <a:pt x="331686" y="137779"/>
                  </a:lnTo>
                  <a:lnTo>
                    <a:pt x="330672" y="132581"/>
                  </a:lnTo>
                  <a:lnTo>
                    <a:pt x="329495" y="127417"/>
                  </a:lnTo>
                  <a:lnTo>
                    <a:pt x="328154" y="122293"/>
                  </a:lnTo>
                  <a:lnTo>
                    <a:pt x="326652" y="117215"/>
                  </a:lnTo>
                  <a:lnTo>
                    <a:pt x="324989" y="112186"/>
                  </a:lnTo>
                  <a:lnTo>
                    <a:pt x="323168" y="107213"/>
                  </a:lnTo>
                  <a:lnTo>
                    <a:pt x="321191" y="102300"/>
                  </a:lnTo>
                  <a:lnTo>
                    <a:pt x="319058" y="97451"/>
                  </a:lnTo>
                  <a:lnTo>
                    <a:pt x="316774" y="92673"/>
                  </a:lnTo>
                  <a:lnTo>
                    <a:pt x="314339" y="87970"/>
                  </a:lnTo>
                  <a:lnTo>
                    <a:pt x="311756" y="83346"/>
                  </a:lnTo>
                  <a:lnTo>
                    <a:pt x="309028" y="78806"/>
                  </a:lnTo>
                  <a:lnTo>
                    <a:pt x="306158" y="74355"/>
                  </a:lnTo>
                  <a:lnTo>
                    <a:pt x="303148" y="69998"/>
                  </a:lnTo>
                  <a:lnTo>
                    <a:pt x="300001" y="65737"/>
                  </a:lnTo>
                  <a:lnTo>
                    <a:pt x="296722" y="61579"/>
                  </a:lnTo>
                  <a:lnTo>
                    <a:pt x="293312" y="57526"/>
                  </a:lnTo>
                  <a:lnTo>
                    <a:pt x="289775" y="53584"/>
                  </a:lnTo>
                  <a:lnTo>
                    <a:pt x="286116" y="49755"/>
                  </a:lnTo>
                  <a:lnTo>
                    <a:pt x="282336" y="46045"/>
                  </a:lnTo>
                  <a:lnTo>
                    <a:pt x="278442" y="42456"/>
                  </a:lnTo>
                  <a:lnTo>
                    <a:pt x="274435" y="38992"/>
                  </a:lnTo>
                  <a:lnTo>
                    <a:pt x="270321" y="35657"/>
                  </a:lnTo>
                  <a:lnTo>
                    <a:pt x="266103" y="32454"/>
                  </a:lnTo>
                  <a:lnTo>
                    <a:pt x="261786" y="29386"/>
                  </a:lnTo>
                  <a:lnTo>
                    <a:pt x="257374" y="26456"/>
                  </a:lnTo>
                  <a:lnTo>
                    <a:pt x="252871" y="23668"/>
                  </a:lnTo>
                  <a:lnTo>
                    <a:pt x="248282" y="21023"/>
                  </a:lnTo>
                  <a:lnTo>
                    <a:pt x="243612" y="18526"/>
                  </a:lnTo>
                  <a:lnTo>
                    <a:pt x="238865" y="16177"/>
                  </a:lnTo>
                  <a:lnTo>
                    <a:pt x="234046" y="13980"/>
                  </a:lnTo>
                  <a:lnTo>
                    <a:pt x="229159" y="11937"/>
                  </a:lnTo>
                  <a:lnTo>
                    <a:pt x="224211" y="10050"/>
                  </a:lnTo>
                  <a:lnTo>
                    <a:pt x="219205" y="8320"/>
                  </a:lnTo>
                  <a:lnTo>
                    <a:pt x="214147" y="6750"/>
                  </a:lnTo>
                  <a:lnTo>
                    <a:pt x="209041" y="5341"/>
                  </a:lnTo>
                  <a:lnTo>
                    <a:pt x="203894" y="4094"/>
                  </a:lnTo>
                  <a:lnTo>
                    <a:pt x="198710" y="3011"/>
                  </a:lnTo>
                  <a:lnTo>
                    <a:pt x="193494" y="2093"/>
                  </a:lnTo>
                  <a:lnTo>
                    <a:pt x="188251" y="1340"/>
                  </a:lnTo>
                  <a:lnTo>
                    <a:pt x="182987" y="754"/>
                  </a:lnTo>
                  <a:lnTo>
                    <a:pt x="177708" y="335"/>
                  </a:lnTo>
                  <a:lnTo>
                    <a:pt x="172417" y="83"/>
                  </a:lnTo>
                  <a:lnTo>
                    <a:pt x="167122" y="0"/>
                  </a:lnTo>
                  <a:lnTo>
                    <a:pt x="16712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293389" y="4605529"/>
              <a:ext cx="327461" cy="334326"/>
            </a:xfrm>
            <a:custGeom>
              <a:avLst/>
              <a:pathLst>
                <a:path w="327461" h="334326">
                  <a:moveTo>
                    <a:pt x="167157" y="0"/>
                  </a:moveTo>
                  <a:lnTo>
                    <a:pt x="161836" y="84"/>
                  </a:lnTo>
                  <a:lnTo>
                    <a:pt x="156521" y="338"/>
                  </a:lnTo>
                  <a:lnTo>
                    <a:pt x="151217" y="761"/>
                  </a:lnTo>
                  <a:lnTo>
                    <a:pt x="145928" y="1353"/>
                  </a:lnTo>
                  <a:lnTo>
                    <a:pt x="140662" y="2113"/>
                  </a:lnTo>
                  <a:lnTo>
                    <a:pt x="135422" y="3039"/>
                  </a:lnTo>
                  <a:lnTo>
                    <a:pt x="130214" y="4133"/>
                  </a:lnTo>
                  <a:lnTo>
                    <a:pt x="125043" y="5391"/>
                  </a:lnTo>
                  <a:lnTo>
                    <a:pt x="119916" y="6813"/>
                  </a:lnTo>
                  <a:lnTo>
                    <a:pt x="114836" y="8398"/>
                  </a:lnTo>
                  <a:lnTo>
                    <a:pt x="109809" y="10144"/>
                  </a:lnTo>
                  <a:lnTo>
                    <a:pt x="104841" y="12049"/>
                  </a:lnTo>
                  <a:lnTo>
                    <a:pt x="99935" y="14111"/>
                  </a:lnTo>
                  <a:lnTo>
                    <a:pt x="95098" y="16328"/>
                  </a:lnTo>
                  <a:lnTo>
                    <a:pt x="90333" y="18698"/>
                  </a:lnTo>
                  <a:lnTo>
                    <a:pt x="85647" y="21218"/>
                  </a:lnTo>
                  <a:lnTo>
                    <a:pt x="81043" y="23887"/>
                  </a:lnTo>
                  <a:lnTo>
                    <a:pt x="76526" y="26700"/>
                  </a:lnTo>
                  <a:lnTo>
                    <a:pt x="72101" y="29656"/>
                  </a:lnTo>
                  <a:lnTo>
                    <a:pt x="67772" y="32751"/>
                  </a:lnTo>
                  <a:lnTo>
                    <a:pt x="63545" y="35982"/>
                  </a:lnTo>
                  <a:lnTo>
                    <a:pt x="59422" y="39346"/>
                  </a:lnTo>
                  <a:lnTo>
                    <a:pt x="55408" y="42840"/>
                  </a:lnTo>
                  <a:lnTo>
                    <a:pt x="51508" y="46460"/>
                  </a:lnTo>
                  <a:lnTo>
                    <a:pt x="47724" y="50202"/>
                  </a:lnTo>
                  <a:lnTo>
                    <a:pt x="44062" y="54063"/>
                  </a:lnTo>
                  <a:lnTo>
                    <a:pt x="40525" y="58038"/>
                  </a:lnTo>
                  <a:lnTo>
                    <a:pt x="37115" y="62123"/>
                  </a:lnTo>
                  <a:lnTo>
                    <a:pt x="33838" y="66316"/>
                  </a:lnTo>
                  <a:lnTo>
                    <a:pt x="30696" y="70610"/>
                  </a:lnTo>
                  <a:lnTo>
                    <a:pt x="27691" y="75002"/>
                  </a:lnTo>
                  <a:lnTo>
                    <a:pt x="24829" y="79488"/>
                  </a:lnTo>
                  <a:lnTo>
                    <a:pt x="22110" y="84062"/>
                  </a:lnTo>
                  <a:lnTo>
                    <a:pt x="19539" y="88721"/>
                  </a:lnTo>
                  <a:lnTo>
                    <a:pt x="17117" y="93459"/>
                  </a:lnTo>
                  <a:lnTo>
                    <a:pt x="14847" y="98272"/>
                  </a:lnTo>
                  <a:lnTo>
                    <a:pt x="12731" y="103155"/>
                  </a:lnTo>
                  <a:lnTo>
                    <a:pt x="10772" y="108102"/>
                  </a:lnTo>
                  <a:lnTo>
                    <a:pt x="8971" y="113109"/>
                  </a:lnTo>
                  <a:lnTo>
                    <a:pt x="7331" y="118172"/>
                  </a:lnTo>
                  <a:lnTo>
                    <a:pt x="5852" y="123283"/>
                  </a:lnTo>
                  <a:lnTo>
                    <a:pt x="4537" y="128440"/>
                  </a:lnTo>
                  <a:lnTo>
                    <a:pt x="3387" y="133635"/>
                  </a:lnTo>
                  <a:lnTo>
                    <a:pt x="2403" y="138865"/>
                  </a:lnTo>
                  <a:lnTo>
                    <a:pt x="1585" y="144123"/>
                  </a:lnTo>
                  <a:lnTo>
                    <a:pt x="936" y="149404"/>
                  </a:lnTo>
                  <a:lnTo>
                    <a:pt x="455" y="154704"/>
                  </a:lnTo>
                  <a:lnTo>
                    <a:pt x="142" y="160016"/>
                  </a:lnTo>
                  <a:lnTo>
                    <a:pt x="0" y="165335"/>
                  </a:lnTo>
                  <a:lnTo>
                    <a:pt x="26" y="170656"/>
                  </a:lnTo>
                  <a:lnTo>
                    <a:pt x="222" y="175974"/>
                  </a:lnTo>
                  <a:lnTo>
                    <a:pt x="587" y="181283"/>
                  </a:lnTo>
                  <a:lnTo>
                    <a:pt x="1120" y="186577"/>
                  </a:lnTo>
                  <a:lnTo>
                    <a:pt x="1822" y="191852"/>
                  </a:lnTo>
                  <a:lnTo>
                    <a:pt x="2692" y="197102"/>
                  </a:lnTo>
                  <a:lnTo>
                    <a:pt x="3728" y="202321"/>
                  </a:lnTo>
                  <a:lnTo>
                    <a:pt x="4929" y="207505"/>
                  </a:lnTo>
                  <a:lnTo>
                    <a:pt x="6295" y="212648"/>
                  </a:lnTo>
                  <a:lnTo>
                    <a:pt x="7825" y="217745"/>
                  </a:lnTo>
                  <a:lnTo>
                    <a:pt x="9515" y="222791"/>
                  </a:lnTo>
                  <a:lnTo>
                    <a:pt x="11365" y="227780"/>
                  </a:lnTo>
                  <a:lnTo>
                    <a:pt x="13373" y="232708"/>
                  </a:lnTo>
                  <a:lnTo>
                    <a:pt x="15537" y="237569"/>
                  </a:lnTo>
                  <a:lnTo>
                    <a:pt x="17855" y="242359"/>
                  </a:lnTo>
                  <a:lnTo>
                    <a:pt x="20324" y="247073"/>
                  </a:lnTo>
                  <a:lnTo>
                    <a:pt x="22941" y="251706"/>
                  </a:lnTo>
                  <a:lnTo>
                    <a:pt x="25705" y="256253"/>
                  </a:lnTo>
                  <a:lnTo>
                    <a:pt x="28612" y="260710"/>
                  </a:lnTo>
                  <a:lnTo>
                    <a:pt x="31660" y="265073"/>
                  </a:lnTo>
                  <a:lnTo>
                    <a:pt x="34845" y="269336"/>
                  </a:lnTo>
                  <a:lnTo>
                    <a:pt x="38164" y="273495"/>
                  </a:lnTo>
                  <a:lnTo>
                    <a:pt x="41613" y="277547"/>
                  </a:lnTo>
                  <a:lnTo>
                    <a:pt x="45190" y="281487"/>
                  </a:lnTo>
                  <a:lnTo>
                    <a:pt x="48890" y="285311"/>
                  </a:lnTo>
                  <a:lnTo>
                    <a:pt x="52710" y="289015"/>
                  </a:lnTo>
                  <a:lnTo>
                    <a:pt x="56647" y="292596"/>
                  </a:lnTo>
                  <a:lnTo>
                    <a:pt x="60695" y="296050"/>
                  </a:lnTo>
                  <a:lnTo>
                    <a:pt x="64851" y="299373"/>
                  </a:lnTo>
                  <a:lnTo>
                    <a:pt x="69110" y="302562"/>
                  </a:lnTo>
                  <a:lnTo>
                    <a:pt x="73470" y="305614"/>
                  </a:lnTo>
                  <a:lnTo>
                    <a:pt x="77923" y="308526"/>
                  </a:lnTo>
                  <a:lnTo>
                    <a:pt x="82468" y="311294"/>
                  </a:lnTo>
                  <a:lnTo>
                    <a:pt x="87098" y="313917"/>
                  </a:lnTo>
                  <a:lnTo>
                    <a:pt x="91809" y="316391"/>
                  </a:lnTo>
                  <a:lnTo>
                    <a:pt x="96597" y="318713"/>
                  </a:lnTo>
                  <a:lnTo>
                    <a:pt x="101456" y="320882"/>
                  </a:lnTo>
                  <a:lnTo>
                    <a:pt x="106382" y="322895"/>
                  </a:lnTo>
                  <a:lnTo>
                    <a:pt x="111369" y="324751"/>
                  </a:lnTo>
                  <a:lnTo>
                    <a:pt x="116413" y="326447"/>
                  </a:lnTo>
                  <a:lnTo>
                    <a:pt x="121508" y="327981"/>
                  </a:lnTo>
                  <a:lnTo>
                    <a:pt x="126650" y="329352"/>
                  </a:lnTo>
                  <a:lnTo>
                    <a:pt x="131833" y="330560"/>
                  </a:lnTo>
                  <a:lnTo>
                    <a:pt x="137051" y="331601"/>
                  </a:lnTo>
                  <a:lnTo>
                    <a:pt x="142300" y="332476"/>
                  </a:lnTo>
                  <a:lnTo>
                    <a:pt x="147574" y="333183"/>
                  </a:lnTo>
                  <a:lnTo>
                    <a:pt x="152868" y="333723"/>
                  </a:lnTo>
                  <a:lnTo>
                    <a:pt x="158176" y="334093"/>
                  </a:lnTo>
                  <a:lnTo>
                    <a:pt x="163494" y="334294"/>
                  </a:lnTo>
                  <a:lnTo>
                    <a:pt x="168815" y="334326"/>
                  </a:lnTo>
                  <a:lnTo>
                    <a:pt x="174134" y="334189"/>
                  </a:lnTo>
                  <a:lnTo>
                    <a:pt x="179447" y="333882"/>
                  </a:lnTo>
                  <a:lnTo>
                    <a:pt x="184747" y="333406"/>
                  </a:lnTo>
                  <a:lnTo>
                    <a:pt x="190029" y="332762"/>
                  </a:lnTo>
                  <a:lnTo>
                    <a:pt x="195288" y="331950"/>
                  </a:lnTo>
                  <a:lnTo>
                    <a:pt x="200518" y="330972"/>
                  </a:lnTo>
                  <a:lnTo>
                    <a:pt x="205715" y="329827"/>
                  </a:lnTo>
                  <a:lnTo>
                    <a:pt x="210873" y="328517"/>
                  </a:lnTo>
                  <a:lnTo>
                    <a:pt x="215986" y="327044"/>
                  </a:lnTo>
                  <a:lnTo>
                    <a:pt x="221050" y="325409"/>
                  </a:lnTo>
                  <a:lnTo>
                    <a:pt x="226059" y="323613"/>
                  </a:lnTo>
                  <a:lnTo>
                    <a:pt x="231009" y="321659"/>
                  </a:lnTo>
                  <a:lnTo>
                    <a:pt x="235893" y="319549"/>
                  </a:lnTo>
                  <a:lnTo>
                    <a:pt x="240709" y="317284"/>
                  </a:lnTo>
                  <a:lnTo>
                    <a:pt x="245449" y="314867"/>
                  </a:lnTo>
                  <a:lnTo>
                    <a:pt x="250111" y="312300"/>
                  </a:lnTo>
                  <a:lnTo>
                    <a:pt x="254688" y="309586"/>
                  </a:lnTo>
                  <a:lnTo>
                    <a:pt x="259177" y="306728"/>
                  </a:lnTo>
                  <a:lnTo>
                    <a:pt x="263572" y="303729"/>
                  </a:lnTo>
                  <a:lnTo>
                    <a:pt x="267870" y="300591"/>
                  </a:lnTo>
                  <a:lnTo>
                    <a:pt x="272065" y="297318"/>
                  </a:lnTo>
                  <a:lnTo>
                    <a:pt x="276154" y="293913"/>
                  </a:lnTo>
                  <a:lnTo>
                    <a:pt x="280133" y="290379"/>
                  </a:lnTo>
                  <a:lnTo>
                    <a:pt x="283998" y="286721"/>
                  </a:lnTo>
                  <a:lnTo>
                    <a:pt x="287744" y="282942"/>
                  </a:lnTo>
                  <a:lnTo>
                    <a:pt x="291367" y="279045"/>
                  </a:lnTo>
                  <a:lnTo>
                    <a:pt x="294865" y="275035"/>
                  </a:lnTo>
                  <a:lnTo>
                    <a:pt x="298234" y="270916"/>
                  </a:lnTo>
                  <a:lnTo>
                    <a:pt x="301470" y="266691"/>
                  </a:lnTo>
                  <a:lnTo>
                    <a:pt x="304569" y="262366"/>
                  </a:lnTo>
                  <a:lnTo>
                    <a:pt x="307530" y="257944"/>
                  </a:lnTo>
                  <a:lnTo>
                    <a:pt x="310348" y="253430"/>
                  </a:lnTo>
                  <a:lnTo>
                    <a:pt x="313021" y="248829"/>
                  </a:lnTo>
                  <a:lnTo>
                    <a:pt x="315546" y="244145"/>
                  </a:lnTo>
                  <a:lnTo>
                    <a:pt x="317921" y="239383"/>
                  </a:lnTo>
                  <a:lnTo>
                    <a:pt x="320143" y="234548"/>
                  </a:lnTo>
                  <a:lnTo>
                    <a:pt x="322210" y="229645"/>
                  </a:lnTo>
                  <a:lnTo>
                    <a:pt x="324120" y="224678"/>
                  </a:lnTo>
                  <a:lnTo>
                    <a:pt x="325871" y="219653"/>
                  </a:lnTo>
                  <a:lnTo>
                    <a:pt x="327461" y="214575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460546" y="4772696"/>
              <a:ext cx="160304" cy="47407"/>
            </a:xfrm>
            <a:custGeom>
              <a:avLst/>
              <a:pathLst>
                <a:path w="160304" h="47407">
                  <a:moveTo>
                    <a:pt x="160304" y="474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460546" y="4772696"/>
              <a:ext cx="160304" cy="47407"/>
            </a:xfrm>
            <a:custGeom>
              <a:avLst/>
              <a:pathLst>
                <a:path w="160304" h="47407">
                  <a:moveTo>
                    <a:pt x="160304" y="4740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460546" y="4676500"/>
              <a:ext cx="167153" cy="143604"/>
            </a:xfrm>
            <a:custGeom>
              <a:avLst/>
              <a:pathLst>
                <a:path w="167153" h="143604">
                  <a:moveTo>
                    <a:pt x="160304" y="143604"/>
                  </a:moveTo>
                  <a:lnTo>
                    <a:pt x="161796" y="138231"/>
                  </a:lnTo>
                  <a:lnTo>
                    <a:pt x="163108" y="132811"/>
                  </a:lnTo>
                  <a:lnTo>
                    <a:pt x="164238" y="127350"/>
                  </a:lnTo>
                  <a:lnTo>
                    <a:pt x="165186" y="121855"/>
                  </a:lnTo>
                  <a:lnTo>
                    <a:pt x="165950" y="116331"/>
                  </a:lnTo>
                  <a:lnTo>
                    <a:pt x="166529" y="110785"/>
                  </a:lnTo>
                  <a:lnTo>
                    <a:pt x="166923" y="105223"/>
                  </a:lnTo>
                  <a:lnTo>
                    <a:pt x="167131" y="99651"/>
                  </a:lnTo>
                  <a:lnTo>
                    <a:pt x="167153" y="94074"/>
                  </a:lnTo>
                  <a:lnTo>
                    <a:pt x="166990" y="88501"/>
                  </a:lnTo>
                  <a:lnTo>
                    <a:pt x="166640" y="82935"/>
                  </a:lnTo>
                  <a:lnTo>
                    <a:pt x="166105" y="77385"/>
                  </a:lnTo>
                  <a:lnTo>
                    <a:pt x="165385" y="71855"/>
                  </a:lnTo>
                  <a:lnTo>
                    <a:pt x="164482" y="66352"/>
                  </a:lnTo>
                  <a:lnTo>
                    <a:pt x="163395" y="60883"/>
                  </a:lnTo>
                  <a:lnTo>
                    <a:pt x="162126" y="55453"/>
                  </a:lnTo>
                  <a:lnTo>
                    <a:pt x="160677" y="50068"/>
                  </a:lnTo>
                  <a:lnTo>
                    <a:pt x="159049" y="44735"/>
                  </a:lnTo>
                  <a:lnTo>
                    <a:pt x="157244" y="39459"/>
                  </a:lnTo>
                  <a:lnTo>
                    <a:pt x="155264" y="34246"/>
                  </a:lnTo>
                  <a:lnTo>
                    <a:pt x="153112" y="29102"/>
                  </a:lnTo>
                  <a:lnTo>
                    <a:pt x="150789" y="24032"/>
                  </a:lnTo>
                  <a:lnTo>
                    <a:pt x="148298" y="19043"/>
                  </a:lnTo>
                  <a:lnTo>
                    <a:pt x="145642" y="14140"/>
                  </a:lnTo>
                  <a:lnTo>
                    <a:pt x="142825" y="9328"/>
                  </a:lnTo>
                  <a:lnTo>
                    <a:pt x="139848" y="4613"/>
                  </a:lnTo>
                  <a:lnTo>
                    <a:pt x="136715" y="0"/>
                  </a:lnTo>
                  <a:lnTo>
                    <a:pt x="0" y="961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460546" y="4605529"/>
              <a:ext cx="136715" cy="167167"/>
            </a:xfrm>
            <a:custGeom>
              <a:avLst/>
              <a:pathLst>
                <a:path w="136715" h="167167">
                  <a:moveTo>
                    <a:pt x="136715" y="70971"/>
                  </a:moveTo>
                  <a:lnTo>
                    <a:pt x="133465" y="66509"/>
                  </a:lnTo>
                  <a:lnTo>
                    <a:pt x="130069" y="62158"/>
                  </a:lnTo>
                  <a:lnTo>
                    <a:pt x="126531" y="57921"/>
                  </a:lnTo>
                  <a:lnTo>
                    <a:pt x="122855" y="53803"/>
                  </a:lnTo>
                  <a:lnTo>
                    <a:pt x="119045" y="49808"/>
                  </a:lnTo>
                  <a:lnTo>
                    <a:pt x="115105" y="45942"/>
                  </a:lnTo>
                  <a:lnTo>
                    <a:pt x="111040" y="42207"/>
                  </a:lnTo>
                  <a:lnTo>
                    <a:pt x="106854" y="38609"/>
                  </a:lnTo>
                  <a:lnTo>
                    <a:pt x="102551" y="35152"/>
                  </a:lnTo>
                  <a:lnTo>
                    <a:pt x="98137" y="31838"/>
                  </a:lnTo>
                  <a:lnTo>
                    <a:pt x="93615" y="28671"/>
                  </a:lnTo>
                  <a:lnTo>
                    <a:pt x="88992" y="25656"/>
                  </a:lnTo>
                  <a:lnTo>
                    <a:pt x="84271" y="22795"/>
                  </a:lnTo>
                  <a:lnTo>
                    <a:pt x="79458" y="20091"/>
                  </a:lnTo>
                  <a:lnTo>
                    <a:pt x="74559" y="17548"/>
                  </a:lnTo>
                  <a:lnTo>
                    <a:pt x="69579" y="15168"/>
                  </a:lnTo>
                  <a:lnTo>
                    <a:pt x="64522" y="12954"/>
                  </a:lnTo>
                  <a:lnTo>
                    <a:pt x="59396" y="10907"/>
                  </a:lnTo>
                  <a:lnTo>
                    <a:pt x="54204" y="9031"/>
                  </a:lnTo>
                  <a:lnTo>
                    <a:pt x="48953" y="7328"/>
                  </a:lnTo>
                  <a:lnTo>
                    <a:pt x="43650" y="5799"/>
                  </a:lnTo>
                  <a:lnTo>
                    <a:pt x="38298" y="4446"/>
                  </a:lnTo>
                  <a:lnTo>
                    <a:pt x="32905" y="3270"/>
                  </a:lnTo>
                  <a:lnTo>
                    <a:pt x="27475" y="2273"/>
                  </a:lnTo>
                  <a:lnTo>
                    <a:pt x="22016" y="1456"/>
                  </a:lnTo>
                  <a:lnTo>
                    <a:pt x="16533" y="819"/>
                  </a:lnTo>
                  <a:lnTo>
                    <a:pt x="11032" y="364"/>
                  </a:lnTo>
                  <a:lnTo>
                    <a:pt x="5519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2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4"/>
            <p:cNvSpPr/>
            <p:nvPr/>
          </p:nvSpPr>
          <p:spPr>
            <a:xfrm>
              <a:off x="6578738" y="4172415"/>
              <a:ext cx="320787" cy="334331"/>
            </a:xfrm>
            <a:custGeom>
              <a:avLst/>
              <a:pathLst>
                <a:path w="320787" h="334331">
                  <a:moveTo>
                    <a:pt x="167153" y="0"/>
                  </a:moveTo>
                  <a:lnTo>
                    <a:pt x="161860" y="83"/>
                  </a:lnTo>
                  <a:lnTo>
                    <a:pt x="156572" y="335"/>
                  </a:lnTo>
                  <a:lnTo>
                    <a:pt x="151294" y="753"/>
                  </a:lnTo>
                  <a:lnTo>
                    <a:pt x="146033" y="1339"/>
                  </a:lnTo>
                  <a:lnTo>
                    <a:pt x="140792" y="2091"/>
                  </a:lnTo>
                  <a:lnTo>
                    <a:pt x="135578" y="3009"/>
                  </a:lnTo>
                  <a:lnTo>
                    <a:pt x="130396" y="4091"/>
                  </a:lnTo>
                  <a:lnTo>
                    <a:pt x="125250" y="5336"/>
                  </a:lnTo>
                  <a:lnTo>
                    <a:pt x="120147" y="6745"/>
                  </a:lnTo>
                  <a:lnTo>
                    <a:pt x="115091" y="8313"/>
                  </a:lnTo>
                  <a:lnTo>
                    <a:pt x="110087" y="10042"/>
                  </a:lnTo>
                  <a:lnTo>
                    <a:pt x="105140" y="11928"/>
                  </a:lnTo>
                  <a:lnTo>
                    <a:pt x="100255" y="13969"/>
                  </a:lnTo>
                  <a:lnTo>
                    <a:pt x="95438" y="16164"/>
                  </a:lnTo>
                  <a:lnTo>
                    <a:pt x="90692" y="18511"/>
                  </a:lnTo>
                  <a:lnTo>
                    <a:pt x="86023" y="21007"/>
                  </a:lnTo>
                  <a:lnTo>
                    <a:pt x="81436" y="23649"/>
                  </a:lnTo>
                  <a:lnTo>
                    <a:pt x="76934" y="26435"/>
                  </a:lnTo>
                  <a:lnTo>
                    <a:pt x="72523" y="29363"/>
                  </a:lnTo>
                  <a:lnTo>
                    <a:pt x="68207" y="32428"/>
                  </a:lnTo>
                  <a:lnTo>
                    <a:pt x="63990" y="35629"/>
                  </a:lnTo>
                  <a:lnTo>
                    <a:pt x="59876" y="38962"/>
                  </a:lnTo>
                  <a:lnTo>
                    <a:pt x="55870" y="42423"/>
                  </a:lnTo>
                  <a:lnTo>
                    <a:pt x="51976" y="46009"/>
                  </a:lnTo>
                  <a:lnTo>
                    <a:pt x="48197" y="49717"/>
                  </a:lnTo>
                  <a:lnTo>
                    <a:pt x="44538" y="53543"/>
                  </a:lnTo>
                  <a:lnTo>
                    <a:pt x="41001" y="57483"/>
                  </a:lnTo>
                  <a:lnTo>
                    <a:pt x="37591" y="61532"/>
                  </a:lnTo>
                  <a:lnTo>
                    <a:pt x="34311" y="65688"/>
                  </a:lnTo>
                  <a:lnTo>
                    <a:pt x="31165" y="69945"/>
                  </a:lnTo>
                  <a:lnTo>
                    <a:pt x="28154" y="74300"/>
                  </a:lnTo>
                  <a:lnTo>
                    <a:pt x="25283" y="78748"/>
                  </a:lnTo>
                  <a:lnTo>
                    <a:pt x="22555" y="83285"/>
                  </a:lnTo>
                  <a:lnTo>
                    <a:pt x="19971" y="87906"/>
                  </a:lnTo>
                  <a:lnTo>
                    <a:pt x="17535" y="92606"/>
                  </a:lnTo>
                  <a:lnTo>
                    <a:pt x="15249" y="97381"/>
                  </a:lnTo>
                  <a:lnTo>
                    <a:pt x="13115" y="102227"/>
                  </a:lnTo>
                  <a:lnTo>
                    <a:pt x="11136" y="107137"/>
                  </a:lnTo>
                  <a:lnTo>
                    <a:pt x="9314" y="112107"/>
                  </a:lnTo>
                  <a:lnTo>
                    <a:pt x="7649" y="117133"/>
                  </a:lnTo>
                  <a:lnTo>
                    <a:pt x="6145" y="122209"/>
                  </a:lnTo>
                  <a:lnTo>
                    <a:pt x="4802" y="127330"/>
                  </a:lnTo>
                  <a:lnTo>
                    <a:pt x="3622" y="132491"/>
                  </a:lnTo>
                  <a:lnTo>
                    <a:pt x="2606" y="137686"/>
                  </a:lnTo>
                  <a:lnTo>
                    <a:pt x="1755" y="142912"/>
                  </a:lnTo>
                  <a:lnTo>
                    <a:pt x="1070" y="148161"/>
                  </a:lnTo>
                  <a:lnTo>
                    <a:pt x="551" y="153430"/>
                  </a:lnTo>
                  <a:lnTo>
                    <a:pt x="200" y="158712"/>
                  </a:lnTo>
                  <a:lnTo>
                    <a:pt x="16" y="164003"/>
                  </a:lnTo>
                  <a:lnTo>
                    <a:pt x="0" y="169297"/>
                  </a:lnTo>
                  <a:lnTo>
                    <a:pt x="151" y="174589"/>
                  </a:lnTo>
                  <a:lnTo>
                    <a:pt x="470" y="179874"/>
                  </a:lnTo>
                  <a:lnTo>
                    <a:pt x="956" y="185146"/>
                  </a:lnTo>
                  <a:lnTo>
                    <a:pt x="1608" y="190399"/>
                  </a:lnTo>
                  <a:lnTo>
                    <a:pt x="2427" y="195630"/>
                  </a:lnTo>
                  <a:lnTo>
                    <a:pt x="3411" y="200832"/>
                  </a:lnTo>
                  <a:lnTo>
                    <a:pt x="4559" y="206000"/>
                  </a:lnTo>
                  <a:lnTo>
                    <a:pt x="5870" y="211129"/>
                  </a:lnTo>
                  <a:lnTo>
                    <a:pt x="7343" y="216214"/>
                  </a:lnTo>
                  <a:lnTo>
                    <a:pt x="8976" y="221250"/>
                  </a:lnTo>
                  <a:lnTo>
                    <a:pt x="10768" y="226232"/>
                  </a:lnTo>
                  <a:lnTo>
                    <a:pt x="12717" y="231154"/>
                  </a:lnTo>
                  <a:lnTo>
                    <a:pt x="14821" y="236012"/>
                  </a:lnTo>
                  <a:lnTo>
                    <a:pt x="17077" y="240801"/>
                  </a:lnTo>
                  <a:lnTo>
                    <a:pt x="19484" y="245517"/>
                  </a:lnTo>
                  <a:lnTo>
                    <a:pt x="22039" y="250153"/>
                  </a:lnTo>
                  <a:lnTo>
                    <a:pt x="24739" y="254707"/>
                  </a:lnTo>
                  <a:lnTo>
                    <a:pt x="27583" y="259173"/>
                  </a:lnTo>
                  <a:lnTo>
                    <a:pt x="30566" y="263546"/>
                  </a:lnTo>
                  <a:lnTo>
                    <a:pt x="33687" y="267823"/>
                  </a:lnTo>
                  <a:lnTo>
                    <a:pt x="36941" y="271999"/>
                  </a:lnTo>
                  <a:lnTo>
                    <a:pt x="40326" y="276069"/>
                  </a:lnTo>
                  <a:lnTo>
                    <a:pt x="43838" y="280031"/>
                  </a:lnTo>
                  <a:lnTo>
                    <a:pt x="47474" y="283879"/>
                  </a:lnTo>
                  <a:lnTo>
                    <a:pt x="51229" y="287610"/>
                  </a:lnTo>
                  <a:lnTo>
                    <a:pt x="55101" y="291221"/>
                  </a:lnTo>
                  <a:lnTo>
                    <a:pt x="59086" y="294707"/>
                  </a:lnTo>
                  <a:lnTo>
                    <a:pt x="63179" y="298065"/>
                  </a:lnTo>
                  <a:lnTo>
                    <a:pt x="67376" y="301291"/>
                  </a:lnTo>
                  <a:lnTo>
                    <a:pt x="71673" y="304384"/>
                  </a:lnTo>
                  <a:lnTo>
                    <a:pt x="76066" y="307338"/>
                  </a:lnTo>
                  <a:lnTo>
                    <a:pt x="80550" y="310152"/>
                  </a:lnTo>
                  <a:lnTo>
                    <a:pt x="85121" y="312823"/>
                  </a:lnTo>
                  <a:lnTo>
                    <a:pt x="89775" y="315348"/>
                  </a:lnTo>
                  <a:lnTo>
                    <a:pt x="94506" y="317723"/>
                  </a:lnTo>
                  <a:lnTo>
                    <a:pt x="99309" y="319948"/>
                  </a:lnTo>
                  <a:lnTo>
                    <a:pt x="104181" y="322020"/>
                  </a:lnTo>
                  <a:lnTo>
                    <a:pt x="109117" y="323936"/>
                  </a:lnTo>
                  <a:lnTo>
                    <a:pt x="114110" y="325696"/>
                  </a:lnTo>
                  <a:lnTo>
                    <a:pt x="119156" y="327296"/>
                  </a:lnTo>
                  <a:lnTo>
                    <a:pt x="124251" y="328735"/>
                  </a:lnTo>
                  <a:lnTo>
                    <a:pt x="129389" y="330013"/>
                  </a:lnTo>
                  <a:lnTo>
                    <a:pt x="134564" y="331127"/>
                  </a:lnTo>
                  <a:lnTo>
                    <a:pt x="139772" y="332077"/>
                  </a:lnTo>
                  <a:lnTo>
                    <a:pt x="145008" y="332861"/>
                  </a:lnTo>
                  <a:lnTo>
                    <a:pt x="150266" y="333479"/>
                  </a:lnTo>
                  <a:lnTo>
                    <a:pt x="155541" y="333931"/>
                  </a:lnTo>
                  <a:lnTo>
                    <a:pt x="160827" y="334215"/>
                  </a:lnTo>
                  <a:lnTo>
                    <a:pt x="166120" y="334331"/>
                  </a:lnTo>
                  <a:lnTo>
                    <a:pt x="171414" y="334280"/>
                  </a:lnTo>
                  <a:lnTo>
                    <a:pt x="176704" y="334061"/>
                  </a:lnTo>
                  <a:lnTo>
                    <a:pt x="181984" y="333675"/>
                  </a:lnTo>
                  <a:lnTo>
                    <a:pt x="187249" y="333122"/>
                  </a:lnTo>
                  <a:lnTo>
                    <a:pt x="192494" y="332403"/>
                  </a:lnTo>
                  <a:lnTo>
                    <a:pt x="197713" y="331517"/>
                  </a:lnTo>
                  <a:lnTo>
                    <a:pt x="202902" y="330467"/>
                  </a:lnTo>
                  <a:lnTo>
                    <a:pt x="208055" y="329253"/>
                  </a:lnTo>
                  <a:lnTo>
                    <a:pt x="213167" y="327877"/>
                  </a:lnTo>
                  <a:lnTo>
                    <a:pt x="218233" y="326339"/>
                  </a:lnTo>
                  <a:lnTo>
                    <a:pt x="223248" y="324642"/>
                  </a:lnTo>
                  <a:lnTo>
                    <a:pt x="228206" y="322787"/>
                  </a:lnTo>
                  <a:lnTo>
                    <a:pt x="233103" y="320775"/>
                  </a:lnTo>
                  <a:lnTo>
                    <a:pt x="237934" y="318610"/>
                  </a:lnTo>
                  <a:lnTo>
                    <a:pt x="242694" y="316293"/>
                  </a:lnTo>
                  <a:lnTo>
                    <a:pt x="247379" y="313826"/>
                  </a:lnTo>
                  <a:lnTo>
                    <a:pt x="251982" y="311212"/>
                  </a:lnTo>
                  <a:lnTo>
                    <a:pt x="256501" y="308454"/>
                  </a:lnTo>
                  <a:lnTo>
                    <a:pt x="260930" y="305554"/>
                  </a:lnTo>
                  <a:lnTo>
                    <a:pt x="265265" y="302515"/>
                  </a:lnTo>
                  <a:lnTo>
                    <a:pt x="269502" y="299340"/>
                  </a:lnTo>
                  <a:lnTo>
                    <a:pt x="273636" y="296033"/>
                  </a:lnTo>
                  <a:lnTo>
                    <a:pt x="277663" y="292596"/>
                  </a:lnTo>
                  <a:lnTo>
                    <a:pt x="281580" y="289034"/>
                  </a:lnTo>
                  <a:lnTo>
                    <a:pt x="285381" y="285350"/>
                  </a:lnTo>
                  <a:lnTo>
                    <a:pt x="289064" y="281547"/>
                  </a:lnTo>
                  <a:lnTo>
                    <a:pt x="292625" y="277629"/>
                  </a:lnTo>
                  <a:lnTo>
                    <a:pt x="296060" y="273600"/>
                  </a:lnTo>
                  <a:lnTo>
                    <a:pt x="299366" y="269465"/>
                  </a:lnTo>
                  <a:lnTo>
                    <a:pt x="302539" y="265227"/>
                  </a:lnTo>
                  <a:lnTo>
                    <a:pt x="305576" y="260891"/>
                  </a:lnTo>
                  <a:lnTo>
                    <a:pt x="308474" y="256461"/>
                  </a:lnTo>
                  <a:lnTo>
                    <a:pt x="311231" y="251941"/>
                  </a:lnTo>
                  <a:lnTo>
                    <a:pt x="313843" y="247336"/>
                  </a:lnTo>
                  <a:lnTo>
                    <a:pt x="316308" y="242651"/>
                  </a:lnTo>
                  <a:lnTo>
                    <a:pt x="318623" y="237890"/>
                  </a:lnTo>
                  <a:lnTo>
                    <a:pt x="320787" y="233058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5"/>
            <p:cNvSpPr/>
            <p:nvPr/>
          </p:nvSpPr>
          <p:spPr>
            <a:xfrm>
              <a:off x="6745892" y="4339583"/>
              <a:ext cx="153633" cy="65891"/>
            </a:xfrm>
            <a:custGeom>
              <a:avLst/>
              <a:pathLst>
                <a:path w="153633" h="65891">
                  <a:moveTo>
                    <a:pt x="153633" y="6589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6"/>
            <p:cNvSpPr/>
            <p:nvPr/>
          </p:nvSpPr>
          <p:spPr>
            <a:xfrm>
              <a:off x="6745892" y="4258732"/>
              <a:ext cx="167167" cy="146741"/>
            </a:xfrm>
            <a:custGeom>
              <a:avLst/>
              <a:pathLst>
                <a:path w="167167" h="146741">
                  <a:moveTo>
                    <a:pt x="153633" y="146741"/>
                  </a:moveTo>
                  <a:lnTo>
                    <a:pt x="155766" y="141527"/>
                  </a:lnTo>
                  <a:lnTo>
                    <a:pt x="157722" y="136244"/>
                  </a:lnTo>
                  <a:lnTo>
                    <a:pt x="159499" y="130898"/>
                  </a:lnTo>
                  <a:lnTo>
                    <a:pt x="161095" y="125495"/>
                  </a:lnTo>
                  <a:lnTo>
                    <a:pt x="162508" y="120041"/>
                  </a:lnTo>
                  <a:lnTo>
                    <a:pt x="163736" y="114543"/>
                  </a:lnTo>
                  <a:lnTo>
                    <a:pt x="164779" y="109006"/>
                  </a:lnTo>
                  <a:lnTo>
                    <a:pt x="165634" y="103438"/>
                  </a:lnTo>
                  <a:lnTo>
                    <a:pt x="166301" y="97844"/>
                  </a:lnTo>
                  <a:lnTo>
                    <a:pt x="166779" y="92230"/>
                  </a:lnTo>
                  <a:lnTo>
                    <a:pt x="167068" y="86604"/>
                  </a:lnTo>
                  <a:lnTo>
                    <a:pt x="167167" y="80971"/>
                  </a:lnTo>
                  <a:lnTo>
                    <a:pt x="167076" y="75338"/>
                  </a:lnTo>
                  <a:lnTo>
                    <a:pt x="166795" y="69711"/>
                  </a:lnTo>
                  <a:lnTo>
                    <a:pt x="166325" y="64097"/>
                  </a:lnTo>
                  <a:lnTo>
                    <a:pt x="165666" y="58502"/>
                  </a:lnTo>
                  <a:lnTo>
                    <a:pt x="164819" y="52932"/>
                  </a:lnTo>
                  <a:lnTo>
                    <a:pt x="163785" y="47394"/>
                  </a:lnTo>
                  <a:lnTo>
                    <a:pt x="162565" y="41894"/>
                  </a:lnTo>
                  <a:lnTo>
                    <a:pt x="161160" y="36438"/>
                  </a:lnTo>
                  <a:lnTo>
                    <a:pt x="159571" y="31033"/>
                  </a:lnTo>
                  <a:lnTo>
                    <a:pt x="157802" y="25684"/>
                  </a:lnTo>
                  <a:lnTo>
                    <a:pt x="155854" y="20398"/>
                  </a:lnTo>
                  <a:lnTo>
                    <a:pt x="153728" y="15181"/>
                  </a:lnTo>
                  <a:lnTo>
                    <a:pt x="151428" y="10038"/>
                  </a:lnTo>
                  <a:lnTo>
                    <a:pt x="148956" y="4976"/>
                  </a:lnTo>
                  <a:lnTo>
                    <a:pt x="146315" y="0"/>
                  </a:lnTo>
                  <a:lnTo>
                    <a:pt x="0" y="808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7"/>
            <p:cNvSpPr/>
            <p:nvPr/>
          </p:nvSpPr>
          <p:spPr>
            <a:xfrm>
              <a:off x="6745892" y="4172415"/>
              <a:ext cx="146315" cy="167167"/>
            </a:xfrm>
            <a:custGeom>
              <a:avLst/>
              <a:pathLst>
                <a:path w="146315" h="167167">
                  <a:moveTo>
                    <a:pt x="146315" y="86316"/>
                  </a:moveTo>
                  <a:lnTo>
                    <a:pt x="143541" y="81488"/>
                  </a:lnTo>
                  <a:lnTo>
                    <a:pt x="140607" y="76755"/>
                  </a:lnTo>
                  <a:lnTo>
                    <a:pt x="137518" y="72122"/>
                  </a:lnTo>
                  <a:lnTo>
                    <a:pt x="134276" y="67595"/>
                  </a:lnTo>
                  <a:lnTo>
                    <a:pt x="130886" y="63178"/>
                  </a:lnTo>
                  <a:lnTo>
                    <a:pt x="127350" y="58876"/>
                  </a:lnTo>
                  <a:lnTo>
                    <a:pt x="123672" y="54695"/>
                  </a:lnTo>
                  <a:lnTo>
                    <a:pt x="119858" y="50638"/>
                  </a:lnTo>
                  <a:lnTo>
                    <a:pt x="115910" y="46711"/>
                  </a:lnTo>
                  <a:lnTo>
                    <a:pt x="111834" y="42917"/>
                  </a:lnTo>
                  <a:lnTo>
                    <a:pt x="107634" y="39261"/>
                  </a:lnTo>
                  <a:lnTo>
                    <a:pt x="103314" y="35747"/>
                  </a:lnTo>
                  <a:lnTo>
                    <a:pt x="98880" y="32379"/>
                  </a:lnTo>
                  <a:lnTo>
                    <a:pt x="94336" y="29161"/>
                  </a:lnTo>
                  <a:lnTo>
                    <a:pt x="89687" y="26096"/>
                  </a:lnTo>
                  <a:lnTo>
                    <a:pt x="84939" y="23187"/>
                  </a:lnTo>
                  <a:lnTo>
                    <a:pt x="80096" y="20438"/>
                  </a:lnTo>
                  <a:lnTo>
                    <a:pt x="75165" y="17851"/>
                  </a:lnTo>
                  <a:lnTo>
                    <a:pt x="70150" y="15431"/>
                  </a:lnTo>
                  <a:lnTo>
                    <a:pt x="65058" y="13179"/>
                  </a:lnTo>
                  <a:lnTo>
                    <a:pt x="59893" y="11097"/>
                  </a:lnTo>
                  <a:lnTo>
                    <a:pt x="54662" y="9189"/>
                  </a:lnTo>
                  <a:lnTo>
                    <a:pt x="49370" y="7456"/>
                  </a:lnTo>
                  <a:lnTo>
                    <a:pt x="44023" y="5900"/>
                  </a:lnTo>
                  <a:lnTo>
                    <a:pt x="38628" y="4524"/>
                  </a:lnTo>
                  <a:lnTo>
                    <a:pt x="33189" y="3327"/>
                  </a:lnTo>
                  <a:lnTo>
                    <a:pt x="27714" y="2313"/>
                  </a:lnTo>
                  <a:lnTo>
                    <a:pt x="22208" y="1481"/>
                  </a:lnTo>
                  <a:lnTo>
                    <a:pt x="16678" y="834"/>
                  </a:lnTo>
                  <a:lnTo>
                    <a:pt x="11129" y="370"/>
                  </a:lnTo>
                  <a:lnTo>
                    <a:pt x="5567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4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5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g954"/>
            <p:cNvSpPr/>
            <p:nvPr/>
          </p:nvSpPr>
          <p:spPr>
            <a:xfrm>
              <a:off x="6756329" y="3685283"/>
              <a:ext cx="167165" cy="333889"/>
            </a:xfrm>
            <a:custGeom>
              <a:avLst/>
              <a:pathLst>
                <a:path w="167165" h="333889">
                  <a:moveTo>
                    <a:pt x="167165" y="0"/>
                  </a:moveTo>
                  <a:lnTo>
                    <a:pt x="161823" y="85"/>
                  </a:lnTo>
                  <a:lnTo>
                    <a:pt x="156486" y="341"/>
                  </a:lnTo>
                  <a:lnTo>
                    <a:pt x="151160" y="767"/>
                  </a:lnTo>
                  <a:lnTo>
                    <a:pt x="145850" y="1364"/>
                  </a:lnTo>
                  <a:lnTo>
                    <a:pt x="140562" y="2130"/>
                  </a:lnTo>
                  <a:lnTo>
                    <a:pt x="135301" y="3064"/>
                  </a:lnTo>
                  <a:lnTo>
                    <a:pt x="130073" y="4167"/>
                  </a:lnTo>
                  <a:lnTo>
                    <a:pt x="124883" y="5435"/>
                  </a:lnTo>
                  <a:lnTo>
                    <a:pt x="119736" y="6869"/>
                  </a:lnTo>
                  <a:lnTo>
                    <a:pt x="114637" y="8467"/>
                  </a:lnTo>
                  <a:lnTo>
                    <a:pt x="109592" y="10227"/>
                  </a:lnTo>
                  <a:lnTo>
                    <a:pt x="104606" y="12147"/>
                  </a:lnTo>
                  <a:lnTo>
                    <a:pt x="99684" y="14225"/>
                  </a:lnTo>
                  <a:lnTo>
                    <a:pt x="94830" y="16460"/>
                  </a:lnTo>
                  <a:lnTo>
                    <a:pt x="90051" y="18849"/>
                  </a:lnTo>
                  <a:lnTo>
                    <a:pt x="85350" y="21389"/>
                  </a:lnTo>
                  <a:lnTo>
                    <a:pt x="80733" y="24078"/>
                  </a:lnTo>
                  <a:lnTo>
                    <a:pt x="76204" y="26913"/>
                  </a:lnTo>
                  <a:lnTo>
                    <a:pt x="71768" y="29892"/>
                  </a:lnTo>
                  <a:lnTo>
                    <a:pt x="67430" y="33011"/>
                  </a:lnTo>
                  <a:lnTo>
                    <a:pt x="63194" y="36267"/>
                  </a:lnTo>
                  <a:lnTo>
                    <a:pt x="59063" y="39656"/>
                  </a:lnTo>
                  <a:lnTo>
                    <a:pt x="55043" y="43176"/>
                  </a:lnTo>
                  <a:lnTo>
                    <a:pt x="51138" y="46823"/>
                  </a:lnTo>
                  <a:lnTo>
                    <a:pt x="47351" y="50592"/>
                  </a:lnTo>
                  <a:lnTo>
                    <a:pt x="43687" y="54481"/>
                  </a:lnTo>
                  <a:lnTo>
                    <a:pt x="40149" y="58485"/>
                  </a:lnTo>
                  <a:lnTo>
                    <a:pt x="36740" y="62600"/>
                  </a:lnTo>
                  <a:lnTo>
                    <a:pt x="33465" y="66821"/>
                  </a:lnTo>
                  <a:lnTo>
                    <a:pt x="30327" y="71145"/>
                  </a:lnTo>
                  <a:lnTo>
                    <a:pt x="27328" y="75568"/>
                  </a:lnTo>
                  <a:lnTo>
                    <a:pt x="24472" y="80083"/>
                  </a:lnTo>
                  <a:lnTo>
                    <a:pt x="21762" y="84688"/>
                  </a:lnTo>
                  <a:lnTo>
                    <a:pt x="19200" y="89377"/>
                  </a:lnTo>
                  <a:lnTo>
                    <a:pt x="16790" y="94146"/>
                  </a:lnTo>
                  <a:lnTo>
                    <a:pt x="14533" y="98989"/>
                  </a:lnTo>
                  <a:lnTo>
                    <a:pt x="12432" y="103901"/>
                  </a:lnTo>
                  <a:lnTo>
                    <a:pt x="10489" y="108879"/>
                  </a:lnTo>
                  <a:lnTo>
                    <a:pt x="8706" y="113916"/>
                  </a:lnTo>
                  <a:lnTo>
                    <a:pt x="7085" y="119007"/>
                  </a:lnTo>
                  <a:lnTo>
                    <a:pt x="5628" y="124148"/>
                  </a:lnTo>
                  <a:lnTo>
                    <a:pt x="4336" y="129332"/>
                  </a:lnTo>
                  <a:lnTo>
                    <a:pt x="3210" y="134555"/>
                  </a:lnTo>
                  <a:lnTo>
                    <a:pt x="2251" y="139812"/>
                  </a:lnTo>
                  <a:lnTo>
                    <a:pt x="1461" y="145096"/>
                  </a:lnTo>
                  <a:lnTo>
                    <a:pt x="840" y="150403"/>
                  </a:lnTo>
                  <a:lnTo>
                    <a:pt x="390" y="155727"/>
                  </a:lnTo>
                  <a:lnTo>
                    <a:pt x="109" y="161063"/>
                  </a:lnTo>
                  <a:lnTo>
                    <a:pt x="0" y="166405"/>
                  </a:lnTo>
                  <a:lnTo>
                    <a:pt x="61" y="171748"/>
                  </a:lnTo>
                  <a:lnTo>
                    <a:pt x="292" y="177086"/>
                  </a:lnTo>
                  <a:lnTo>
                    <a:pt x="695" y="182414"/>
                  </a:lnTo>
                  <a:lnTo>
                    <a:pt x="1267" y="187726"/>
                  </a:lnTo>
                  <a:lnTo>
                    <a:pt x="2009" y="193017"/>
                  </a:lnTo>
                  <a:lnTo>
                    <a:pt x="2919" y="198282"/>
                  </a:lnTo>
                  <a:lnTo>
                    <a:pt x="3997" y="203516"/>
                  </a:lnTo>
                  <a:lnTo>
                    <a:pt x="5242" y="208712"/>
                  </a:lnTo>
                  <a:lnTo>
                    <a:pt x="6653" y="213865"/>
                  </a:lnTo>
                  <a:lnTo>
                    <a:pt x="8227" y="218971"/>
                  </a:lnTo>
                  <a:lnTo>
                    <a:pt x="9964" y="224024"/>
                  </a:lnTo>
                  <a:lnTo>
                    <a:pt x="11861" y="229019"/>
                  </a:lnTo>
                  <a:lnTo>
                    <a:pt x="13917" y="233951"/>
                  </a:lnTo>
                  <a:lnTo>
                    <a:pt x="16130" y="238814"/>
                  </a:lnTo>
                  <a:lnTo>
                    <a:pt x="18497" y="243604"/>
                  </a:lnTo>
                  <a:lnTo>
                    <a:pt x="21016" y="248317"/>
                  </a:lnTo>
                  <a:lnTo>
                    <a:pt x="23684" y="252946"/>
                  </a:lnTo>
                  <a:lnTo>
                    <a:pt x="26498" y="257488"/>
                  </a:lnTo>
                  <a:lnTo>
                    <a:pt x="29457" y="261937"/>
                  </a:lnTo>
                  <a:lnTo>
                    <a:pt x="32556" y="266289"/>
                  </a:lnTo>
                  <a:lnTo>
                    <a:pt x="35792" y="270541"/>
                  </a:lnTo>
                  <a:lnTo>
                    <a:pt x="39163" y="274686"/>
                  </a:lnTo>
                  <a:lnTo>
                    <a:pt x="42665" y="278722"/>
                  </a:lnTo>
                  <a:lnTo>
                    <a:pt x="46293" y="282644"/>
                  </a:lnTo>
                  <a:lnTo>
                    <a:pt x="50046" y="286448"/>
                  </a:lnTo>
                  <a:lnTo>
                    <a:pt x="53918" y="290130"/>
                  </a:lnTo>
                  <a:lnTo>
                    <a:pt x="57905" y="293687"/>
                  </a:lnTo>
                  <a:lnTo>
                    <a:pt x="62004" y="297114"/>
                  </a:lnTo>
                  <a:lnTo>
                    <a:pt x="66211" y="300408"/>
                  </a:lnTo>
                  <a:lnTo>
                    <a:pt x="70521" y="303566"/>
                  </a:lnTo>
                  <a:lnTo>
                    <a:pt x="74929" y="306585"/>
                  </a:lnTo>
                  <a:lnTo>
                    <a:pt x="79432" y="309462"/>
                  </a:lnTo>
                  <a:lnTo>
                    <a:pt x="84024" y="312193"/>
                  </a:lnTo>
                  <a:lnTo>
                    <a:pt x="88702" y="314776"/>
                  </a:lnTo>
                  <a:lnTo>
                    <a:pt x="93459" y="317208"/>
                  </a:lnTo>
                  <a:lnTo>
                    <a:pt x="98292" y="319487"/>
                  </a:lnTo>
                  <a:lnTo>
                    <a:pt x="103195" y="321610"/>
                  </a:lnTo>
                  <a:lnTo>
                    <a:pt x="108163" y="323576"/>
                  </a:lnTo>
                  <a:lnTo>
                    <a:pt x="113192" y="325382"/>
                  </a:lnTo>
                  <a:lnTo>
                    <a:pt x="118276" y="327026"/>
                  </a:lnTo>
                  <a:lnTo>
                    <a:pt x="123410" y="328506"/>
                  </a:lnTo>
                  <a:lnTo>
                    <a:pt x="128588" y="329822"/>
                  </a:lnTo>
                  <a:lnTo>
                    <a:pt x="133806" y="330972"/>
                  </a:lnTo>
                  <a:lnTo>
                    <a:pt x="139058" y="331955"/>
                  </a:lnTo>
                  <a:lnTo>
                    <a:pt x="144339" y="332769"/>
                  </a:lnTo>
                  <a:lnTo>
                    <a:pt x="149643" y="333414"/>
                  </a:lnTo>
                  <a:lnTo>
                    <a:pt x="154965" y="333889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g955"/>
            <p:cNvSpPr/>
            <p:nvPr/>
          </p:nvSpPr>
          <p:spPr>
            <a:xfrm>
              <a:off x="6911295" y="3685603"/>
              <a:ext cx="179355" cy="334007"/>
            </a:xfrm>
            <a:custGeom>
              <a:avLst/>
              <a:pathLst>
                <a:path w="179355" h="334007">
                  <a:moveTo>
                    <a:pt x="0" y="333568"/>
                  </a:moveTo>
                  <a:lnTo>
                    <a:pt x="5314" y="333872"/>
                  </a:lnTo>
                  <a:lnTo>
                    <a:pt x="10636" y="334007"/>
                  </a:lnTo>
                  <a:lnTo>
                    <a:pt x="15959" y="333972"/>
                  </a:lnTo>
                  <a:lnTo>
                    <a:pt x="21279" y="333767"/>
                  </a:lnTo>
                  <a:lnTo>
                    <a:pt x="26589" y="333394"/>
                  </a:lnTo>
                  <a:lnTo>
                    <a:pt x="31884" y="332851"/>
                  </a:lnTo>
                  <a:lnTo>
                    <a:pt x="37160" y="332140"/>
                  </a:lnTo>
                  <a:lnTo>
                    <a:pt x="42410" y="331262"/>
                  </a:lnTo>
                  <a:lnTo>
                    <a:pt x="47630" y="330216"/>
                  </a:lnTo>
                  <a:lnTo>
                    <a:pt x="52814" y="329005"/>
                  </a:lnTo>
                  <a:lnTo>
                    <a:pt x="57957" y="327630"/>
                  </a:lnTo>
                  <a:lnTo>
                    <a:pt x="63053" y="326092"/>
                  </a:lnTo>
                  <a:lnTo>
                    <a:pt x="68097" y="324392"/>
                  </a:lnTo>
                  <a:lnTo>
                    <a:pt x="73085" y="322532"/>
                  </a:lnTo>
                  <a:lnTo>
                    <a:pt x="78012" y="320514"/>
                  </a:lnTo>
                  <a:lnTo>
                    <a:pt x="82871" y="318341"/>
                  </a:lnTo>
                  <a:lnTo>
                    <a:pt x="87659" y="316014"/>
                  </a:lnTo>
                  <a:lnTo>
                    <a:pt x="92370" y="313536"/>
                  </a:lnTo>
                  <a:lnTo>
                    <a:pt x="97000" y="310909"/>
                  </a:lnTo>
                  <a:lnTo>
                    <a:pt x="101544" y="308135"/>
                  </a:lnTo>
                  <a:lnTo>
                    <a:pt x="105997" y="305219"/>
                  </a:lnTo>
                  <a:lnTo>
                    <a:pt x="110356" y="302162"/>
                  </a:lnTo>
                  <a:lnTo>
                    <a:pt x="114614" y="298968"/>
                  </a:lnTo>
                  <a:lnTo>
                    <a:pt x="118769" y="295640"/>
                  </a:lnTo>
                  <a:lnTo>
                    <a:pt x="122816" y="292182"/>
                  </a:lnTo>
                  <a:lnTo>
                    <a:pt x="126751" y="288596"/>
                  </a:lnTo>
                  <a:lnTo>
                    <a:pt x="130569" y="284887"/>
                  </a:lnTo>
                  <a:lnTo>
                    <a:pt x="134268" y="281058"/>
                  </a:lnTo>
                  <a:lnTo>
                    <a:pt x="137842" y="277114"/>
                  </a:lnTo>
                  <a:lnTo>
                    <a:pt x="141290" y="273057"/>
                  </a:lnTo>
                  <a:lnTo>
                    <a:pt x="144606" y="268893"/>
                  </a:lnTo>
                  <a:lnTo>
                    <a:pt x="147788" y="264626"/>
                  </a:lnTo>
                  <a:lnTo>
                    <a:pt x="150833" y="260259"/>
                  </a:lnTo>
                  <a:lnTo>
                    <a:pt x="153737" y="255797"/>
                  </a:lnTo>
                  <a:lnTo>
                    <a:pt x="156497" y="251246"/>
                  </a:lnTo>
                  <a:lnTo>
                    <a:pt x="159111" y="246608"/>
                  </a:lnTo>
                  <a:lnTo>
                    <a:pt x="161576" y="241890"/>
                  </a:lnTo>
                  <a:lnTo>
                    <a:pt x="163890" y="237096"/>
                  </a:lnTo>
                  <a:lnTo>
                    <a:pt x="166050" y="232230"/>
                  </a:lnTo>
                  <a:lnTo>
                    <a:pt x="168054" y="227299"/>
                  </a:lnTo>
                  <a:lnTo>
                    <a:pt x="169900" y="222305"/>
                  </a:lnTo>
                  <a:lnTo>
                    <a:pt x="171585" y="217256"/>
                  </a:lnTo>
                  <a:lnTo>
                    <a:pt x="173110" y="212156"/>
                  </a:lnTo>
                  <a:lnTo>
                    <a:pt x="174471" y="207009"/>
                  </a:lnTo>
                  <a:lnTo>
                    <a:pt x="175667" y="201822"/>
                  </a:lnTo>
                  <a:lnTo>
                    <a:pt x="176698" y="196599"/>
                  </a:lnTo>
                  <a:lnTo>
                    <a:pt x="177562" y="191347"/>
                  </a:lnTo>
                  <a:lnTo>
                    <a:pt x="178258" y="186069"/>
                  </a:lnTo>
                  <a:lnTo>
                    <a:pt x="178786" y="180772"/>
                  </a:lnTo>
                  <a:lnTo>
                    <a:pt x="179145" y="175461"/>
                  </a:lnTo>
                  <a:lnTo>
                    <a:pt x="179335" y="170141"/>
                  </a:lnTo>
                  <a:lnTo>
                    <a:pt x="179355" y="164817"/>
                  </a:lnTo>
                  <a:lnTo>
                    <a:pt x="179205" y="159496"/>
                  </a:lnTo>
                  <a:lnTo>
                    <a:pt x="178887" y="154182"/>
                  </a:lnTo>
                  <a:lnTo>
                    <a:pt x="178399" y="148881"/>
                  </a:lnTo>
                  <a:lnTo>
                    <a:pt x="177743" y="143599"/>
                  </a:lnTo>
                  <a:lnTo>
                    <a:pt x="176918" y="138339"/>
                  </a:lnTo>
                  <a:lnTo>
                    <a:pt x="175927" y="133109"/>
                  </a:lnTo>
                  <a:lnTo>
                    <a:pt x="174770" y="127913"/>
                  </a:lnTo>
                  <a:lnTo>
                    <a:pt x="173448" y="122757"/>
                  </a:lnTo>
                  <a:lnTo>
                    <a:pt x="171962" y="117645"/>
                  </a:lnTo>
                  <a:lnTo>
                    <a:pt x="170315" y="112583"/>
                  </a:lnTo>
                  <a:lnTo>
                    <a:pt x="168507" y="107576"/>
                  </a:lnTo>
                  <a:lnTo>
                    <a:pt x="166540" y="102629"/>
                  </a:lnTo>
                  <a:lnTo>
                    <a:pt x="164417" y="97747"/>
                  </a:lnTo>
                  <a:lnTo>
                    <a:pt x="162140" y="92936"/>
                  </a:lnTo>
                  <a:lnTo>
                    <a:pt x="159710" y="88199"/>
                  </a:lnTo>
                  <a:lnTo>
                    <a:pt x="157131" y="83542"/>
                  </a:lnTo>
                  <a:lnTo>
                    <a:pt x="154406" y="78970"/>
                  </a:lnTo>
                  <a:lnTo>
                    <a:pt x="151535" y="74486"/>
                  </a:lnTo>
                  <a:lnTo>
                    <a:pt x="148524" y="70097"/>
                  </a:lnTo>
                  <a:lnTo>
                    <a:pt x="145374" y="65805"/>
                  </a:lnTo>
                  <a:lnTo>
                    <a:pt x="142090" y="61616"/>
                  </a:lnTo>
                  <a:lnTo>
                    <a:pt x="138673" y="57533"/>
                  </a:lnTo>
                  <a:lnTo>
                    <a:pt x="135128" y="53562"/>
                  </a:lnTo>
                  <a:lnTo>
                    <a:pt x="131459" y="49705"/>
                  </a:lnTo>
                  <a:lnTo>
                    <a:pt x="127669" y="45967"/>
                  </a:lnTo>
                  <a:lnTo>
                    <a:pt x="123761" y="42352"/>
                  </a:lnTo>
                  <a:lnTo>
                    <a:pt x="119741" y="38863"/>
                  </a:lnTo>
                  <a:lnTo>
                    <a:pt x="115611" y="35504"/>
                  </a:lnTo>
                  <a:lnTo>
                    <a:pt x="111377" y="32278"/>
                  </a:lnTo>
                  <a:lnTo>
                    <a:pt x="107042" y="29188"/>
                  </a:lnTo>
                  <a:lnTo>
                    <a:pt x="102610" y="26238"/>
                  </a:lnTo>
                  <a:lnTo>
                    <a:pt x="98088" y="23431"/>
                  </a:lnTo>
                  <a:lnTo>
                    <a:pt x="93478" y="20769"/>
                  </a:lnTo>
                  <a:lnTo>
                    <a:pt x="88785" y="18255"/>
                  </a:lnTo>
                  <a:lnTo>
                    <a:pt x="84015" y="15892"/>
                  </a:lnTo>
                  <a:lnTo>
                    <a:pt x="79172" y="13681"/>
                  </a:lnTo>
                  <a:lnTo>
                    <a:pt x="74261" y="11627"/>
                  </a:lnTo>
                  <a:lnTo>
                    <a:pt x="69288" y="9729"/>
                  </a:lnTo>
                  <a:lnTo>
                    <a:pt x="64256" y="7991"/>
                  </a:lnTo>
                  <a:lnTo>
                    <a:pt x="59172" y="6414"/>
                  </a:lnTo>
                  <a:lnTo>
                    <a:pt x="54040" y="5000"/>
                  </a:lnTo>
                  <a:lnTo>
                    <a:pt x="48865" y="3750"/>
                  </a:lnTo>
                  <a:lnTo>
                    <a:pt x="43653" y="2665"/>
                  </a:lnTo>
                  <a:lnTo>
                    <a:pt x="38410" y="1747"/>
                  </a:lnTo>
                  <a:lnTo>
                    <a:pt x="33140" y="996"/>
                  </a:lnTo>
                  <a:lnTo>
                    <a:pt x="27848" y="413"/>
                  </a:lnTo>
                  <a:lnTo>
                    <a:pt x="22541" y="0"/>
                  </a:lnTo>
                  <a:lnTo>
                    <a:pt x="12200" y="1668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g956"/>
            <p:cNvSpPr/>
            <p:nvPr/>
          </p:nvSpPr>
          <p:spPr>
            <a:xfrm>
              <a:off x="6923495" y="3685283"/>
              <a:ext cx="10341" cy="167167"/>
            </a:xfrm>
            <a:custGeom>
              <a:avLst/>
              <a:pathLst>
                <a:path w="10341" h="167167">
                  <a:moveTo>
                    <a:pt x="10341" y="32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tx957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58" name="tx958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63" name="tx963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64" name="tx964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65" name="tx965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66" name="tx966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67" name="tx967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68" name="tx968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69" name="tx969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2025-06-26T11:49:26Z</dcterms:modified>
  <cp:category/>
</cp:coreProperties>
</file>