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14074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2001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413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1235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2597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587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1061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1941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1849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060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131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884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200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546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1146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1884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15794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11302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17808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25254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054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17086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118035" y="1246560"/>
              <a:ext cx="1706484" cy="2490427"/>
            </a:xfrm>
            <a:custGeom>
              <a:avLst/>
              <a:pathLst>
                <a:path w="1706484" h="2490427">
                  <a:moveTo>
                    <a:pt x="0" y="0"/>
                  </a:moveTo>
                  <a:lnTo>
                    <a:pt x="1706484" y="2490427"/>
                  </a:lnTo>
                </a:path>
              </a:pathLst>
            </a:custGeom>
            <a:ln w="33802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27145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2989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1999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407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415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3328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8100" cap="rnd">
              <a:solidFill>
                <a:srgbClr val="6BAE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1511" y="3170392"/>
              <a:ext cx="2267" cy="167167"/>
            </a:xfrm>
            <a:custGeom>
              <a:avLst/>
              <a:pathLst>
                <a:path w="2267" h="167167">
                  <a:moveTo>
                    <a:pt x="2267" y="0"/>
                  </a:moveTo>
                  <a:lnTo>
                    <a:pt x="0" y="15"/>
                  </a:lnTo>
                  <a:lnTo>
                    <a:pt x="226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1511" y="3170407"/>
              <a:ext cx="2267" cy="167152"/>
            </a:xfrm>
            <a:custGeom>
              <a:avLst/>
              <a:pathLst>
                <a:path w="2267" h="167152">
                  <a:moveTo>
                    <a:pt x="0" y="0"/>
                  </a:moveTo>
                  <a:lnTo>
                    <a:pt x="2267" y="16715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1511" y="3170407"/>
              <a:ext cx="2267" cy="167152"/>
            </a:xfrm>
            <a:custGeom>
              <a:avLst/>
              <a:pathLst>
                <a:path w="2267" h="167152">
                  <a:moveTo>
                    <a:pt x="0" y="0"/>
                  </a:moveTo>
                  <a:lnTo>
                    <a:pt x="2267" y="167152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1511" y="3170407"/>
              <a:ext cx="2267" cy="167152"/>
            </a:xfrm>
            <a:custGeom>
              <a:avLst/>
              <a:pathLst>
                <a:path w="2267" h="167152">
                  <a:moveTo>
                    <a:pt x="0" y="0"/>
                  </a:moveTo>
                  <a:lnTo>
                    <a:pt x="2267" y="167152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1511" y="3170407"/>
              <a:ext cx="2267" cy="167152"/>
            </a:xfrm>
            <a:custGeom>
              <a:avLst/>
              <a:pathLst>
                <a:path w="2267" h="167152">
                  <a:moveTo>
                    <a:pt x="0" y="0"/>
                  </a:moveTo>
                  <a:lnTo>
                    <a:pt x="2267" y="1671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1511" y="3170407"/>
              <a:ext cx="2267" cy="167152"/>
            </a:xfrm>
            <a:custGeom>
              <a:avLst/>
              <a:pathLst>
                <a:path w="2267" h="167152">
                  <a:moveTo>
                    <a:pt x="0" y="0"/>
                  </a:moveTo>
                  <a:lnTo>
                    <a:pt x="2267" y="1671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1511" y="3170407"/>
              <a:ext cx="2267" cy="167152"/>
            </a:xfrm>
            <a:custGeom>
              <a:avLst/>
              <a:pathLst>
                <a:path w="2267" h="167152">
                  <a:moveTo>
                    <a:pt x="0" y="0"/>
                  </a:moveTo>
                  <a:lnTo>
                    <a:pt x="2267" y="1671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1511" y="3170407"/>
              <a:ext cx="2267" cy="167152"/>
            </a:xfrm>
            <a:custGeom>
              <a:avLst/>
              <a:pathLst>
                <a:path w="2267" h="167152">
                  <a:moveTo>
                    <a:pt x="0" y="0"/>
                  </a:moveTo>
                  <a:lnTo>
                    <a:pt x="2267" y="1671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1511" y="3170407"/>
              <a:ext cx="2267" cy="167152"/>
            </a:xfrm>
            <a:custGeom>
              <a:avLst/>
              <a:pathLst>
                <a:path w="2267" h="167152">
                  <a:moveTo>
                    <a:pt x="0" y="0"/>
                  </a:moveTo>
                  <a:lnTo>
                    <a:pt x="2267" y="16715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1511" y="3170407"/>
              <a:ext cx="2267" cy="167152"/>
            </a:xfrm>
            <a:custGeom>
              <a:avLst/>
              <a:pathLst>
                <a:path w="2267" h="167152">
                  <a:moveTo>
                    <a:pt x="0" y="0"/>
                  </a:moveTo>
                  <a:lnTo>
                    <a:pt x="2267" y="16715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1511" y="3170407"/>
              <a:ext cx="2267" cy="167152"/>
            </a:xfrm>
            <a:custGeom>
              <a:avLst/>
              <a:pathLst>
                <a:path w="2267" h="167152">
                  <a:moveTo>
                    <a:pt x="0" y="0"/>
                  </a:moveTo>
                  <a:lnTo>
                    <a:pt x="2267" y="1671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1511" y="3170407"/>
              <a:ext cx="2267" cy="167152"/>
            </a:xfrm>
            <a:custGeom>
              <a:avLst/>
              <a:pathLst>
                <a:path w="2267" h="167152">
                  <a:moveTo>
                    <a:pt x="0" y="0"/>
                  </a:moveTo>
                  <a:lnTo>
                    <a:pt x="2267" y="1671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1511" y="3170407"/>
              <a:ext cx="2267" cy="167152"/>
            </a:xfrm>
            <a:custGeom>
              <a:avLst/>
              <a:pathLst>
                <a:path w="2267" h="167152">
                  <a:moveTo>
                    <a:pt x="0" y="0"/>
                  </a:moveTo>
                  <a:lnTo>
                    <a:pt x="2267" y="1671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1511" y="3170407"/>
              <a:ext cx="2267" cy="167152"/>
            </a:xfrm>
            <a:custGeom>
              <a:avLst/>
              <a:pathLst>
                <a:path w="2267" h="167152">
                  <a:moveTo>
                    <a:pt x="0" y="0"/>
                  </a:moveTo>
                  <a:lnTo>
                    <a:pt x="2267" y="1671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1511" y="3170407"/>
              <a:ext cx="2267" cy="167152"/>
            </a:xfrm>
            <a:custGeom>
              <a:avLst/>
              <a:pathLst>
                <a:path w="2267" h="167152">
                  <a:moveTo>
                    <a:pt x="0" y="0"/>
                  </a:moveTo>
                  <a:lnTo>
                    <a:pt x="2267" y="1671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1511" y="3170407"/>
              <a:ext cx="2267" cy="167152"/>
            </a:xfrm>
            <a:custGeom>
              <a:avLst/>
              <a:pathLst>
                <a:path w="2267" h="167152">
                  <a:moveTo>
                    <a:pt x="0" y="0"/>
                  </a:moveTo>
                  <a:lnTo>
                    <a:pt x="2267" y="1671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1511" y="3170407"/>
              <a:ext cx="2267" cy="167152"/>
            </a:xfrm>
            <a:custGeom>
              <a:avLst/>
              <a:pathLst>
                <a:path w="2267" h="167152">
                  <a:moveTo>
                    <a:pt x="0" y="0"/>
                  </a:moveTo>
                  <a:lnTo>
                    <a:pt x="2267" y="16715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1511" y="3170407"/>
              <a:ext cx="2267" cy="167152"/>
            </a:xfrm>
            <a:custGeom>
              <a:avLst/>
              <a:pathLst>
                <a:path w="2267" h="167152">
                  <a:moveTo>
                    <a:pt x="0" y="0"/>
                  </a:moveTo>
                  <a:lnTo>
                    <a:pt x="2267" y="1671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981511" y="3170407"/>
              <a:ext cx="2267" cy="167152"/>
            </a:xfrm>
            <a:custGeom>
              <a:avLst/>
              <a:pathLst>
                <a:path w="2267" h="167152">
                  <a:moveTo>
                    <a:pt x="0" y="0"/>
                  </a:moveTo>
                  <a:lnTo>
                    <a:pt x="2267" y="1671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1511" y="3170407"/>
              <a:ext cx="2267" cy="167152"/>
            </a:xfrm>
            <a:custGeom>
              <a:avLst/>
              <a:pathLst>
                <a:path w="2267" h="167152">
                  <a:moveTo>
                    <a:pt x="0" y="0"/>
                  </a:moveTo>
                  <a:lnTo>
                    <a:pt x="2267" y="16715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81511" y="3170407"/>
              <a:ext cx="2267" cy="167152"/>
            </a:xfrm>
            <a:custGeom>
              <a:avLst/>
              <a:pathLst>
                <a:path w="2267" h="167152">
                  <a:moveTo>
                    <a:pt x="0" y="0"/>
                  </a:moveTo>
                  <a:lnTo>
                    <a:pt x="2267" y="167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981511" y="3170407"/>
              <a:ext cx="2267" cy="167152"/>
            </a:xfrm>
            <a:custGeom>
              <a:avLst/>
              <a:pathLst>
                <a:path w="2267" h="167152">
                  <a:moveTo>
                    <a:pt x="0" y="0"/>
                  </a:moveTo>
                  <a:lnTo>
                    <a:pt x="2267" y="167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981511" y="3170407"/>
              <a:ext cx="2267" cy="167152"/>
            </a:xfrm>
            <a:custGeom>
              <a:avLst/>
              <a:pathLst>
                <a:path w="2267" h="167152">
                  <a:moveTo>
                    <a:pt x="0" y="0"/>
                  </a:moveTo>
                  <a:lnTo>
                    <a:pt x="2267" y="167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981511" y="3170407"/>
              <a:ext cx="2267" cy="167152"/>
            </a:xfrm>
            <a:custGeom>
              <a:avLst/>
              <a:pathLst>
                <a:path w="2267" h="167152">
                  <a:moveTo>
                    <a:pt x="0" y="0"/>
                  </a:moveTo>
                  <a:lnTo>
                    <a:pt x="2267" y="167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981511" y="3170407"/>
              <a:ext cx="2267" cy="167152"/>
            </a:xfrm>
            <a:custGeom>
              <a:avLst/>
              <a:pathLst>
                <a:path w="2267" h="167152">
                  <a:moveTo>
                    <a:pt x="0" y="0"/>
                  </a:moveTo>
                  <a:lnTo>
                    <a:pt x="2267" y="1671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981511" y="3170407"/>
              <a:ext cx="2267" cy="167152"/>
            </a:xfrm>
            <a:custGeom>
              <a:avLst/>
              <a:pathLst>
                <a:path w="2267" h="167152">
                  <a:moveTo>
                    <a:pt x="0" y="0"/>
                  </a:moveTo>
                  <a:lnTo>
                    <a:pt x="2267" y="1671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16617" y="3170407"/>
              <a:ext cx="334319" cy="334319"/>
            </a:xfrm>
            <a:custGeom>
              <a:avLst/>
              <a:pathLst>
                <a:path w="334319" h="334319">
                  <a:moveTo>
                    <a:pt x="164893" y="0"/>
                  </a:moveTo>
                  <a:lnTo>
                    <a:pt x="159612" y="155"/>
                  </a:lnTo>
                  <a:lnTo>
                    <a:pt x="154338" y="477"/>
                  </a:lnTo>
                  <a:lnTo>
                    <a:pt x="149077" y="965"/>
                  </a:lnTo>
                  <a:lnTo>
                    <a:pt x="143833" y="1620"/>
                  </a:lnTo>
                  <a:lnTo>
                    <a:pt x="138614" y="2440"/>
                  </a:lnTo>
                  <a:lnTo>
                    <a:pt x="133422" y="3424"/>
                  </a:lnTo>
                  <a:lnTo>
                    <a:pt x="128265" y="4572"/>
                  </a:lnTo>
                  <a:lnTo>
                    <a:pt x="123146" y="5883"/>
                  </a:lnTo>
                  <a:lnTo>
                    <a:pt x="118072" y="7354"/>
                  </a:lnTo>
                  <a:lnTo>
                    <a:pt x="113046" y="8986"/>
                  </a:lnTo>
                  <a:lnTo>
                    <a:pt x="108074" y="10775"/>
                  </a:lnTo>
                  <a:lnTo>
                    <a:pt x="103162" y="12720"/>
                  </a:lnTo>
                  <a:lnTo>
                    <a:pt x="98313" y="14820"/>
                  </a:lnTo>
                  <a:lnTo>
                    <a:pt x="93533" y="17072"/>
                  </a:lnTo>
                  <a:lnTo>
                    <a:pt x="88827" y="19474"/>
                  </a:lnTo>
                  <a:lnTo>
                    <a:pt x="84199" y="22023"/>
                  </a:lnTo>
                  <a:lnTo>
                    <a:pt x="79654" y="24718"/>
                  </a:lnTo>
                  <a:lnTo>
                    <a:pt x="75196" y="27554"/>
                  </a:lnTo>
                  <a:lnTo>
                    <a:pt x="70830" y="30531"/>
                  </a:lnTo>
                  <a:lnTo>
                    <a:pt x="66560" y="33643"/>
                  </a:lnTo>
                  <a:lnTo>
                    <a:pt x="62391" y="36889"/>
                  </a:lnTo>
                  <a:lnTo>
                    <a:pt x="58327" y="40266"/>
                  </a:lnTo>
                  <a:lnTo>
                    <a:pt x="54371" y="43768"/>
                  </a:lnTo>
                  <a:lnTo>
                    <a:pt x="50528" y="47395"/>
                  </a:lnTo>
                  <a:lnTo>
                    <a:pt x="46802" y="51141"/>
                  </a:lnTo>
                  <a:lnTo>
                    <a:pt x="43195" y="55002"/>
                  </a:lnTo>
                  <a:lnTo>
                    <a:pt x="39713" y="58976"/>
                  </a:lnTo>
                  <a:lnTo>
                    <a:pt x="36358" y="63058"/>
                  </a:lnTo>
                  <a:lnTo>
                    <a:pt x="33133" y="67244"/>
                  </a:lnTo>
                  <a:lnTo>
                    <a:pt x="30043" y="71530"/>
                  </a:lnTo>
                  <a:lnTo>
                    <a:pt x="27089" y="75911"/>
                  </a:lnTo>
                  <a:lnTo>
                    <a:pt x="24276" y="80383"/>
                  </a:lnTo>
                  <a:lnTo>
                    <a:pt x="21605" y="84942"/>
                  </a:lnTo>
                  <a:lnTo>
                    <a:pt x="19080" y="89583"/>
                  </a:lnTo>
                  <a:lnTo>
                    <a:pt x="16702" y="94302"/>
                  </a:lnTo>
                  <a:lnTo>
                    <a:pt x="14475" y="99094"/>
                  </a:lnTo>
                  <a:lnTo>
                    <a:pt x="12400" y="103953"/>
                  </a:lnTo>
                  <a:lnTo>
                    <a:pt x="10480" y="108876"/>
                  </a:lnTo>
                  <a:lnTo>
                    <a:pt x="8717" y="113856"/>
                  </a:lnTo>
                  <a:lnTo>
                    <a:pt x="7112" y="118890"/>
                  </a:lnTo>
                  <a:lnTo>
                    <a:pt x="5666" y="123973"/>
                  </a:lnTo>
                  <a:lnTo>
                    <a:pt x="4382" y="129098"/>
                  </a:lnTo>
                  <a:lnTo>
                    <a:pt x="3261" y="134262"/>
                  </a:lnTo>
                  <a:lnTo>
                    <a:pt x="2304" y="139458"/>
                  </a:lnTo>
                  <a:lnTo>
                    <a:pt x="1511" y="144682"/>
                  </a:lnTo>
                  <a:lnTo>
                    <a:pt x="883" y="149928"/>
                  </a:lnTo>
                  <a:lnTo>
                    <a:pt x="422" y="155192"/>
                  </a:lnTo>
                  <a:lnTo>
                    <a:pt x="127" y="160467"/>
                  </a:lnTo>
                  <a:lnTo>
                    <a:pt x="0" y="165750"/>
                  </a:lnTo>
                  <a:lnTo>
                    <a:pt x="39" y="171033"/>
                  </a:lnTo>
                  <a:lnTo>
                    <a:pt x="245" y="176313"/>
                  </a:lnTo>
                  <a:lnTo>
                    <a:pt x="618" y="181584"/>
                  </a:lnTo>
                  <a:lnTo>
                    <a:pt x="1157" y="186840"/>
                  </a:lnTo>
                  <a:lnTo>
                    <a:pt x="1862" y="192076"/>
                  </a:lnTo>
                  <a:lnTo>
                    <a:pt x="2732" y="197288"/>
                  </a:lnTo>
                  <a:lnTo>
                    <a:pt x="3767" y="202469"/>
                  </a:lnTo>
                  <a:lnTo>
                    <a:pt x="4965" y="207616"/>
                  </a:lnTo>
                  <a:lnTo>
                    <a:pt x="6325" y="212721"/>
                  </a:lnTo>
                  <a:lnTo>
                    <a:pt x="7845" y="217782"/>
                  </a:lnTo>
                  <a:lnTo>
                    <a:pt x="9525" y="222791"/>
                  </a:lnTo>
                  <a:lnTo>
                    <a:pt x="11362" y="227745"/>
                  </a:lnTo>
                  <a:lnTo>
                    <a:pt x="13355" y="232639"/>
                  </a:lnTo>
                  <a:lnTo>
                    <a:pt x="15501" y="237467"/>
                  </a:lnTo>
                  <a:lnTo>
                    <a:pt x="17799" y="242225"/>
                  </a:lnTo>
                  <a:lnTo>
                    <a:pt x="20247" y="246908"/>
                  </a:lnTo>
                  <a:lnTo>
                    <a:pt x="22841" y="251511"/>
                  </a:lnTo>
                  <a:lnTo>
                    <a:pt x="25579" y="256030"/>
                  </a:lnTo>
                  <a:lnTo>
                    <a:pt x="28458" y="260460"/>
                  </a:lnTo>
                  <a:lnTo>
                    <a:pt x="31477" y="264797"/>
                  </a:lnTo>
                  <a:lnTo>
                    <a:pt x="34630" y="269037"/>
                  </a:lnTo>
                  <a:lnTo>
                    <a:pt x="37916" y="273174"/>
                  </a:lnTo>
                  <a:lnTo>
                    <a:pt x="41332" y="277206"/>
                  </a:lnTo>
                  <a:lnTo>
                    <a:pt x="44873" y="281127"/>
                  </a:lnTo>
                  <a:lnTo>
                    <a:pt x="48536" y="284935"/>
                  </a:lnTo>
                  <a:lnTo>
                    <a:pt x="52318" y="288626"/>
                  </a:lnTo>
                  <a:lnTo>
                    <a:pt x="56214" y="292194"/>
                  </a:lnTo>
                  <a:lnTo>
                    <a:pt x="60221" y="295638"/>
                  </a:lnTo>
                  <a:lnTo>
                    <a:pt x="64335" y="298954"/>
                  </a:lnTo>
                  <a:lnTo>
                    <a:pt x="68552" y="302138"/>
                  </a:lnTo>
                  <a:lnTo>
                    <a:pt x="72867" y="305187"/>
                  </a:lnTo>
                  <a:lnTo>
                    <a:pt x="77277" y="308098"/>
                  </a:lnTo>
                  <a:lnTo>
                    <a:pt x="81776" y="310868"/>
                  </a:lnTo>
                  <a:lnTo>
                    <a:pt x="86361" y="313495"/>
                  </a:lnTo>
                  <a:lnTo>
                    <a:pt x="91026" y="315975"/>
                  </a:lnTo>
                  <a:lnTo>
                    <a:pt x="95768" y="318307"/>
                  </a:lnTo>
                  <a:lnTo>
                    <a:pt x="100580" y="320488"/>
                  </a:lnTo>
                  <a:lnTo>
                    <a:pt x="105460" y="322515"/>
                  </a:lnTo>
                  <a:lnTo>
                    <a:pt x="110401" y="324388"/>
                  </a:lnTo>
                  <a:lnTo>
                    <a:pt x="115398" y="326103"/>
                  </a:lnTo>
                  <a:lnTo>
                    <a:pt x="120447" y="327659"/>
                  </a:lnTo>
                  <a:lnTo>
                    <a:pt x="125543" y="329056"/>
                  </a:lnTo>
                  <a:lnTo>
                    <a:pt x="130681" y="330290"/>
                  </a:lnTo>
                  <a:lnTo>
                    <a:pt x="135855" y="331361"/>
                  </a:lnTo>
                  <a:lnTo>
                    <a:pt x="141060" y="332269"/>
                  </a:lnTo>
                  <a:lnTo>
                    <a:pt x="146292" y="333011"/>
                  </a:lnTo>
                  <a:lnTo>
                    <a:pt x="151544" y="333588"/>
                  </a:lnTo>
                  <a:lnTo>
                    <a:pt x="156812" y="333998"/>
                  </a:lnTo>
                  <a:lnTo>
                    <a:pt x="162090" y="334242"/>
                  </a:lnTo>
                  <a:lnTo>
                    <a:pt x="167373" y="334319"/>
                  </a:lnTo>
                  <a:lnTo>
                    <a:pt x="172656" y="334229"/>
                  </a:lnTo>
                  <a:lnTo>
                    <a:pt x="177934" y="333972"/>
                  </a:lnTo>
                  <a:lnTo>
                    <a:pt x="183200" y="333548"/>
                  </a:lnTo>
                  <a:lnTo>
                    <a:pt x="188451" y="332958"/>
                  </a:lnTo>
                  <a:lnTo>
                    <a:pt x="193681" y="332202"/>
                  </a:lnTo>
                  <a:lnTo>
                    <a:pt x="198884" y="331281"/>
                  </a:lnTo>
                  <a:lnTo>
                    <a:pt x="204055" y="330197"/>
                  </a:lnTo>
                  <a:lnTo>
                    <a:pt x="209189" y="328950"/>
                  </a:lnTo>
                  <a:lnTo>
                    <a:pt x="214282" y="327540"/>
                  </a:lnTo>
                  <a:lnTo>
                    <a:pt x="219327" y="325971"/>
                  </a:lnTo>
                  <a:lnTo>
                    <a:pt x="224320" y="324243"/>
                  </a:lnTo>
                  <a:lnTo>
                    <a:pt x="229256" y="322358"/>
                  </a:lnTo>
                  <a:lnTo>
                    <a:pt x="234131" y="320318"/>
                  </a:lnTo>
                  <a:lnTo>
                    <a:pt x="238938" y="318125"/>
                  </a:lnTo>
                  <a:lnTo>
                    <a:pt x="243673" y="315781"/>
                  </a:lnTo>
                  <a:lnTo>
                    <a:pt x="248332" y="313289"/>
                  </a:lnTo>
                  <a:lnTo>
                    <a:pt x="252910" y="310651"/>
                  </a:lnTo>
                  <a:lnTo>
                    <a:pt x="257402" y="307869"/>
                  </a:lnTo>
                  <a:lnTo>
                    <a:pt x="261805" y="304947"/>
                  </a:lnTo>
                  <a:lnTo>
                    <a:pt x="266112" y="301887"/>
                  </a:lnTo>
                  <a:lnTo>
                    <a:pt x="270321" y="298692"/>
                  </a:lnTo>
                  <a:lnTo>
                    <a:pt x="274427" y="295366"/>
                  </a:lnTo>
                  <a:lnTo>
                    <a:pt x="278425" y="291912"/>
                  </a:lnTo>
                  <a:lnTo>
                    <a:pt x="282312" y="288334"/>
                  </a:lnTo>
                  <a:lnTo>
                    <a:pt x="286085" y="284634"/>
                  </a:lnTo>
                  <a:lnTo>
                    <a:pt x="289738" y="280817"/>
                  </a:lnTo>
                  <a:lnTo>
                    <a:pt x="293269" y="276886"/>
                  </a:lnTo>
                  <a:lnTo>
                    <a:pt x="296674" y="272846"/>
                  </a:lnTo>
                  <a:lnTo>
                    <a:pt x="299950" y="268700"/>
                  </a:lnTo>
                  <a:lnTo>
                    <a:pt x="303093" y="264453"/>
                  </a:lnTo>
                  <a:lnTo>
                    <a:pt x="306100" y="260108"/>
                  </a:lnTo>
                  <a:lnTo>
                    <a:pt x="308968" y="255671"/>
                  </a:lnTo>
                  <a:lnTo>
                    <a:pt x="311695" y="251145"/>
                  </a:lnTo>
                  <a:lnTo>
                    <a:pt x="314277" y="246535"/>
                  </a:lnTo>
                  <a:lnTo>
                    <a:pt x="316713" y="241846"/>
                  </a:lnTo>
                  <a:lnTo>
                    <a:pt x="318999" y="237082"/>
                  </a:lnTo>
                  <a:lnTo>
                    <a:pt x="321133" y="232249"/>
                  </a:lnTo>
                  <a:lnTo>
                    <a:pt x="323113" y="227350"/>
                  </a:lnTo>
                  <a:lnTo>
                    <a:pt x="324938" y="222391"/>
                  </a:lnTo>
                  <a:lnTo>
                    <a:pt x="326605" y="217377"/>
                  </a:lnTo>
                  <a:lnTo>
                    <a:pt x="328113" y="212313"/>
                  </a:lnTo>
                  <a:lnTo>
                    <a:pt x="329459" y="207204"/>
                  </a:lnTo>
                  <a:lnTo>
                    <a:pt x="330644" y="202055"/>
                  </a:lnTo>
                  <a:lnTo>
                    <a:pt x="331666" y="196871"/>
                  </a:lnTo>
                  <a:lnTo>
                    <a:pt x="332523" y="191657"/>
                  </a:lnTo>
                  <a:lnTo>
                    <a:pt x="333214" y="186419"/>
                  </a:lnTo>
                  <a:lnTo>
                    <a:pt x="333740" y="181161"/>
                  </a:lnTo>
                  <a:lnTo>
                    <a:pt x="334100" y="175889"/>
                  </a:lnTo>
                  <a:lnTo>
                    <a:pt x="334293" y="170609"/>
                  </a:lnTo>
                  <a:lnTo>
                    <a:pt x="334319" y="165325"/>
                  </a:lnTo>
                  <a:lnTo>
                    <a:pt x="334177" y="160044"/>
                  </a:lnTo>
                  <a:lnTo>
                    <a:pt x="333869" y="154769"/>
                  </a:lnTo>
                  <a:lnTo>
                    <a:pt x="333395" y="149506"/>
                  </a:lnTo>
                  <a:lnTo>
                    <a:pt x="332754" y="144262"/>
                  </a:lnTo>
                  <a:lnTo>
                    <a:pt x="331948" y="139040"/>
                  </a:lnTo>
                  <a:lnTo>
                    <a:pt x="330977" y="133846"/>
                  </a:lnTo>
                  <a:lnTo>
                    <a:pt x="329843" y="128685"/>
                  </a:lnTo>
                  <a:lnTo>
                    <a:pt x="328546" y="123563"/>
                  </a:lnTo>
                  <a:lnTo>
                    <a:pt x="327088" y="118485"/>
                  </a:lnTo>
                  <a:lnTo>
                    <a:pt x="325470" y="113455"/>
                  </a:lnTo>
                  <a:lnTo>
                    <a:pt x="323693" y="108478"/>
                  </a:lnTo>
                  <a:lnTo>
                    <a:pt x="321761" y="103561"/>
                  </a:lnTo>
                  <a:lnTo>
                    <a:pt x="319674" y="98706"/>
                  </a:lnTo>
                  <a:lnTo>
                    <a:pt x="317435" y="93921"/>
                  </a:lnTo>
                  <a:lnTo>
                    <a:pt x="315045" y="89208"/>
                  </a:lnTo>
                  <a:lnTo>
                    <a:pt x="312508" y="84573"/>
                  </a:lnTo>
                  <a:lnTo>
                    <a:pt x="309826" y="80021"/>
                  </a:lnTo>
                  <a:lnTo>
                    <a:pt x="307001" y="75556"/>
                  </a:lnTo>
                  <a:lnTo>
                    <a:pt x="304036" y="71182"/>
                  </a:lnTo>
                  <a:lnTo>
                    <a:pt x="300935" y="66904"/>
                  </a:lnTo>
                  <a:lnTo>
                    <a:pt x="297700" y="62726"/>
                  </a:lnTo>
                  <a:lnTo>
                    <a:pt x="294334" y="58653"/>
                  </a:lnTo>
                  <a:lnTo>
                    <a:pt x="290842" y="54688"/>
                  </a:lnTo>
                  <a:lnTo>
                    <a:pt x="287226" y="50836"/>
                  </a:lnTo>
                  <a:lnTo>
                    <a:pt x="283490" y="47099"/>
                  </a:lnTo>
                  <a:lnTo>
                    <a:pt x="279638" y="43483"/>
                  </a:lnTo>
                  <a:lnTo>
                    <a:pt x="275673" y="39990"/>
                  </a:lnTo>
                  <a:lnTo>
                    <a:pt x="271600" y="36624"/>
                  </a:lnTo>
                  <a:lnTo>
                    <a:pt x="267423" y="33388"/>
                  </a:lnTo>
                  <a:lnTo>
                    <a:pt x="263145" y="30287"/>
                  </a:lnTo>
                  <a:lnTo>
                    <a:pt x="258772" y="27322"/>
                  </a:lnTo>
                  <a:lnTo>
                    <a:pt x="254307" y="24496"/>
                  </a:lnTo>
                  <a:lnTo>
                    <a:pt x="249755" y="21813"/>
                  </a:lnTo>
                  <a:lnTo>
                    <a:pt x="245120" y="19276"/>
                  </a:lnTo>
                  <a:lnTo>
                    <a:pt x="240408" y="16886"/>
                  </a:lnTo>
                  <a:lnTo>
                    <a:pt x="235622" y="14646"/>
                  </a:lnTo>
                  <a:lnTo>
                    <a:pt x="230768" y="12558"/>
                  </a:lnTo>
                  <a:lnTo>
                    <a:pt x="225851" y="10625"/>
                  </a:lnTo>
                  <a:lnTo>
                    <a:pt x="220875" y="8849"/>
                  </a:lnTo>
                  <a:lnTo>
                    <a:pt x="215845" y="7230"/>
                  </a:lnTo>
                  <a:lnTo>
                    <a:pt x="210767" y="5772"/>
                  </a:lnTo>
                  <a:lnTo>
                    <a:pt x="205645" y="4474"/>
                  </a:lnTo>
                  <a:lnTo>
                    <a:pt x="200484" y="3339"/>
                  </a:lnTo>
                  <a:lnTo>
                    <a:pt x="195290" y="2368"/>
                  </a:lnTo>
                  <a:lnTo>
                    <a:pt x="190069" y="1561"/>
                  </a:lnTo>
                  <a:lnTo>
                    <a:pt x="184824" y="920"/>
                  </a:lnTo>
                  <a:lnTo>
                    <a:pt x="179562" y="445"/>
                  </a:lnTo>
                  <a:lnTo>
                    <a:pt x="174287" y="136"/>
                  </a:lnTo>
                  <a:lnTo>
                    <a:pt x="167161" y="1671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983779" y="3170392"/>
              <a:ext cx="7125" cy="167167"/>
            </a:xfrm>
            <a:custGeom>
              <a:avLst/>
              <a:pathLst>
                <a:path w="7125" h="167167">
                  <a:moveTo>
                    <a:pt x="7125" y="15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85305" y="2633064"/>
              <a:ext cx="33705" cy="167167"/>
            </a:xfrm>
            <a:custGeom>
              <a:avLst/>
              <a:pathLst>
                <a:path w="33705" h="167167">
                  <a:moveTo>
                    <a:pt x="33705" y="0"/>
                  </a:moveTo>
                  <a:lnTo>
                    <a:pt x="26919" y="137"/>
                  </a:lnTo>
                  <a:lnTo>
                    <a:pt x="20145" y="550"/>
                  </a:lnTo>
                  <a:lnTo>
                    <a:pt x="13392" y="1238"/>
                  </a:lnTo>
                  <a:lnTo>
                    <a:pt x="6674" y="2199"/>
                  </a:lnTo>
                  <a:lnTo>
                    <a:pt x="0" y="3433"/>
                  </a:lnTo>
                  <a:lnTo>
                    <a:pt x="3370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85305" y="2636497"/>
              <a:ext cx="33705" cy="163734"/>
            </a:xfrm>
            <a:custGeom>
              <a:avLst/>
              <a:pathLst>
                <a:path w="33705" h="163734">
                  <a:moveTo>
                    <a:pt x="0" y="0"/>
                  </a:moveTo>
                  <a:lnTo>
                    <a:pt x="33705" y="16373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85305" y="2636497"/>
              <a:ext cx="33705" cy="163734"/>
            </a:xfrm>
            <a:custGeom>
              <a:avLst/>
              <a:pathLst>
                <a:path w="33705" h="163734">
                  <a:moveTo>
                    <a:pt x="0" y="0"/>
                  </a:moveTo>
                  <a:lnTo>
                    <a:pt x="33705" y="16373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85305" y="2636497"/>
              <a:ext cx="33705" cy="163734"/>
            </a:xfrm>
            <a:custGeom>
              <a:avLst/>
              <a:pathLst>
                <a:path w="33705" h="163734">
                  <a:moveTo>
                    <a:pt x="0" y="0"/>
                  </a:moveTo>
                  <a:lnTo>
                    <a:pt x="33705" y="16373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85305" y="2636497"/>
              <a:ext cx="33705" cy="163734"/>
            </a:xfrm>
            <a:custGeom>
              <a:avLst/>
              <a:pathLst>
                <a:path w="33705" h="163734">
                  <a:moveTo>
                    <a:pt x="0" y="0"/>
                  </a:moveTo>
                  <a:lnTo>
                    <a:pt x="33705" y="16373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85305" y="2636497"/>
              <a:ext cx="33705" cy="163734"/>
            </a:xfrm>
            <a:custGeom>
              <a:avLst/>
              <a:pathLst>
                <a:path w="33705" h="163734">
                  <a:moveTo>
                    <a:pt x="0" y="0"/>
                  </a:moveTo>
                  <a:lnTo>
                    <a:pt x="33705" y="16373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85305" y="2636497"/>
              <a:ext cx="33705" cy="163734"/>
            </a:xfrm>
            <a:custGeom>
              <a:avLst/>
              <a:pathLst>
                <a:path w="33705" h="163734">
                  <a:moveTo>
                    <a:pt x="0" y="0"/>
                  </a:moveTo>
                  <a:lnTo>
                    <a:pt x="33705" y="16373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85305" y="2636497"/>
              <a:ext cx="33705" cy="163734"/>
            </a:xfrm>
            <a:custGeom>
              <a:avLst/>
              <a:pathLst>
                <a:path w="33705" h="163734">
                  <a:moveTo>
                    <a:pt x="0" y="0"/>
                  </a:moveTo>
                  <a:lnTo>
                    <a:pt x="33705" y="16373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85305" y="2636497"/>
              <a:ext cx="33705" cy="163734"/>
            </a:xfrm>
            <a:custGeom>
              <a:avLst/>
              <a:pathLst>
                <a:path w="33705" h="163734">
                  <a:moveTo>
                    <a:pt x="0" y="0"/>
                  </a:moveTo>
                  <a:lnTo>
                    <a:pt x="33705" y="16373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85305" y="2636497"/>
              <a:ext cx="33705" cy="163734"/>
            </a:xfrm>
            <a:custGeom>
              <a:avLst/>
              <a:pathLst>
                <a:path w="33705" h="163734">
                  <a:moveTo>
                    <a:pt x="0" y="0"/>
                  </a:moveTo>
                  <a:lnTo>
                    <a:pt x="33705" y="16373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85305" y="2636497"/>
              <a:ext cx="33705" cy="163734"/>
            </a:xfrm>
            <a:custGeom>
              <a:avLst/>
              <a:pathLst>
                <a:path w="33705" h="163734">
                  <a:moveTo>
                    <a:pt x="0" y="0"/>
                  </a:moveTo>
                  <a:lnTo>
                    <a:pt x="33705" y="16373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85305" y="2636497"/>
              <a:ext cx="33705" cy="163734"/>
            </a:xfrm>
            <a:custGeom>
              <a:avLst/>
              <a:pathLst>
                <a:path w="33705" h="163734">
                  <a:moveTo>
                    <a:pt x="0" y="0"/>
                  </a:moveTo>
                  <a:lnTo>
                    <a:pt x="33705" y="1637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85305" y="2636497"/>
              <a:ext cx="33705" cy="163734"/>
            </a:xfrm>
            <a:custGeom>
              <a:avLst/>
              <a:pathLst>
                <a:path w="33705" h="163734">
                  <a:moveTo>
                    <a:pt x="0" y="0"/>
                  </a:moveTo>
                  <a:lnTo>
                    <a:pt x="33705" y="1637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85305" y="2636497"/>
              <a:ext cx="33705" cy="163734"/>
            </a:xfrm>
            <a:custGeom>
              <a:avLst/>
              <a:pathLst>
                <a:path w="33705" h="163734">
                  <a:moveTo>
                    <a:pt x="0" y="0"/>
                  </a:moveTo>
                  <a:lnTo>
                    <a:pt x="33705" y="1637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85305" y="2636497"/>
              <a:ext cx="33705" cy="163734"/>
            </a:xfrm>
            <a:custGeom>
              <a:avLst/>
              <a:pathLst>
                <a:path w="33705" h="163734">
                  <a:moveTo>
                    <a:pt x="0" y="0"/>
                  </a:moveTo>
                  <a:lnTo>
                    <a:pt x="33705" y="1637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85305" y="2636497"/>
              <a:ext cx="33705" cy="163734"/>
            </a:xfrm>
            <a:custGeom>
              <a:avLst/>
              <a:pathLst>
                <a:path w="33705" h="163734">
                  <a:moveTo>
                    <a:pt x="0" y="0"/>
                  </a:moveTo>
                  <a:lnTo>
                    <a:pt x="33705" y="16373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85305" y="2636497"/>
              <a:ext cx="33705" cy="163734"/>
            </a:xfrm>
            <a:custGeom>
              <a:avLst/>
              <a:pathLst>
                <a:path w="33705" h="163734">
                  <a:moveTo>
                    <a:pt x="0" y="0"/>
                  </a:moveTo>
                  <a:lnTo>
                    <a:pt x="33705" y="1637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85305" y="2636497"/>
              <a:ext cx="33705" cy="163734"/>
            </a:xfrm>
            <a:custGeom>
              <a:avLst/>
              <a:pathLst>
                <a:path w="33705" h="163734">
                  <a:moveTo>
                    <a:pt x="0" y="0"/>
                  </a:moveTo>
                  <a:lnTo>
                    <a:pt x="33705" y="1637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885305" y="2636497"/>
              <a:ext cx="33705" cy="163734"/>
            </a:xfrm>
            <a:custGeom>
              <a:avLst/>
              <a:pathLst>
                <a:path w="33705" h="163734">
                  <a:moveTo>
                    <a:pt x="0" y="0"/>
                  </a:moveTo>
                  <a:lnTo>
                    <a:pt x="33705" y="16373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885305" y="2636497"/>
              <a:ext cx="33705" cy="163734"/>
            </a:xfrm>
            <a:custGeom>
              <a:avLst/>
              <a:pathLst>
                <a:path w="33705" h="163734">
                  <a:moveTo>
                    <a:pt x="0" y="0"/>
                  </a:moveTo>
                  <a:lnTo>
                    <a:pt x="33705" y="1637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885305" y="2636497"/>
              <a:ext cx="33705" cy="163734"/>
            </a:xfrm>
            <a:custGeom>
              <a:avLst/>
              <a:pathLst>
                <a:path w="33705" h="163734">
                  <a:moveTo>
                    <a:pt x="0" y="0"/>
                  </a:moveTo>
                  <a:lnTo>
                    <a:pt x="33705" y="1637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885305" y="2636497"/>
              <a:ext cx="33705" cy="163734"/>
            </a:xfrm>
            <a:custGeom>
              <a:avLst/>
              <a:pathLst>
                <a:path w="33705" h="163734">
                  <a:moveTo>
                    <a:pt x="0" y="0"/>
                  </a:moveTo>
                  <a:lnTo>
                    <a:pt x="33705" y="1637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885305" y="2636497"/>
              <a:ext cx="33705" cy="163734"/>
            </a:xfrm>
            <a:custGeom>
              <a:avLst/>
              <a:pathLst>
                <a:path w="33705" h="163734">
                  <a:moveTo>
                    <a:pt x="0" y="0"/>
                  </a:moveTo>
                  <a:lnTo>
                    <a:pt x="33705" y="1637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885305" y="2636497"/>
              <a:ext cx="33705" cy="163734"/>
            </a:xfrm>
            <a:custGeom>
              <a:avLst/>
              <a:pathLst>
                <a:path w="33705" h="163734">
                  <a:moveTo>
                    <a:pt x="0" y="0"/>
                  </a:moveTo>
                  <a:lnTo>
                    <a:pt x="33705" y="16373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885305" y="2636497"/>
              <a:ext cx="33705" cy="163734"/>
            </a:xfrm>
            <a:custGeom>
              <a:avLst/>
              <a:pathLst>
                <a:path w="33705" h="163734">
                  <a:moveTo>
                    <a:pt x="0" y="0"/>
                  </a:moveTo>
                  <a:lnTo>
                    <a:pt x="33705" y="16373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51845" y="2636497"/>
              <a:ext cx="334328" cy="330893"/>
            </a:xfrm>
            <a:custGeom>
              <a:avLst/>
              <a:pathLst>
                <a:path w="334328" h="330893">
                  <a:moveTo>
                    <a:pt x="133460" y="0"/>
                  </a:moveTo>
                  <a:lnTo>
                    <a:pt x="128286" y="1150"/>
                  </a:lnTo>
                  <a:lnTo>
                    <a:pt x="123152" y="2464"/>
                  </a:lnTo>
                  <a:lnTo>
                    <a:pt x="118062" y="3941"/>
                  </a:lnTo>
                  <a:lnTo>
                    <a:pt x="113022" y="5577"/>
                  </a:lnTo>
                  <a:lnTo>
                    <a:pt x="108035" y="7373"/>
                  </a:lnTo>
                  <a:lnTo>
                    <a:pt x="103109" y="9326"/>
                  </a:lnTo>
                  <a:lnTo>
                    <a:pt x="98246" y="11434"/>
                  </a:lnTo>
                  <a:lnTo>
                    <a:pt x="93453" y="13695"/>
                  </a:lnTo>
                  <a:lnTo>
                    <a:pt x="88734" y="16107"/>
                  </a:lnTo>
                  <a:lnTo>
                    <a:pt x="84094" y="18668"/>
                  </a:lnTo>
                  <a:lnTo>
                    <a:pt x="79537" y="21374"/>
                  </a:lnTo>
                  <a:lnTo>
                    <a:pt x="75069" y="24223"/>
                  </a:lnTo>
                  <a:lnTo>
                    <a:pt x="70693" y="27213"/>
                  </a:lnTo>
                  <a:lnTo>
                    <a:pt x="66413" y="30339"/>
                  </a:lnTo>
                  <a:lnTo>
                    <a:pt x="62236" y="33600"/>
                  </a:lnTo>
                  <a:lnTo>
                    <a:pt x="58163" y="36992"/>
                  </a:lnTo>
                  <a:lnTo>
                    <a:pt x="54200" y="40511"/>
                  </a:lnTo>
                  <a:lnTo>
                    <a:pt x="50351" y="44154"/>
                  </a:lnTo>
                  <a:lnTo>
                    <a:pt x="46619" y="47917"/>
                  </a:lnTo>
                  <a:lnTo>
                    <a:pt x="43009" y="51796"/>
                  </a:lnTo>
                  <a:lnTo>
                    <a:pt x="39523" y="55788"/>
                  </a:lnTo>
                  <a:lnTo>
                    <a:pt x="36165" y="59888"/>
                  </a:lnTo>
                  <a:lnTo>
                    <a:pt x="32939" y="64093"/>
                  </a:lnTo>
                  <a:lnTo>
                    <a:pt x="29848" y="68398"/>
                  </a:lnTo>
                  <a:lnTo>
                    <a:pt x="26895" y="72799"/>
                  </a:lnTo>
                  <a:lnTo>
                    <a:pt x="24083" y="77291"/>
                  </a:lnTo>
                  <a:lnTo>
                    <a:pt x="21415" y="81870"/>
                  </a:lnTo>
                  <a:lnTo>
                    <a:pt x="18893" y="86531"/>
                  </a:lnTo>
                  <a:lnTo>
                    <a:pt x="16520" y="91270"/>
                  </a:lnTo>
                  <a:lnTo>
                    <a:pt x="14299" y="96082"/>
                  </a:lnTo>
                  <a:lnTo>
                    <a:pt x="12231" y="100961"/>
                  </a:lnTo>
                  <a:lnTo>
                    <a:pt x="10319" y="105904"/>
                  </a:lnTo>
                  <a:lnTo>
                    <a:pt x="8565" y="110905"/>
                  </a:lnTo>
                  <a:lnTo>
                    <a:pt x="6970" y="115959"/>
                  </a:lnTo>
                  <a:lnTo>
                    <a:pt x="5536" y="121061"/>
                  </a:lnTo>
                  <a:lnTo>
                    <a:pt x="4265" y="126206"/>
                  </a:lnTo>
                  <a:lnTo>
                    <a:pt x="3157" y="131389"/>
                  </a:lnTo>
                  <a:lnTo>
                    <a:pt x="2214" y="136604"/>
                  </a:lnTo>
                  <a:lnTo>
                    <a:pt x="1437" y="141846"/>
                  </a:lnTo>
                  <a:lnTo>
                    <a:pt x="826" y="147111"/>
                  </a:lnTo>
                  <a:lnTo>
                    <a:pt x="383" y="152392"/>
                  </a:lnTo>
                  <a:lnTo>
                    <a:pt x="107" y="157684"/>
                  </a:lnTo>
                  <a:lnTo>
                    <a:pt x="0" y="162983"/>
                  </a:lnTo>
                  <a:lnTo>
                    <a:pt x="60" y="168282"/>
                  </a:lnTo>
                  <a:lnTo>
                    <a:pt x="288" y="173577"/>
                  </a:lnTo>
                  <a:lnTo>
                    <a:pt x="684" y="178862"/>
                  </a:lnTo>
                  <a:lnTo>
                    <a:pt x="1247" y="184132"/>
                  </a:lnTo>
                  <a:lnTo>
                    <a:pt x="1977" y="189381"/>
                  </a:lnTo>
                  <a:lnTo>
                    <a:pt x="2873" y="194604"/>
                  </a:lnTo>
                  <a:lnTo>
                    <a:pt x="3934" y="199797"/>
                  </a:lnTo>
                  <a:lnTo>
                    <a:pt x="5159" y="204953"/>
                  </a:lnTo>
                  <a:lnTo>
                    <a:pt x="6547" y="210068"/>
                  </a:lnTo>
                  <a:lnTo>
                    <a:pt x="8097" y="215136"/>
                  </a:lnTo>
                  <a:lnTo>
                    <a:pt x="9806" y="220152"/>
                  </a:lnTo>
                  <a:lnTo>
                    <a:pt x="11674" y="225112"/>
                  </a:lnTo>
                  <a:lnTo>
                    <a:pt x="13697" y="230010"/>
                  </a:lnTo>
                  <a:lnTo>
                    <a:pt x="15875" y="234842"/>
                  </a:lnTo>
                  <a:lnTo>
                    <a:pt x="18206" y="239602"/>
                  </a:lnTo>
                  <a:lnTo>
                    <a:pt x="20685" y="244285"/>
                  </a:lnTo>
                  <a:lnTo>
                    <a:pt x="23312" y="248888"/>
                  </a:lnTo>
                  <a:lnTo>
                    <a:pt x="26084" y="253405"/>
                  </a:lnTo>
                  <a:lnTo>
                    <a:pt x="28997" y="257833"/>
                  </a:lnTo>
                  <a:lnTo>
                    <a:pt x="32050" y="262165"/>
                  </a:lnTo>
                  <a:lnTo>
                    <a:pt x="35238" y="266399"/>
                  </a:lnTo>
                  <a:lnTo>
                    <a:pt x="38558" y="270529"/>
                  </a:lnTo>
                  <a:lnTo>
                    <a:pt x="42008" y="274552"/>
                  </a:lnTo>
                  <a:lnTo>
                    <a:pt x="45584" y="278464"/>
                  </a:lnTo>
                  <a:lnTo>
                    <a:pt x="49282" y="282260"/>
                  </a:lnTo>
                  <a:lnTo>
                    <a:pt x="53098" y="285937"/>
                  </a:lnTo>
                  <a:lnTo>
                    <a:pt x="57029" y="289492"/>
                  </a:lnTo>
                  <a:lnTo>
                    <a:pt x="61071" y="292920"/>
                  </a:lnTo>
                  <a:lnTo>
                    <a:pt x="65220" y="296218"/>
                  </a:lnTo>
                  <a:lnTo>
                    <a:pt x="69470" y="299383"/>
                  </a:lnTo>
                  <a:lnTo>
                    <a:pt x="73820" y="302411"/>
                  </a:lnTo>
                  <a:lnTo>
                    <a:pt x="78262" y="305301"/>
                  </a:lnTo>
                  <a:lnTo>
                    <a:pt x="82795" y="308048"/>
                  </a:lnTo>
                  <a:lnTo>
                    <a:pt x="87412" y="310650"/>
                  </a:lnTo>
                  <a:lnTo>
                    <a:pt x="92109" y="313104"/>
                  </a:lnTo>
                  <a:lnTo>
                    <a:pt x="96881" y="315408"/>
                  </a:lnTo>
                  <a:lnTo>
                    <a:pt x="101725" y="317560"/>
                  </a:lnTo>
                  <a:lnTo>
                    <a:pt x="106634" y="319557"/>
                  </a:lnTo>
                  <a:lnTo>
                    <a:pt x="111604" y="321397"/>
                  </a:lnTo>
                  <a:lnTo>
                    <a:pt x="116629" y="323079"/>
                  </a:lnTo>
                  <a:lnTo>
                    <a:pt x="121706" y="324601"/>
                  </a:lnTo>
                  <a:lnTo>
                    <a:pt x="126828" y="325961"/>
                  </a:lnTo>
                  <a:lnTo>
                    <a:pt x="131991" y="327159"/>
                  </a:lnTo>
                  <a:lnTo>
                    <a:pt x="137189" y="328191"/>
                  </a:lnTo>
                  <a:lnTo>
                    <a:pt x="142417" y="329059"/>
                  </a:lnTo>
                  <a:lnTo>
                    <a:pt x="147670" y="329760"/>
                  </a:lnTo>
                  <a:lnTo>
                    <a:pt x="152943" y="330295"/>
                  </a:lnTo>
                  <a:lnTo>
                    <a:pt x="158230" y="330662"/>
                  </a:lnTo>
                  <a:lnTo>
                    <a:pt x="163526" y="330862"/>
                  </a:lnTo>
                  <a:lnTo>
                    <a:pt x="168825" y="330893"/>
                  </a:lnTo>
                  <a:lnTo>
                    <a:pt x="174123" y="330756"/>
                  </a:lnTo>
                  <a:lnTo>
                    <a:pt x="179414" y="330452"/>
                  </a:lnTo>
                  <a:lnTo>
                    <a:pt x="184693" y="329980"/>
                  </a:lnTo>
                  <a:lnTo>
                    <a:pt x="189954" y="329341"/>
                  </a:lnTo>
                  <a:lnTo>
                    <a:pt x="195192" y="328535"/>
                  </a:lnTo>
                  <a:lnTo>
                    <a:pt x="200402" y="327564"/>
                  </a:lnTo>
                  <a:lnTo>
                    <a:pt x="205579" y="326428"/>
                  </a:lnTo>
                  <a:lnTo>
                    <a:pt x="210716" y="325128"/>
                  </a:lnTo>
                  <a:lnTo>
                    <a:pt x="215811" y="323667"/>
                  </a:lnTo>
                  <a:lnTo>
                    <a:pt x="220856" y="322044"/>
                  </a:lnTo>
                  <a:lnTo>
                    <a:pt x="225847" y="320263"/>
                  </a:lnTo>
                  <a:lnTo>
                    <a:pt x="230780" y="318324"/>
                  </a:lnTo>
                  <a:lnTo>
                    <a:pt x="235648" y="316230"/>
                  </a:lnTo>
                  <a:lnTo>
                    <a:pt x="240448" y="313982"/>
                  </a:lnTo>
                  <a:lnTo>
                    <a:pt x="245173" y="311584"/>
                  </a:lnTo>
                  <a:lnTo>
                    <a:pt x="249821" y="309037"/>
                  </a:lnTo>
                  <a:lnTo>
                    <a:pt x="254385" y="306344"/>
                  </a:lnTo>
                  <a:lnTo>
                    <a:pt x="258862" y="303507"/>
                  </a:lnTo>
                  <a:lnTo>
                    <a:pt x="263247" y="300530"/>
                  </a:lnTo>
                  <a:lnTo>
                    <a:pt x="267535" y="297416"/>
                  </a:lnTo>
                  <a:lnTo>
                    <a:pt x="271722" y="294167"/>
                  </a:lnTo>
                  <a:lnTo>
                    <a:pt x="275804" y="290787"/>
                  </a:lnTo>
                  <a:lnTo>
                    <a:pt x="279777" y="287280"/>
                  </a:lnTo>
                  <a:lnTo>
                    <a:pt x="283637" y="283648"/>
                  </a:lnTo>
                  <a:lnTo>
                    <a:pt x="287379" y="279895"/>
                  </a:lnTo>
                  <a:lnTo>
                    <a:pt x="291001" y="276026"/>
                  </a:lnTo>
                  <a:lnTo>
                    <a:pt x="294498" y="272045"/>
                  </a:lnTo>
                  <a:lnTo>
                    <a:pt x="297868" y="267954"/>
                  </a:lnTo>
                  <a:lnTo>
                    <a:pt x="301106" y="263758"/>
                  </a:lnTo>
                  <a:lnTo>
                    <a:pt x="304209" y="259462"/>
                  </a:lnTo>
                  <a:lnTo>
                    <a:pt x="307175" y="255070"/>
                  </a:lnTo>
                  <a:lnTo>
                    <a:pt x="310000" y="250586"/>
                  </a:lnTo>
                  <a:lnTo>
                    <a:pt x="312681" y="246015"/>
                  </a:lnTo>
                  <a:lnTo>
                    <a:pt x="315216" y="241360"/>
                  </a:lnTo>
                  <a:lnTo>
                    <a:pt x="317602" y="236628"/>
                  </a:lnTo>
                  <a:lnTo>
                    <a:pt x="319837" y="231823"/>
                  </a:lnTo>
                  <a:lnTo>
                    <a:pt x="321919" y="226949"/>
                  </a:lnTo>
                  <a:lnTo>
                    <a:pt x="323845" y="222012"/>
                  </a:lnTo>
                  <a:lnTo>
                    <a:pt x="325614" y="217016"/>
                  </a:lnTo>
                  <a:lnTo>
                    <a:pt x="327223" y="211967"/>
                  </a:lnTo>
                  <a:lnTo>
                    <a:pt x="328672" y="206869"/>
                  </a:lnTo>
                  <a:lnTo>
                    <a:pt x="329958" y="201727"/>
                  </a:lnTo>
                  <a:lnTo>
                    <a:pt x="331080" y="196548"/>
                  </a:lnTo>
                  <a:lnTo>
                    <a:pt x="332038" y="191336"/>
                  </a:lnTo>
                  <a:lnTo>
                    <a:pt x="332830" y="186095"/>
                  </a:lnTo>
                  <a:lnTo>
                    <a:pt x="333456" y="180833"/>
                  </a:lnTo>
                  <a:lnTo>
                    <a:pt x="333914" y="175553"/>
                  </a:lnTo>
                  <a:lnTo>
                    <a:pt x="334205" y="170261"/>
                  </a:lnTo>
                  <a:lnTo>
                    <a:pt x="334328" y="164963"/>
                  </a:lnTo>
                  <a:lnTo>
                    <a:pt x="334283" y="159663"/>
                  </a:lnTo>
                  <a:lnTo>
                    <a:pt x="334070" y="154368"/>
                  </a:lnTo>
                  <a:lnTo>
                    <a:pt x="333689" y="149082"/>
                  </a:lnTo>
                  <a:lnTo>
                    <a:pt x="333141" y="143811"/>
                  </a:lnTo>
                  <a:lnTo>
                    <a:pt x="332426" y="138559"/>
                  </a:lnTo>
                  <a:lnTo>
                    <a:pt x="331545" y="133333"/>
                  </a:lnTo>
                  <a:lnTo>
                    <a:pt x="330499" y="128138"/>
                  </a:lnTo>
                  <a:lnTo>
                    <a:pt x="329289" y="122978"/>
                  </a:lnTo>
                  <a:lnTo>
                    <a:pt x="327915" y="117860"/>
                  </a:lnTo>
                  <a:lnTo>
                    <a:pt x="326380" y="112787"/>
                  </a:lnTo>
                  <a:lnTo>
                    <a:pt x="324685" y="107766"/>
                  </a:lnTo>
                  <a:lnTo>
                    <a:pt x="322832" y="102801"/>
                  </a:lnTo>
                  <a:lnTo>
                    <a:pt x="320822" y="97897"/>
                  </a:lnTo>
                  <a:lnTo>
                    <a:pt x="318658" y="93059"/>
                  </a:lnTo>
                  <a:lnTo>
                    <a:pt x="316342" y="88292"/>
                  </a:lnTo>
                  <a:lnTo>
                    <a:pt x="313875" y="83602"/>
                  </a:lnTo>
                  <a:lnTo>
                    <a:pt x="311261" y="78991"/>
                  </a:lnTo>
                  <a:lnTo>
                    <a:pt x="308503" y="74466"/>
                  </a:lnTo>
                  <a:lnTo>
                    <a:pt x="305602" y="70031"/>
                  </a:lnTo>
                  <a:lnTo>
                    <a:pt x="302562" y="65690"/>
                  </a:lnTo>
                  <a:lnTo>
                    <a:pt x="299386" y="61447"/>
                  </a:lnTo>
                  <a:lnTo>
                    <a:pt x="296077" y="57307"/>
                  </a:lnTo>
                  <a:lnTo>
                    <a:pt x="292639" y="53274"/>
                  </a:lnTo>
                  <a:lnTo>
                    <a:pt x="289074" y="49352"/>
                  </a:lnTo>
                  <a:lnTo>
                    <a:pt x="285387" y="45545"/>
                  </a:lnTo>
                  <a:lnTo>
                    <a:pt x="281581" y="41857"/>
                  </a:lnTo>
                  <a:lnTo>
                    <a:pt x="277661" y="38292"/>
                  </a:lnTo>
                  <a:lnTo>
                    <a:pt x="273629" y="34852"/>
                  </a:lnTo>
                  <a:lnTo>
                    <a:pt x="269490" y="31542"/>
                  </a:lnTo>
                  <a:lnTo>
                    <a:pt x="167165" y="1637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19011" y="2633064"/>
              <a:ext cx="102324" cy="167167"/>
            </a:xfrm>
            <a:custGeom>
              <a:avLst/>
              <a:pathLst>
                <a:path w="102324" h="167167">
                  <a:moveTo>
                    <a:pt x="102324" y="34975"/>
                  </a:moveTo>
                  <a:lnTo>
                    <a:pt x="97680" y="31508"/>
                  </a:lnTo>
                  <a:lnTo>
                    <a:pt x="92919" y="28203"/>
                  </a:lnTo>
                  <a:lnTo>
                    <a:pt x="88047" y="25066"/>
                  </a:lnTo>
                  <a:lnTo>
                    <a:pt x="83068" y="22100"/>
                  </a:lnTo>
                  <a:lnTo>
                    <a:pt x="77990" y="19307"/>
                  </a:lnTo>
                  <a:lnTo>
                    <a:pt x="72818" y="16693"/>
                  </a:lnTo>
                  <a:lnTo>
                    <a:pt x="67558" y="14259"/>
                  </a:lnTo>
                  <a:lnTo>
                    <a:pt x="62217" y="12009"/>
                  </a:lnTo>
                  <a:lnTo>
                    <a:pt x="56802" y="9946"/>
                  </a:lnTo>
                  <a:lnTo>
                    <a:pt x="51318" y="8071"/>
                  </a:lnTo>
                  <a:lnTo>
                    <a:pt x="45772" y="6388"/>
                  </a:lnTo>
                  <a:lnTo>
                    <a:pt x="40172" y="4898"/>
                  </a:lnTo>
                  <a:lnTo>
                    <a:pt x="34523" y="3603"/>
                  </a:lnTo>
                  <a:lnTo>
                    <a:pt x="28833" y="2505"/>
                  </a:lnTo>
                  <a:lnTo>
                    <a:pt x="23108" y="1604"/>
                  </a:lnTo>
                  <a:lnTo>
                    <a:pt x="17355" y="903"/>
                  </a:lnTo>
                  <a:lnTo>
                    <a:pt x="11581" y="401"/>
                  </a:lnTo>
                  <a:lnTo>
                    <a:pt x="5794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20577" y="2126963"/>
              <a:ext cx="7894" cy="167167"/>
            </a:xfrm>
            <a:custGeom>
              <a:avLst/>
              <a:pathLst>
                <a:path w="7894" h="167167">
                  <a:moveTo>
                    <a:pt x="7894" y="0"/>
                  </a:moveTo>
                  <a:lnTo>
                    <a:pt x="0" y="186"/>
                  </a:lnTo>
                  <a:lnTo>
                    <a:pt x="7894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20577" y="2127150"/>
              <a:ext cx="7894" cy="166980"/>
            </a:xfrm>
            <a:custGeom>
              <a:avLst/>
              <a:pathLst>
                <a:path w="7894" h="166980">
                  <a:moveTo>
                    <a:pt x="0" y="0"/>
                  </a:moveTo>
                  <a:lnTo>
                    <a:pt x="7894" y="16698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20577" y="2127150"/>
              <a:ext cx="7894" cy="166980"/>
            </a:xfrm>
            <a:custGeom>
              <a:avLst/>
              <a:pathLst>
                <a:path w="7894" h="166980">
                  <a:moveTo>
                    <a:pt x="0" y="0"/>
                  </a:moveTo>
                  <a:lnTo>
                    <a:pt x="7894" y="16698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20577" y="2127150"/>
              <a:ext cx="7894" cy="166980"/>
            </a:xfrm>
            <a:custGeom>
              <a:avLst/>
              <a:pathLst>
                <a:path w="7894" h="166980">
                  <a:moveTo>
                    <a:pt x="0" y="0"/>
                  </a:moveTo>
                  <a:lnTo>
                    <a:pt x="7894" y="16698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20577" y="2127150"/>
              <a:ext cx="7894" cy="166980"/>
            </a:xfrm>
            <a:custGeom>
              <a:avLst/>
              <a:pathLst>
                <a:path w="7894" h="166980">
                  <a:moveTo>
                    <a:pt x="0" y="0"/>
                  </a:moveTo>
                  <a:lnTo>
                    <a:pt x="7894" y="16698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20577" y="2127150"/>
              <a:ext cx="7894" cy="166980"/>
            </a:xfrm>
            <a:custGeom>
              <a:avLst/>
              <a:pathLst>
                <a:path w="7894" h="166980">
                  <a:moveTo>
                    <a:pt x="0" y="0"/>
                  </a:moveTo>
                  <a:lnTo>
                    <a:pt x="7894" y="16698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20577" y="2127150"/>
              <a:ext cx="7894" cy="166980"/>
            </a:xfrm>
            <a:custGeom>
              <a:avLst/>
              <a:pathLst>
                <a:path w="7894" h="166980">
                  <a:moveTo>
                    <a:pt x="0" y="0"/>
                  </a:moveTo>
                  <a:lnTo>
                    <a:pt x="7894" y="16698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20577" y="2127150"/>
              <a:ext cx="7894" cy="166980"/>
            </a:xfrm>
            <a:custGeom>
              <a:avLst/>
              <a:pathLst>
                <a:path w="7894" h="166980">
                  <a:moveTo>
                    <a:pt x="0" y="0"/>
                  </a:moveTo>
                  <a:lnTo>
                    <a:pt x="7894" y="16698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20577" y="2127150"/>
              <a:ext cx="7894" cy="166980"/>
            </a:xfrm>
            <a:custGeom>
              <a:avLst/>
              <a:pathLst>
                <a:path w="7894" h="166980">
                  <a:moveTo>
                    <a:pt x="0" y="0"/>
                  </a:moveTo>
                  <a:lnTo>
                    <a:pt x="7894" y="16698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20577" y="2127150"/>
              <a:ext cx="7894" cy="166980"/>
            </a:xfrm>
            <a:custGeom>
              <a:avLst/>
              <a:pathLst>
                <a:path w="7894" h="166980">
                  <a:moveTo>
                    <a:pt x="0" y="0"/>
                  </a:moveTo>
                  <a:lnTo>
                    <a:pt x="7894" y="16698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20577" y="2127150"/>
              <a:ext cx="7894" cy="166980"/>
            </a:xfrm>
            <a:custGeom>
              <a:avLst/>
              <a:pathLst>
                <a:path w="7894" h="166980">
                  <a:moveTo>
                    <a:pt x="0" y="0"/>
                  </a:moveTo>
                  <a:lnTo>
                    <a:pt x="7894" y="1669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20577" y="2127150"/>
              <a:ext cx="7894" cy="166980"/>
            </a:xfrm>
            <a:custGeom>
              <a:avLst/>
              <a:pathLst>
                <a:path w="7894" h="166980">
                  <a:moveTo>
                    <a:pt x="0" y="0"/>
                  </a:moveTo>
                  <a:lnTo>
                    <a:pt x="7894" y="1669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20577" y="2127150"/>
              <a:ext cx="7894" cy="166980"/>
            </a:xfrm>
            <a:custGeom>
              <a:avLst/>
              <a:pathLst>
                <a:path w="7894" h="166980">
                  <a:moveTo>
                    <a:pt x="0" y="0"/>
                  </a:moveTo>
                  <a:lnTo>
                    <a:pt x="7894" y="1669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20577" y="2127150"/>
              <a:ext cx="7894" cy="166980"/>
            </a:xfrm>
            <a:custGeom>
              <a:avLst/>
              <a:pathLst>
                <a:path w="7894" h="166980">
                  <a:moveTo>
                    <a:pt x="0" y="0"/>
                  </a:moveTo>
                  <a:lnTo>
                    <a:pt x="7894" y="16698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20577" y="2127150"/>
              <a:ext cx="7894" cy="166980"/>
            </a:xfrm>
            <a:custGeom>
              <a:avLst/>
              <a:pathLst>
                <a:path w="7894" h="166980">
                  <a:moveTo>
                    <a:pt x="0" y="0"/>
                  </a:moveTo>
                  <a:lnTo>
                    <a:pt x="7894" y="16698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20577" y="2127150"/>
              <a:ext cx="7894" cy="166980"/>
            </a:xfrm>
            <a:custGeom>
              <a:avLst/>
              <a:pathLst>
                <a:path w="7894" h="166980">
                  <a:moveTo>
                    <a:pt x="0" y="0"/>
                  </a:moveTo>
                  <a:lnTo>
                    <a:pt x="7894" y="1669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20577" y="2127150"/>
              <a:ext cx="7894" cy="166980"/>
            </a:xfrm>
            <a:custGeom>
              <a:avLst/>
              <a:pathLst>
                <a:path w="7894" h="166980">
                  <a:moveTo>
                    <a:pt x="0" y="0"/>
                  </a:moveTo>
                  <a:lnTo>
                    <a:pt x="7894" y="16698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20577" y="2127150"/>
              <a:ext cx="7894" cy="166980"/>
            </a:xfrm>
            <a:custGeom>
              <a:avLst/>
              <a:pathLst>
                <a:path w="7894" h="166980">
                  <a:moveTo>
                    <a:pt x="0" y="0"/>
                  </a:moveTo>
                  <a:lnTo>
                    <a:pt x="7894" y="16698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20577" y="2127150"/>
              <a:ext cx="7894" cy="166980"/>
            </a:xfrm>
            <a:custGeom>
              <a:avLst/>
              <a:pathLst>
                <a:path w="7894" h="166980">
                  <a:moveTo>
                    <a:pt x="0" y="0"/>
                  </a:moveTo>
                  <a:lnTo>
                    <a:pt x="7894" y="1669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20577" y="2127150"/>
              <a:ext cx="7894" cy="166980"/>
            </a:xfrm>
            <a:custGeom>
              <a:avLst/>
              <a:pathLst>
                <a:path w="7894" h="166980">
                  <a:moveTo>
                    <a:pt x="0" y="0"/>
                  </a:moveTo>
                  <a:lnTo>
                    <a:pt x="7894" y="1669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20577" y="2127150"/>
              <a:ext cx="7894" cy="166980"/>
            </a:xfrm>
            <a:custGeom>
              <a:avLst/>
              <a:pathLst>
                <a:path w="7894" h="166980">
                  <a:moveTo>
                    <a:pt x="0" y="0"/>
                  </a:moveTo>
                  <a:lnTo>
                    <a:pt x="7894" y="1669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20577" y="2127150"/>
              <a:ext cx="7894" cy="166980"/>
            </a:xfrm>
            <a:custGeom>
              <a:avLst/>
              <a:pathLst>
                <a:path w="7894" h="166980">
                  <a:moveTo>
                    <a:pt x="0" y="0"/>
                  </a:moveTo>
                  <a:lnTo>
                    <a:pt x="7894" y="16698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20577" y="2127150"/>
              <a:ext cx="7894" cy="166980"/>
            </a:xfrm>
            <a:custGeom>
              <a:avLst/>
              <a:pathLst>
                <a:path w="7894" h="166980">
                  <a:moveTo>
                    <a:pt x="0" y="0"/>
                  </a:moveTo>
                  <a:lnTo>
                    <a:pt x="7894" y="16698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20577" y="2127150"/>
              <a:ext cx="7894" cy="166980"/>
            </a:xfrm>
            <a:custGeom>
              <a:avLst/>
              <a:pathLst>
                <a:path w="7894" h="166980">
                  <a:moveTo>
                    <a:pt x="0" y="0"/>
                  </a:moveTo>
                  <a:lnTo>
                    <a:pt x="7894" y="16698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561305" y="2127150"/>
              <a:ext cx="311059" cy="334136"/>
            </a:xfrm>
            <a:custGeom>
              <a:avLst/>
              <a:pathLst>
                <a:path w="311059" h="334136">
                  <a:moveTo>
                    <a:pt x="159272" y="0"/>
                  </a:moveTo>
                  <a:lnTo>
                    <a:pt x="153971" y="335"/>
                  </a:lnTo>
                  <a:lnTo>
                    <a:pt x="148683" y="838"/>
                  </a:lnTo>
                  <a:lnTo>
                    <a:pt x="143413" y="1509"/>
                  </a:lnTo>
                  <a:lnTo>
                    <a:pt x="138168" y="2347"/>
                  </a:lnTo>
                  <a:lnTo>
                    <a:pt x="132952" y="3352"/>
                  </a:lnTo>
                  <a:lnTo>
                    <a:pt x="127770" y="4522"/>
                  </a:lnTo>
                  <a:lnTo>
                    <a:pt x="122628" y="5855"/>
                  </a:lnTo>
                  <a:lnTo>
                    <a:pt x="117531" y="7352"/>
                  </a:lnTo>
                  <a:lnTo>
                    <a:pt x="112485" y="9009"/>
                  </a:lnTo>
                  <a:lnTo>
                    <a:pt x="107493" y="10827"/>
                  </a:lnTo>
                  <a:lnTo>
                    <a:pt x="102562" y="12801"/>
                  </a:lnTo>
                  <a:lnTo>
                    <a:pt x="97696" y="14932"/>
                  </a:lnTo>
                  <a:lnTo>
                    <a:pt x="92900" y="17216"/>
                  </a:lnTo>
                  <a:lnTo>
                    <a:pt x="88179" y="19651"/>
                  </a:lnTo>
                  <a:lnTo>
                    <a:pt x="83538" y="22235"/>
                  </a:lnTo>
                  <a:lnTo>
                    <a:pt x="78981" y="24965"/>
                  </a:lnTo>
                  <a:lnTo>
                    <a:pt x="74513" y="27839"/>
                  </a:lnTo>
                  <a:lnTo>
                    <a:pt x="70139" y="30853"/>
                  </a:lnTo>
                  <a:lnTo>
                    <a:pt x="65863" y="34005"/>
                  </a:lnTo>
                  <a:lnTo>
                    <a:pt x="61689" y="37290"/>
                  </a:lnTo>
                  <a:lnTo>
                    <a:pt x="57622" y="40707"/>
                  </a:lnTo>
                  <a:lnTo>
                    <a:pt x="53665" y="44252"/>
                  </a:lnTo>
                  <a:lnTo>
                    <a:pt x="49823" y="47920"/>
                  </a:lnTo>
                  <a:lnTo>
                    <a:pt x="46100" y="51708"/>
                  </a:lnTo>
                  <a:lnTo>
                    <a:pt x="42498" y="55613"/>
                  </a:lnTo>
                  <a:lnTo>
                    <a:pt x="39023" y="59630"/>
                  </a:lnTo>
                  <a:lnTo>
                    <a:pt x="35677" y="63756"/>
                  </a:lnTo>
                  <a:lnTo>
                    <a:pt x="32463" y="67986"/>
                  </a:lnTo>
                  <a:lnTo>
                    <a:pt x="29386" y="72316"/>
                  </a:lnTo>
                  <a:lnTo>
                    <a:pt x="26448" y="76741"/>
                  </a:lnTo>
                  <a:lnTo>
                    <a:pt x="23652" y="81258"/>
                  </a:lnTo>
                  <a:lnTo>
                    <a:pt x="21001" y="85861"/>
                  </a:lnTo>
                  <a:lnTo>
                    <a:pt x="18497" y="90546"/>
                  </a:lnTo>
                  <a:lnTo>
                    <a:pt x="16143" y="95308"/>
                  </a:lnTo>
                  <a:lnTo>
                    <a:pt x="13942" y="100143"/>
                  </a:lnTo>
                  <a:lnTo>
                    <a:pt x="11896" y="105045"/>
                  </a:lnTo>
                  <a:lnTo>
                    <a:pt x="10007" y="110009"/>
                  </a:lnTo>
                  <a:lnTo>
                    <a:pt x="8276" y="115031"/>
                  </a:lnTo>
                  <a:lnTo>
                    <a:pt x="6706" y="120106"/>
                  </a:lnTo>
                  <a:lnTo>
                    <a:pt x="5297" y="125228"/>
                  </a:lnTo>
                  <a:lnTo>
                    <a:pt x="4052" y="130392"/>
                  </a:lnTo>
                  <a:lnTo>
                    <a:pt x="2972" y="135593"/>
                  </a:lnTo>
                  <a:lnTo>
                    <a:pt x="2058" y="140826"/>
                  </a:lnTo>
                  <a:lnTo>
                    <a:pt x="1310" y="146085"/>
                  </a:lnTo>
                  <a:lnTo>
                    <a:pt x="730" y="151365"/>
                  </a:lnTo>
                  <a:lnTo>
                    <a:pt x="318" y="156661"/>
                  </a:lnTo>
                  <a:lnTo>
                    <a:pt x="74" y="161968"/>
                  </a:lnTo>
                  <a:lnTo>
                    <a:pt x="0" y="167279"/>
                  </a:lnTo>
                  <a:lnTo>
                    <a:pt x="93" y="172590"/>
                  </a:lnTo>
                  <a:lnTo>
                    <a:pt x="356" y="177896"/>
                  </a:lnTo>
                  <a:lnTo>
                    <a:pt x="787" y="183190"/>
                  </a:lnTo>
                  <a:lnTo>
                    <a:pt x="1386" y="188468"/>
                  </a:lnTo>
                  <a:lnTo>
                    <a:pt x="2152" y="193725"/>
                  </a:lnTo>
                  <a:lnTo>
                    <a:pt x="3086" y="198954"/>
                  </a:lnTo>
                  <a:lnTo>
                    <a:pt x="4184" y="204151"/>
                  </a:lnTo>
                  <a:lnTo>
                    <a:pt x="5448" y="209311"/>
                  </a:lnTo>
                  <a:lnTo>
                    <a:pt x="6874" y="214428"/>
                  </a:lnTo>
                  <a:lnTo>
                    <a:pt x="8463" y="219497"/>
                  </a:lnTo>
                  <a:lnTo>
                    <a:pt x="10211" y="224513"/>
                  </a:lnTo>
                  <a:lnTo>
                    <a:pt x="12118" y="229471"/>
                  </a:lnTo>
                  <a:lnTo>
                    <a:pt x="14182" y="234365"/>
                  </a:lnTo>
                  <a:lnTo>
                    <a:pt x="16400" y="239192"/>
                  </a:lnTo>
                  <a:lnTo>
                    <a:pt x="18771" y="243946"/>
                  </a:lnTo>
                  <a:lnTo>
                    <a:pt x="21291" y="248622"/>
                  </a:lnTo>
                  <a:lnTo>
                    <a:pt x="23959" y="253215"/>
                  </a:lnTo>
                  <a:lnTo>
                    <a:pt x="26771" y="257722"/>
                  </a:lnTo>
                  <a:lnTo>
                    <a:pt x="29725" y="262137"/>
                  </a:lnTo>
                  <a:lnTo>
                    <a:pt x="32818" y="266456"/>
                  </a:lnTo>
                  <a:lnTo>
                    <a:pt x="36046" y="270674"/>
                  </a:lnTo>
                  <a:lnTo>
                    <a:pt x="39407" y="274788"/>
                  </a:lnTo>
                  <a:lnTo>
                    <a:pt x="42897" y="278793"/>
                  </a:lnTo>
                  <a:lnTo>
                    <a:pt x="46512" y="282685"/>
                  </a:lnTo>
                  <a:lnTo>
                    <a:pt x="50249" y="286460"/>
                  </a:lnTo>
                  <a:lnTo>
                    <a:pt x="54104" y="290114"/>
                  </a:lnTo>
                  <a:lnTo>
                    <a:pt x="58074" y="293644"/>
                  </a:lnTo>
                  <a:lnTo>
                    <a:pt x="62153" y="297046"/>
                  </a:lnTo>
                  <a:lnTo>
                    <a:pt x="66339" y="300317"/>
                  </a:lnTo>
                  <a:lnTo>
                    <a:pt x="70626" y="303453"/>
                  </a:lnTo>
                  <a:lnTo>
                    <a:pt x="75011" y="306452"/>
                  </a:lnTo>
                  <a:lnTo>
                    <a:pt x="79489" y="309310"/>
                  </a:lnTo>
                  <a:lnTo>
                    <a:pt x="84055" y="312023"/>
                  </a:lnTo>
                  <a:lnTo>
                    <a:pt x="88706" y="314591"/>
                  </a:lnTo>
                  <a:lnTo>
                    <a:pt x="93435" y="317009"/>
                  </a:lnTo>
                  <a:lnTo>
                    <a:pt x="98239" y="319276"/>
                  </a:lnTo>
                  <a:lnTo>
                    <a:pt x="103113" y="321389"/>
                  </a:lnTo>
                  <a:lnTo>
                    <a:pt x="108051" y="323346"/>
                  </a:lnTo>
                  <a:lnTo>
                    <a:pt x="113049" y="325146"/>
                  </a:lnTo>
                  <a:lnTo>
                    <a:pt x="118102" y="326785"/>
                  </a:lnTo>
                  <a:lnTo>
                    <a:pt x="123204" y="328264"/>
                  </a:lnTo>
                  <a:lnTo>
                    <a:pt x="128351" y="329579"/>
                  </a:lnTo>
                  <a:lnTo>
                    <a:pt x="133536" y="330730"/>
                  </a:lnTo>
                  <a:lnTo>
                    <a:pt x="138756" y="331716"/>
                  </a:lnTo>
                  <a:lnTo>
                    <a:pt x="144005" y="332535"/>
                  </a:lnTo>
                  <a:lnTo>
                    <a:pt x="149276" y="333188"/>
                  </a:lnTo>
                  <a:lnTo>
                    <a:pt x="154566" y="333672"/>
                  </a:lnTo>
                  <a:lnTo>
                    <a:pt x="159869" y="333989"/>
                  </a:lnTo>
                  <a:lnTo>
                    <a:pt x="165179" y="334136"/>
                  </a:lnTo>
                  <a:lnTo>
                    <a:pt x="170491" y="334115"/>
                  </a:lnTo>
                  <a:lnTo>
                    <a:pt x="175799" y="333925"/>
                  </a:lnTo>
                  <a:lnTo>
                    <a:pt x="181099" y="333566"/>
                  </a:lnTo>
                  <a:lnTo>
                    <a:pt x="186385" y="333039"/>
                  </a:lnTo>
                  <a:lnTo>
                    <a:pt x="191652" y="332345"/>
                  </a:lnTo>
                  <a:lnTo>
                    <a:pt x="196893" y="331484"/>
                  </a:lnTo>
                  <a:lnTo>
                    <a:pt x="202105" y="330456"/>
                  </a:lnTo>
                  <a:lnTo>
                    <a:pt x="207281" y="329263"/>
                  </a:lnTo>
                  <a:lnTo>
                    <a:pt x="212417" y="327907"/>
                  </a:lnTo>
                  <a:lnTo>
                    <a:pt x="217507" y="326388"/>
                  </a:lnTo>
                  <a:lnTo>
                    <a:pt x="222547" y="324708"/>
                  </a:lnTo>
                  <a:lnTo>
                    <a:pt x="227530" y="322869"/>
                  </a:lnTo>
                  <a:lnTo>
                    <a:pt x="232453" y="320872"/>
                  </a:lnTo>
                  <a:lnTo>
                    <a:pt x="237309" y="318720"/>
                  </a:lnTo>
                  <a:lnTo>
                    <a:pt x="242095" y="316415"/>
                  </a:lnTo>
                  <a:lnTo>
                    <a:pt x="246805" y="313959"/>
                  </a:lnTo>
                  <a:lnTo>
                    <a:pt x="251435" y="311354"/>
                  </a:lnTo>
                  <a:lnTo>
                    <a:pt x="255979" y="308604"/>
                  </a:lnTo>
                  <a:lnTo>
                    <a:pt x="260434" y="305711"/>
                  </a:lnTo>
                  <a:lnTo>
                    <a:pt x="264795" y="302677"/>
                  </a:lnTo>
                  <a:lnTo>
                    <a:pt x="269057" y="299507"/>
                  </a:lnTo>
                  <a:lnTo>
                    <a:pt x="273217" y="296203"/>
                  </a:lnTo>
                  <a:lnTo>
                    <a:pt x="277269" y="292768"/>
                  </a:lnTo>
                  <a:lnTo>
                    <a:pt x="281210" y="289206"/>
                  </a:lnTo>
                  <a:lnTo>
                    <a:pt x="285036" y="285521"/>
                  </a:lnTo>
                  <a:lnTo>
                    <a:pt x="288742" y="281716"/>
                  </a:lnTo>
                  <a:lnTo>
                    <a:pt x="292326" y="277796"/>
                  </a:lnTo>
                  <a:lnTo>
                    <a:pt x="295784" y="273763"/>
                  </a:lnTo>
                  <a:lnTo>
                    <a:pt x="299112" y="269623"/>
                  </a:lnTo>
                  <a:lnTo>
                    <a:pt x="302307" y="265378"/>
                  </a:lnTo>
                  <a:lnTo>
                    <a:pt x="305365" y="261035"/>
                  </a:lnTo>
                  <a:lnTo>
                    <a:pt x="308283" y="256597"/>
                  </a:lnTo>
                  <a:lnTo>
                    <a:pt x="311059" y="252068"/>
                  </a:lnTo>
                  <a:lnTo>
                    <a:pt x="167167" y="1669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28472" y="2126963"/>
              <a:ext cx="167146" cy="252254"/>
            </a:xfrm>
            <a:custGeom>
              <a:avLst/>
              <a:pathLst>
                <a:path w="167146" h="252254">
                  <a:moveTo>
                    <a:pt x="143892" y="252254"/>
                  </a:moveTo>
                  <a:lnTo>
                    <a:pt x="146572" y="247551"/>
                  </a:lnTo>
                  <a:lnTo>
                    <a:pt x="149097" y="242763"/>
                  </a:lnTo>
                  <a:lnTo>
                    <a:pt x="151467" y="237897"/>
                  </a:lnTo>
                  <a:lnTo>
                    <a:pt x="153677" y="232956"/>
                  </a:lnTo>
                  <a:lnTo>
                    <a:pt x="155727" y="227946"/>
                  </a:lnTo>
                  <a:lnTo>
                    <a:pt x="157613" y="222872"/>
                  </a:lnTo>
                  <a:lnTo>
                    <a:pt x="159334" y="217740"/>
                  </a:lnTo>
                  <a:lnTo>
                    <a:pt x="160887" y="212555"/>
                  </a:lnTo>
                  <a:lnTo>
                    <a:pt x="162272" y="207322"/>
                  </a:lnTo>
                  <a:lnTo>
                    <a:pt x="163487" y="202047"/>
                  </a:lnTo>
                  <a:lnTo>
                    <a:pt x="164531" y="196736"/>
                  </a:lnTo>
                  <a:lnTo>
                    <a:pt x="165402" y="191393"/>
                  </a:lnTo>
                  <a:lnTo>
                    <a:pt x="166100" y="186026"/>
                  </a:lnTo>
                  <a:lnTo>
                    <a:pt x="166623" y="180638"/>
                  </a:lnTo>
                  <a:lnTo>
                    <a:pt x="166972" y="175236"/>
                  </a:lnTo>
                  <a:lnTo>
                    <a:pt x="167146" y="169826"/>
                  </a:lnTo>
                  <a:lnTo>
                    <a:pt x="167144" y="164413"/>
                  </a:lnTo>
                  <a:lnTo>
                    <a:pt x="166967" y="159003"/>
                  </a:lnTo>
                  <a:lnTo>
                    <a:pt x="166616" y="153602"/>
                  </a:lnTo>
                  <a:lnTo>
                    <a:pt x="166089" y="148214"/>
                  </a:lnTo>
                  <a:lnTo>
                    <a:pt x="165388" y="142847"/>
                  </a:lnTo>
                  <a:lnTo>
                    <a:pt x="164514" y="137505"/>
                  </a:lnTo>
                  <a:lnTo>
                    <a:pt x="163468" y="132194"/>
                  </a:lnTo>
                  <a:lnTo>
                    <a:pt x="162250" y="126920"/>
                  </a:lnTo>
                  <a:lnTo>
                    <a:pt x="160862" y="121688"/>
                  </a:lnTo>
                  <a:lnTo>
                    <a:pt x="159305" y="116504"/>
                  </a:lnTo>
                  <a:lnTo>
                    <a:pt x="157581" y="111373"/>
                  </a:lnTo>
                  <a:lnTo>
                    <a:pt x="155692" y="106300"/>
                  </a:lnTo>
                  <a:lnTo>
                    <a:pt x="153640" y="101292"/>
                  </a:lnTo>
                  <a:lnTo>
                    <a:pt x="151427" y="96352"/>
                  </a:lnTo>
                  <a:lnTo>
                    <a:pt x="149055" y="91486"/>
                  </a:lnTo>
                  <a:lnTo>
                    <a:pt x="146526" y="86700"/>
                  </a:lnTo>
                  <a:lnTo>
                    <a:pt x="143844" y="81998"/>
                  </a:lnTo>
                  <a:lnTo>
                    <a:pt x="141011" y="77386"/>
                  </a:lnTo>
                  <a:lnTo>
                    <a:pt x="138031" y="72868"/>
                  </a:lnTo>
                  <a:lnTo>
                    <a:pt x="134905" y="68448"/>
                  </a:lnTo>
                  <a:lnTo>
                    <a:pt x="131638" y="64132"/>
                  </a:lnTo>
                  <a:lnTo>
                    <a:pt x="128233" y="59924"/>
                  </a:lnTo>
                  <a:lnTo>
                    <a:pt x="124694" y="55829"/>
                  </a:lnTo>
                  <a:lnTo>
                    <a:pt x="121024" y="51850"/>
                  </a:lnTo>
                  <a:lnTo>
                    <a:pt x="117227" y="47992"/>
                  </a:lnTo>
                  <a:lnTo>
                    <a:pt x="113307" y="44259"/>
                  </a:lnTo>
                  <a:lnTo>
                    <a:pt x="109269" y="40655"/>
                  </a:lnTo>
                  <a:lnTo>
                    <a:pt x="105115" y="37184"/>
                  </a:lnTo>
                  <a:lnTo>
                    <a:pt x="100852" y="33849"/>
                  </a:lnTo>
                  <a:lnTo>
                    <a:pt x="96483" y="30653"/>
                  </a:lnTo>
                  <a:lnTo>
                    <a:pt x="92012" y="27601"/>
                  </a:lnTo>
                  <a:lnTo>
                    <a:pt x="87446" y="24695"/>
                  </a:lnTo>
                  <a:lnTo>
                    <a:pt x="82787" y="21939"/>
                  </a:lnTo>
                  <a:lnTo>
                    <a:pt x="78042" y="19335"/>
                  </a:lnTo>
                  <a:lnTo>
                    <a:pt x="73215" y="16886"/>
                  </a:lnTo>
                  <a:lnTo>
                    <a:pt x="68311" y="14594"/>
                  </a:lnTo>
                  <a:lnTo>
                    <a:pt x="63335" y="12462"/>
                  </a:lnTo>
                  <a:lnTo>
                    <a:pt x="58293" y="10493"/>
                  </a:lnTo>
                  <a:lnTo>
                    <a:pt x="53190" y="8688"/>
                  </a:lnTo>
                  <a:lnTo>
                    <a:pt x="48031" y="7049"/>
                  </a:lnTo>
                  <a:lnTo>
                    <a:pt x="42822" y="5577"/>
                  </a:lnTo>
                  <a:lnTo>
                    <a:pt x="37568" y="4276"/>
                  </a:lnTo>
                  <a:lnTo>
                    <a:pt x="32275" y="3145"/>
                  </a:lnTo>
                  <a:lnTo>
                    <a:pt x="26947" y="2186"/>
                  </a:lnTo>
                  <a:lnTo>
                    <a:pt x="21592" y="1400"/>
                  </a:lnTo>
                  <a:lnTo>
                    <a:pt x="16213" y="788"/>
                  </a:lnTo>
                  <a:lnTo>
                    <a:pt x="10818" y="350"/>
                  </a:lnTo>
                  <a:lnTo>
                    <a:pt x="5412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08633" y="1681503"/>
              <a:ext cx="14601" cy="167167"/>
            </a:xfrm>
            <a:custGeom>
              <a:avLst/>
              <a:pathLst>
                <a:path w="14601" h="167167">
                  <a:moveTo>
                    <a:pt x="14601" y="0"/>
                  </a:moveTo>
                  <a:lnTo>
                    <a:pt x="0" y="638"/>
                  </a:lnTo>
                  <a:lnTo>
                    <a:pt x="14601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08633" y="1682142"/>
              <a:ext cx="14601" cy="166528"/>
            </a:xfrm>
            <a:custGeom>
              <a:avLst/>
              <a:pathLst>
                <a:path w="14601" h="166528">
                  <a:moveTo>
                    <a:pt x="0" y="0"/>
                  </a:moveTo>
                  <a:lnTo>
                    <a:pt x="14601" y="1665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08633" y="1682142"/>
              <a:ext cx="14601" cy="166528"/>
            </a:xfrm>
            <a:custGeom>
              <a:avLst/>
              <a:pathLst>
                <a:path w="14601" h="166528">
                  <a:moveTo>
                    <a:pt x="0" y="0"/>
                  </a:moveTo>
                  <a:lnTo>
                    <a:pt x="14601" y="1665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08633" y="1682142"/>
              <a:ext cx="14601" cy="166528"/>
            </a:xfrm>
            <a:custGeom>
              <a:avLst/>
              <a:pathLst>
                <a:path w="14601" h="166528">
                  <a:moveTo>
                    <a:pt x="0" y="0"/>
                  </a:moveTo>
                  <a:lnTo>
                    <a:pt x="14601" y="1665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08633" y="1682142"/>
              <a:ext cx="14601" cy="166528"/>
            </a:xfrm>
            <a:custGeom>
              <a:avLst/>
              <a:pathLst>
                <a:path w="14601" h="166528">
                  <a:moveTo>
                    <a:pt x="0" y="0"/>
                  </a:moveTo>
                  <a:lnTo>
                    <a:pt x="14601" y="1665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08633" y="1682142"/>
              <a:ext cx="14601" cy="166528"/>
            </a:xfrm>
            <a:custGeom>
              <a:avLst/>
              <a:pathLst>
                <a:path w="14601" h="166528">
                  <a:moveTo>
                    <a:pt x="0" y="0"/>
                  </a:moveTo>
                  <a:lnTo>
                    <a:pt x="14601" y="1665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08633" y="1682142"/>
              <a:ext cx="14601" cy="166528"/>
            </a:xfrm>
            <a:custGeom>
              <a:avLst/>
              <a:pathLst>
                <a:path w="14601" h="166528">
                  <a:moveTo>
                    <a:pt x="0" y="0"/>
                  </a:moveTo>
                  <a:lnTo>
                    <a:pt x="14601" y="1665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08633" y="1682142"/>
              <a:ext cx="14601" cy="166528"/>
            </a:xfrm>
            <a:custGeom>
              <a:avLst/>
              <a:pathLst>
                <a:path w="14601" h="166528">
                  <a:moveTo>
                    <a:pt x="0" y="0"/>
                  </a:moveTo>
                  <a:lnTo>
                    <a:pt x="14601" y="1665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08633" y="1682142"/>
              <a:ext cx="14601" cy="166528"/>
            </a:xfrm>
            <a:custGeom>
              <a:avLst/>
              <a:pathLst>
                <a:path w="14601" h="166528">
                  <a:moveTo>
                    <a:pt x="0" y="0"/>
                  </a:moveTo>
                  <a:lnTo>
                    <a:pt x="14601" y="1665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08633" y="1682142"/>
              <a:ext cx="14601" cy="166528"/>
            </a:xfrm>
            <a:custGeom>
              <a:avLst/>
              <a:pathLst>
                <a:path w="14601" h="166528">
                  <a:moveTo>
                    <a:pt x="0" y="0"/>
                  </a:moveTo>
                  <a:lnTo>
                    <a:pt x="14601" y="1665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08633" y="1682142"/>
              <a:ext cx="14601" cy="166528"/>
            </a:xfrm>
            <a:custGeom>
              <a:avLst/>
              <a:pathLst>
                <a:path w="14601" h="166528">
                  <a:moveTo>
                    <a:pt x="0" y="0"/>
                  </a:moveTo>
                  <a:lnTo>
                    <a:pt x="14601" y="1665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08633" y="1682142"/>
              <a:ext cx="14601" cy="166528"/>
            </a:xfrm>
            <a:custGeom>
              <a:avLst/>
              <a:pathLst>
                <a:path w="14601" h="166528">
                  <a:moveTo>
                    <a:pt x="0" y="0"/>
                  </a:moveTo>
                  <a:lnTo>
                    <a:pt x="14601" y="1665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08633" y="1682142"/>
              <a:ext cx="14601" cy="166528"/>
            </a:xfrm>
            <a:custGeom>
              <a:avLst/>
              <a:pathLst>
                <a:path w="14601" h="166528">
                  <a:moveTo>
                    <a:pt x="0" y="0"/>
                  </a:moveTo>
                  <a:lnTo>
                    <a:pt x="14601" y="1665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08633" y="1682142"/>
              <a:ext cx="14601" cy="166528"/>
            </a:xfrm>
            <a:custGeom>
              <a:avLst/>
              <a:pathLst>
                <a:path w="14601" h="166528">
                  <a:moveTo>
                    <a:pt x="0" y="0"/>
                  </a:moveTo>
                  <a:lnTo>
                    <a:pt x="14601" y="1665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08633" y="1682142"/>
              <a:ext cx="14601" cy="166528"/>
            </a:xfrm>
            <a:custGeom>
              <a:avLst/>
              <a:pathLst>
                <a:path w="14601" h="166528">
                  <a:moveTo>
                    <a:pt x="0" y="0"/>
                  </a:moveTo>
                  <a:lnTo>
                    <a:pt x="14601" y="1665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08633" y="1682142"/>
              <a:ext cx="14601" cy="166528"/>
            </a:xfrm>
            <a:custGeom>
              <a:avLst/>
              <a:pathLst>
                <a:path w="14601" h="166528">
                  <a:moveTo>
                    <a:pt x="0" y="0"/>
                  </a:moveTo>
                  <a:lnTo>
                    <a:pt x="14601" y="1665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08633" y="1682142"/>
              <a:ext cx="14601" cy="166528"/>
            </a:xfrm>
            <a:custGeom>
              <a:avLst/>
              <a:pathLst>
                <a:path w="14601" h="166528">
                  <a:moveTo>
                    <a:pt x="0" y="0"/>
                  </a:moveTo>
                  <a:lnTo>
                    <a:pt x="14601" y="1665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08633" y="1682142"/>
              <a:ext cx="14601" cy="166528"/>
            </a:xfrm>
            <a:custGeom>
              <a:avLst/>
              <a:pathLst>
                <a:path w="14601" h="166528">
                  <a:moveTo>
                    <a:pt x="0" y="0"/>
                  </a:moveTo>
                  <a:lnTo>
                    <a:pt x="14601" y="1665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408633" y="1682142"/>
              <a:ext cx="14601" cy="166528"/>
            </a:xfrm>
            <a:custGeom>
              <a:avLst/>
              <a:pathLst>
                <a:path w="14601" h="166528">
                  <a:moveTo>
                    <a:pt x="0" y="0"/>
                  </a:moveTo>
                  <a:lnTo>
                    <a:pt x="14601" y="1665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08633" y="1682142"/>
              <a:ext cx="14601" cy="166528"/>
            </a:xfrm>
            <a:custGeom>
              <a:avLst/>
              <a:pathLst>
                <a:path w="14601" h="166528">
                  <a:moveTo>
                    <a:pt x="0" y="0"/>
                  </a:moveTo>
                  <a:lnTo>
                    <a:pt x="14601" y="1665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408633" y="1682142"/>
              <a:ext cx="14601" cy="166528"/>
            </a:xfrm>
            <a:custGeom>
              <a:avLst/>
              <a:pathLst>
                <a:path w="14601" h="166528">
                  <a:moveTo>
                    <a:pt x="0" y="0"/>
                  </a:moveTo>
                  <a:lnTo>
                    <a:pt x="14601" y="1665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408633" y="1682142"/>
              <a:ext cx="14601" cy="166528"/>
            </a:xfrm>
            <a:custGeom>
              <a:avLst/>
              <a:pathLst>
                <a:path w="14601" h="166528">
                  <a:moveTo>
                    <a:pt x="0" y="0"/>
                  </a:moveTo>
                  <a:lnTo>
                    <a:pt x="14601" y="1665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408633" y="1682142"/>
              <a:ext cx="14601" cy="166528"/>
            </a:xfrm>
            <a:custGeom>
              <a:avLst/>
              <a:pathLst>
                <a:path w="14601" h="166528">
                  <a:moveTo>
                    <a:pt x="0" y="0"/>
                  </a:moveTo>
                  <a:lnTo>
                    <a:pt x="14601" y="1665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256067" y="1682142"/>
              <a:ext cx="334320" cy="333687"/>
            </a:xfrm>
            <a:custGeom>
              <a:avLst/>
              <a:pathLst>
                <a:path w="334320" h="333687">
                  <a:moveTo>
                    <a:pt x="152565" y="0"/>
                  </a:moveTo>
                  <a:lnTo>
                    <a:pt x="147313" y="544"/>
                  </a:lnTo>
                  <a:lnTo>
                    <a:pt x="142081" y="1254"/>
                  </a:lnTo>
                  <a:lnTo>
                    <a:pt x="136873" y="2128"/>
                  </a:lnTo>
                  <a:lnTo>
                    <a:pt x="131696" y="3167"/>
                  </a:lnTo>
                  <a:lnTo>
                    <a:pt x="126554" y="4369"/>
                  </a:lnTo>
                  <a:lnTo>
                    <a:pt x="121453" y="5732"/>
                  </a:lnTo>
                  <a:lnTo>
                    <a:pt x="116397" y="7256"/>
                  </a:lnTo>
                  <a:lnTo>
                    <a:pt x="111392" y="8939"/>
                  </a:lnTo>
                  <a:lnTo>
                    <a:pt x="106443" y="10780"/>
                  </a:lnTo>
                  <a:lnTo>
                    <a:pt x="101554" y="12775"/>
                  </a:lnTo>
                  <a:lnTo>
                    <a:pt x="96731" y="14924"/>
                  </a:lnTo>
                  <a:lnTo>
                    <a:pt x="91978" y="17224"/>
                  </a:lnTo>
                  <a:lnTo>
                    <a:pt x="87300" y="19674"/>
                  </a:lnTo>
                  <a:lnTo>
                    <a:pt x="82702" y="22269"/>
                  </a:lnTo>
                  <a:lnTo>
                    <a:pt x="78188" y="25009"/>
                  </a:lnTo>
                  <a:lnTo>
                    <a:pt x="73762" y="27890"/>
                  </a:lnTo>
                  <a:lnTo>
                    <a:pt x="69430" y="30909"/>
                  </a:lnTo>
                  <a:lnTo>
                    <a:pt x="65196" y="34063"/>
                  </a:lnTo>
                  <a:lnTo>
                    <a:pt x="61063" y="37350"/>
                  </a:lnTo>
                  <a:lnTo>
                    <a:pt x="57036" y="40766"/>
                  </a:lnTo>
                  <a:lnTo>
                    <a:pt x="53119" y="44307"/>
                  </a:lnTo>
                  <a:lnTo>
                    <a:pt x="49316" y="47970"/>
                  </a:lnTo>
                  <a:lnTo>
                    <a:pt x="45630" y="51751"/>
                  </a:lnTo>
                  <a:lnTo>
                    <a:pt x="42066" y="55647"/>
                  </a:lnTo>
                  <a:lnTo>
                    <a:pt x="38626" y="59653"/>
                  </a:lnTo>
                  <a:lnTo>
                    <a:pt x="35315" y="63766"/>
                  </a:lnTo>
                  <a:lnTo>
                    <a:pt x="32135" y="67982"/>
                  </a:lnTo>
                  <a:lnTo>
                    <a:pt x="29090" y="72296"/>
                  </a:lnTo>
                  <a:lnTo>
                    <a:pt x="26183" y="76704"/>
                  </a:lnTo>
                  <a:lnTo>
                    <a:pt x="23416" y="81201"/>
                  </a:lnTo>
                  <a:lnTo>
                    <a:pt x="20793" y="85784"/>
                  </a:lnTo>
                  <a:lnTo>
                    <a:pt x="18316" y="90447"/>
                  </a:lnTo>
                  <a:lnTo>
                    <a:pt x="15987" y="95186"/>
                  </a:lnTo>
                  <a:lnTo>
                    <a:pt x="13809" y="99997"/>
                  </a:lnTo>
                  <a:lnTo>
                    <a:pt x="11785" y="104873"/>
                  </a:lnTo>
                  <a:lnTo>
                    <a:pt x="9915" y="109811"/>
                  </a:lnTo>
                  <a:lnTo>
                    <a:pt x="8202" y="114806"/>
                  </a:lnTo>
                  <a:lnTo>
                    <a:pt x="6648" y="119853"/>
                  </a:lnTo>
                  <a:lnTo>
                    <a:pt x="5254" y="124946"/>
                  </a:lnTo>
                  <a:lnTo>
                    <a:pt x="4021" y="130080"/>
                  </a:lnTo>
                  <a:lnTo>
                    <a:pt x="2951" y="135251"/>
                  </a:lnTo>
                  <a:lnTo>
                    <a:pt x="2045" y="140453"/>
                  </a:lnTo>
                  <a:lnTo>
                    <a:pt x="1304" y="145681"/>
                  </a:lnTo>
                  <a:lnTo>
                    <a:pt x="729" y="150930"/>
                  </a:lnTo>
                  <a:lnTo>
                    <a:pt x="319" y="156195"/>
                  </a:lnTo>
                  <a:lnTo>
                    <a:pt x="76" y="161469"/>
                  </a:lnTo>
                  <a:lnTo>
                    <a:pt x="0" y="166749"/>
                  </a:lnTo>
                  <a:lnTo>
                    <a:pt x="90" y="172029"/>
                  </a:lnTo>
                  <a:lnTo>
                    <a:pt x="347" y="177303"/>
                  </a:lnTo>
                  <a:lnTo>
                    <a:pt x="770" y="182566"/>
                  </a:lnTo>
                  <a:lnTo>
                    <a:pt x="1360" y="187813"/>
                  </a:lnTo>
                  <a:lnTo>
                    <a:pt x="2115" y="193040"/>
                  </a:lnTo>
                  <a:lnTo>
                    <a:pt x="3035" y="198239"/>
                  </a:lnTo>
                  <a:lnTo>
                    <a:pt x="4118" y="203407"/>
                  </a:lnTo>
                  <a:lnTo>
                    <a:pt x="5364" y="208538"/>
                  </a:lnTo>
                  <a:lnTo>
                    <a:pt x="6772" y="213628"/>
                  </a:lnTo>
                  <a:lnTo>
                    <a:pt x="8339" y="218670"/>
                  </a:lnTo>
                  <a:lnTo>
                    <a:pt x="10065" y="223660"/>
                  </a:lnTo>
                  <a:lnTo>
                    <a:pt x="11948" y="228594"/>
                  </a:lnTo>
                  <a:lnTo>
                    <a:pt x="13986" y="233465"/>
                  </a:lnTo>
                  <a:lnTo>
                    <a:pt x="16176" y="238270"/>
                  </a:lnTo>
                  <a:lnTo>
                    <a:pt x="18518" y="243002"/>
                  </a:lnTo>
                  <a:lnTo>
                    <a:pt x="21007" y="247659"/>
                  </a:lnTo>
                  <a:lnTo>
                    <a:pt x="23642" y="252235"/>
                  </a:lnTo>
                  <a:lnTo>
                    <a:pt x="26421" y="256725"/>
                  </a:lnTo>
                  <a:lnTo>
                    <a:pt x="29340" y="261125"/>
                  </a:lnTo>
                  <a:lnTo>
                    <a:pt x="32396" y="265431"/>
                  </a:lnTo>
                  <a:lnTo>
                    <a:pt x="35587" y="269638"/>
                  </a:lnTo>
                  <a:lnTo>
                    <a:pt x="38909" y="273743"/>
                  </a:lnTo>
                  <a:lnTo>
                    <a:pt x="42359" y="277740"/>
                  </a:lnTo>
                  <a:lnTo>
                    <a:pt x="45934" y="281626"/>
                  </a:lnTo>
                  <a:lnTo>
                    <a:pt x="49630" y="285398"/>
                  </a:lnTo>
                  <a:lnTo>
                    <a:pt x="53443" y="289051"/>
                  </a:lnTo>
                  <a:lnTo>
                    <a:pt x="57369" y="292581"/>
                  </a:lnTo>
                  <a:lnTo>
                    <a:pt x="61405" y="295986"/>
                  </a:lnTo>
                  <a:lnTo>
                    <a:pt x="65547" y="299262"/>
                  </a:lnTo>
                  <a:lnTo>
                    <a:pt x="69789" y="302405"/>
                  </a:lnTo>
                  <a:lnTo>
                    <a:pt x="74129" y="305413"/>
                  </a:lnTo>
                  <a:lnTo>
                    <a:pt x="78562" y="308282"/>
                  </a:lnTo>
                  <a:lnTo>
                    <a:pt x="83084" y="311010"/>
                  </a:lnTo>
                  <a:lnTo>
                    <a:pt x="87689" y="313593"/>
                  </a:lnTo>
                  <a:lnTo>
                    <a:pt x="92373" y="316030"/>
                  </a:lnTo>
                  <a:lnTo>
                    <a:pt x="97132" y="318318"/>
                  </a:lnTo>
                  <a:lnTo>
                    <a:pt x="101961" y="320454"/>
                  </a:lnTo>
                  <a:lnTo>
                    <a:pt x="106855" y="322437"/>
                  </a:lnTo>
                  <a:lnTo>
                    <a:pt x="111809" y="324264"/>
                  </a:lnTo>
                  <a:lnTo>
                    <a:pt x="116819" y="325933"/>
                  </a:lnTo>
                  <a:lnTo>
                    <a:pt x="121879" y="327444"/>
                  </a:lnTo>
                  <a:lnTo>
                    <a:pt x="126983" y="328794"/>
                  </a:lnTo>
                  <a:lnTo>
                    <a:pt x="132128" y="329982"/>
                  </a:lnTo>
                  <a:lnTo>
                    <a:pt x="137308" y="331007"/>
                  </a:lnTo>
                  <a:lnTo>
                    <a:pt x="142518" y="331868"/>
                  </a:lnTo>
                  <a:lnTo>
                    <a:pt x="147752" y="332564"/>
                  </a:lnTo>
                  <a:lnTo>
                    <a:pt x="153006" y="333095"/>
                  </a:lnTo>
                  <a:lnTo>
                    <a:pt x="158274" y="333459"/>
                  </a:lnTo>
                  <a:lnTo>
                    <a:pt x="163550" y="333656"/>
                  </a:lnTo>
                  <a:lnTo>
                    <a:pt x="168831" y="333687"/>
                  </a:lnTo>
                  <a:lnTo>
                    <a:pt x="174109" y="333551"/>
                  </a:lnTo>
                  <a:lnTo>
                    <a:pt x="179381" y="333249"/>
                  </a:lnTo>
                  <a:lnTo>
                    <a:pt x="184640" y="332780"/>
                  </a:lnTo>
                  <a:lnTo>
                    <a:pt x="189882" y="332145"/>
                  </a:lnTo>
                  <a:lnTo>
                    <a:pt x="195102" y="331345"/>
                  </a:lnTo>
                  <a:lnTo>
                    <a:pt x="200293" y="330380"/>
                  </a:lnTo>
                  <a:lnTo>
                    <a:pt x="205452" y="329252"/>
                  </a:lnTo>
                  <a:lnTo>
                    <a:pt x="210572" y="327962"/>
                  </a:lnTo>
                  <a:lnTo>
                    <a:pt x="215649" y="326511"/>
                  </a:lnTo>
                  <a:lnTo>
                    <a:pt x="220678" y="324900"/>
                  </a:lnTo>
                  <a:lnTo>
                    <a:pt x="225653" y="323131"/>
                  </a:lnTo>
                  <a:lnTo>
                    <a:pt x="230570" y="321205"/>
                  </a:lnTo>
                  <a:lnTo>
                    <a:pt x="235423" y="319126"/>
                  </a:lnTo>
                  <a:lnTo>
                    <a:pt x="240209" y="316894"/>
                  </a:lnTo>
                  <a:lnTo>
                    <a:pt x="244921" y="314512"/>
                  </a:lnTo>
                  <a:lnTo>
                    <a:pt x="249556" y="311982"/>
                  </a:lnTo>
                  <a:lnTo>
                    <a:pt x="254109" y="309308"/>
                  </a:lnTo>
                  <a:lnTo>
                    <a:pt x="258575" y="306490"/>
                  </a:lnTo>
                  <a:lnTo>
                    <a:pt x="262950" y="303534"/>
                  </a:lnTo>
                  <a:lnTo>
                    <a:pt x="267229" y="300440"/>
                  </a:lnTo>
                  <a:lnTo>
                    <a:pt x="271409" y="297213"/>
                  </a:lnTo>
                  <a:lnTo>
                    <a:pt x="275484" y="293855"/>
                  </a:lnTo>
                  <a:lnTo>
                    <a:pt x="279452" y="290371"/>
                  </a:lnTo>
                  <a:lnTo>
                    <a:pt x="283307" y="286763"/>
                  </a:lnTo>
                  <a:lnTo>
                    <a:pt x="287046" y="283035"/>
                  </a:lnTo>
                  <a:lnTo>
                    <a:pt x="290666" y="279190"/>
                  </a:lnTo>
                  <a:lnTo>
                    <a:pt x="294163" y="275234"/>
                  </a:lnTo>
                  <a:lnTo>
                    <a:pt x="297533" y="271169"/>
                  </a:lnTo>
                  <a:lnTo>
                    <a:pt x="300773" y="266999"/>
                  </a:lnTo>
                  <a:lnTo>
                    <a:pt x="303879" y="262729"/>
                  </a:lnTo>
                  <a:lnTo>
                    <a:pt x="306849" y="258363"/>
                  </a:lnTo>
                  <a:lnTo>
                    <a:pt x="309680" y="253906"/>
                  </a:lnTo>
                  <a:lnTo>
                    <a:pt x="312369" y="249361"/>
                  </a:lnTo>
                  <a:lnTo>
                    <a:pt x="314912" y="244734"/>
                  </a:lnTo>
                  <a:lnTo>
                    <a:pt x="317309" y="240029"/>
                  </a:lnTo>
                  <a:lnTo>
                    <a:pt x="319555" y="235250"/>
                  </a:lnTo>
                  <a:lnTo>
                    <a:pt x="321650" y="230403"/>
                  </a:lnTo>
                  <a:lnTo>
                    <a:pt x="323590" y="225492"/>
                  </a:lnTo>
                  <a:lnTo>
                    <a:pt x="325374" y="220522"/>
                  </a:lnTo>
                  <a:lnTo>
                    <a:pt x="327001" y="215498"/>
                  </a:lnTo>
                  <a:lnTo>
                    <a:pt x="328468" y="210426"/>
                  </a:lnTo>
                  <a:lnTo>
                    <a:pt x="329774" y="205310"/>
                  </a:lnTo>
                  <a:lnTo>
                    <a:pt x="330917" y="200155"/>
                  </a:lnTo>
                  <a:lnTo>
                    <a:pt x="331898" y="194966"/>
                  </a:lnTo>
                  <a:lnTo>
                    <a:pt x="332714" y="189749"/>
                  </a:lnTo>
                  <a:lnTo>
                    <a:pt x="333364" y="184509"/>
                  </a:lnTo>
                  <a:lnTo>
                    <a:pt x="333849" y="179251"/>
                  </a:lnTo>
                  <a:lnTo>
                    <a:pt x="334168" y="173980"/>
                  </a:lnTo>
                  <a:lnTo>
                    <a:pt x="334320" y="168702"/>
                  </a:lnTo>
                  <a:lnTo>
                    <a:pt x="334305" y="163422"/>
                  </a:lnTo>
                  <a:lnTo>
                    <a:pt x="334124" y="158145"/>
                  </a:lnTo>
                  <a:lnTo>
                    <a:pt x="333776" y="152876"/>
                  </a:lnTo>
                  <a:lnTo>
                    <a:pt x="333262" y="147620"/>
                  </a:lnTo>
                  <a:lnTo>
                    <a:pt x="332581" y="142384"/>
                  </a:lnTo>
                  <a:lnTo>
                    <a:pt x="331736" y="137172"/>
                  </a:lnTo>
                  <a:lnTo>
                    <a:pt x="330727" y="131989"/>
                  </a:lnTo>
                  <a:lnTo>
                    <a:pt x="329555" y="126840"/>
                  </a:lnTo>
                  <a:lnTo>
                    <a:pt x="328220" y="121731"/>
                  </a:lnTo>
                  <a:lnTo>
                    <a:pt x="326725" y="116667"/>
                  </a:lnTo>
                  <a:lnTo>
                    <a:pt x="325071" y="111653"/>
                  </a:lnTo>
                  <a:lnTo>
                    <a:pt x="323259" y="106693"/>
                  </a:lnTo>
                  <a:lnTo>
                    <a:pt x="321291" y="101793"/>
                  </a:lnTo>
                  <a:lnTo>
                    <a:pt x="319170" y="96957"/>
                  </a:lnTo>
                  <a:lnTo>
                    <a:pt x="316897" y="92191"/>
                  </a:lnTo>
                  <a:lnTo>
                    <a:pt x="314474" y="87499"/>
                  </a:lnTo>
                  <a:lnTo>
                    <a:pt x="311905" y="82886"/>
                  </a:lnTo>
                  <a:lnTo>
                    <a:pt x="309191" y="78357"/>
                  </a:lnTo>
                  <a:lnTo>
                    <a:pt x="306335" y="73915"/>
                  </a:lnTo>
                  <a:lnTo>
                    <a:pt x="303341" y="69566"/>
                  </a:lnTo>
                  <a:lnTo>
                    <a:pt x="300210" y="65314"/>
                  </a:lnTo>
                  <a:lnTo>
                    <a:pt x="296947" y="61162"/>
                  </a:lnTo>
                  <a:lnTo>
                    <a:pt x="293555" y="57116"/>
                  </a:lnTo>
                  <a:lnTo>
                    <a:pt x="290036" y="53179"/>
                  </a:lnTo>
                  <a:lnTo>
                    <a:pt x="286395" y="49355"/>
                  </a:lnTo>
                  <a:lnTo>
                    <a:pt x="282635" y="45647"/>
                  </a:lnTo>
                  <a:lnTo>
                    <a:pt x="278759" y="42061"/>
                  </a:lnTo>
                  <a:lnTo>
                    <a:pt x="274773" y="38598"/>
                  </a:lnTo>
                  <a:lnTo>
                    <a:pt x="270678" y="35264"/>
                  </a:lnTo>
                  <a:lnTo>
                    <a:pt x="266481" y="32060"/>
                  </a:lnTo>
                  <a:lnTo>
                    <a:pt x="262185" y="28990"/>
                  </a:lnTo>
                  <a:lnTo>
                    <a:pt x="257793" y="26058"/>
                  </a:lnTo>
                  <a:lnTo>
                    <a:pt x="253312" y="23266"/>
                  </a:lnTo>
                  <a:lnTo>
                    <a:pt x="248744" y="20617"/>
                  </a:lnTo>
                  <a:lnTo>
                    <a:pt x="244095" y="18113"/>
                  </a:lnTo>
                  <a:lnTo>
                    <a:pt x="239369" y="15757"/>
                  </a:lnTo>
                  <a:lnTo>
                    <a:pt x="234571" y="13552"/>
                  </a:lnTo>
                  <a:lnTo>
                    <a:pt x="229706" y="11500"/>
                  </a:lnTo>
                  <a:lnTo>
                    <a:pt x="224779" y="9602"/>
                  </a:lnTo>
                  <a:lnTo>
                    <a:pt x="219794" y="7861"/>
                  </a:lnTo>
                  <a:lnTo>
                    <a:pt x="214756" y="6278"/>
                  </a:lnTo>
                  <a:lnTo>
                    <a:pt x="209671" y="4854"/>
                  </a:lnTo>
                  <a:lnTo>
                    <a:pt x="204544" y="3593"/>
                  </a:lnTo>
                  <a:lnTo>
                    <a:pt x="199379" y="2493"/>
                  </a:lnTo>
                  <a:lnTo>
                    <a:pt x="194182" y="1558"/>
                  </a:lnTo>
                  <a:lnTo>
                    <a:pt x="167167" y="16652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423235" y="1681503"/>
              <a:ext cx="27015" cy="167167"/>
            </a:xfrm>
            <a:custGeom>
              <a:avLst/>
              <a:pathLst>
                <a:path w="27015" h="167167">
                  <a:moveTo>
                    <a:pt x="27015" y="2197"/>
                  </a:moveTo>
                  <a:lnTo>
                    <a:pt x="20300" y="1237"/>
                  </a:lnTo>
                  <a:lnTo>
                    <a:pt x="13552" y="550"/>
                  </a:lnTo>
                  <a:lnTo>
                    <a:pt x="6781" y="13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5853872" y="1322571"/>
              <a:ext cx="167166" cy="326081"/>
            </a:xfrm>
            <a:custGeom>
              <a:avLst/>
              <a:pathLst>
                <a:path w="167166" h="326081">
                  <a:moveTo>
                    <a:pt x="167166" y="0"/>
                  </a:moveTo>
                  <a:lnTo>
                    <a:pt x="161799" y="86"/>
                  </a:lnTo>
                  <a:lnTo>
                    <a:pt x="156437" y="344"/>
                  </a:lnTo>
                  <a:lnTo>
                    <a:pt x="151086" y="775"/>
                  </a:lnTo>
                  <a:lnTo>
                    <a:pt x="145752" y="1377"/>
                  </a:lnTo>
                  <a:lnTo>
                    <a:pt x="140439" y="2150"/>
                  </a:lnTo>
                  <a:lnTo>
                    <a:pt x="135155" y="3093"/>
                  </a:lnTo>
                  <a:lnTo>
                    <a:pt x="129903" y="4206"/>
                  </a:lnTo>
                  <a:lnTo>
                    <a:pt x="124690" y="5486"/>
                  </a:lnTo>
                  <a:lnTo>
                    <a:pt x="119520" y="6933"/>
                  </a:lnTo>
                  <a:lnTo>
                    <a:pt x="114400" y="8546"/>
                  </a:lnTo>
                  <a:lnTo>
                    <a:pt x="109334" y="10322"/>
                  </a:lnTo>
                  <a:lnTo>
                    <a:pt x="104328" y="12260"/>
                  </a:lnTo>
                  <a:lnTo>
                    <a:pt x="99386" y="14357"/>
                  </a:lnTo>
                  <a:lnTo>
                    <a:pt x="94515" y="16612"/>
                  </a:lnTo>
                  <a:lnTo>
                    <a:pt x="89718" y="19023"/>
                  </a:lnTo>
                  <a:lnTo>
                    <a:pt x="85001" y="21586"/>
                  </a:lnTo>
                  <a:lnTo>
                    <a:pt x="80369" y="24299"/>
                  </a:lnTo>
                  <a:lnTo>
                    <a:pt x="75827" y="27160"/>
                  </a:lnTo>
                  <a:lnTo>
                    <a:pt x="71379" y="30165"/>
                  </a:lnTo>
                  <a:lnTo>
                    <a:pt x="67029" y="33311"/>
                  </a:lnTo>
                  <a:lnTo>
                    <a:pt x="62783" y="36595"/>
                  </a:lnTo>
                  <a:lnTo>
                    <a:pt x="58644" y="40014"/>
                  </a:lnTo>
                  <a:lnTo>
                    <a:pt x="54617" y="43564"/>
                  </a:lnTo>
                  <a:lnTo>
                    <a:pt x="50707" y="47242"/>
                  </a:lnTo>
                  <a:lnTo>
                    <a:pt x="46916" y="51043"/>
                  </a:lnTo>
                  <a:lnTo>
                    <a:pt x="43249" y="54964"/>
                  </a:lnTo>
                  <a:lnTo>
                    <a:pt x="39711" y="59000"/>
                  </a:lnTo>
                  <a:lnTo>
                    <a:pt x="36303" y="63149"/>
                  </a:lnTo>
                  <a:lnTo>
                    <a:pt x="33031" y="67404"/>
                  </a:lnTo>
                  <a:lnTo>
                    <a:pt x="29897" y="71762"/>
                  </a:lnTo>
                  <a:lnTo>
                    <a:pt x="26904" y="76219"/>
                  </a:lnTo>
                  <a:lnTo>
                    <a:pt x="24056" y="80770"/>
                  </a:lnTo>
                  <a:lnTo>
                    <a:pt x="21356" y="85409"/>
                  </a:lnTo>
                  <a:lnTo>
                    <a:pt x="18806" y="90133"/>
                  </a:lnTo>
                  <a:lnTo>
                    <a:pt x="16409" y="94936"/>
                  </a:lnTo>
                  <a:lnTo>
                    <a:pt x="14168" y="99814"/>
                  </a:lnTo>
                  <a:lnTo>
                    <a:pt x="12084" y="104762"/>
                  </a:lnTo>
                  <a:lnTo>
                    <a:pt x="10160" y="109773"/>
                  </a:lnTo>
                  <a:lnTo>
                    <a:pt x="8398" y="114844"/>
                  </a:lnTo>
                  <a:lnTo>
                    <a:pt x="6800" y="119969"/>
                  </a:lnTo>
                  <a:lnTo>
                    <a:pt x="5367" y="125142"/>
                  </a:lnTo>
                  <a:lnTo>
                    <a:pt x="4101" y="130359"/>
                  </a:lnTo>
                  <a:lnTo>
                    <a:pt x="3004" y="135614"/>
                  </a:lnTo>
                  <a:lnTo>
                    <a:pt x="2075" y="140901"/>
                  </a:lnTo>
                  <a:lnTo>
                    <a:pt x="1317" y="146216"/>
                  </a:lnTo>
                  <a:lnTo>
                    <a:pt x="730" y="151552"/>
                  </a:lnTo>
                  <a:lnTo>
                    <a:pt x="314" y="156904"/>
                  </a:lnTo>
                  <a:lnTo>
                    <a:pt x="71" y="162266"/>
                  </a:lnTo>
                  <a:lnTo>
                    <a:pt x="0" y="167634"/>
                  </a:lnTo>
                  <a:lnTo>
                    <a:pt x="101" y="173001"/>
                  </a:lnTo>
                  <a:lnTo>
                    <a:pt x="374" y="178363"/>
                  </a:lnTo>
                  <a:lnTo>
                    <a:pt x="820" y="183712"/>
                  </a:lnTo>
                  <a:lnTo>
                    <a:pt x="1437" y="189045"/>
                  </a:lnTo>
                  <a:lnTo>
                    <a:pt x="2225" y="194355"/>
                  </a:lnTo>
                  <a:lnTo>
                    <a:pt x="3183" y="199637"/>
                  </a:lnTo>
                  <a:lnTo>
                    <a:pt x="4310" y="204885"/>
                  </a:lnTo>
                  <a:lnTo>
                    <a:pt x="5605" y="210095"/>
                  </a:lnTo>
                  <a:lnTo>
                    <a:pt x="7066" y="215260"/>
                  </a:lnTo>
                  <a:lnTo>
                    <a:pt x="8693" y="220376"/>
                  </a:lnTo>
                  <a:lnTo>
                    <a:pt x="10483" y="225437"/>
                  </a:lnTo>
                  <a:lnTo>
                    <a:pt x="12435" y="230438"/>
                  </a:lnTo>
                  <a:lnTo>
                    <a:pt x="14546" y="235374"/>
                  </a:lnTo>
                  <a:lnTo>
                    <a:pt x="16815" y="240239"/>
                  </a:lnTo>
                  <a:lnTo>
                    <a:pt x="19239" y="245029"/>
                  </a:lnTo>
                  <a:lnTo>
                    <a:pt x="21815" y="249738"/>
                  </a:lnTo>
                  <a:lnTo>
                    <a:pt x="24541" y="254363"/>
                  </a:lnTo>
                  <a:lnTo>
                    <a:pt x="27415" y="258897"/>
                  </a:lnTo>
                  <a:lnTo>
                    <a:pt x="30432" y="263337"/>
                  </a:lnTo>
                  <a:lnTo>
                    <a:pt x="33590" y="267678"/>
                  </a:lnTo>
                  <a:lnTo>
                    <a:pt x="36887" y="271915"/>
                  </a:lnTo>
                  <a:lnTo>
                    <a:pt x="40317" y="276044"/>
                  </a:lnTo>
                  <a:lnTo>
                    <a:pt x="43878" y="280061"/>
                  </a:lnTo>
                  <a:lnTo>
                    <a:pt x="47567" y="283961"/>
                  </a:lnTo>
                  <a:lnTo>
                    <a:pt x="51379" y="287741"/>
                  </a:lnTo>
                  <a:lnTo>
                    <a:pt x="55310" y="291397"/>
                  </a:lnTo>
                  <a:lnTo>
                    <a:pt x="59356" y="294924"/>
                  </a:lnTo>
                  <a:lnTo>
                    <a:pt x="63514" y="298320"/>
                  </a:lnTo>
                  <a:lnTo>
                    <a:pt x="67779" y="301581"/>
                  </a:lnTo>
                  <a:lnTo>
                    <a:pt x="72146" y="304703"/>
                  </a:lnTo>
                  <a:lnTo>
                    <a:pt x="76611" y="307683"/>
                  </a:lnTo>
                  <a:lnTo>
                    <a:pt x="81169" y="310518"/>
                  </a:lnTo>
                  <a:lnTo>
                    <a:pt x="85816" y="313205"/>
                  </a:lnTo>
                  <a:lnTo>
                    <a:pt x="90547" y="315742"/>
                  </a:lnTo>
                  <a:lnTo>
                    <a:pt x="95357" y="318125"/>
                  </a:lnTo>
                  <a:lnTo>
                    <a:pt x="100241" y="320353"/>
                  </a:lnTo>
                  <a:lnTo>
                    <a:pt x="105195" y="322423"/>
                  </a:lnTo>
                  <a:lnTo>
                    <a:pt x="110212" y="324333"/>
                  </a:lnTo>
                  <a:lnTo>
                    <a:pt x="115287" y="326081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5969160" y="1489739"/>
              <a:ext cx="51879" cy="158913"/>
            </a:xfrm>
            <a:custGeom>
              <a:avLst/>
              <a:pathLst>
                <a:path w="51879" h="158913">
                  <a:moveTo>
                    <a:pt x="0" y="158913"/>
                  </a:moveTo>
                  <a:lnTo>
                    <a:pt x="5187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5969160" y="1489739"/>
              <a:ext cx="51879" cy="158913"/>
            </a:xfrm>
            <a:custGeom>
              <a:avLst/>
              <a:pathLst>
                <a:path w="51879" h="158913">
                  <a:moveTo>
                    <a:pt x="0" y="158913"/>
                  </a:moveTo>
                  <a:lnTo>
                    <a:pt x="5187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5969160" y="1489739"/>
              <a:ext cx="51879" cy="158913"/>
            </a:xfrm>
            <a:custGeom>
              <a:avLst/>
              <a:pathLst>
                <a:path w="51879" h="158913">
                  <a:moveTo>
                    <a:pt x="0" y="158913"/>
                  </a:moveTo>
                  <a:lnTo>
                    <a:pt x="51879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5969160" y="1489739"/>
              <a:ext cx="51879" cy="158913"/>
            </a:xfrm>
            <a:custGeom>
              <a:avLst/>
              <a:pathLst>
                <a:path w="51879" h="158913">
                  <a:moveTo>
                    <a:pt x="0" y="158913"/>
                  </a:moveTo>
                  <a:lnTo>
                    <a:pt x="5187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5969160" y="1489739"/>
              <a:ext cx="51879" cy="158913"/>
            </a:xfrm>
            <a:custGeom>
              <a:avLst/>
              <a:pathLst>
                <a:path w="51879" h="158913">
                  <a:moveTo>
                    <a:pt x="0" y="158913"/>
                  </a:moveTo>
                  <a:lnTo>
                    <a:pt x="5187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5969160" y="1489739"/>
              <a:ext cx="51879" cy="158913"/>
            </a:xfrm>
            <a:custGeom>
              <a:avLst/>
              <a:pathLst>
                <a:path w="51879" h="158913">
                  <a:moveTo>
                    <a:pt x="0" y="158913"/>
                  </a:moveTo>
                  <a:lnTo>
                    <a:pt x="5187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5969160" y="1489739"/>
              <a:ext cx="51879" cy="158913"/>
            </a:xfrm>
            <a:custGeom>
              <a:avLst/>
              <a:pathLst>
                <a:path w="51879" h="158913">
                  <a:moveTo>
                    <a:pt x="0" y="158913"/>
                  </a:moveTo>
                  <a:lnTo>
                    <a:pt x="5187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5969160" y="1489739"/>
              <a:ext cx="51879" cy="158913"/>
            </a:xfrm>
            <a:custGeom>
              <a:avLst/>
              <a:pathLst>
                <a:path w="51879" h="158913">
                  <a:moveTo>
                    <a:pt x="0" y="158913"/>
                  </a:moveTo>
                  <a:lnTo>
                    <a:pt x="5187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5969160" y="1489739"/>
              <a:ext cx="51879" cy="158913"/>
            </a:xfrm>
            <a:custGeom>
              <a:avLst/>
              <a:pathLst>
                <a:path w="51879" h="158913">
                  <a:moveTo>
                    <a:pt x="0" y="158913"/>
                  </a:moveTo>
                  <a:lnTo>
                    <a:pt x="5187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5969160" y="1489739"/>
              <a:ext cx="51879" cy="158913"/>
            </a:xfrm>
            <a:custGeom>
              <a:avLst/>
              <a:pathLst>
                <a:path w="51879" h="158913">
                  <a:moveTo>
                    <a:pt x="0" y="158913"/>
                  </a:moveTo>
                  <a:lnTo>
                    <a:pt x="5187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5969160" y="1489739"/>
              <a:ext cx="51879" cy="158913"/>
            </a:xfrm>
            <a:custGeom>
              <a:avLst/>
              <a:pathLst>
                <a:path w="51879" h="158913">
                  <a:moveTo>
                    <a:pt x="0" y="158913"/>
                  </a:moveTo>
                  <a:lnTo>
                    <a:pt x="5187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5969160" y="1489739"/>
              <a:ext cx="51879" cy="158913"/>
            </a:xfrm>
            <a:custGeom>
              <a:avLst/>
              <a:pathLst>
                <a:path w="51879" h="158913">
                  <a:moveTo>
                    <a:pt x="0" y="158913"/>
                  </a:moveTo>
                  <a:lnTo>
                    <a:pt x="51879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5969160" y="1489739"/>
              <a:ext cx="51879" cy="158913"/>
            </a:xfrm>
            <a:custGeom>
              <a:avLst/>
              <a:pathLst>
                <a:path w="51879" h="158913">
                  <a:moveTo>
                    <a:pt x="0" y="158913"/>
                  </a:moveTo>
                  <a:lnTo>
                    <a:pt x="5187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5969160" y="1489739"/>
              <a:ext cx="51879" cy="158913"/>
            </a:xfrm>
            <a:custGeom>
              <a:avLst/>
              <a:pathLst>
                <a:path w="51879" h="158913">
                  <a:moveTo>
                    <a:pt x="0" y="158913"/>
                  </a:moveTo>
                  <a:lnTo>
                    <a:pt x="5187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5969160" y="1489739"/>
              <a:ext cx="51879" cy="158913"/>
            </a:xfrm>
            <a:custGeom>
              <a:avLst/>
              <a:pathLst>
                <a:path w="51879" h="158913">
                  <a:moveTo>
                    <a:pt x="0" y="158913"/>
                  </a:moveTo>
                  <a:lnTo>
                    <a:pt x="5187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5969160" y="1489739"/>
              <a:ext cx="51879" cy="158913"/>
            </a:xfrm>
            <a:custGeom>
              <a:avLst/>
              <a:pathLst>
                <a:path w="51879" h="158913">
                  <a:moveTo>
                    <a:pt x="0" y="158913"/>
                  </a:moveTo>
                  <a:lnTo>
                    <a:pt x="5187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5969160" y="1489739"/>
              <a:ext cx="51879" cy="158913"/>
            </a:xfrm>
            <a:custGeom>
              <a:avLst/>
              <a:pathLst>
                <a:path w="51879" h="158913">
                  <a:moveTo>
                    <a:pt x="0" y="158913"/>
                  </a:moveTo>
                  <a:lnTo>
                    <a:pt x="5187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5969160" y="1489739"/>
              <a:ext cx="51879" cy="158913"/>
            </a:xfrm>
            <a:custGeom>
              <a:avLst/>
              <a:pathLst>
                <a:path w="51879" h="158913">
                  <a:moveTo>
                    <a:pt x="0" y="158913"/>
                  </a:moveTo>
                  <a:lnTo>
                    <a:pt x="5187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69160" y="1489739"/>
              <a:ext cx="51879" cy="158913"/>
            </a:xfrm>
            <a:custGeom>
              <a:avLst/>
              <a:pathLst>
                <a:path w="51879" h="158913">
                  <a:moveTo>
                    <a:pt x="0" y="158913"/>
                  </a:moveTo>
                  <a:lnTo>
                    <a:pt x="5187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969160" y="1489739"/>
              <a:ext cx="51879" cy="158913"/>
            </a:xfrm>
            <a:custGeom>
              <a:avLst/>
              <a:pathLst>
                <a:path w="51879" h="158913">
                  <a:moveTo>
                    <a:pt x="0" y="158913"/>
                  </a:moveTo>
                  <a:lnTo>
                    <a:pt x="5187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969160" y="1489739"/>
              <a:ext cx="51879" cy="158913"/>
            </a:xfrm>
            <a:custGeom>
              <a:avLst/>
              <a:pathLst>
                <a:path w="51879" h="158913">
                  <a:moveTo>
                    <a:pt x="0" y="158913"/>
                  </a:moveTo>
                  <a:lnTo>
                    <a:pt x="5187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969160" y="1326416"/>
              <a:ext cx="219036" cy="330489"/>
            </a:xfrm>
            <a:custGeom>
              <a:avLst/>
              <a:pathLst>
                <a:path w="219036" h="330489">
                  <a:moveTo>
                    <a:pt x="0" y="322236"/>
                  </a:moveTo>
                  <a:lnTo>
                    <a:pt x="5076" y="323804"/>
                  </a:lnTo>
                  <a:lnTo>
                    <a:pt x="10200" y="325211"/>
                  </a:lnTo>
                  <a:lnTo>
                    <a:pt x="15366" y="326453"/>
                  </a:lnTo>
                  <a:lnTo>
                    <a:pt x="20569" y="327531"/>
                  </a:lnTo>
                  <a:lnTo>
                    <a:pt x="25804" y="328443"/>
                  </a:lnTo>
                  <a:lnTo>
                    <a:pt x="31065" y="329189"/>
                  </a:lnTo>
                  <a:lnTo>
                    <a:pt x="36347" y="329766"/>
                  </a:lnTo>
                  <a:lnTo>
                    <a:pt x="41645" y="330176"/>
                  </a:lnTo>
                  <a:lnTo>
                    <a:pt x="46953" y="330417"/>
                  </a:lnTo>
                  <a:lnTo>
                    <a:pt x="52266" y="330489"/>
                  </a:lnTo>
                  <a:lnTo>
                    <a:pt x="57578" y="330392"/>
                  </a:lnTo>
                  <a:lnTo>
                    <a:pt x="62885" y="330127"/>
                  </a:lnTo>
                  <a:lnTo>
                    <a:pt x="68181" y="329693"/>
                  </a:lnTo>
                  <a:lnTo>
                    <a:pt x="73460" y="329091"/>
                  </a:lnTo>
                  <a:lnTo>
                    <a:pt x="78718" y="328321"/>
                  </a:lnTo>
                  <a:lnTo>
                    <a:pt x="83948" y="327385"/>
                  </a:lnTo>
                  <a:lnTo>
                    <a:pt x="89146" y="326282"/>
                  </a:lnTo>
                  <a:lnTo>
                    <a:pt x="94306" y="325016"/>
                  </a:lnTo>
                  <a:lnTo>
                    <a:pt x="99424" y="323586"/>
                  </a:lnTo>
                  <a:lnTo>
                    <a:pt x="104493" y="321994"/>
                  </a:lnTo>
                  <a:lnTo>
                    <a:pt x="109509" y="320241"/>
                  </a:lnTo>
                  <a:lnTo>
                    <a:pt x="114467" y="318330"/>
                  </a:lnTo>
                  <a:lnTo>
                    <a:pt x="119362" y="316263"/>
                  </a:lnTo>
                  <a:lnTo>
                    <a:pt x="124189" y="314041"/>
                  </a:lnTo>
                  <a:lnTo>
                    <a:pt x="128942" y="311667"/>
                  </a:lnTo>
                  <a:lnTo>
                    <a:pt x="133618" y="309143"/>
                  </a:lnTo>
                  <a:lnTo>
                    <a:pt x="138211" y="306471"/>
                  </a:lnTo>
                  <a:lnTo>
                    <a:pt x="142717" y="303655"/>
                  </a:lnTo>
                  <a:lnTo>
                    <a:pt x="147131" y="300697"/>
                  </a:lnTo>
                  <a:lnTo>
                    <a:pt x="151449" y="297601"/>
                  </a:lnTo>
                  <a:lnTo>
                    <a:pt x="155666" y="294368"/>
                  </a:lnTo>
                  <a:lnTo>
                    <a:pt x="159778" y="291004"/>
                  </a:lnTo>
                  <a:lnTo>
                    <a:pt x="163782" y="287510"/>
                  </a:lnTo>
                  <a:lnTo>
                    <a:pt x="167672" y="283891"/>
                  </a:lnTo>
                  <a:lnTo>
                    <a:pt x="171446" y="280150"/>
                  </a:lnTo>
                  <a:lnTo>
                    <a:pt x="175098" y="276291"/>
                  </a:lnTo>
                  <a:lnTo>
                    <a:pt x="178626" y="272317"/>
                  </a:lnTo>
                  <a:lnTo>
                    <a:pt x="182026" y="268234"/>
                  </a:lnTo>
                  <a:lnTo>
                    <a:pt x="185295" y="264045"/>
                  </a:lnTo>
                  <a:lnTo>
                    <a:pt x="188428" y="259754"/>
                  </a:lnTo>
                  <a:lnTo>
                    <a:pt x="191424" y="255365"/>
                  </a:lnTo>
                  <a:lnTo>
                    <a:pt x="194279" y="250884"/>
                  </a:lnTo>
                  <a:lnTo>
                    <a:pt x="196990" y="246314"/>
                  </a:lnTo>
                  <a:lnTo>
                    <a:pt x="199554" y="241660"/>
                  </a:lnTo>
                  <a:lnTo>
                    <a:pt x="201969" y="236927"/>
                  </a:lnTo>
                  <a:lnTo>
                    <a:pt x="204233" y="232120"/>
                  </a:lnTo>
                  <a:lnTo>
                    <a:pt x="206342" y="227243"/>
                  </a:lnTo>
                  <a:lnTo>
                    <a:pt x="208296" y="222302"/>
                  </a:lnTo>
                  <a:lnTo>
                    <a:pt x="210091" y="217301"/>
                  </a:lnTo>
                  <a:lnTo>
                    <a:pt x="211727" y="212245"/>
                  </a:lnTo>
                  <a:lnTo>
                    <a:pt x="213201" y="207140"/>
                  </a:lnTo>
                  <a:lnTo>
                    <a:pt x="214512" y="201991"/>
                  </a:lnTo>
                  <a:lnTo>
                    <a:pt x="215659" y="196803"/>
                  </a:lnTo>
                  <a:lnTo>
                    <a:pt x="216640" y="191581"/>
                  </a:lnTo>
                  <a:lnTo>
                    <a:pt x="217455" y="186330"/>
                  </a:lnTo>
                  <a:lnTo>
                    <a:pt x="218103" y="181056"/>
                  </a:lnTo>
                  <a:lnTo>
                    <a:pt x="218582" y="175765"/>
                  </a:lnTo>
                  <a:lnTo>
                    <a:pt x="218893" y="170460"/>
                  </a:lnTo>
                  <a:lnTo>
                    <a:pt x="219036" y="165149"/>
                  </a:lnTo>
                  <a:lnTo>
                    <a:pt x="219010" y="159835"/>
                  </a:lnTo>
                  <a:lnTo>
                    <a:pt x="218814" y="154525"/>
                  </a:lnTo>
                  <a:lnTo>
                    <a:pt x="218450" y="149224"/>
                  </a:lnTo>
                  <a:lnTo>
                    <a:pt x="217918" y="143938"/>
                  </a:lnTo>
                  <a:lnTo>
                    <a:pt x="217218" y="138670"/>
                  </a:lnTo>
                  <a:lnTo>
                    <a:pt x="216351" y="133428"/>
                  </a:lnTo>
                  <a:lnTo>
                    <a:pt x="215318" y="128216"/>
                  </a:lnTo>
                  <a:lnTo>
                    <a:pt x="214120" y="123039"/>
                  </a:lnTo>
                  <a:lnTo>
                    <a:pt x="212758" y="117903"/>
                  </a:lnTo>
                  <a:lnTo>
                    <a:pt x="211233" y="112813"/>
                  </a:lnTo>
                  <a:lnTo>
                    <a:pt x="209547" y="107774"/>
                  </a:lnTo>
                  <a:lnTo>
                    <a:pt x="207702" y="102792"/>
                  </a:lnTo>
                  <a:lnTo>
                    <a:pt x="205700" y="97870"/>
                  </a:lnTo>
                  <a:lnTo>
                    <a:pt x="203542" y="93014"/>
                  </a:lnTo>
                  <a:lnTo>
                    <a:pt x="201231" y="88230"/>
                  </a:lnTo>
                  <a:lnTo>
                    <a:pt x="198769" y="83521"/>
                  </a:lnTo>
                  <a:lnTo>
                    <a:pt x="196158" y="78893"/>
                  </a:lnTo>
                  <a:lnTo>
                    <a:pt x="193402" y="74350"/>
                  </a:lnTo>
                  <a:lnTo>
                    <a:pt x="190503" y="69897"/>
                  </a:lnTo>
                  <a:lnTo>
                    <a:pt x="187464" y="65539"/>
                  </a:lnTo>
                  <a:lnTo>
                    <a:pt x="184288" y="61279"/>
                  </a:lnTo>
                  <a:lnTo>
                    <a:pt x="180978" y="57122"/>
                  </a:lnTo>
                  <a:lnTo>
                    <a:pt x="177537" y="53073"/>
                  </a:lnTo>
                  <a:lnTo>
                    <a:pt x="173970" y="49135"/>
                  </a:lnTo>
                  <a:lnTo>
                    <a:pt x="170279" y="45313"/>
                  </a:lnTo>
                  <a:lnTo>
                    <a:pt x="166469" y="41609"/>
                  </a:lnTo>
                  <a:lnTo>
                    <a:pt x="162543" y="38029"/>
                  </a:lnTo>
                  <a:lnTo>
                    <a:pt x="158505" y="34575"/>
                  </a:lnTo>
                  <a:lnTo>
                    <a:pt x="154359" y="31251"/>
                  </a:lnTo>
                  <a:lnTo>
                    <a:pt x="150110" y="28061"/>
                  </a:lnTo>
                  <a:lnTo>
                    <a:pt x="145762" y="25008"/>
                  </a:lnTo>
                  <a:lnTo>
                    <a:pt x="141318" y="22094"/>
                  </a:lnTo>
                  <a:lnTo>
                    <a:pt x="136785" y="19322"/>
                  </a:lnTo>
                  <a:lnTo>
                    <a:pt x="132165" y="16697"/>
                  </a:lnTo>
                  <a:lnTo>
                    <a:pt x="127465" y="14219"/>
                  </a:lnTo>
                  <a:lnTo>
                    <a:pt x="122688" y="11892"/>
                  </a:lnTo>
                  <a:lnTo>
                    <a:pt x="117840" y="9718"/>
                  </a:lnTo>
                  <a:lnTo>
                    <a:pt x="112924" y="7700"/>
                  </a:lnTo>
                  <a:lnTo>
                    <a:pt x="107948" y="5838"/>
                  </a:lnTo>
                  <a:lnTo>
                    <a:pt x="102914" y="4136"/>
                  </a:lnTo>
                  <a:lnTo>
                    <a:pt x="97829" y="2594"/>
                  </a:lnTo>
                  <a:lnTo>
                    <a:pt x="92698" y="1215"/>
                  </a:lnTo>
                  <a:lnTo>
                    <a:pt x="87525" y="0"/>
                  </a:lnTo>
                  <a:lnTo>
                    <a:pt x="51879" y="16332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021039" y="1322571"/>
              <a:ext cx="35646" cy="167167"/>
            </a:xfrm>
            <a:custGeom>
              <a:avLst/>
              <a:pathLst>
                <a:path w="35646" h="167167">
                  <a:moveTo>
                    <a:pt x="35646" y="3844"/>
                  </a:moveTo>
                  <a:lnTo>
                    <a:pt x="28596" y="2464"/>
                  </a:lnTo>
                  <a:lnTo>
                    <a:pt x="21493" y="1387"/>
                  </a:lnTo>
                  <a:lnTo>
                    <a:pt x="14351" y="617"/>
                  </a:lnTo>
                  <a:lnTo>
                    <a:pt x="7182" y="15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378091" y="1071028"/>
              <a:ext cx="167167" cy="283856"/>
            </a:xfrm>
            <a:custGeom>
              <a:avLst/>
              <a:pathLst>
                <a:path w="167167" h="283856">
                  <a:moveTo>
                    <a:pt x="167167" y="0"/>
                  </a:moveTo>
                  <a:lnTo>
                    <a:pt x="161801" y="86"/>
                  </a:lnTo>
                  <a:lnTo>
                    <a:pt x="156441" y="344"/>
                  </a:lnTo>
                  <a:lnTo>
                    <a:pt x="151092" y="774"/>
                  </a:lnTo>
                  <a:lnTo>
                    <a:pt x="145760" y="1376"/>
                  </a:lnTo>
                  <a:lnTo>
                    <a:pt x="140450" y="2148"/>
                  </a:lnTo>
                  <a:lnTo>
                    <a:pt x="135167" y="3091"/>
                  </a:lnTo>
                  <a:lnTo>
                    <a:pt x="129917" y="4202"/>
                  </a:lnTo>
                  <a:lnTo>
                    <a:pt x="124706" y="5482"/>
                  </a:lnTo>
                  <a:lnTo>
                    <a:pt x="119538" y="6928"/>
                  </a:lnTo>
                  <a:lnTo>
                    <a:pt x="114419" y="8539"/>
                  </a:lnTo>
                  <a:lnTo>
                    <a:pt x="109355" y="10314"/>
                  </a:lnTo>
                  <a:lnTo>
                    <a:pt x="104351" y="12250"/>
                  </a:lnTo>
                  <a:lnTo>
                    <a:pt x="99411" y="14346"/>
                  </a:lnTo>
                  <a:lnTo>
                    <a:pt x="94541" y="16600"/>
                  </a:lnTo>
                  <a:lnTo>
                    <a:pt x="89745" y="19009"/>
                  </a:lnTo>
                  <a:lnTo>
                    <a:pt x="85030" y="21570"/>
                  </a:lnTo>
                  <a:lnTo>
                    <a:pt x="80399" y="24281"/>
                  </a:lnTo>
                  <a:lnTo>
                    <a:pt x="75858" y="27140"/>
                  </a:lnTo>
                  <a:lnTo>
                    <a:pt x="71410" y="30143"/>
                  </a:lnTo>
                  <a:lnTo>
                    <a:pt x="67062" y="33287"/>
                  </a:lnTo>
                  <a:lnTo>
                    <a:pt x="62816" y="36569"/>
                  </a:lnTo>
                  <a:lnTo>
                    <a:pt x="58678" y="39985"/>
                  </a:lnTo>
                  <a:lnTo>
                    <a:pt x="54652" y="43533"/>
                  </a:lnTo>
                  <a:lnTo>
                    <a:pt x="50742" y="47208"/>
                  </a:lnTo>
                  <a:lnTo>
                    <a:pt x="46951" y="51006"/>
                  </a:lnTo>
                  <a:lnTo>
                    <a:pt x="43285" y="54925"/>
                  </a:lnTo>
                  <a:lnTo>
                    <a:pt x="39746" y="58959"/>
                  </a:lnTo>
                  <a:lnTo>
                    <a:pt x="36339" y="63104"/>
                  </a:lnTo>
                  <a:lnTo>
                    <a:pt x="33066" y="67357"/>
                  </a:lnTo>
                  <a:lnTo>
                    <a:pt x="29932" y="71713"/>
                  </a:lnTo>
                  <a:lnTo>
                    <a:pt x="26939" y="76166"/>
                  </a:lnTo>
                  <a:lnTo>
                    <a:pt x="24090" y="80714"/>
                  </a:lnTo>
                  <a:lnTo>
                    <a:pt x="21389" y="85351"/>
                  </a:lnTo>
                  <a:lnTo>
                    <a:pt x="18838" y="90072"/>
                  </a:lnTo>
                  <a:lnTo>
                    <a:pt x="16440" y="94873"/>
                  </a:lnTo>
                  <a:lnTo>
                    <a:pt x="14197" y="99748"/>
                  </a:lnTo>
                  <a:lnTo>
                    <a:pt x="12112" y="104692"/>
                  </a:lnTo>
                  <a:lnTo>
                    <a:pt x="10187" y="109701"/>
                  </a:lnTo>
                  <a:lnTo>
                    <a:pt x="8423" y="114769"/>
                  </a:lnTo>
                  <a:lnTo>
                    <a:pt x="6823" y="119891"/>
                  </a:lnTo>
                  <a:lnTo>
                    <a:pt x="5389" y="125062"/>
                  </a:lnTo>
                  <a:lnTo>
                    <a:pt x="4120" y="130276"/>
                  </a:lnTo>
                  <a:lnTo>
                    <a:pt x="3020" y="135528"/>
                  </a:lnTo>
                  <a:lnTo>
                    <a:pt x="2089" y="140813"/>
                  </a:lnTo>
                  <a:lnTo>
                    <a:pt x="1329" y="146125"/>
                  </a:lnTo>
                  <a:lnTo>
                    <a:pt x="739" y="151459"/>
                  </a:lnTo>
                  <a:lnTo>
                    <a:pt x="320" y="156809"/>
                  </a:lnTo>
                  <a:lnTo>
                    <a:pt x="74" y="162169"/>
                  </a:lnTo>
                  <a:lnTo>
                    <a:pt x="0" y="167535"/>
                  </a:lnTo>
                  <a:lnTo>
                    <a:pt x="97" y="172900"/>
                  </a:lnTo>
                  <a:lnTo>
                    <a:pt x="368" y="178260"/>
                  </a:lnTo>
                  <a:lnTo>
                    <a:pt x="810" y="183608"/>
                  </a:lnTo>
                  <a:lnTo>
                    <a:pt x="1423" y="188939"/>
                  </a:lnTo>
                  <a:lnTo>
                    <a:pt x="2207" y="194247"/>
                  </a:lnTo>
                  <a:lnTo>
                    <a:pt x="3161" y="199528"/>
                  </a:lnTo>
                  <a:lnTo>
                    <a:pt x="4284" y="204775"/>
                  </a:lnTo>
                  <a:lnTo>
                    <a:pt x="5575" y="209984"/>
                  </a:lnTo>
                  <a:lnTo>
                    <a:pt x="7033" y="215148"/>
                  </a:lnTo>
                  <a:lnTo>
                    <a:pt x="8655" y="220263"/>
                  </a:lnTo>
                  <a:lnTo>
                    <a:pt x="10441" y="225323"/>
                  </a:lnTo>
                  <a:lnTo>
                    <a:pt x="12389" y="230324"/>
                  </a:lnTo>
                  <a:lnTo>
                    <a:pt x="14496" y="235259"/>
                  </a:lnTo>
                  <a:lnTo>
                    <a:pt x="16760" y="240124"/>
                  </a:lnTo>
                  <a:lnTo>
                    <a:pt x="19179" y="244914"/>
                  </a:lnTo>
                  <a:lnTo>
                    <a:pt x="21751" y="249624"/>
                  </a:lnTo>
                  <a:lnTo>
                    <a:pt x="24472" y="254249"/>
                  </a:lnTo>
                  <a:lnTo>
                    <a:pt x="27341" y="258784"/>
                  </a:lnTo>
                  <a:lnTo>
                    <a:pt x="30353" y="263225"/>
                  </a:lnTo>
                  <a:lnTo>
                    <a:pt x="33507" y="267566"/>
                  </a:lnTo>
                  <a:lnTo>
                    <a:pt x="36798" y="271805"/>
                  </a:lnTo>
                  <a:lnTo>
                    <a:pt x="40224" y="275935"/>
                  </a:lnTo>
                  <a:lnTo>
                    <a:pt x="43780" y="279953"/>
                  </a:lnTo>
                  <a:lnTo>
                    <a:pt x="47464" y="283856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425555" y="1238196"/>
              <a:ext cx="119702" cy="116688"/>
            </a:xfrm>
            <a:custGeom>
              <a:avLst/>
              <a:pathLst>
                <a:path w="119702" h="116688">
                  <a:moveTo>
                    <a:pt x="0" y="116688"/>
                  </a:moveTo>
                  <a:lnTo>
                    <a:pt x="11970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425555" y="1238196"/>
              <a:ext cx="119702" cy="116688"/>
            </a:xfrm>
            <a:custGeom>
              <a:avLst/>
              <a:pathLst>
                <a:path w="119702" h="116688">
                  <a:moveTo>
                    <a:pt x="0" y="116688"/>
                  </a:moveTo>
                  <a:lnTo>
                    <a:pt x="11970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425555" y="1238196"/>
              <a:ext cx="119702" cy="116688"/>
            </a:xfrm>
            <a:custGeom>
              <a:avLst/>
              <a:pathLst>
                <a:path w="119702" h="116688">
                  <a:moveTo>
                    <a:pt x="0" y="116688"/>
                  </a:moveTo>
                  <a:lnTo>
                    <a:pt x="11970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425555" y="1238196"/>
              <a:ext cx="119702" cy="116688"/>
            </a:xfrm>
            <a:custGeom>
              <a:avLst/>
              <a:pathLst>
                <a:path w="119702" h="116688">
                  <a:moveTo>
                    <a:pt x="0" y="116688"/>
                  </a:moveTo>
                  <a:lnTo>
                    <a:pt x="11970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425555" y="1238196"/>
              <a:ext cx="119702" cy="116688"/>
            </a:xfrm>
            <a:custGeom>
              <a:avLst/>
              <a:pathLst>
                <a:path w="119702" h="116688">
                  <a:moveTo>
                    <a:pt x="0" y="116688"/>
                  </a:moveTo>
                  <a:lnTo>
                    <a:pt x="11970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425555" y="1238196"/>
              <a:ext cx="119702" cy="116688"/>
            </a:xfrm>
            <a:custGeom>
              <a:avLst/>
              <a:pathLst>
                <a:path w="119702" h="116688">
                  <a:moveTo>
                    <a:pt x="0" y="116688"/>
                  </a:moveTo>
                  <a:lnTo>
                    <a:pt x="11970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425555" y="1238196"/>
              <a:ext cx="119702" cy="116688"/>
            </a:xfrm>
            <a:custGeom>
              <a:avLst/>
              <a:pathLst>
                <a:path w="119702" h="116688">
                  <a:moveTo>
                    <a:pt x="0" y="116688"/>
                  </a:moveTo>
                  <a:lnTo>
                    <a:pt x="11970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425555" y="1238196"/>
              <a:ext cx="119702" cy="116688"/>
            </a:xfrm>
            <a:custGeom>
              <a:avLst/>
              <a:pathLst>
                <a:path w="119702" h="116688">
                  <a:moveTo>
                    <a:pt x="0" y="116688"/>
                  </a:moveTo>
                  <a:lnTo>
                    <a:pt x="11970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425555" y="1238196"/>
              <a:ext cx="119702" cy="116688"/>
            </a:xfrm>
            <a:custGeom>
              <a:avLst/>
              <a:pathLst>
                <a:path w="119702" h="116688">
                  <a:moveTo>
                    <a:pt x="0" y="116688"/>
                  </a:moveTo>
                  <a:lnTo>
                    <a:pt x="11970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425555" y="1238196"/>
              <a:ext cx="119702" cy="116688"/>
            </a:xfrm>
            <a:custGeom>
              <a:avLst/>
              <a:pathLst>
                <a:path w="119702" h="116688">
                  <a:moveTo>
                    <a:pt x="0" y="116688"/>
                  </a:moveTo>
                  <a:lnTo>
                    <a:pt x="11970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425555" y="1238196"/>
              <a:ext cx="119702" cy="116688"/>
            </a:xfrm>
            <a:custGeom>
              <a:avLst/>
              <a:pathLst>
                <a:path w="119702" h="116688">
                  <a:moveTo>
                    <a:pt x="0" y="116688"/>
                  </a:moveTo>
                  <a:lnTo>
                    <a:pt x="119702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425555" y="1238196"/>
              <a:ext cx="119702" cy="116688"/>
            </a:xfrm>
            <a:custGeom>
              <a:avLst/>
              <a:pathLst>
                <a:path w="119702" h="116688">
                  <a:moveTo>
                    <a:pt x="0" y="116688"/>
                  </a:moveTo>
                  <a:lnTo>
                    <a:pt x="11970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425555" y="1238196"/>
              <a:ext cx="119702" cy="116688"/>
            </a:xfrm>
            <a:custGeom>
              <a:avLst/>
              <a:pathLst>
                <a:path w="119702" h="116688">
                  <a:moveTo>
                    <a:pt x="0" y="116688"/>
                  </a:moveTo>
                  <a:lnTo>
                    <a:pt x="11970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425555" y="1238196"/>
              <a:ext cx="119702" cy="116688"/>
            </a:xfrm>
            <a:custGeom>
              <a:avLst/>
              <a:pathLst>
                <a:path w="119702" h="116688">
                  <a:moveTo>
                    <a:pt x="0" y="116688"/>
                  </a:moveTo>
                  <a:lnTo>
                    <a:pt x="11970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425555" y="1238196"/>
              <a:ext cx="119702" cy="116688"/>
            </a:xfrm>
            <a:custGeom>
              <a:avLst/>
              <a:pathLst>
                <a:path w="119702" h="116688">
                  <a:moveTo>
                    <a:pt x="0" y="116688"/>
                  </a:moveTo>
                  <a:lnTo>
                    <a:pt x="11970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425555" y="1238196"/>
              <a:ext cx="119702" cy="116688"/>
            </a:xfrm>
            <a:custGeom>
              <a:avLst/>
              <a:pathLst>
                <a:path w="119702" h="116688">
                  <a:moveTo>
                    <a:pt x="0" y="116688"/>
                  </a:moveTo>
                  <a:lnTo>
                    <a:pt x="11970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425555" y="1238196"/>
              <a:ext cx="119702" cy="116688"/>
            </a:xfrm>
            <a:custGeom>
              <a:avLst/>
              <a:pathLst>
                <a:path w="119702" h="116688">
                  <a:moveTo>
                    <a:pt x="0" y="116688"/>
                  </a:moveTo>
                  <a:lnTo>
                    <a:pt x="11970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425555" y="1238196"/>
              <a:ext cx="119702" cy="116688"/>
            </a:xfrm>
            <a:custGeom>
              <a:avLst/>
              <a:pathLst>
                <a:path w="119702" h="116688">
                  <a:moveTo>
                    <a:pt x="0" y="116688"/>
                  </a:moveTo>
                  <a:lnTo>
                    <a:pt x="11970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425555" y="1238196"/>
              <a:ext cx="119702" cy="116688"/>
            </a:xfrm>
            <a:custGeom>
              <a:avLst/>
              <a:pathLst>
                <a:path w="119702" h="116688">
                  <a:moveTo>
                    <a:pt x="0" y="116688"/>
                  </a:moveTo>
                  <a:lnTo>
                    <a:pt x="11970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425555" y="1238196"/>
              <a:ext cx="119702" cy="116688"/>
            </a:xfrm>
            <a:custGeom>
              <a:avLst/>
              <a:pathLst>
                <a:path w="119702" h="116688">
                  <a:moveTo>
                    <a:pt x="0" y="116688"/>
                  </a:moveTo>
                  <a:lnTo>
                    <a:pt x="11970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425555" y="1139047"/>
              <a:ext cx="286868" cy="266316"/>
            </a:xfrm>
            <a:custGeom>
              <a:avLst/>
              <a:pathLst>
                <a:path w="286868" h="266316">
                  <a:moveTo>
                    <a:pt x="0" y="215837"/>
                  </a:moveTo>
                  <a:lnTo>
                    <a:pt x="3789" y="219602"/>
                  </a:lnTo>
                  <a:lnTo>
                    <a:pt x="7697" y="223244"/>
                  </a:lnTo>
                  <a:lnTo>
                    <a:pt x="11719" y="226760"/>
                  </a:lnTo>
                  <a:lnTo>
                    <a:pt x="15851" y="230145"/>
                  </a:lnTo>
                  <a:lnTo>
                    <a:pt x="20090" y="233396"/>
                  </a:lnTo>
                  <a:lnTo>
                    <a:pt x="24430" y="236510"/>
                  </a:lnTo>
                  <a:lnTo>
                    <a:pt x="28867" y="239484"/>
                  </a:lnTo>
                  <a:lnTo>
                    <a:pt x="33397" y="242314"/>
                  </a:lnTo>
                  <a:lnTo>
                    <a:pt x="38016" y="244999"/>
                  </a:lnTo>
                  <a:lnTo>
                    <a:pt x="42717" y="247534"/>
                  </a:lnTo>
                  <a:lnTo>
                    <a:pt x="47498" y="249918"/>
                  </a:lnTo>
                  <a:lnTo>
                    <a:pt x="52352" y="252148"/>
                  </a:lnTo>
                  <a:lnTo>
                    <a:pt x="57274" y="254222"/>
                  </a:lnTo>
                  <a:lnTo>
                    <a:pt x="62261" y="256137"/>
                  </a:lnTo>
                  <a:lnTo>
                    <a:pt x="67306" y="257893"/>
                  </a:lnTo>
                  <a:lnTo>
                    <a:pt x="72405" y="259486"/>
                  </a:lnTo>
                  <a:lnTo>
                    <a:pt x="77552" y="260915"/>
                  </a:lnTo>
                  <a:lnTo>
                    <a:pt x="82742" y="262179"/>
                  </a:lnTo>
                  <a:lnTo>
                    <a:pt x="87970" y="263277"/>
                  </a:lnTo>
                  <a:lnTo>
                    <a:pt x="93230" y="264207"/>
                  </a:lnTo>
                  <a:lnTo>
                    <a:pt x="98517" y="264968"/>
                  </a:lnTo>
                  <a:lnTo>
                    <a:pt x="103826" y="265561"/>
                  </a:lnTo>
                  <a:lnTo>
                    <a:pt x="109151" y="265983"/>
                  </a:lnTo>
                  <a:lnTo>
                    <a:pt x="114487" y="266235"/>
                  </a:lnTo>
                  <a:lnTo>
                    <a:pt x="119828" y="266316"/>
                  </a:lnTo>
                  <a:lnTo>
                    <a:pt x="125169" y="266227"/>
                  </a:lnTo>
                  <a:lnTo>
                    <a:pt x="130504" y="265967"/>
                  </a:lnTo>
                  <a:lnTo>
                    <a:pt x="135829" y="265536"/>
                  </a:lnTo>
                  <a:lnTo>
                    <a:pt x="141137" y="264936"/>
                  </a:lnTo>
                  <a:lnTo>
                    <a:pt x="146423" y="264167"/>
                  </a:lnTo>
                  <a:lnTo>
                    <a:pt x="151682" y="263229"/>
                  </a:lnTo>
                  <a:lnTo>
                    <a:pt x="156908" y="262123"/>
                  </a:lnTo>
                  <a:lnTo>
                    <a:pt x="162096" y="260851"/>
                  </a:lnTo>
                  <a:lnTo>
                    <a:pt x="167241" y="259414"/>
                  </a:lnTo>
                  <a:lnTo>
                    <a:pt x="172337" y="257814"/>
                  </a:lnTo>
                  <a:lnTo>
                    <a:pt x="177380" y="256051"/>
                  </a:lnTo>
                  <a:lnTo>
                    <a:pt x="182363" y="254128"/>
                  </a:lnTo>
                  <a:lnTo>
                    <a:pt x="187283" y="252047"/>
                  </a:lnTo>
                  <a:lnTo>
                    <a:pt x="192134" y="249809"/>
                  </a:lnTo>
                  <a:lnTo>
                    <a:pt x="196910" y="247418"/>
                  </a:lnTo>
                  <a:lnTo>
                    <a:pt x="201608" y="244876"/>
                  </a:lnTo>
                  <a:lnTo>
                    <a:pt x="206222" y="242184"/>
                  </a:lnTo>
                  <a:lnTo>
                    <a:pt x="210748" y="239347"/>
                  </a:lnTo>
                  <a:lnTo>
                    <a:pt x="215181" y="236366"/>
                  </a:lnTo>
                  <a:lnTo>
                    <a:pt x="219517" y="233246"/>
                  </a:lnTo>
                  <a:lnTo>
                    <a:pt x="223750" y="229988"/>
                  </a:lnTo>
                  <a:lnTo>
                    <a:pt x="227877" y="226597"/>
                  </a:lnTo>
                  <a:lnTo>
                    <a:pt x="231894" y="223076"/>
                  </a:lnTo>
                  <a:lnTo>
                    <a:pt x="235797" y="219428"/>
                  </a:lnTo>
                  <a:lnTo>
                    <a:pt x="239580" y="215657"/>
                  </a:lnTo>
                  <a:lnTo>
                    <a:pt x="243242" y="211767"/>
                  </a:lnTo>
                  <a:lnTo>
                    <a:pt x="246777" y="207763"/>
                  </a:lnTo>
                  <a:lnTo>
                    <a:pt x="250182" y="203647"/>
                  </a:lnTo>
                  <a:lnTo>
                    <a:pt x="253454" y="199425"/>
                  </a:lnTo>
                  <a:lnTo>
                    <a:pt x="256590" y="195100"/>
                  </a:lnTo>
                  <a:lnTo>
                    <a:pt x="259586" y="190678"/>
                  </a:lnTo>
                  <a:lnTo>
                    <a:pt x="262439" y="186162"/>
                  </a:lnTo>
                  <a:lnTo>
                    <a:pt x="265146" y="181557"/>
                  </a:lnTo>
                  <a:lnTo>
                    <a:pt x="267705" y="176868"/>
                  </a:lnTo>
                  <a:lnTo>
                    <a:pt x="270112" y="172099"/>
                  </a:lnTo>
                  <a:lnTo>
                    <a:pt x="272366" y="167256"/>
                  </a:lnTo>
                  <a:lnTo>
                    <a:pt x="274464" y="162344"/>
                  </a:lnTo>
                  <a:lnTo>
                    <a:pt x="276404" y="157367"/>
                  </a:lnTo>
                  <a:lnTo>
                    <a:pt x="278185" y="152330"/>
                  </a:lnTo>
                  <a:lnTo>
                    <a:pt x="279803" y="147239"/>
                  </a:lnTo>
                  <a:lnTo>
                    <a:pt x="281258" y="142100"/>
                  </a:lnTo>
                  <a:lnTo>
                    <a:pt x="282547" y="136916"/>
                  </a:lnTo>
                  <a:lnTo>
                    <a:pt x="283671" y="131694"/>
                  </a:lnTo>
                  <a:lnTo>
                    <a:pt x="284627" y="126438"/>
                  </a:lnTo>
                  <a:lnTo>
                    <a:pt x="285415" y="121155"/>
                  </a:lnTo>
                  <a:lnTo>
                    <a:pt x="286033" y="115849"/>
                  </a:lnTo>
                  <a:lnTo>
                    <a:pt x="286482" y="110526"/>
                  </a:lnTo>
                  <a:lnTo>
                    <a:pt x="286760" y="105191"/>
                  </a:lnTo>
                  <a:lnTo>
                    <a:pt x="286868" y="99851"/>
                  </a:lnTo>
                  <a:lnTo>
                    <a:pt x="286805" y="94509"/>
                  </a:lnTo>
                  <a:lnTo>
                    <a:pt x="286572" y="89173"/>
                  </a:lnTo>
                  <a:lnTo>
                    <a:pt x="286168" y="83846"/>
                  </a:lnTo>
                  <a:lnTo>
                    <a:pt x="285594" y="78535"/>
                  </a:lnTo>
                  <a:lnTo>
                    <a:pt x="284850" y="73246"/>
                  </a:lnTo>
                  <a:lnTo>
                    <a:pt x="283939" y="67982"/>
                  </a:lnTo>
                  <a:lnTo>
                    <a:pt x="282859" y="62751"/>
                  </a:lnTo>
                  <a:lnTo>
                    <a:pt x="281613" y="57556"/>
                  </a:lnTo>
                  <a:lnTo>
                    <a:pt x="280201" y="52404"/>
                  </a:lnTo>
                  <a:lnTo>
                    <a:pt x="278626" y="47300"/>
                  </a:lnTo>
                  <a:lnTo>
                    <a:pt x="276888" y="42249"/>
                  </a:lnTo>
                  <a:lnTo>
                    <a:pt x="274990" y="37256"/>
                  </a:lnTo>
                  <a:lnTo>
                    <a:pt x="272933" y="32326"/>
                  </a:lnTo>
                  <a:lnTo>
                    <a:pt x="270720" y="27464"/>
                  </a:lnTo>
                  <a:lnTo>
                    <a:pt x="268352" y="22676"/>
                  </a:lnTo>
                  <a:lnTo>
                    <a:pt x="265833" y="17965"/>
                  </a:lnTo>
                  <a:lnTo>
                    <a:pt x="263164" y="13338"/>
                  </a:lnTo>
                  <a:lnTo>
                    <a:pt x="260350" y="8798"/>
                  </a:lnTo>
                  <a:lnTo>
                    <a:pt x="257391" y="4350"/>
                  </a:lnTo>
                  <a:lnTo>
                    <a:pt x="254292" y="0"/>
                  </a:lnTo>
                  <a:lnTo>
                    <a:pt x="119702" y="991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545258" y="1071028"/>
              <a:ext cx="134589" cy="167167"/>
            </a:xfrm>
            <a:custGeom>
              <a:avLst/>
              <a:pathLst>
                <a:path w="134589" h="167167">
                  <a:moveTo>
                    <a:pt x="134589" y="68018"/>
                  </a:moveTo>
                  <a:lnTo>
                    <a:pt x="131201" y="63575"/>
                  </a:lnTo>
                  <a:lnTo>
                    <a:pt x="127666" y="59249"/>
                  </a:lnTo>
                  <a:lnTo>
                    <a:pt x="123988" y="55043"/>
                  </a:lnTo>
                  <a:lnTo>
                    <a:pt x="120172" y="50962"/>
                  </a:lnTo>
                  <a:lnTo>
                    <a:pt x="116221" y="47011"/>
                  </a:lnTo>
                  <a:lnTo>
                    <a:pt x="112141" y="43194"/>
                  </a:lnTo>
                  <a:lnTo>
                    <a:pt x="107935" y="39516"/>
                  </a:lnTo>
                  <a:lnTo>
                    <a:pt x="103609" y="35980"/>
                  </a:lnTo>
                  <a:lnTo>
                    <a:pt x="99167" y="32591"/>
                  </a:lnTo>
                  <a:lnTo>
                    <a:pt x="94615" y="29352"/>
                  </a:lnTo>
                  <a:lnTo>
                    <a:pt x="89956" y="26267"/>
                  </a:lnTo>
                  <a:lnTo>
                    <a:pt x="85198" y="23340"/>
                  </a:lnTo>
                  <a:lnTo>
                    <a:pt x="80344" y="20573"/>
                  </a:lnTo>
                  <a:lnTo>
                    <a:pt x="75400" y="17970"/>
                  </a:lnTo>
                  <a:lnTo>
                    <a:pt x="70372" y="15534"/>
                  </a:lnTo>
                  <a:lnTo>
                    <a:pt x="65265" y="13267"/>
                  </a:lnTo>
                  <a:lnTo>
                    <a:pt x="60086" y="11171"/>
                  </a:lnTo>
                  <a:lnTo>
                    <a:pt x="54839" y="9251"/>
                  </a:lnTo>
                  <a:lnTo>
                    <a:pt x="49531" y="7506"/>
                  </a:lnTo>
                  <a:lnTo>
                    <a:pt x="44168" y="5940"/>
                  </a:lnTo>
                  <a:lnTo>
                    <a:pt x="38756" y="4554"/>
                  </a:lnTo>
                  <a:lnTo>
                    <a:pt x="33300" y="3350"/>
                  </a:lnTo>
                  <a:lnTo>
                    <a:pt x="27807" y="2329"/>
                  </a:lnTo>
                  <a:lnTo>
                    <a:pt x="22283" y="1491"/>
                  </a:lnTo>
                  <a:lnTo>
                    <a:pt x="16734" y="839"/>
                  </a:lnTo>
                  <a:lnTo>
                    <a:pt x="11166" y="373"/>
                  </a:lnTo>
                  <a:lnTo>
                    <a:pt x="5586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36624" y="941493"/>
              <a:ext cx="86919" cy="167167"/>
            </a:xfrm>
            <a:custGeom>
              <a:avLst/>
              <a:pathLst>
                <a:path w="86919" h="167167">
                  <a:moveTo>
                    <a:pt x="86919" y="0"/>
                  </a:moveTo>
                  <a:lnTo>
                    <a:pt x="81207" y="97"/>
                  </a:lnTo>
                  <a:lnTo>
                    <a:pt x="75502" y="390"/>
                  </a:lnTo>
                  <a:lnTo>
                    <a:pt x="69810" y="877"/>
                  </a:lnTo>
                  <a:lnTo>
                    <a:pt x="64138" y="1559"/>
                  </a:lnTo>
                  <a:lnTo>
                    <a:pt x="58493" y="2434"/>
                  </a:lnTo>
                  <a:lnTo>
                    <a:pt x="52881" y="3501"/>
                  </a:lnTo>
                  <a:lnTo>
                    <a:pt x="47309" y="4760"/>
                  </a:lnTo>
                  <a:lnTo>
                    <a:pt x="41783" y="6208"/>
                  </a:lnTo>
                  <a:lnTo>
                    <a:pt x="36309" y="7844"/>
                  </a:lnTo>
                  <a:lnTo>
                    <a:pt x="30895" y="9667"/>
                  </a:lnTo>
                  <a:lnTo>
                    <a:pt x="25546" y="11673"/>
                  </a:lnTo>
                  <a:lnTo>
                    <a:pt x="20269" y="13861"/>
                  </a:lnTo>
                  <a:lnTo>
                    <a:pt x="15070" y="16227"/>
                  </a:lnTo>
                  <a:lnTo>
                    <a:pt x="9955" y="18771"/>
                  </a:lnTo>
                  <a:lnTo>
                    <a:pt x="4929" y="21487"/>
                  </a:lnTo>
                  <a:lnTo>
                    <a:pt x="0" y="24373"/>
                  </a:lnTo>
                  <a:lnTo>
                    <a:pt x="86919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36624" y="965867"/>
              <a:ext cx="86919" cy="142793"/>
            </a:xfrm>
            <a:custGeom>
              <a:avLst/>
              <a:pathLst>
                <a:path w="86919" h="142793">
                  <a:moveTo>
                    <a:pt x="0" y="0"/>
                  </a:moveTo>
                  <a:lnTo>
                    <a:pt x="86919" y="14279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36624" y="965867"/>
              <a:ext cx="86919" cy="142793"/>
            </a:xfrm>
            <a:custGeom>
              <a:avLst/>
              <a:pathLst>
                <a:path w="86919" h="142793">
                  <a:moveTo>
                    <a:pt x="0" y="0"/>
                  </a:moveTo>
                  <a:lnTo>
                    <a:pt x="86919" y="14279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36624" y="965867"/>
              <a:ext cx="86919" cy="142793"/>
            </a:xfrm>
            <a:custGeom>
              <a:avLst/>
              <a:pathLst>
                <a:path w="86919" h="142793">
                  <a:moveTo>
                    <a:pt x="0" y="0"/>
                  </a:moveTo>
                  <a:lnTo>
                    <a:pt x="86919" y="14279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36624" y="965867"/>
              <a:ext cx="86919" cy="142793"/>
            </a:xfrm>
            <a:custGeom>
              <a:avLst/>
              <a:pathLst>
                <a:path w="86919" h="142793">
                  <a:moveTo>
                    <a:pt x="0" y="0"/>
                  </a:moveTo>
                  <a:lnTo>
                    <a:pt x="86919" y="14279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36624" y="965867"/>
              <a:ext cx="86919" cy="142793"/>
            </a:xfrm>
            <a:custGeom>
              <a:avLst/>
              <a:pathLst>
                <a:path w="86919" h="142793">
                  <a:moveTo>
                    <a:pt x="0" y="0"/>
                  </a:moveTo>
                  <a:lnTo>
                    <a:pt x="86919" y="14279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36624" y="965867"/>
              <a:ext cx="86919" cy="142793"/>
            </a:xfrm>
            <a:custGeom>
              <a:avLst/>
              <a:pathLst>
                <a:path w="86919" h="142793">
                  <a:moveTo>
                    <a:pt x="0" y="0"/>
                  </a:moveTo>
                  <a:lnTo>
                    <a:pt x="86919" y="1427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36624" y="965867"/>
              <a:ext cx="86919" cy="142793"/>
            </a:xfrm>
            <a:custGeom>
              <a:avLst/>
              <a:pathLst>
                <a:path w="86919" h="142793">
                  <a:moveTo>
                    <a:pt x="0" y="0"/>
                  </a:moveTo>
                  <a:lnTo>
                    <a:pt x="86919" y="1427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36624" y="965867"/>
              <a:ext cx="86919" cy="142793"/>
            </a:xfrm>
            <a:custGeom>
              <a:avLst/>
              <a:pathLst>
                <a:path w="86919" h="142793">
                  <a:moveTo>
                    <a:pt x="0" y="0"/>
                  </a:moveTo>
                  <a:lnTo>
                    <a:pt x="86919" y="1427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36624" y="965867"/>
              <a:ext cx="86919" cy="142793"/>
            </a:xfrm>
            <a:custGeom>
              <a:avLst/>
              <a:pathLst>
                <a:path w="86919" h="142793">
                  <a:moveTo>
                    <a:pt x="0" y="0"/>
                  </a:moveTo>
                  <a:lnTo>
                    <a:pt x="86919" y="14279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36624" y="965867"/>
              <a:ext cx="86919" cy="142793"/>
            </a:xfrm>
            <a:custGeom>
              <a:avLst/>
              <a:pathLst>
                <a:path w="86919" h="142793">
                  <a:moveTo>
                    <a:pt x="0" y="0"/>
                  </a:moveTo>
                  <a:lnTo>
                    <a:pt x="86919" y="14279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36624" y="965867"/>
              <a:ext cx="86919" cy="142793"/>
            </a:xfrm>
            <a:custGeom>
              <a:avLst/>
              <a:pathLst>
                <a:path w="86919" h="142793">
                  <a:moveTo>
                    <a:pt x="0" y="0"/>
                  </a:moveTo>
                  <a:lnTo>
                    <a:pt x="86919" y="1427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36624" y="965867"/>
              <a:ext cx="86919" cy="142793"/>
            </a:xfrm>
            <a:custGeom>
              <a:avLst/>
              <a:pathLst>
                <a:path w="86919" h="142793">
                  <a:moveTo>
                    <a:pt x="0" y="0"/>
                  </a:moveTo>
                  <a:lnTo>
                    <a:pt x="86919" y="14279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36624" y="965867"/>
              <a:ext cx="86919" cy="142793"/>
            </a:xfrm>
            <a:custGeom>
              <a:avLst/>
              <a:pathLst>
                <a:path w="86919" h="142793">
                  <a:moveTo>
                    <a:pt x="0" y="0"/>
                  </a:moveTo>
                  <a:lnTo>
                    <a:pt x="86919" y="14279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36624" y="965867"/>
              <a:ext cx="86919" cy="142793"/>
            </a:xfrm>
            <a:custGeom>
              <a:avLst/>
              <a:pathLst>
                <a:path w="86919" h="142793">
                  <a:moveTo>
                    <a:pt x="0" y="0"/>
                  </a:moveTo>
                  <a:lnTo>
                    <a:pt x="86919" y="1427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36624" y="965867"/>
              <a:ext cx="86919" cy="142793"/>
            </a:xfrm>
            <a:custGeom>
              <a:avLst/>
              <a:pathLst>
                <a:path w="86919" h="142793">
                  <a:moveTo>
                    <a:pt x="0" y="0"/>
                  </a:moveTo>
                  <a:lnTo>
                    <a:pt x="86919" y="1427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36624" y="965867"/>
              <a:ext cx="86919" cy="142793"/>
            </a:xfrm>
            <a:custGeom>
              <a:avLst/>
              <a:pathLst>
                <a:path w="86919" h="142793">
                  <a:moveTo>
                    <a:pt x="0" y="0"/>
                  </a:moveTo>
                  <a:lnTo>
                    <a:pt x="86919" y="1427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36624" y="965867"/>
              <a:ext cx="86919" cy="142793"/>
            </a:xfrm>
            <a:custGeom>
              <a:avLst/>
              <a:pathLst>
                <a:path w="86919" h="142793">
                  <a:moveTo>
                    <a:pt x="0" y="0"/>
                  </a:moveTo>
                  <a:lnTo>
                    <a:pt x="86919" y="14279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36624" y="965867"/>
              <a:ext cx="86919" cy="142793"/>
            </a:xfrm>
            <a:custGeom>
              <a:avLst/>
              <a:pathLst>
                <a:path w="86919" h="142793">
                  <a:moveTo>
                    <a:pt x="0" y="0"/>
                  </a:moveTo>
                  <a:lnTo>
                    <a:pt x="86919" y="14279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4936624" y="965867"/>
              <a:ext cx="86919" cy="142793"/>
            </a:xfrm>
            <a:custGeom>
              <a:avLst/>
              <a:pathLst>
                <a:path w="86919" h="142793">
                  <a:moveTo>
                    <a:pt x="0" y="0"/>
                  </a:moveTo>
                  <a:lnTo>
                    <a:pt x="86919" y="14279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856385" y="948380"/>
              <a:ext cx="334305" cy="327446"/>
            </a:xfrm>
            <a:custGeom>
              <a:avLst/>
              <a:pathLst>
                <a:path w="334305" h="327446">
                  <a:moveTo>
                    <a:pt x="80239" y="17486"/>
                  </a:moveTo>
                  <a:lnTo>
                    <a:pt x="75760" y="20310"/>
                  </a:lnTo>
                  <a:lnTo>
                    <a:pt x="71373" y="23275"/>
                  </a:lnTo>
                  <a:lnTo>
                    <a:pt x="67082" y="26377"/>
                  </a:lnTo>
                  <a:lnTo>
                    <a:pt x="62891" y="29614"/>
                  </a:lnTo>
                  <a:lnTo>
                    <a:pt x="58805" y="32982"/>
                  </a:lnTo>
                  <a:lnTo>
                    <a:pt x="54828" y="36477"/>
                  </a:lnTo>
                  <a:lnTo>
                    <a:pt x="50963" y="40097"/>
                  </a:lnTo>
                  <a:lnTo>
                    <a:pt x="47215" y="43837"/>
                  </a:lnTo>
                  <a:lnTo>
                    <a:pt x="43588" y="47695"/>
                  </a:lnTo>
                  <a:lnTo>
                    <a:pt x="40084" y="51665"/>
                  </a:lnTo>
                  <a:lnTo>
                    <a:pt x="36708" y="55744"/>
                  </a:lnTo>
                  <a:lnTo>
                    <a:pt x="33462" y="59928"/>
                  </a:lnTo>
                  <a:lnTo>
                    <a:pt x="30351" y="64212"/>
                  </a:lnTo>
                  <a:lnTo>
                    <a:pt x="27377" y="68593"/>
                  </a:lnTo>
                  <a:lnTo>
                    <a:pt x="24544" y="73066"/>
                  </a:lnTo>
                  <a:lnTo>
                    <a:pt x="21853" y="77627"/>
                  </a:lnTo>
                  <a:lnTo>
                    <a:pt x="19308" y="82270"/>
                  </a:lnTo>
                  <a:lnTo>
                    <a:pt x="16912" y="86992"/>
                  </a:lnTo>
                  <a:lnTo>
                    <a:pt x="14666" y="91787"/>
                  </a:lnTo>
                  <a:lnTo>
                    <a:pt x="12573" y="96651"/>
                  </a:lnTo>
                  <a:lnTo>
                    <a:pt x="10636" y="101579"/>
                  </a:lnTo>
                  <a:lnTo>
                    <a:pt x="8855" y="106566"/>
                  </a:lnTo>
                  <a:lnTo>
                    <a:pt x="7233" y="111606"/>
                  </a:lnTo>
                  <a:lnTo>
                    <a:pt x="5772" y="116695"/>
                  </a:lnTo>
                  <a:lnTo>
                    <a:pt x="4473" y="121829"/>
                  </a:lnTo>
                  <a:lnTo>
                    <a:pt x="3337" y="127000"/>
                  </a:lnTo>
                  <a:lnTo>
                    <a:pt x="2365" y="132205"/>
                  </a:lnTo>
                  <a:lnTo>
                    <a:pt x="1558" y="137439"/>
                  </a:lnTo>
                  <a:lnTo>
                    <a:pt x="918" y="142695"/>
                  </a:lnTo>
                  <a:lnTo>
                    <a:pt x="444" y="147969"/>
                  </a:lnTo>
                  <a:lnTo>
                    <a:pt x="138" y="153255"/>
                  </a:lnTo>
                  <a:lnTo>
                    <a:pt x="0" y="158548"/>
                  </a:lnTo>
                  <a:lnTo>
                    <a:pt x="29" y="163843"/>
                  </a:lnTo>
                  <a:lnTo>
                    <a:pt x="225" y="169134"/>
                  </a:lnTo>
                  <a:lnTo>
                    <a:pt x="589" y="174417"/>
                  </a:lnTo>
                  <a:lnTo>
                    <a:pt x="1121" y="179685"/>
                  </a:lnTo>
                  <a:lnTo>
                    <a:pt x="1819" y="184934"/>
                  </a:lnTo>
                  <a:lnTo>
                    <a:pt x="2682" y="190158"/>
                  </a:lnTo>
                  <a:lnTo>
                    <a:pt x="3711" y="195352"/>
                  </a:lnTo>
                  <a:lnTo>
                    <a:pt x="4904" y="200511"/>
                  </a:lnTo>
                  <a:lnTo>
                    <a:pt x="6260" y="205630"/>
                  </a:lnTo>
                  <a:lnTo>
                    <a:pt x="7777" y="210703"/>
                  </a:lnTo>
                  <a:lnTo>
                    <a:pt x="9454" y="215725"/>
                  </a:lnTo>
                  <a:lnTo>
                    <a:pt x="11289" y="220692"/>
                  </a:lnTo>
                  <a:lnTo>
                    <a:pt x="13280" y="225598"/>
                  </a:lnTo>
                  <a:lnTo>
                    <a:pt x="15426" y="230439"/>
                  </a:lnTo>
                  <a:lnTo>
                    <a:pt x="17724" y="235209"/>
                  </a:lnTo>
                  <a:lnTo>
                    <a:pt x="20172" y="239905"/>
                  </a:lnTo>
                  <a:lnTo>
                    <a:pt x="22768" y="244520"/>
                  </a:lnTo>
                  <a:lnTo>
                    <a:pt x="25508" y="249051"/>
                  </a:lnTo>
                  <a:lnTo>
                    <a:pt x="28391" y="253492"/>
                  </a:lnTo>
                  <a:lnTo>
                    <a:pt x="31413" y="257840"/>
                  </a:lnTo>
                  <a:lnTo>
                    <a:pt x="34571" y="262091"/>
                  </a:lnTo>
                  <a:lnTo>
                    <a:pt x="37862" y="266239"/>
                  </a:lnTo>
                  <a:lnTo>
                    <a:pt x="41282" y="270281"/>
                  </a:lnTo>
                  <a:lnTo>
                    <a:pt x="44829" y="274212"/>
                  </a:lnTo>
                  <a:lnTo>
                    <a:pt x="48499" y="278029"/>
                  </a:lnTo>
                  <a:lnTo>
                    <a:pt x="52288" y="281728"/>
                  </a:lnTo>
                  <a:lnTo>
                    <a:pt x="56192" y="285305"/>
                  </a:lnTo>
                  <a:lnTo>
                    <a:pt x="60207" y="288757"/>
                  </a:lnTo>
                  <a:lnTo>
                    <a:pt x="64330" y="292080"/>
                  </a:lnTo>
                  <a:lnTo>
                    <a:pt x="68556" y="295270"/>
                  </a:lnTo>
                  <a:lnTo>
                    <a:pt x="72880" y="298325"/>
                  </a:lnTo>
                  <a:lnTo>
                    <a:pt x="77300" y="301242"/>
                  </a:lnTo>
                  <a:lnTo>
                    <a:pt x="81809" y="304017"/>
                  </a:lnTo>
                  <a:lnTo>
                    <a:pt x="86405" y="306648"/>
                  </a:lnTo>
                  <a:lnTo>
                    <a:pt x="91081" y="309132"/>
                  </a:lnTo>
                  <a:lnTo>
                    <a:pt x="95833" y="311467"/>
                  </a:lnTo>
                  <a:lnTo>
                    <a:pt x="100657" y="313650"/>
                  </a:lnTo>
                  <a:lnTo>
                    <a:pt x="105548" y="315679"/>
                  </a:lnTo>
                  <a:lnTo>
                    <a:pt x="110501" y="317553"/>
                  </a:lnTo>
                  <a:lnTo>
                    <a:pt x="115510" y="319268"/>
                  </a:lnTo>
                  <a:lnTo>
                    <a:pt x="120571" y="320824"/>
                  </a:lnTo>
                  <a:lnTo>
                    <a:pt x="125679" y="322219"/>
                  </a:lnTo>
                  <a:lnTo>
                    <a:pt x="130829" y="323451"/>
                  </a:lnTo>
                  <a:lnTo>
                    <a:pt x="136015" y="324520"/>
                  </a:lnTo>
                  <a:lnTo>
                    <a:pt x="141232" y="325424"/>
                  </a:lnTo>
                  <a:lnTo>
                    <a:pt x="146476" y="326162"/>
                  </a:lnTo>
                  <a:lnTo>
                    <a:pt x="151740" y="326734"/>
                  </a:lnTo>
                  <a:lnTo>
                    <a:pt x="157019" y="327139"/>
                  </a:lnTo>
                  <a:lnTo>
                    <a:pt x="162309" y="327376"/>
                  </a:lnTo>
                  <a:lnTo>
                    <a:pt x="167603" y="327446"/>
                  </a:lnTo>
                  <a:lnTo>
                    <a:pt x="172898" y="327348"/>
                  </a:lnTo>
                  <a:lnTo>
                    <a:pt x="178186" y="327083"/>
                  </a:lnTo>
                  <a:lnTo>
                    <a:pt x="183463" y="326650"/>
                  </a:lnTo>
                  <a:lnTo>
                    <a:pt x="188724" y="326050"/>
                  </a:lnTo>
                  <a:lnTo>
                    <a:pt x="193964" y="325284"/>
                  </a:lnTo>
                  <a:lnTo>
                    <a:pt x="199176" y="324352"/>
                  </a:lnTo>
                  <a:lnTo>
                    <a:pt x="204356" y="323256"/>
                  </a:lnTo>
                  <a:lnTo>
                    <a:pt x="209499" y="321996"/>
                  </a:lnTo>
                  <a:lnTo>
                    <a:pt x="214600" y="320574"/>
                  </a:lnTo>
                  <a:lnTo>
                    <a:pt x="219653" y="318991"/>
                  </a:lnTo>
                  <a:lnTo>
                    <a:pt x="224653" y="317248"/>
                  </a:lnTo>
                  <a:lnTo>
                    <a:pt x="229595" y="315349"/>
                  </a:lnTo>
                  <a:lnTo>
                    <a:pt x="234475" y="313294"/>
                  </a:lnTo>
                  <a:lnTo>
                    <a:pt x="239288" y="311085"/>
                  </a:lnTo>
                  <a:lnTo>
                    <a:pt x="244028" y="308725"/>
                  </a:lnTo>
                  <a:lnTo>
                    <a:pt x="248690" y="306216"/>
                  </a:lnTo>
                  <a:lnTo>
                    <a:pt x="253271" y="303560"/>
                  </a:lnTo>
                  <a:lnTo>
                    <a:pt x="257766" y="300761"/>
                  </a:lnTo>
                  <a:lnTo>
                    <a:pt x="262170" y="297821"/>
                  </a:lnTo>
                  <a:lnTo>
                    <a:pt x="266478" y="294743"/>
                  </a:lnTo>
                  <a:lnTo>
                    <a:pt x="270687" y="291530"/>
                  </a:lnTo>
                  <a:lnTo>
                    <a:pt x="274792" y="288185"/>
                  </a:lnTo>
                  <a:lnTo>
                    <a:pt x="278789" y="284712"/>
                  </a:lnTo>
                  <a:lnTo>
                    <a:pt x="282674" y="281114"/>
                  </a:lnTo>
                  <a:lnTo>
                    <a:pt x="286443" y="277395"/>
                  </a:lnTo>
                  <a:lnTo>
                    <a:pt x="290092" y="273558"/>
                  </a:lnTo>
                  <a:lnTo>
                    <a:pt x="293618" y="269608"/>
                  </a:lnTo>
                  <a:lnTo>
                    <a:pt x="297017" y="265548"/>
                  </a:lnTo>
                  <a:lnTo>
                    <a:pt x="300286" y="261383"/>
                  </a:lnTo>
                  <a:lnTo>
                    <a:pt x="303421" y="257115"/>
                  </a:lnTo>
                  <a:lnTo>
                    <a:pt x="306420" y="252751"/>
                  </a:lnTo>
                  <a:lnTo>
                    <a:pt x="309279" y="248294"/>
                  </a:lnTo>
                  <a:lnTo>
                    <a:pt x="311995" y="243749"/>
                  </a:lnTo>
                  <a:lnTo>
                    <a:pt x="314566" y="239120"/>
                  </a:lnTo>
                  <a:lnTo>
                    <a:pt x="316989" y="234412"/>
                  </a:lnTo>
                  <a:lnTo>
                    <a:pt x="319262" y="229629"/>
                  </a:lnTo>
                  <a:lnTo>
                    <a:pt x="321382" y="224777"/>
                  </a:lnTo>
                  <a:lnTo>
                    <a:pt x="323347" y="219861"/>
                  </a:lnTo>
                  <a:lnTo>
                    <a:pt x="325156" y="214884"/>
                  </a:lnTo>
                  <a:lnTo>
                    <a:pt x="326806" y="209853"/>
                  </a:lnTo>
                  <a:lnTo>
                    <a:pt x="328296" y="204772"/>
                  </a:lnTo>
                  <a:lnTo>
                    <a:pt x="329624" y="199646"/>
                  </a:lnTo>
                  <a:lnTo>
                    <a:pt x="330789" y="194481"/>
                  </a:lnTo>
                  <a:lnTo>
                    <a:pt x="331790" y="189281"/>
                  </a:lnTo>
                  <a:lnTo>
                    <a:pt x="332626" y="184052"/>
                  </a:lnTo>
                  <a:lnTo>
                    <a:pt x="333296" y="178800"/>
                  </a:lnTo>
                  <a:lnTo>
                    <a:pt x="333800" y="173529"/>
                  </a:lnTo>
                  <a:lnTo>
                    <a:pt x="334136" y="168245"/>
                  </a:lnTo>
                  <a:lnTo>
                    <a:pt x="334304" y="162952"/>
                  </a:lnTo>
                  <a:lnTo>
                    <a:pt x="334305" y="157657"/>
                  </a:lnTo>
                  <a:lnTo>
                    <a:pt x="334138" y="152365"/>
                  </a:lnTo>
                  <a:lnTo>
                    <a:pt x="333804" y="147080"/>
                  </a:lnTo>
                  <a:lnTo>
                    <a:pt x="333302" y="141809"/>
                  </a:lnTo>
                  <a:lnTo>
                    <a:pt x="332634" y="136556"/>
                  </a:lnTo>
                  <a:lnTo>
                    <a:pt x="331799" y="131327"/>
                  </a:lnTo>
                  <a:lnTo>
                    <a:pt x="330800" y="126128"/>
                  </a:lnTo>
                  <a:lnTo>
                    <a:pt x="329636" y="120962"/>
                  </a:lnTo>
                  <a:lnTo>
                    <a:pt x="328309" y="115836"/>
                  </a:lnTo>
                  <a:lnTo>
                    <a:pt x="326821" y="110754"/>
                  </a:lnTo>
                  <a:lnTo>
                    <a:pt x="325172" y="105723"/>
                  </a:lnTo>
                  <a:lnTo>
                    <a:pt x="323365" y="100745"/>
                  </a:lnTo>
                  <a:lnTo>
                    <a:pt x="321401" y="95828"/>
                  </a:lnTo>
                  <a:lnTo>
                    <a:pt x="319283" y="90975"/>
                  </a:lnTo>
                  <a:lnTo>
                    <a:pt x="317011" y="86192"/>
                  </a:lnTo>
                  <a:lnTo>
                    <a:pt x="314590" y="81483"/>
                  </a:lnTo>
                  <a:lnTo>
                    <a:pt x="312020" y="76854"/>
                  </a:lnTo>
                  <a:lnTo>
                    <a:pt x="309305" y="72307"/>
                  </a:lnTo>
                  <a:lnTo>
                    <a:pt x="306448" y="67850"/>
                  </a:lnTo>
                  <a:lnTo>
                    <a:pt x="303451" y="63484"/>
                  </a:lnTo>
                  <a:lnTo>
                    <a:pt x="300317" y="59217"/>
                  </a:lnTo>
                  <a:lnTo>
                    <a:pt x="297049" y="55050"/>
                  </a:lnTo>
                  <a:lnTo>
                    <a:pt x="293651" y="50989"/>
                  </a:lnTo>
                  <a:lnTo>
                    <a:pt x="290126" y="47038"/>
                  </a:lnTo>
                  <a:lnTo>
                    <a:pt x="286478" y="43200"/>
                  </a:lnTo>
                  <a:lnTo>
                    <a:pt x="282710" y="39480"/>
                  </a:lnTo>
                  <a:lnTo>
                    <a:pt x="278827" y="35881"/>
                  </a:lnTo>
                  <a:lnTo>
                    <a:pt x="274831" y="32406"/>
                  </a:lnTo>
                  <a:lnTo>
                    <a:pt x="270727" y="29060"/>
                  </a:lnTo>
                  <a:lnTo>
                    <a:pt x="266519" y="25846"/>
                  </a:lnTo>
                  <a:lnTo>
                    <a:pt x="262212" y="22767"/>
                  </a:lnTo>
                  <a:lnTo>
                    <a:pt x="257809" y="19825"/>
                  </a:lnTo>
                  <a:lnTo>
                    <a:pt x="253315" y="17025"/>
                  </a:lnTo>
                  <a:lnTo>
                    <a:pt x="248735" y="14368"/>
                  </a:lnTo>
                  <a:lnTo>
                    <a:pt x="244073" y="11857"/>
                  </a:lnTo>
                  <a:lnTo>
                    <a:pt x="239333" y="9496"/>
                  </a:lnTo>
                  <a:lnTo>
                    <a:pt x="234522" y="7286"/>
                  </a:lnTo>
                  <a:lnTo>
                    <a:pt x="229642" y="5229"/>
                  </a:lnTo>
                  <a:lnTo>
                    <a:pt x="224700" y="3328"/>
                  </a:lnTo>
                  <a:lnTo>
                    <a:pt x="219701" y="1584"/>
                  </a:lnTo>
                  <a:lnTo>
                    <a:pt x="214648" y="0"/>
                  </a:lnTo>
                  <a:lnTo>
                    <a:pt x="167158" y="16027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023544" y="941493"/>
              <a:ext cx="47490" cy="167167"/>
            </a:xfrm>
            <a:custGeom>
              <a:avLst/>
              <a:pathLst>
                <a:path w="47490" h="167167">
                  <a:moveTo>
                    <a:pt x="47490" y="6887"/>
                  </a:moveTo>
                  <a:lnTo>
                    <a:pt x="41689" y="5281"/>
                  </a:lnTo>
                  <a:lnTo>
                    <a:pt x="35834" y="3886"/>
                  </a:lnTo>
                  <a:lnTo>
                    <a:pt x="29933" y="2701"/>
                  </a:lnTo>
                  <a:lnTo>
                    <a:pt x="23993" y="1730"/>
                  </a:lnTo>
                  <a:lnTo>
                    <a:pt x="18022" y="974"/>
                  </a:lnTo>
                  <a:lnTo>
                    <a:pt x="12027" y="433"/>
                  </a:lnTo>
                  <a:lnTo>
                    <a:pt x="6017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433279" y="941493"/>
              <a:ext cx="52936" cy="167167"/>
            </a:xfrm>
            <a:custGeom>
              <a:avLst/>
              <a:pathLst>
                <a:path w="52936" h="167167">
                  <a:moveTo>
                    <a:pt x="52936" y="0"/>
                  </a:moveTo>
                  <a:lnTo>
                    <a:pt x="46952" y="107"/>
                  </a:lnTo>
                  <a:lnTo>
                    <a:pt x="40977" y="428"/>
                  </a:lnTo>
                  <a:lnTo>
                    <a:pt x="35016" y="963"/>
                  </a:lnTo>
                  <a:lnTo>
                    <a:pt x="29078" y="1711"/>
                  </a:lnTo>
                  <a:lnTo>
                    <a:pt x="23171" y="2671"/>
                  </a:lnTo>
                  <a:lnTo>
                    <a:pt x="17302" y="3842"/>
                  </a:lnTo>
                  <a:lnTo>
                    <a:pt x="11479" y="5222"/>
                  </a:lnTo>
                  <a:lnTo>
                    <a:pt x="5709" y="6809"/>
                  </a:lnTo>
                  <a:lnTo>
                    <a:pt x="0" y="8603"/>
                  </a:lnTo>
                  <a:lnTo>
                    <a:pt x="5293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433279" y="950096"/>
              <a:ext cx="52936" cy="158564"/>
            </a:xfrm>
            <a:custGeom>
              <a:avLst/>
              <a:pathLst>
                <a:path w="52936" h="158564">
                  <a:moveTo>
                    <a:pt x="0" y="0"/>
                  </a:moveTo>
                  <a:lnTo>
                    <a:pt x="52936" y="1585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433279" y="950096"/>
              <a:ext cx="52936" cy="158564"/>
            </a:xfrm>
            <a:custGeom>
              <a:avLst/>
              <a:pathLst>
                <a:path w="52936" h="158564">
                  <a:moveTo>
                    <a:pt x="0" y="0"/>
                  </a:moveTo>
                  <a:lnTo>
                    <a:pt x="52936" y="1585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433279" y="950096"/>
              <a:ext cx="52936" cy="158564"/>
            </a:xfrm>
            <a:custGeom>
              <a:avLst/>
              <a:pathLst>
                <a:path w="52936" h="158564">
                  <a:moveTo>
                    <a:pt x="0" y="0"/>
                  </a:moveTo>
                  <a:lnTo>
                    <a:pt x="52936" y="1585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433279" y="950096"/>
              <a:ext cx="52936" cy="158564"/>
            </a:xfrm>
            <a:custGeom>
              <a:avLst/>
              <a:pathLst>
                <a:path w="52936" h="158564">
                  <a:moveTo>
                    <a:pt x="0" y="0"/>
                  </a:moveTo>
                  <a:lnTo>
                    <a:pt x="52936" y="1585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433279" y="950096"/>
              <a:ext cx="52936" cy="158564"/>
            </a:xfrm>
            <a:custGeom>
              <a:avLst/>
              <a:pathLst>
                <a:path w="52936" h="158564">
                  <a:moveTo>
                    <a:pt x="0" y="0"/>
                  </a:moveTo>
                  <a:lnTo>
                    <a:pt x="52936" y="1585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433279" y="950096"/>
              <a:ext cx="52936" cy="158564"/>
            </a:xfrm>
            <a:custGeom>
              <a:avLst/>
              <a:pathLst>
                <a:path w="52936" h="158564">
                  <a:moveTo>
                    <a:pt x="0" y="0"/>
                  </a:moveTo>
                  <a:lnTo>
                    <a:pt x="52936" y="1585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433279" y="950096"/>
              <a:ext cx="52936" cy="158564"/>
            </a:xfrm>
            <a:custGeom>
              <a:avLst/>
              <a:pathLst>
                <a:path w="52936" h="158564">
                  <a:moveTo>
                    <a:pt x="0" y="0"/>
                  </a:moveTo>
                  <a:lnTo>
                    <a:pt x="52936" y="1585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433279" y="950096"/>
              <a:ext cx="52936" cy="158564"/>
            </a:xfrm>
            <a:custGeom>
              <a:avLst/>
              <a:pathLst>
                <a:path w="52936" h="158564">
                  <a:moveTo>
                    <a:pt x="0" y="0"/>
                  </a:moveTo>
                  <a:lnTo>
                    <a:pt x="52936" y="1585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433279" y="950096"/>
              <a:ext cx="52936" cy="158564"/>
            </a:xfrm>
            <a:custGeom>
              <a:avLst/>
              <a:pathLst>
                <a:path w="52936" h="158564">
                  <a:moveTo>
                    <a:pt x="0" y="0"/>
                  </a:moveTo>
                  <a:lnTo>
                    <a:pt x="52936" y="1585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433279" y="950096"/>
              <a:ext cx="52936" cy="158564"/>
            </a:xfrm>
            <a:custGeom>
              <a:avLst/>
              <a:pathLst>
                <a:path w="52936" h="158564">
                  <a:moveTo>
                    <a:pt x="0" y="0"/>
                  </a:moveTo>
                  <a:lnTo>
                    <a:pt x="52936" y="1585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433279" y="950096"/>
              <a:ext cx="52936" cy="158564"/>
            </a:xfrm>
            <a:custGeom>
              <a:avLst/>
              <a:pathLst>
                <a:path w="52936" h="158564">
                  <a:moveTo>
                    <a:pt x="0" y="0"/>
                  </a:moveTo>
                  <a:lnTo>
                    <a:pt x="52936" y="1585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433279" y="950096"/>
              <a:ext cx="52936" cy="158564"/>
            </a:xfrm>
            <a:custGeom>
              <a:avLst/>
              <a:pathLst>
                <a:path w="52936" h="158564">
                  <a:moveTo>
                    <a:pt x="0" y="0"/>
                  </a:moveTo>
                  <a:lnTo>
                    <a:pt x="52936" y="1585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433279" y="950096"/>
              <a:ext cx="52936" cy="158564"/>
            </a:xfrm>
            <a:custGeom>
              <a:avLst/>
              <a:pathLst>
                <a:path w="52936" h="158564">
                  <a:moveTo>
                    <a:pt x="0" y="0"/>
                  </a:moveTo>
                  <a:lnTo>
                    <a:pt x="52936" y="1585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433279" y="950096"/>
              <a:ext cx="52936" cy="158564"/>
            </a:xfrm>
            <a:custGeom>
              <a:avLst/>
              <a:pathLst>
                <a:path w="52936" h="158564">
                  <a:moveTo>
                    <a:pt x="0" y="0"/>
                  </a:moveTo>
                  <a:lnTo>
                    <a:pt x="52936" y="1585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433279" y="950096"/>
              <a:ext cx="52936" cy="158564"/>
            </a:xfrm>
            <a:custGeom>
              <a:avLst/>
              <a:pathLst>
                <a:path w="52936" h="158564">
                  <a:moveTo>
                    <a:pt x="0" y="0"/>
                  </a:moveTo>
                  <a:lnTo>
                    <a:pt x="52936" y="1585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433279" y="950096"/>
              <a:ext cx="52936" cy="158564"/>
            </a:xfrm>
            <a:custGeom>
              <a:avLst/>
              <a:pathLst>
                <a:path w="52936" h="158564">
                  <a:moveTo>
                    <a:pt x="0" y="0"/>
                  </a:moveTo>
                  <a:lnTo>
                    <a:pt x="52936" y="1585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433279" y="950096"/>
              <a:ext cx="52936" cy="158564"/>
            </a:xfrm>
            <a:custGeom>
              <a:avLst/>
              <a:pathLst>
                <a:path w="52936" h="158564">
                  <a:moveTo>
                    <a:pt x="0" y="0"/>
                  </a:moveTo>
                  <a:lnTo>
                    <a:pt x="52936" y="1585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433279" y="950096"/>
              <a:ext cx="52936" cy="158564"/>
            </a:xfrm>
            <a:custGeom>
              <a:avLst/>
              <a:pathLst>
                <a:path w="52936" h="158564">
                  <a:moveTo>
                    <a:pt x="0" y="0"/>
                  </a:moveTo>
                  <a:lnTo>
                    <a:pt x="52936" y="1585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319049" y="950096"/>
              <a:ext cx="167166" cy="325289"/>
            </a:xfrm>
            <a:custGeom>
              <a:avLst/>
              <a:pathLst>
                <a:path w="167166" h="325289">
                  <a:moveTo>
                    <a:pt x="114230" y="0"/>
                  </a:moveTo>
                  <a:lnTo>
                    <a:pt x="109193" y="1771"/>
                  </a:lnTo>
                  <a:lnTo>
                    <a:pt x="104216" y="3702"/>
                  </a:lnTo>
                  <a:lnTo>
                    <a:pt x="99303" y="5791"/>
                  </a:lnTo>
                  <a:lnTo>
                    <a:pt x="94460" y="8036"/>
                  </a:lnTo>
                  <a:lnTo>
                    <a:pt x="89690" y="10434"/>
                  </a:lnTo>
                  <a:lnTo>
                    <a:pt x="85000" y="12984"/>
                  </a:lnTo>
                  <a:lnTo>
                    <a:pt x="80393" y="15682"/>
                  </a:lnTo>
                  <a:lnTo>
                    <a:pt x="75875" y="18525"/>
                  </a:lnTo>
                  <a:lnTo>
                    <a:pt x="71450" y="21512"/>
                  </a:lnTo>
                  <a:lnTo>
                    <a:pt x="67122" y="24638"/>
                  </a:lnTo>
                  <a:lnTo>
                    <a:pt x="62897" y="27901"/>
                  </a:lnTo>
                  <a:lnTo>
                    <a:pt x="58778" y="31297"/>
                  </a:lnTo>
                  <a:lnTo>
                    <a:pt x="54769" y="34823"/>
                  </a:lnTo>
                  <a:lnTo>
                    <a:pt x="50875" y="38475"/>
                  </a:lnTo>
                  <a:lnTo>
                    <a:pt x="47100" y="42249"/>
                  </a:lnTo>
                  <a:lnTo>
                    <a:pt x="43447" y="46143"/>
                  </a:lnTo>
                  <a:lnTo>
                    <a:pt x="39920" y="50151"/>
                  </a:lnTo>
                  <a:lnTo>
                    <a:pt x="36523" y="54269"/>
                  </a:lnTo>
                  <a:lnTo>
                    <a:pt x="33260" y="58494"/>
                  </a:lnTo>
                  <a:lnTo>
                    <a:pt x="30133" y="62821"/>
                  </a:lnTo>
                  <a:lnTo>
                    <a:pt x="27145" y="67245"/>
                  </a:lnTo>
                  <a:lnTo>
                    <a:pt x="24301" y="71763"/>
                  </a:lnTo>
                  <a:lnTo>
                    <a:pt x="21602" y="76369"/>
                  </a:lnTo>
                  <a:lnTo>
                    <a:pt x="19052" y="81059"/>
                  </a:lnTo>
                  <a:lnTo>
                    <a:pt x="16652" y="85828"/>
                  </a:lnTo>
                  <a:lnTo>
                    <a:pt x="14406" y="90671"/>
                  </a:lnTo>
                  <a:lnTo>
                    <a:pt x="12316" y="95584"/>
                  </a:lnTo>
                  <a:lnTo>
                    <a:pt x="10384" y="100560"/>
                  </a:lnTo>
                  <a:lnTo>
                    <a:pt x="8612" y="105596"/>
                  </a:lnTo>
                  <a:lnTo>
                    <a:pt x="7002" y="110686"/>
                  </a:lnTo>
                  <a:lnTo>
                    <a:pt x="5555" y="115825"/>
                  </a:lnTo>
                  <a:lnTo>
                    <a:pt x="4272" y="121007"/>
                  </a:lnTo>
                  <a:lnTo>
                    <a:pt x="3156" y="126228"/>
                  </a:lnTo>
                  <a:lnTo>
                    <a:pt x="2207" y="131481"/>
                  </a:lnTo>
                  <a:lnTo>
                    <a:pt x="1426" y="136763"/>
                  </a:lnTo>
                  <a:lnTo>
                    <a:pt x="815" y="142066"/>
                  </a:lnTo>
                  <a:lnTo>
                    <a:pt x="373" y="147386"/>
                  </a:lnTo>
                  <a:lnTo>
                    <a:pt x="101" y="152718"/>
                  </a:lnTo>
                  <a:lnTo>
                    <a:pt x="0" y="158056"/>
                  </a:lnTo>
                  <a:lnTo>
                    <a:pt x="69" y="163394"/>
                  </a:lnTo>
                  <a:lnTo>
                    <a:pt x="308" y="168727"/>
                  </a:lnTo>
                  <a:lnTo>
                    <a:pt x="718" y="174050"/>
                  </a:lnTo>
                  <a:lnTo>
                    <a:pt x="1297" y="179357"/>
                  </a:lnTo>
                  <a:lnTo>
                    <a:pt x="2045" y="184643"/>
                  </a:lnTo>
                  <a:lnTo>
                    <a:pt x="2962" y="189902"/>
                  </a:lnTo>
                  <a:lnTo>
                    <a:pt x="4047" y="195129"/>
                  </a:lnTo>
                  <a:lnTo>
                    <a:pt x="5298" y="200319"/>
                  </a:lnTo>
                  <a:lnTo>
                    <a:pt x="6713" y="205467"/>
                  </a:lnTo>
                  <a:lnTo>
                    <a:pt x="8293" y="210566"/>
                  </a:lnTo>
                  <a:lnTo>
                    <a:pt x="10034" y="215613"/>
                  </a:lnTo>
                  <a:lnTo>
                    <a:pt x="11936" y="220601"/>
                  </a:lnTo>
                  <a:lnTo>
                    <a:pt x="13996" y="225526"/>
                  </a:lnTo>
                  <a:lnTo>
                    <a:pt x="16213" y="230383"/>
                  </a:lnTo>
                  <a:lnTo>
                    <a:pt x="18583" y="235167"/>
                  </a:lnTo>
                  <a:lnTo>
                    <a:pt x="21105" y="239872"/>
                  </a:lnTo>
                  <a:lnTo>
                    <a:pt x="23775" y="244495"/>
                  </a:lnTo>
                  <a:lnTo>
                    <a:pt x="26593" y="249029"/>
                  </a:lnTo>
                  <a:lnTo>
                    <a:pt x="29553" y="253472"/>
                  </a:lnTo>
                  <a:lnTo>
                    <a:pt x="32654" y="257818"/>
                  </a:lnTo>
                  <a:lnTo>
                    <a:pt x="35892" y="262062"/>
                  </a:lnTo>
                  <a:lnTo>
                    <a:pt x="39263" y="266201"/>
                  </a:lnTo>
                  <a:lnTo>
                    <a:pt x="42766" y="270231"/>
                  </a:lnTo>
                  <a:lnTo>
                    <a:pt x="46395" y="274146"/>
                  </a:lnTo>
                  <a:lnTo>
                    <a:pt x="50147" y="277943"/>
                  </a:lnTo>
                  <a:lnTo>
                    <a:pt x="54019" y="281619"/>
                  </a:lnTo>
                  <a:lnTo>
                    <a:pt x="58006" y="285169"/>
                  </a:lnTo>
                  <a:lnTo>
                    <a:pt x="62104" y="288590"/>
                  </a:lnTo>
                  <a:lnTo>
                    <a:pt x="66310" y="291879"/>
                  </a:lnTo>
                  <a:lnTo>
                    <a:pt x="70618" y="295031"/>
                  </a:lnTo>
                  <a:lnTo>
                    <a:pt x="75025" y="298045"/>
                  </a:lnTo>
                  <a:lnTo>
                    <a:pt x="79526" y="300916"/>
                  </a:lnTo>
                  <a:lnTo>
                    <a:pt x="84116" y="303642"/>
                  </a:lnTo>
                  <a:lnTo>
                    <a:pt x="88791" y="306220"/>
                  </a:lnTo>
                  <a:lnTo>
                    <a:pt x="93546" y="308647"/>
                  </a:lnTo>
                  <a:lnTo>
                    <a:pt x="98376" y="310921"/>
                  </a:lnTo>
                  <a:lnTo>
                    <a:pt x="103276" y="313040"/>
                  </a:lnTo>
                  <a:lnTo>
                    <a:pt x="108241" y="315002"/>
                  </a:lnTo>
                  <a:lnTo>
                    <a:pt x="113266" y="316803"/>
                  </a:lnTo>
                  <a:lnTo>
                    <a:pt x="118346" y="318444"/>
                  </a:lnTo>
                  <a:lnTo>
                    <a:pt x="123477" y="319921"/>
                  </a:lnTo>
                  <a:lnTo>
                    <a:pt x="128651" y="321234"/>
                  </a:lnTo>
                  <a:lnTo>
                    <a:pt x="133865" y="322381"/>
                  </a:lnTo>
                  <a:lnTo>
                    <a:pt x="139113" y="323361"/>
                  </a:lnTo>
                  <a:lnTo>
                    <a:pt x="144390" y="324172"/>
                  </a:lnTo>
                  <a:lnTo>
                    <a:pt x="149689" y="324815"/>
                  </a:lnTo>
                  <a:lnTo>
                    <a:pt x="155007" y="325289"/>
                  </a:lnTo>
                  <a:lnTo>
                    <a:pt x="167166" y="1585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474056" y="941493"/>
              <a:ext cx="179315" cy="334327"/>
            </a:xfrm>
            <a:custGeom>
              <a:avLst/>
              <a:pathLst>
                <a:path w="179315" h="334327">
                  <a:moveTo>
                    <a:pt x="0" y="333892"/>
                  </a:moveTo>
                  <a:lnTo>
                    <a:pt x="5311" y="334194"/>
                  </a:lnTo>
                  <a:lnTo>
                    <a:pt x="10629" y="334327"/>
                  </a:lnTo>
                  <a:lnTo>
                    <a:pt x="15949" y="334291"/>
                  </a:lnTo>
                  <a:lnTo>
                    <a:pt x="21265" y="334086"/>
                  </a:lnTo>
                  <a:lnTo>
                    <a:pt x="26572" y="333712"/>
                  </a:lnTo>
                  <a:lnTo>
                    <a:pt x="31864" y="333169"/>
                  </a:lnTo>
                  <a:lnTo>
                    <a:pt x="37136" y="332458"/>
                  </a:lnTo>
                  <a:lnTo>
                    <a:pt x="42383" y="331579"/>
                  </a:lnTo>
                  <a:lnTo>
                    <a:pt x="47600" y="330534"/>
                  </a:lnTo>
                  <a:lnTo>
                    <a:pt x="52780" y="329324"/>
                  </a:lnTo>
                  <a:lnTo>
                    <a:pt x="57919" y="327949"/>
                  </a:lnTo>
                  <a:lnTo>
                    <a:pt x="63012" y="326412"/>
                  </a:lnTo>
                  <a:lnTo>
                    <a:pt x="68054" y="324713"/>
                  </a:lnTo>
                  <a:lnTo>
                    <a:pt x="73039" y="322854"/>
                  </a:lnTo>
                  <a:lnTo>
                    <a:pt x="77962" y="320838"/>
                  </a:lnTo>
                  <a:lnTo>
                    <a:pt x="82818" y="318667"/>
                  </a:lnTo>
                  <a:lnTo>
                    <a:pt x="87603" y="316341"/>
                  </a:lnTo>
                  <a:lnTo>
                    <a:pt x="92312" y="313865"/>
                  </a:lnTo>
                  <a:lnTo>
                    <a:pt x="96939" y="311240"/>
                  </a:lnTo>
                  <a:lnTo>
                    <a:pt x="101481" y="308470"/>
                  </a:lnTo>
                  <a:lnTo>
                    <a:pt x="105932" y="305556"/>
                  </a:lnTo>
                  <a:lnTo>
                    <a:pt x="110288" y="302502"/>
                  </a:lnTo>
                  <a:lnTo>
                    <a:pt x="114545" y="299311"/>
                  </a:lnTo>
                  <a:lnTo>
                    <a:pt x="118698" y="295986"/>
                  </a:lnTo>
                  <a:lnTo>
                    <a:pt x="122743" y="292531"/>
                  </a:lnTo>
                  <a:lnTo>
                    <a:pt x="126676" y="288948"/>
                  </a:lnTo>
                  <a:lnTo>
                    <a:pt x="130493" y="285243"/>
                  </a:lnTo>
                  <a:lnTo>
                    <a:pt x="134191" y="281418"/>
                  </a:lnTo>
                  <a:lnTo>
                    <a:pt x="137764" y="277477"/>
                  </a:lnTo>
                  <a:lnTo>
                    <a:pt x="141211" y="273424"/>
                  </a:lnTo>
                  <a:lnTo>
                    <a:pt x="144526" y="269264"/>
                  </a:lnTo>
                  <a:lnTo>
                    <a:pt x="147708" y="265000"/>
                  </a:lnTo>
                  <a:lnTo>
                    <a:pt x="150753" y="260637"/>
                  </a:lnTo>
                  <a:lnTo>
                    <a:pt x="153657" y="256180"/>
                  </a:lnTo>
                  <a:lnTo>
                    <a:pt x="156417" y="251632"/>
                  </a:lnTo>
                  <a:lnTo>
                    <a:pt x="159032" y="246999"/>
                  </a:lnTo>
                  <a:lnTo>
                    <a:pt x="161498" y="242285"/>
                  </a:lnTo>
                  <a:lnTo>
                    <a:pt x="163813" y="237495"/>
                  </a:lnTo>
                  <a:lnTo>
                    <a:pt x="165974" y="232634"/>
                  </a:lnTo>
                  <a:lnTo>
                    <a:pt x="167979" y="227706"/>
                  </a:lnTo>
                  <a:lnTo>
                    <a:pt x="169826" y="222717"/>
                  </a:lnTo>
                  <a:lnTo>
                    <a:pt x="171514" y="217672"/>
                  </a:lnTo>
                  <a:lnTo>
                    <a:pt x="173041" y="212576"/>
                  </a:lnTo>
                  <a:lnTo>
                    <a:pt x="174404" y="207433"/>
                  </a:lnTo>
                  <a:lnTo>
                    <a:pt x="175603" y="202250"/>
                  </a:lnTo>
                  <a:lnTo>
                    <a:pt x="176637" y="197032"/>
                  </a:lnTo>
                  <a:lnTo>
                    <a:pt x="177504" y="191783"/>
                  </a:lnTo>
                  <a:lnTo>
                    <a:pt x="178203" y="186509"/>
                  </a:lnTo>
                  <a:lnTo>
                    <a:pt x="178735" y="181216"/>
                  </a:lnTo>
                  <a:lnTo>
                    <a:pt x="179097" y="175908"/>
                  </a:lnTo>
                  <a:lnTo>
                    <a:pt x="179291" y="170592"/>
                  </a:lnTo>
                  <a:lnTo>
                    <a:pt x="179315" y="165272"/>
                  </a:lnTo>
                  <a:lnTo>
                    <a:pt x="179170" y="159954"/>
                  </a:lnTo>
                  <a:lnTo>
                    <a:pt x="178856" y="154643"/>
                  </a:lnTo>
                  <a:lnTo>
                    <a:pt x="178373" y="149345"/>
                  </a:lnTo>
                  <a:lnTo>
                    <a:pt x="177722" y="144065"/>
                  </a:lnTo>
                  <a:lnTo>
                    <a:pt x="176903" y="138808"/>
                  </a:lnTo>
                  <a:lnTo>
                    <a:pt x="175917" y="133580"/>
                  </a:lnTo>
                  <a:lnTo>
                    <a:pt x="174766" y="128387"/>
                  </a:lnTo>
                  <a:lnTo>
                    <a:pt x="173449" y="123232"/>
                  </a:lnTo>
                  <a:lnTo>
                    <a:pt x="171970" y="118122"/>
                  </a:lnTo>
                  <a:lnTo>
                    <a:pt x="170328" y="113062"/>
                  </a:lnTo>
                  <a:lnTo>
                    <a:pt x="168526" y="108056"/>
                  </a:lnTo>
                  <a:lnTo>
                    <a:pt x="166566" y="103110"/>
                  </a:lnTo>
                  <a:lnTo>
                    <a:pt x="164450" y="98229"/>
                  </a:lnTo>
                  <a:lnTo>
                    <a:pt x="162179" y="93418"/>
                  </a:lnTo>
                  <a:lnTo>
                    <a:pt x="159756" y="88682"/>
                  </a:lnTo>
                  <a:lnTo>
                    <a:pt x="157184" y="84025"/>
                  </a:lnTo>
                  <a:lnTo>
                    <a:pt x="154465" y="79452"/>
                  </a:lnTo>
                  <a:lnTo>
                    <a:pt x="151602" y="74969"/>
                  </a:lnTo>
                  <a:lnTo>
                    <a:pt x="148598" y="70578"/>
                  </a:lnTo>
                  <a:lnTo>
                    <a:pt x="145455" y="66286"/>
                  </a:lnTo>
                  <a:lnTo>
                    <a:pt x="142177" y="62095"/>
                  </a:lnTo>
                  <a:lnTo>
                    <a:pt x="138768" y="58011"/>
                  </a:lnTo>
                  <a:lnTo>
                    <a:pt x="135231" y="54038"/>
                  </a:lnTo>
                  <a:lnTo>
                    <a:pt x="131569" y="50179"/>
                  </a:lnTo>
                  <a:lnTo>
                    <a:pt x="127786" y="46438"/>
                  </a:lnTo>
                  <a:lnTo>
                    <a:pt x="123885" y="42820"/>
                  </a:lnTo>
                  <a:lnTo>
                    <a:pt x="119872" y="39328"/>
                  </a:lnTo>
                  <a:lnTo>
                    <a:pt x="115750" y="35965"/>
                  </a:lnTo>
                  <a:lnTo>
                    <a:pt x="111522" y="32735"/>
                  </a:lnTo>
                  <a:lnTo>
                    <a:pt x="107194" y="29642"/>
                  </a:lnTo>
                  <a:lnTo>
                    <a:pt x="102770" y="26687"/>
                  </a:lnTo>
                  <a:lnTo>
                    <a:pt x="98254" y="23875"/>
                  </a:lnTo>
                  <a:lnTo>
                    <a:pt x="93651" y="21208"/>
                  </a:lnTo>
                  <a:lnTo>
                    <a:pt x="88965" y="18689"/>
                  </a:lnTo>
                  <a:lnTo>
                    <a:pt x="84202" y="16320"/>
                  </a:lnTo>
                  <a:lnTo>
                    <a:pt x="79365" y="14104"/>
                  </a:lnTo>
                  <a:lnTo>
                    <a:pt x="74461" y="12043"/>
                  </a:lnTo>
                  <a:lnTo>
                    <a:pt x="69493" y="10139"/>
                  </a:lnTo>
                  <a:lnTo>
                    <a:pt x="64467" y="8394"/>
                  </a:lnTo>
                  <a:lnTo>
                    <a:pt x="59389" y="6810"/>
                  </a:lnTo>
                  <a:lnTo>
                    <a:pt x="54262" y="5389"/>
                  </a:lnTo>
                  <a:lnTo>
                    <a:pt x="49093" y="4131"/>
                  </a:lnTo>
                  <a:lnTo>
                    <a:pt x="43886" y="3038"/>
                  </a:lnTo>
                  <a:lnTo>
                    <a:pt x="38648" y="2112"/>
                  </a:lnTo>
                  <a:lnTo>
                    <a:pt x="33382" y="1352"/>
                  </a:lnTo>
                  <a:lnTo>
                    <a:pt x="28095" y="761"/>
                  </a:lnTo>
                  <a:lnTo>
                    <a:pt x="22792" y="338"/>
                  </a:lnTo>
                  <a:lnTo>
                    <a:pt x="17478" y="84"/>
                  </a:lnTo>
                  <a:lnTo>
                    <a:pt x="12159" y="0"/>
                  </a:lnTo>
                  <a:lnTo>
                    <a:pt x="1215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3798642" y="1071028"/>
              <a:ext cx="165859" cy="167167"/>
            </a:xfrm>
            <a:custGeom>
              <a:avLst/>
              <a:pathLst>
                <a:path w="165859" h="167167">
                  <a:moveTo>
                    <a:pt x="165859" y="0"/>
                  </a:moveTo>
                  <a:lnTo>
                    <a:pt x="160489" y="86"/>
                  </a:lnTo>
                  <a:lnTo>
                    <a:pt x="155126" y="344"/>
                  </a:lnTo>
                  <a:lnTo>
                    <a:pt x="149773" y="775"/>
                  </a:lnTo>
                  <a:lnTo>
                    <a:pt x="144437" y="1378"/>
                  </a:lnTo>
                  <a:lnTo>
                    <a:pt x="139123" y="2151"/>
                  </a:lnTo>
                  <a:lnTo>
                    <a:pt x="133837" y="3095"/>
                  </a:lnTo>
                  <a:lnTo>
                    <a:pt x="128583" y="4208"/>
                  </a:lnTo>
                  <a:lnTo>
                    <a:pt x="123369" y="5490"/>
                  </a:lnTo>
                  <a:lnTo>
                    <a:pt x="118198" y="6938"/>
                  </a:lnTo>
                  <a:lnTo>
                    <a:pt x="113076" y="8551"/>
                  </a:lnTo>
                  <a:lnTo>
                    <a:pt x="108008" y="10328"/>
                  </a:lnTo>
                  <a:lnTo>
                    <a:pt x="103001" y="12267"/>
                  </a:lnTo>
                  <a:lnTo>
                    <a:pt x="98058" y="14366"/>
                  </a:lnTo>
                  <a:lnTo>
                    <a:pt x="93185" y="16623"/>
                  </a:lnTo>
                  <a:lnTo>
                    <a:pt x="88387" y="19035"/>
                  </a:lnTo>
                  <a:lnTo>
                    <a:pt x="83669" y="21599"/>
                  </a:lnTo>
                  <a:lnTo>
                    <a:pt x="79036" y="24314"/>
                  </a:lnTo>
                  <a:lnTo>
                    <a:pt x="74493" y="27177"/>
                  </a:lnTo>
                  <a:lnTo>
                    <a:pt x="70044" y="30184"/>
                  </a:lnTo>
                  <a:lnTo>
                    <a:pt x="65693" y="33332"/>
                  </a:lnTo>
                  <a:lnTo>
                    <a:pt x="61446" y="36618"/>
                  </a:lnTo>
                  <a:lnTo>
                    <a:pt x="57307" y="40039"/>
                  </a:lnTo>
                  <a:lnTo>
                    <a:pt x="53280" y="43591"/>
                  </a:lnTo>
                  <a:lnTo>
                    <a:pt x="49369" y="47271"/>
                  </a:lnTo>
                  <a:lnTo>
                    <a:pt x="45578" y="51074"/>
                  </a:lnTo>
                  <a:lnTo>
                    <a:pt x="41911" y="54997"/>
                  </a:lnTo>
                  <a:lnTo>
                    <a:pt x="38372" y="59036"/>
                  </a:lnTo>
                  <a:lnTo>
                    <a:pt x="34965" y="63187"/>
                  </a:lnTo>
                  <a:lnTo>
                    <a:pt x="31693" y="67445"/>
                  </a:lnTo>
                  <a:lnTo>
                    <a:pt x="28559" y="71805"/>
                  </a:lnTo>
                  <a:lnTo>
                    <a:pt x="25567" y="76265"/>
                  </a:lnTo>
                  <a:lnTo>
                    <a:pt x="22720" y="80818"/>
                  </a:lnTo>
                  <a:lnTo>
                    <a:pt x="20020" y="85460"/>
                  </a:lnTo>
                  <a:lnTo>
                    <a:pt x="17471" y="90186"/>
                  </a:lnTo>
                  <a:lnTo>
                    <a:pt x="15075" y="94992"/>
                  </a:lnTo>
                  <a:lnTo>
                    <a:pt x="12835" y="99872"/>
                  </a:lnTo>
                  <a:lnTo>
                    <a:pt x="10752" y="104822"/>
                  </a:lnTo>
                  <a:lnTo>
                    <a:pt x="8830" y="109836"/>
                  </a:lnTo>
                  <a:lnTo>
                    <a:pt x="7069" y="114909"/>
                  </a:lnTo>
                  <a:lnTo>
                    <a:pt x="5473" y="120036"/>
                  </a:lnTo>
                  <a:lnTo>
                    <a:pt x="4042" y="125212"/>
                  </a:lnTo>
                  <a:lnTo>
                    <a:pt x="2778" y="130431"/>
                  </a:lnTo>
                  <a:lnTo>
                    <a:pt x="1682" y="135688"/>
                  </a:lnTo>
                  <a:lnTo>
                    <a:pt x="756" y="140977"/>
                  </a:lnTo>
                  <a:lnTo>
                    <a:pt x="0" y="146294"/>
                  </a:lnTo>
                  <a:lnTo>
                    <a:pt x="165859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3798642" y="1217323"/>
              <a:ext cx="165859" cy="20873"/>
            </a:xfrm>
            <a:custGeom>
              <a:avLst/>
              <a:pathLst>
                <a:path w="165859" h="20873">
                  <a:moveTo>
                    <a:pt x="0" y="0"/>
                  </a:moveTo>
                  <a:lnTo>
                    <a:pt x="165859" y="2087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3798642" y="1217323"/>
              <a:ext cx="165859" cy="20873"/>
            </a:xfrm>
            <a:custGeom>
              <a:avLst/>
              <a:pathLst>
                <a:path w="165859" h="20873">
                  <a:moveTo>
                    <a:pt x="0" y="0"/>
                  </a:moveTo>
                  <a:lnTo>
                    <a:pt x="165859" y="2087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3798642" y="1217323"/>
              <a:ext cx="165859" cy="20873"/>
            </a:xfrm>
            <a:custGeom>
              <a:avLst/>
              <a:pathLst>
                <a:path w="165859" h="20873">
                  <a:moveTo>
                    <a:pt x="0" y="0"/>
                  </a:moveTo>
                  <a:lnTo>
                    <a:pt x="165859" y="2087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3798642" y="1217323"/>
              <a:ext cx="165859" cy="20873"/>
            </a:xfrm>
            <a:custGeom>
              <a:avLst/>
              <a:pathLst>
                <a:path w="165859" h="20873">
                  <a:moveTo>
                    <a:pt x="0" y="0"/>
                  </a:moveTo>
                  <a:lnTo>
                    <a:pt x="165859" y="208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3798642" y="1217323"/>
              <a:ext cx="165859" cy="20873"/>
            </a:xfrm>
            <a:custGeom>
              <a:avLst/>
              <a:pathLst>
                <a:path w="165859" h="20873">
                  <a:moveTo>
                    <a:pt x="0" y="0"/>
                  </a:moveTo>
                  <a:lnTo>
                    <a:pt x="165859" y="208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3798642" y="1217323"/>
              <a:ext cx="165859" cy="20873"/>
            </a:xfrm>
            <a:custGeom>
              <a:avLst/>
              <a:pathLst>
                <a:path w="165859" h="20873">
                  <a:moveTo>
                    <a:pt x="0" y="0"/>
                  </a:moveTo>
                  <a:lnTo>
                    <a:pt x="165859" y="208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3798642" y="1217323"/>
              <a:ext cx="165859" cy="20873"/>
            </a:xfrm>
            <a:custGeom>
              <a:avLst/>
              <a:pathLst>
                <a:path w="165859" h="20873">
                  <a:moveTo>
                    <a:pt x="0" y="0"/>
                  </a:moveTo>
                  <a:lnTo>
                    <a:pt x="165859" y="2087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3798642" y="1217323"/>
              <a:ext cx="165859" cy="20873"/>
            </a:xfrm>
            <a:custGeom>
              <a:avLst/>
              <a:pathLst>
                <a:path w="165859" h="20873">
                  <a:moveTo>
                    <a:pt x="0" y="0"/>
                  </a:moveTo>
                  <a:lnTo>
                    <a:pt x="165859" y="2087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3798642" y="1217323"/>
              <a:ext cx="165859" cy="20873"/>
            </a:xfrm>
            <a:custGeom>
              <a:avLst/>
              <a:pathLst>
                <a:path w="165859" h="20873">
                  <a:moveTo>
                    <a:pt x="0" y="0"/>
                  </a:moveTo>
                  <a:lnTo>
                    <a:pt x="165859" y="2087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3798642" y="1217323"/>
              <a:ext cx="165859" cy="20873"/>
            </a:xfrm>
            <a:custGeom>
              <a:avLst/>
              <a:pathLst>
                <a:path w="165859" h="20873">
                  <a:moveTo>
                    <a:pt x="0" y="0"/>
                  </a:moveTo>
                  <a:lnTo>
                    <a:pt x="165859" y="2087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3798642" y="1217323"/>
              <a:ext cx="165859" cy="20873"/>
            </a:xfrm>
            <a:custGeom>
              <a:avLst/>
              <a:pathLst>
                <a:path w="165859" h="20873">
                  <a:moveTo>
                    <a:pt x="0" y="0"/>
                  </a:moveTo>
                  <a:lnTo>
                    <a:pt x="165859" y="2087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3798642" y="1217323"/>
              <a:ext cx="165859" cy="20873"/>
            </a:xfrm>
            <a:custGeom>
              <a:avLst/>
              <a:pathLst>
                <a:path w="165859" h="20873">
                  <a:moveTo>
                    <a:pt x="0" y="0"/>
                  </a:moveTo>
                  <a:lnTo>
                    <a:pt x="165859" y="208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3798642" y="1217323"/>
              <a:ext cx="165859" cy="20873"/>
            </a:xfrm>
            <a:custGeom>
              <a:avLst/>
              <a:pathLst>
                <a:path w="165859" h="20873">
                  <a:moveTo>
                    <a:pt x="0" y="0"/>
                  </a:moveTo>
                  <a:lnTo>
                    <a:pt x="165859" y="208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3798642" y="1217323"/>
              <a:ext cx="165859" cy="20873"/>
            </a:xfrm>
            <a:custGeom>
              <a:avLst/>
              <a:pathLst>
                <a:path w="165859" h="20873">
                  <a:moveTo>
                    <a:pt x="0" y="0"/>
                  </a:moveTo>
                  <a:lnTo>
                    <a:pt x="165859" y="208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3798642" y="1217323"/>
              <a:ext cx="165859" cy="20873"/>
            </a:xfrm>
            <a:custGeom>
              <a:avLst/>
              <a:pathLst>
                <a:path w="165859" h="20873">
                  <a:moveTo>
                    <a:pt x="0" y="0"/>
                  </a:moveTo>
                  <a:lnTo>
                    <a:pt x="165859" y="2087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798642" y="1217323"/>
              <a:ext cx="165859" cy="20873"/>
            </a:xfrm>
            <a:custGeom>
              <a:avLst/>
              <a:pathLst>
                <a:path w="165859" h="20873">
                  <a:moveTo>
                    <a:pt x="0" y="0"/>
                  </a:moveTo>
                  <a:lnTo>
                    <a:pt x="165859" y="2087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3798642" y="1217323"/>
              <a:ext cx="165859" cy="20873"/>
            </a:xfrm>
            <a:custGeom>
              <a:avLst/>
              <a:pathLst>
                <a:path w="165859" h="20873">
                  <a:moveTo>
                    <a:pt x="0" y="0"/>
                  </a:moveTo>
                  <a:lnTo>
                    <a:pt x="165859" y="2087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797334" y="1074268"/>
              <a:ext cx="334330" cy="331083"/>
            </a:xfrm>
            <a:custGeom>
              <a:avLst/>
              <a:pathLst>
                <a:path w="334330" h="331083">
                  <a:moveTo>
                    <a:pt x="1307" y="143054"/>
                  </a:moveTo>
                  <a:lnTo>
                    <a:pt x="728" y="148335"/>
                  </a:lnTo>
                  <a:lnTo>
                    <a:pt x="317" y="153632"/>
                  </a:lnTo>
                  <a:lnTo>
                    <a:pt x="74" y="158939"/>
                  </a:lnTo>
                  <a:lnTo>
                    <a:pt x="0" y="164252"/>
                  </a:lnTo>
                  <a:lnTo>
                    <a:pt x="94" y="169564"/>
                  </a:lnTo>
                  <a:lnTo>
                    <a:pt x="358" y="174870"/>
                  </a:lnTo>
                  <a:lnTo>
                    <a:pt x="790" y="180165"/>
                  </a:lnTo>
                  <a:lnTo>
                    <a:pt x="1390" y="185444"/>
                  </a:lnTo>
                  <a:lnTo>
                    <a:pt x="2157" y="190702"/>
                  </a:lnTo>
                  <a:lnTo>
                    <a:pt x="3091" y="195932"/>
                  </a:lnTo>
                  <a:lnTo>
                    <a:pt x="4191" y="201129"/>
                  </a:lnTo>
                  <a:lnTo>
                    <a:pt x="5456" y="206290"/>
                  </a:lnTo>
                  <a:lnTo>
                    <a:pt x="6884" y="211407"/>
                  </a:lnTo>
                  <a:lnTo>
                    <a:pt x="8474" y="216477"/>
                  </a:lnTo>
                  <a:lnTo>
                    <a:pt x="10224" y="221493"/>
                  </a:lnTo>
                  <a:lnTo>
                    <a:pt x="12132" y="226451"/>
                  </a:lnTo>
                  <a:lnTo>
                    <a:pt x="14197" y="231346"/>
                  </a:lnTo>
                  <a:lnTo>
                    <a:pt x="16417" y="236173"/>
                  </a:lnTo>
                  <a:lnTo>
                    <a:pt x="18789" y="240928"/>
                  </a:lnTo>
                  <a:lnTo>
                    <a:pt x="21311" y="245604"/>
                  </a:lnTo>
                  <a:lnTo>
                    <a:pt x="23980" y="250198"/>
                  </a:lnTo>
                  <a:lnTo>
                    <a:pt x="26794" y="254704"/>
                  </a:lnTo>
                  <a:lnTo>
                    <a:pt x="29750" y="259119"/>
                  </a:lnTo>
                  <a:lnTo>
                    <a:pt x="32844" y="263438"/>
                  </a:lnTo>
                  <a:lnTo>
                    <a:pt x="36074" y="267656"/>
                  </a:lnTo>
                  <a:lnTo>
                    <a:pt x="39437" y="271770"/>
                  </a:lnTo>
                  <a:lnTo>
                    <a:pt x="42928" y="275774"/>
                  </a:lnTo>
                  <a:lnTo>
                    <a:pt x="46545" y="279666"/>
                  </a:lnTo>
                  <a:lnTo>
                    <a:pt x="50284" y="283440"/>
                  </a:lnTo>
                  <a:lnTo>
                    <a:pt x="54141" y="287094"/>
                  </a:lnTo>
                  <a:lnTo>
                    <a:pt x="58112" y="290624"/>
                  </a:lnTo>
                  <a:lnTo>
                    <a:pt x="62193" y="294025"/>
                  </a:lnTo>
                  <a:lnTo>
                    <a:pt x="66381" y="297295"/>
                  </a:lnTo>
                  <a:lnTo>
                    <a:pt x="70670" y="300431"/>
                  </a:lnTo>
                  <a:lnTo>
                    <a:pt x="75056" y="303428"/>
                  </a:lnTo>
                  <a:lnTo>
                    <a:pt x="79536" y="306285"/>
                  </a:lnTo>
                  <a:lnTo>
                    <a:pt x="84104" y="308998"/>
                  </a:lnTo>
                  <a:lnTo>
                    <a:pt x="88756" y="311564"/>
                  </a:lnTo>
                  <a:lnTo>
                    <a:pt x="93487" y="313981"/>
                  </a:lnTo>
                  <a:lnTo>
                    <a:pt x="98293" y="316247"/>
                  </a:lnTo>
                  <a:lnTo>
                    <a:pt x="103168" y="318359"/>
                  </a:lnTo>
                  <a:lnTo>
                    <a:pt x="108108" y="320314"/>
                  </a:lnTo>
                  <a:lnTo>
                    <a:pt x="113108" y="322112"/>
                  </a:lnTo>
                  <a:lnTo>
                    <a:pt x="118162" y="323750"/>
                  </a:lnTo>
                  <a:lnTo>
                    <a:pt x="123265" y="325227"/>
                  </a:lnTo>
                  <a:lnTo>
                    <a:pt x="128413" y="326540"/>
                  </a:lnTo>
                  <a:lnTo>
                    <a:pt x="133600" y="327690"/>
                  </a:lnTo>
                  <a:lnTo>
                    <a:pt x="138821" y="328674"/>
                  </a:lnTo>
                  <a:lnTo>
                    <a:pt x="144071" y="329491"/>
                  </a:lnTo>
                  <a:lnTo>
                    <a:pt x="149344" y="330142"/>
                  </a:lnTo>
                  <a:lnTo>
                    <a:pt x="154635" y="330624"/>
                  </a:lnTo>
                  <a:lnTo>
                    <a:pt x="159939" y="330938"/>
                  </a:lnTo>
                  <a:lnTo>
                    <a:pt x="165250" y="331083"/>
                  </a:lnTo>
                  <a:lnTo>
                    <a:pt x="170562" y="331060"/>
                  </a:lnTo>
                  <a:lnTo>
                    <a:pt x="175872" y="330868"/>
                  </a:lnTo>
                  <a:lnTo>
                    <a:pt x="181173" y="330507"/>
                  </a:lnTo>
                  <a:lnTo>
                    <a:pt x="186459" y="329977"/>
                  </a:lnTo>
                  <a:lnTo>
                    <a:pt x="191726" y="329280"/>
                  </a:lnTo>
                  <a:lnTo>
                    <a:pt x="196968" y="328416"/>
                  </a:lnTo>
                  <a:lnTo>
                    <a:pt x="202180" y="327386"/>
                  </a:lnTo>
                  <a:lnTo>
                    <a:pt x="207357" y="326191"/>
                  </a:lnTo>
                  <a:lnTo>
                    <a:pt x="212493" y="324832"/>
                  </a:lnTo>
                  <a:lnTo>
                    <a:pt x="217584" y="323310"/>
                  </a:lnTo>
                  <a:lnTo>
                    <a:pt x="222623" y="321628"/>
                  </a:lnTo>
                  <a:lnTo>
                    <a:pt x="227606" y="319786"/>
                  </a:lnTo>
                  <a:lnTo>
                    <a:pt x="232529" y="317786"/>
                  </a:lnTo>
                  <a:lnTo>
                    <a:pt x="237385" y="315632"/>
                  </a:lnTo>
                  <a:lnTo>
                    <a:pt x="242171" y="313324"/>
                  </a:lnTo>
                  <a:lnTo>
                    <a:pt x="246880" y="310865"/>
                  </a:lnTo>
                  <a:lnTo>
                    <a:pt x="251509" y="308257"/>
                  </a:lnTo>
                  <a:lnTo>
                    <a:pt x="256053" y="305504"/>
                  </a:lnTo>
                  <a:lnTo>
                    <a:pt x="260507" y="302608"/>
                  </a:lnTo>
                  <a:lnTo>
                    <a:pt x="264867" y="299572"/>
                  </a:lnTo>
                  <a:lnTo>
                    <a:pt x="269129" y="296398"/>
                  </a:lnTo>
                  <a:lnTo>
                    <a:pt x="273287" y="293091"/>
                  </a:lnTo>
                  <a:lnTo>
                    <a:pt x="277338" y="289654"/>
                  </a:lnTo>
                  <a:lnTo>
                    <a:pt x="281277" y="286089"/>
                  </a:lnTo>
                  <a:lnTo>
                    <a:pt x="285102" y="282401"/>
                  </a:lnTo>
                  <a:lnTo>
                    <a:pt x="288807" y="278594"/>
                  </a:lnTo>
                  <a:lnTo>
                    <a:pt x="292390" y="274670"/>
                  </a:lnTo>
                  <a:lnTo>
                    <a:pt x="295846" y="270635"/>
                  </a:lnTo>
                  <a:lnTo>
                    <a:pt x="299172" y="266492"/>
                  </a:lnTo>
                  <a:lnTo>
                    <a:pt x="302364" y="262245"/>
                  </a:lnTo>
                  <a:lnTo>
                    <a:pt x="305420" y="257900"/>
                  </a:lnTo>
                  <a:lnTo>
                    <a:pt x="308337" y="253459"/>
                  </a:lnTo>
                  <a:lnTo>
                    <a:pt x="311111" y="248927"/>
                  </a:lnTo>
                  <a:lnTo>
                    <a:pt x="313739" y="244310"/>
                  </a:lnTo>
                  <a:lnTo>
                    <a:pt x="316220" y="239612"/>
                  </a:lnTo>
                  <a:lnTo>
                    <a:pt x="318549" y="234837"/>
                  </a:lnTo>
                  <a:lnTo>
                    <a:pt x="320726" y="229990"/>
                  </a:lnTo>
                  <a:lnTo>
                    <a:pt x="322748" y="225077"/>
                  </a:lnTo>
                  <a:lnTo>
                    <a:pt x="324613" y="220102"/>
                  </a:lnTo>
                  <a:lnTo>
                    <a:pt x="326318" y="215071"/>
                  </a:lnTo>
                  <a:lnTo>
                    <a:pt x="327863" y="209987"/>
                  </a:lnTo>
                  <a:lnTo>
                    <a:pt x="329246" y="204857"/>
                  </a:lnTo>
                  <a:lnTo>
                    <a:pt x="330465" y="199686"/>
                  </a:lnTo>
                  <a:lnTo>
                    <a:pt x="331519" y="194479"/>
                  </a:lnTo>
                  <a:lnTo>
                    <a:pt x="332406" y="189241"/>
                  </a:lnTo>
                  <a:lnTo>
                    <a:pt x="333127" y="183977"/>
                  </a:lnTo>
                  <a:lnTo>
                    <a:pt x="333681" y="178693"/>
                  </a:lnTo>
                  <a:lnTo>
                    <a:pt x="334066" y="173394"/>
                  </a:lnTo>
                  <a:lnTo>
                    <a:pt x="334282" y="168085"/>
                  </a:lnTo>
                  <a:lnTo>
                    <a:pt x="334330" y="162773"/>
                  </a:lnTo>
                  <a:lnTo>
                    <a:pt x="334209" y="157461"/>
                  </a:lnTo>
                  <a:lnTo>
                    <a:pt x="333919" y="152156"/>
                  </a:lnTo>
                  <a:lnTo>
                    <a:pt x="333461" y="146863"/>
                  </a:lnTo>
                  <a:lnTo>
                    <a:pt x="332835" y="141587"/>
                  </a:lnTo>
                  <a:lnTo>
                    <a:pt x="332041" y="136334"/>
                  </a:lnTo>
                  <a:lnTo>
                    <a:pt x="331081" y="131108"/>
                  </a:lnTo>
                  <a:lnTo>
                    <a:pt x="329955" y="125916"/>
                  </a:lnTo>
                  <a:lnTo>
                    <a:pt x="328665" y="120762"/>
                  </a:lnTo>
                  <a:lnTo>
                    <a:pt x="327212" y="115652"/>
                  </a:lnTo>
                  <a:lnTo>
                    <a:pt x="325597" y="110590"/>
                  </a:lnTo>
                  <a:lnTo>
                    <a:pt x="323822" y="105583"/>
                  </a:lnTo>
                  <a:lnTo>
                    <a:pt x="321889" y="100634"/>
                  </a:lnTo>
                  <a:lnTo>
                    <a:pt x="319799" y="95749"/>
                  </a:lnTo>
                  <a:lnTo>
                    <a:pt x="317556" y="90933"/>
                  </a:lnTo>
                  <a:lnTo>
                    <a:pt x="315160" y="86191"/>
                  </a:lnTo>
                  <a:lnTo>
                    <a:pt x="312615" y="81527"/>
                  </a:lnTo>
                  <a:lnTo>
                    <a:pt x="309923" y="76947"/>
                  </a:lnTo>
                  <a:lnTo>
                    <a:pt x="307087" y="72454"/>
                  </a:lnTo>
                  <a:lnTo>
                    <a:pt x="304109" y="68054"/>
                  </a:lnTo>
                  <a:lnTo>
                    <a:pt x="300994" y="63751"/>
                  </a:lnTo>
                  <a:lnTo>
                    <a:pt x="297743" y="59548"/>
                  </a:lnTo>
                  <a:lnTo>
                    <a:pt x="294360" y="55452"/>
                  </a:lnTo>
                  <a:lnTo>
                    <a:pt x="290848" y="51465"/>
                  </a:lnTo>
                  <a:lnTo>
                    <a:pt x="287212" y="47591"/>
                  </a:lnTo>
                  <a:lnTo>
                    <a:pt x="283454" y="43835"/>
                  </a:lnTo>
                  <a:lnTo>
                    <a:pt x="279579" y="40200"/>
                  </a:lnTo>
                  <a:lnTo>
                    <a:pt x="275591" y="36690"/>
                  </a:lnTo>
                  <a:lnTo>
                    <a:pt x="271493" y="33309"/>
                  </a:lnTo>
                  <a:lnTo>
                    <a:pt x="267289" y="30060"/>
                  </a:lnTo>
                  <a:lnTo>
                    <a:pt x="262985" y="26946"/>
                  </a:lnTo>
                  <a:lnTo>
                    <a:pt x="258583" y="23970"/>
                  </a:lnTo>
                  <a:lnTo>
                    <a:pt x="254090" y="21136"/>
                  </a:lnTo>
                  <a:lnTo>
                    <a:pt x="249508" y="18446"/>
                  </a:lnTo>
                  <a:lnTo>
                    <a:pt x="244843" y="15902"/>
                  </a:lnTo>
                  <a:lnTo>
                    <a:pt x="240100" y="13509"/>
                  </a:lnTo>
                  <a:lnTo>
                    <a:pt x="235283" y="11267"/>
                  </a:lnTo>
                  <a:lnTo>
                    <a:pt x="230398" y="9179"/>
                  </a:lnTo>
                  <a:lnTo>
                    <a:pt x="225448" y="7248"/>
                  </a:lnTo>
                  <a:lnTo>
                    <a:pt x="220440" y="5475"/>
                  </a:lnTo>
                  <a:lnTo>
                    <a:pt x="215378" y="3862"/>
                  </a:lnTo>
                  <a:lnTo>
                    <a:pt x="210267" y="2411"/>
                  </a:lnTo>
                  <a:lnTo>
                    <a:pt x="205112" y="1123"/>
                  </a:lnTo>
                  <a:lnTo>
                    <a:pt x="199920" y="0"/>
                  </a:lnTo>
                  <a:lnTo>
                    <a:pt x="167167" y="1639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3964501" y="1071028"/>
              <a:ext cx="32753" cy="167167"/>
            </a:xfrm>
            <a:custGeom>
              <a:avLst/>
              <a:pathLst>
                <a:path w="32753" h="167167">
                  <a:moveTo>
                    <a:pt x="32753" y="3240"/>
                  </a:moveTo>
                  <a:lnTo>
                    <a:pt x="26263" y="2076"/>
                  </a:lnTo>
                  <a:lnTo>
                    <a:pt x="19733" y="1168"/>
                  </a:lnTo>
                  <a:lnTo>
                    <a:pt x="13172" y="519"/>
                  </a:lnTo>
                  <a:lnTo>
                    <a:pt x="6591" y="13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22768" y="1322571"/>
              <a:ext cx="65952" cy="167167"/>
            </a:xfrm>
            <a:custGeom>
              <a:avLst/>
              <a:pathLst>
                <a:path w="65952" h="167167">
                  <a:moveTo>
                    <a:pt x="65952" y="0"/>
                  </a:moveTo>
                  <a:lnTo>
                    <a:pt x="59790" y="113"/>
                  </a:lnTo>
                  <a:lnTo>
                    <a:pt x="53636" y="454"/>
                  </a:lnTo>
                  <a:lnTo>
                    <a:pt x="47500" y="1021"/>
                  </a:lnTo>
                  <a:lnTo>
                    <a:pt x="41388" y="1814"/>
                  </a:lnTo>
                  <a:lnTo>
                    <a:pt x="35310" y="2832"/>
                  </a:lnTo>
                  <a:lnTo>
                    <a:pt x="29273" y="4073"/>
                  </a:lnTo>
                  <a:lnTo>
                    <a:pt x="23287" y="5536"/>
                  </a:lnTo>
                  <a:lnTo>
                    <a:pt x="17358" y="7218"/>
                  </a:lnTo>
                  <a:lnTo>
                    <a:pt x="11495" y="9118"/>
                  </a:lnTo>
                  <a:lnTo>
                    <a:pt x="5706" y="11233"/>
                  </a:lnTo>
                  <a:lnTo>
                    <a:pt x="0" y="13559"/>
                  </a:lnTo>
                  <a:lnTo>
                    <a:pt x="65952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22768" y="1336131"/>
              <a:ext cx="65952" cy="153607"/>
            </a:xfrm>
            <a:custGeom>
              <a:avLst/>
              <a:pathLst>
                <a:path w="65952" h="153607">
                  <a:moveTo>
                    <a:pt x="0" y="0"/>
                  </a:moveTo>
                  <a:lnTo>
                    <a:pt x="65952" y="15360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22768" y="1336131"/>
              <a:ext cx="65952" cy="153607"/>
            </a:xfrm>
            <a:custGeom>
              <a:avLst/>
              <a:pathLst>
                <a:path w="65952" h="153607">
                  <a:moveTo>
                    <a:pt x="0" y="0"/>
                  </a:moveTo>
                  <a:lnTo>
                    <a:pt x="65952" y="15360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22768" y="1336131"/>
              <a:ext cx="65952" cy="153607"/>
            </a:xfrm>
            <a:custGeom>
              <a:avLst/>
              <a:pathLst>
                <a:path w="65952" h="153607">
                  <a:moveTo>
                    <a:pt x="0" y="0"/>
                  </a:moveTo>
                  <a:lnTo>
                    <a:pt x="65952" y="1536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22768" y="1336131"/>
              <a:ext cx="65952" cy="153607"/>
            </a:xfrm>
            <a:custGeom>
              <a:avLst/>
              <a:pathLst>
                <a:path w="65952" h="153607">
                  <a:moveTo>
                    <a:pt x="0" y="0"/>
                  </a:moveTo>
                  <a:lnTo>
                    <a:pt x="65952" y="1536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22768" y="1336131"/>
              <a:ext cx="65952" cy="153607"/>
            </a:xfrm>
            <a:custGeom>
              <a:avLst/>
              <a:pathLst>
                <a:path w="65952" h="153607">
                  <a:moveTo>
                    <a:pt x="0" y="0"/>
                  </a:moveTo>
                  <a:lnTo>
                    <a:pt x="65952" y="1536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22768" y="1336131"/>
              <a:ext cx="65952" cy="153607"/>
            </a:xfrm>
            <a:custGeom>
              <a:avLst/>
              <a:pathLst>
                <a:path w="65952" h="153607">
                  <a:moveTo>
                    <a:pt x="0" y="0"/>
                  </a:moveTo>
                  <a:lnTo>
                    <a:pt x="65952" y="15360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22768" y="1336131"/>
              <a:ext cx="65952" cy="153607"/>
            </a:xfrm>
            <a:custGeom>
              <a:avLst/>
              <a:pathLst>
                <a:path w="65952" h="153607">
                  <a:moveTo>
                    <a:pt x="0" y="0"/>
                  </a:moveTo>
                  <a:lnTo>
                    <a:pt x="65952" y="15360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22768" y="1336131"/>
              <a:ext cx="65952" cy="153607"/>
            </a:xfrm>
            <a:custGeom>
              <a:avLst/>
              <a:pathLst>
                <a:path w="65952" h="153607">
                  <a:moveTo>
                    <a:pt x="0" y="0"/>
                  </a:moveTo>
                  <a:lnTo>
                    <a:pt x="65952" y="1536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22768" y="1336131"/>
              <a:ext cx="65952" cy="153607"/>
            </a:xfrm>
            <a:custGeom>
              <a:avLst/>
              <a:pathLst>
                <a:path w="65952" h="153607">
                  <a:moveTo>
                    <a:pt x="0" y="0"/>
                  </a:moveTo>
                  <a:lnTo>
                    <a:pt x="65952" y="15360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22768" y="1336131"/>
              <a:ext cx="65952" cy="153607"/>
            </a:xfrm>
            <a:custGeom>
              <a:avLst/>
              <a:pathLst>
                <a:path w="65952" h="153607">
                  <a:moveTo>
                    <a:pt x="0" y="0"/>
                  </a:moveTo>
                  <a:lnTo>
                    <a:pt x="65952" y="15360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22768" y="1336131"/>
              <a:ext cx="65952" cy="153607"/>
            </a:xfrm>
            <a:custGeom>
              <a:avLst/>
              <a:pathLst>
                <a:path w="65952" h="153607">
                  <a:moveTo>
                    <a:pt x="0" y="0"/>
                  </a:moveTo>
                  <a:lnTo>
                    <a:pt x="65952" y="1536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22768" y="1336131"/>
              <a:ext cx="65952" cy="153607"/>
            </a:xfrm>
            <a:custGeom>
              <a:avLst/>
              <a:pathLst>
                <a:path w="65952" h="153607">
                  <a:moveTo>
                    <a:pt x="0" y="0"/>
                  </a:moveTo>
                  <a:lnTo>
                    <a:pt x="65952" y="1536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22768" y="1336131"/>
              <a:ext cx="65952" cy="153607"/>
            </a:xfrm>
            <a:custGeom>
              <a:avLst/>
              <a:pathLst>
                <a:path w="65952" h="153607">
                  <a:moveTo>
                    <a:pt x="0" y="0"/>
                  </a:moveTo>
                  <a:lnTo>
                    <a:pt x="65952" y="1536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22768" y="1336131"/>
              <a:ext cx="65952" cy="153607"/>
            </a:xfrm>
            <a:custGeom>
              <a:avLst/>
              <a:pathLst>
                <a:path w="65952" h="153607">
                  <a:moveTo>
                    <a:pt x="0" y="0"/>
                  </a:moveTo>
                  <a:lnTo>
                    <a:pt x="65952" y="15360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22768" y="1336131"/>
              <a:ext cx="65952" cy="153607"/>
            </a:xfrm>
            <a:custGeom>
              <a:avLst/>
              <a:pathLst>
                <a:path w="65952" h="153607">
                  <a:moveTo>
                    <a:pt x="0" y="0"/>
                  </a:moveTo>
                  <a:lnTo>
                    <a:pt x="65952" y="15360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22768" y="1336131"/>
              <a:ext cx="65952" cy="153607"/>
            </a:xfrm>
            <a:custGeom>
              <a:avLst/>
              <a:pathLst>
                <a:path w="65952" h="153607">
                  <a:moveTo>
                    <a:pt x="0" y="0"/>
                  </a:moveTo>
                  <a:lnTo>
                    <a:pt x="65952" y="15360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321555" y="1336051"/>
              <a:ext cx="334331" cy="320835"/>
            </a:xfrm>
            <a:custGeom>
              <a:avLst/>
              <a:pathLst>
                <a:path w="334331" h="320835">
                  <a:moveTo>
                    <a:pt x="101212" y="79"/>
                  </a:moveTo>
                  <a:lnTo>
                    <a:pt x="96386" y="2242"/>
                  </a:lnTo>
                  <a:lnTo>
                    <a:pt x="91631" y="4557"/>
                  </a:lnTo>
                  <a:lnTo>
                    <a:pt x="86952" y="7021"/>
                  </a:lnTo>
                  <a:lnTo>
                    <a:pt x="82353" y="9632"/>
                  </a:lnTo>
                  <a:lnTo>
                    <a:pt x="77838" y="12387"/>
                  </a:lnTo>
                  <a:lnTo>
                    <a:pt x="73413" y="15283"/>
                  </a:lnTo>
                  <a:lnTo>
                    <a:pt x="69082" y="18318"/>
                  </a:lnTo>
                  <a:lnTo>
                    <a:pt x="64849" y="21488"/>
                  </a:lnTo>
                  <a:lnTo>
                    <a:pt x="60719" y="24791"/>
                  </a:lnTo>
                  <a:lnTo>
                    <a:pt x="56695" y="28222"/>
                  </a:lnTo>
                  <a:lnTo>
                    <a:pt x="52781" y="31779"/>
                  </a:lnTo>
                  <a:lnTo>
                    <a:pt x="48982" y="35459"/>
                  </a:lnTo>
                  <a:lnTo>
                    <a:pt x="45302" y="39256"/>
                  </a:lnTo>
                  <a:lnTo>
                    <a:pt x="41743" y="43168"/>
                  </a:lnTo>
                  <a:lnTo>
                    <a:pt x="38310" y="47191"/>
                  </a:lnTo>
                  <a:lnTo>
                    <a:pt x="35005" y="51320"/>
                  </a:lnTo>
                  <a:lnTo>
                    <a:pt x="31833" y="55552"/>
                  </a:lnTo>
                  <a:lnTo>
                    <a:pt x="28797" y="59882"/>
                  </a:lnTo>
                  <a:lnTo>
                    <a:pt x="25899" y="64306"/>
                  </a:lnTo>
                  <a:lnTo>
                    <a:pt x="23142" y="68819"/>
                  </a:lnTo>
                  <a:lnTo>
                    <a:pt x="20530" y="73417"/>
                  </a:lnTo>
                  <a:lnTo>
                    <a:pt x="18064" y="78096"/>
                  </a:lnTo>
                  <a:lnTo>
                    <a:pt x="15748" y="82850"/>
                  </a:lnTo>
                  <a:lnTo>
                    <a:pt x="13583" y="87675"/>
                  </a:lnTo>
                  <a:lnTo>
                    <a:pt x="11571" y="92566"/>
                  </a:lnTo>
                  <a:lnTo>
                    <a:pt x="9716" y="97518"/>
                  </a:lnTo>
                  <a:lnTo>
                    <a:pt x="8018" y="102527"/>
                  </a:lnTo>
                  <a:lnTo>
                    <a:pt x="6479" y="107587"/>
                  </a:lnTo>
                  <a:lnTo>
                    <a:pt x="5101" y="112693"/>
                  </a:lnTo>
                  <a:lnTo>
                    <a:pt x="3886" y="117840"/>
                  </a:lnTo>
                  <a:lnTo>
                    <a:pt x="2834" y="123022"/>
                  </a:lnTo>
                  <a:lnTo>
                    <a:pt x="1946" y="128236"/>
                  </a:lnTo>
                  <a:lnTo>
                    <a:pt x="1223" y="133475"/>
                  </a:lnTo>
                  <a:lnTo>
                    <a:pt x="667" y="138734"/>
                  </a:lnTo>
                  <a:lnTo>
                    <a:pt x="278" y="144008"/>
                  </a:lnTo>
                  <a:lnTo>
                    <a:pt x="55" y="149292"/>
                  </a:lnTo>
                  <a:lnTo>
                    <a:pt x="0" y="154580"/>
                  </a:lnTo>
                  <a:lnTo>
                    <a:pt x="111" y="159868"/>
                  </a:lnTo>
                  <a:lnTo>
                    <a:pt x="391" y="165149"/>
                  </a:lnTo>
                  <a:lnTo>
                    <a:pt x="837" y="170419"/>
                  </a:lnTo>
                  <a:lnTo>
                    <a:pt x="1449" y="175672"/>
                  </a:lnTo>
                  <a:lnTo>
                    <a:pt x="2227" y="180902"/>
                  </a:lnTo>
                  <a:lnTo>
                    <a:pt x="3171" y="186106"/>
                  </a:lnTo>
                  <a:lnTo>
                    <a:pt x="4278" y="191277"/>
                  </a:lnTo>
                  <a:lnTo>
                    <a:pt x="5549" y="196411"/>
                  </a:lnTo>
                  <a:lnTo>
                    <a:pt x="6981" y="201502"/>
                  </a:lnTo>
                  <a:lnTo>
                    <a:pt x="8574" y="206545"/>
                  </a:lnTo>
                  <a:lnTo>
                    <a:pt x="10325" y="211535"/>
                  </a:lnTo>
                  <a:lnTo>
                    <a:pt x="12234" y="216467"/>
                  </a:lnTo>
                  <a:lnTo>
                    <a:pt x="14297" y="221337"/>
                  </a:lnTo>
                  <a:lnTo>
                    <a:pt x="16514" y="226138"/>
                  </a:lnTo>
                  <a:lnTo>
                    <a:pt x="18881" y="230868"/>
                  </a:lnTo>
                  <a:lnTo>
                    <a:pt x="21396" y="235519"/>
                  </a:lnTo>
                  <a:lnTo>
                    <a:pt x="24058" y="240090"/>
                  </a:lnTo>
                  <a:lnTo>
                    <a:pt x="26863" y="244573"/>
                  </a:lnTo>
                  <a:lnTo>
                    <a:pt x="29808" y="248966"/>
                  </a:lnTo>
                  <a:lnTo>
                    <a:pt x="32890" y="253263"/>
                  </a:lnTo>
                  <a:lnTo>
                    <a:pt x="36107" y="257460"/>
                  </a:lnTo>
                  <a:lnTo>
                    <a:pt x="39456" y="261554"/>
                  </a:lnTo>
                  <a:lnTo>
                    <a:pt x="42932" y="265540"/>
                  </a:lnTo>
                  <a:lnTo>
                    <a:pt x="46532" y="269414"/>
                  </a:lnTo>
                  <a:lnTo>
                    <a:pt x="50253" y="273172"/>
                  </a:lnTo>
                  <a:lnTo>
                    <a:pt x="54091" y="276810"/>
                  </a:lnTo>
                  <a:lnTo>
                    <a:pt x="58042" y="280325"/>
                  </a:lnTo>
                  <a:lnTo>
                    <a:pt x="62103" y="283714"/>
                  </a:lnTo>
                  <a:lnTo>
                    <a:pt x="66268" y="286972"/>
                  </a:lnTo>
                  <a:lnTo>
                    <a:pt x="70535" y="290097"/>
                  </a:lnTo>
                  <a:lnTo>
                    <a:pt x="74898" y="293085"/>
                  </a:lnTo>
                  <a:lnTo>
                    <a:pt x="79354" y="295934"/>
                  </a:lnTo>
                  <a:lnTo>
                    <a:pt x="83897" y="298640"/>
                  </a:lnTo>
                  <a:lnTo>
                    <a:pt x="88524" y="301202"/>
                  </a:lnTo>
                  <a:lnTo>
                    <a:pt x="93230" y="303615"/>
                  </a:lnTo>
                  <a:lnTo>
                    <a:pt x="98009" y="305879"/>
                  </a:lnTo>
                  <a:lnTo>
                    <a:pt x="102858" y="307991"/>
                  </a:lnTo>
                  <a:lnTo>
                    <a:pt x="107771" y="309947"/>
                  </a:lnTo>
                  <a:lnTo>
                    <a:pt x="112744" y="311748"/>
                  </a:lnTo>
                  <a:lnTo>
                    <a:pt x="117771" y="313390"/>
                  </a:lnTo>
                  <a:lnTo>
                    <a:pt x="122848" y="314873"/>
                  </a:lnTo>
                  <a:lnTo>
                    <a:pt x="127968" y="316194"/>
                  </a:lnTo>
                  <a:lnTo>
                    <a:pt x="133129" y="317353"/>
                  </a:lnTo>
                  <a:lnTo>
                    <a:pt x="138323" y="318347"/>
                  </a:lnTo>
                  <a:lnTo>
                    <a:pt x="143546" y="319177"/>
                  </a:lnTo>
                  <a:lnTo>
                    <a:pt x="148792" y="319842"/>
                  </a:lnTo>
                  <a:lnTo>
                    <a:pt x="154057" y="320340"/>
                  </a:lnTo>
                  <a:lnTo>
                    <a:pt x="159336" y="320671"/>
                  </a:lnTo>
                  <a:lnTo>
                    <a:pt x="164622" y="320835"/>
                  </a:lnTo>
                  <a:lnTo>
                    <a:pt x="169910" y="320832"/>
                  </a:lnTo>
                  <a:lnTo>
                    <a:pt x="175196" y="320661"/>
                  </a:lnTo>
                  <a:lnTo>
                    <a:pt x="180474" y="320324"/>
                  </a:lnTo>
                  <a:lnTo>
                    <a:pt x="185738" y="319819"/>
                  </a:lnTo>
                  <a:lnTo>
                    <a:pt x="190984" y="319148"/>
                  </a:lnTo>
                  <a:lnTo>
                    <a:pt x="196206" y="318312"/>
                  </a:lnTo>
                  <a:lnTo>
                    <a:pt x="201399" y="317311"/>
                  </a:lnTo>
                  <a:lnTo>
                    <a:pt x="206557" y="316146"/>
                  </a:lnTo>
                  <a:lnTo>
                    <a:pt x="211677" y="314819"/>
                  </a:lnTo>
                  <a:lnTo>
                    <a:pt x="216751" y="313330"/>
                  </a:lnTo>
                  <a:lnTo>
                    <a:pt x="221777" y="311682"/>
                  </a:lnTo>
                  <a:lnTo>
                    <a:pt x="226747" y="309875"/>
                  </a:lnTo>
                  <a:lnTo>
                    <a:pt x="231658" y="307913"/>
                  </a:lnTo>
                  <a:lnTo>
                    <a:pt x="236504" y="305795"/>
                  </a:lnTo>
                  <a:lnTo>
                    <a:pt x="241281" y="303526"/>
                  </a:lnTo>
                  <a:lnTo>
                    <a:pt x="245983" y="301106"/>
                  </a:lnTo>
                  <a:lnTo>
                    <a:pt x="250607" y="298539"/>
                  </a:lnTo>
                  <a:lnTo>
                    <a:pt x="255147" y="295827"/>
                  </a:lnTo>
                  <a:lnTo>
                    <a:pt x="259600" y="292973"/>
                  </a:lnTo>
                  <a:lnTo>
                    <a:pt x="263959" y="289980"/>
                  </a:lnTo>
                  <a:lnTo>
                    <a:pt x="268222" y="286850"/>
                  </a:lnTo>
                  <a:lnTo>
                    <a:pt x="272384" y="283586"/>
                  </a:lnTo>
                  <a:lnTo>
                    <a:pt x="276440" y="280193"/>
                  </a:lnTo>
                  <a:lnTo>
                    <a:pt x="280387" y="276673"/>
                  </a:lnTo>
                  <a:lnTo>
                    <a:pt x="284221" y="273030"/>
                  </a:lnTo>
                  <a:lnTo>
                    <a:pt x="287937" y="269267"/>
                  </a:lnTo>
                  <a:lnTo>
                    <a:pt x="291533" y="265389"/>
                  </a:lnTo>
                  <a:lnTo>
                    <a:pt x="295004" y="261399"/>
                  </a:lnTo>
                  <a:lnTo>
                    <a:pt x="298347" y="257302"/>
                  </a:lnTo>
                  <a:lnTo>
                    <a:pt x="301559" y="253100"/>
                  </a:lnTo>
                  <a:lnTo>
                    <a:pt x="304637" y="248799"/>
                  </a:lnTo>
                  <a:lnTo>
                    <a:pt x="307576" y="244403"/>
                  </a:lnTo>
                  <a:lnTo>
                    <a:pt x="310376" y="239916"/>
                  </a:lnTo>
                  <a:lnTo>
                    <a:pt x="313032" y="235343"/>
                  </a:lnTo>
                  <a:lnTo>
                    <a:pt x="315542" y="230688"/>
                  </a:lnTo>
                  <a:lnTo>
                    <a:pt x="317903" y="225956"/>
                  </a:lnTo>
                  <a:lnTo>
                    <a:pt x="320114" y="221151"/>
                  </a:lnTo>
                  <a:lnTo>
                    <a:pt x="322171" y="216280"/>
                  </a:lnTo>
                  <a:lnTo>
                    <a:pt x="324074" y="211345"/>
                  </a:lnTo>
                  <a:lnTo>
                    <a:pt x="325819" y="206353"/>
                  </a:lnTo>
                  <a:lnTo>
                    <a:pt x="327406" y="201308"/>
                  </a:lnTo>
                  <a:lnTo>
                    <a:pt x="328832" y="196215"/>
                  </a:lnTo>
                  <a:lnTo>
                    <a:pt x="330096" y="191080"/>
                  </a:lnTo>
                  <a:lnTo>
                    <a:pt x="331197" y="185908"/>
                  </a:lnTo>
                  <a:lnTo>
                    <a:pt x="332135" y="180703"/>
                  </a:lnTo>
                  <a:lnTo>
                    <a:pt x="332907" y="175471"/>
                  </a:lnTo>
                  <a:lnTo>
                    <a:pt x="333513" y="170217"/>
                  </a:lnTo>
                  <a:lnTo>
                    <a:pt x="333952" y="164947"/>
                  </a:lnTo>
                  <a:lnTo>
                    <a:pt x="334225" y="159665"/>
                  </a:lnTo>
                  <a:lnTo>
                    <a:pt x="334331" y="154378"/>
                  </a:lnTo>
                  <a:lnTo>
                    <a:pt x="334269" y="149090"/>
                  </a:lnTo>
                  <a:lnTo>
                    <a:pt x="334040" y="143806"/>
                  </a:lnTo>
                  <a:lnTo>
                    <a:pt x="333644" y="138532"/>
                  </a:lnTo>
                  <a:lnTo>
                    <a:pt x="333081" y="133274"/>
                  </a:lnTo>
                  <a:lnTo>
                    <a:pt x="332352" y="128036"/>
                  </a:lnTo>
                  <a:lnTo>
                    <a:pt x="331458" y="122823"/>
                  </a:lnTo>
                  <a:lnTo>
                    <a:pt x="330400" y="117642"/>
                  </a:lnTo>
                  <a:lnTo>
                    <a:pt x="329178" y="112496"/>
                  </a:lnTo>
                  <a:lnTo>
                    <a:pt x="327794" y="107392"/>
                  </a:lnTo>
                  <a:lnTo>
                    <a:pt x="326249" y="102334"/>
                  </a:lnTo>
                  <a:lnTo>
                    <a:pt x="324545" y="97328"/>
                  </a:lnTo>
                  <a:lnTo>
                    <a:pt x="322684" y="92378"/>
                  </a:lnTo>
                  <a:lnTo>
                    <a:pt x="320666" y="87489"/>
                  </a:lnTo>
                  <a:lnTo>
                    <a:pt x="318496" y="82666"/>
                  </a:lnTo>
                  <a:lnTo>
                    <a:pt x="316173" y="77915"/>
                  </a:lnTo>
                  <a:lnTo>
                    <a:pt x="313702" y="73240"/>
                  </a:lnTo>
                  <a:lnTo>
                    <a:pt x="311084" y="68644"/>
                  </a:lnTo>
                  <a:lnTo>
                    <a:pt x="308322" y="64135"/>
                  </a:lnTo>
                  <a:lnTo>
                    <a:pt x="305418" y="59714"/>
                  </a:lnTo>
                  <a:lnTo>
                    <a:pt x="302377" y="55388"/>
                  </a:lnTo>
                  <a:lnTo>
                    <a:pt x="299200" y="51160"/>
                  </a:lnTo>
                  <a:lnTo>
                    <a:pt x="295890" y="47035"/>
                  </a:lnTo>
                  <a:lnTo>
                    <a:pt x="292452" y="43016"/>
                  </a:lnTo>
                  <a:lnTo>
                    <a:pt x="288889" y="39109"/>
                  </a:lnTo>
                  <a:lnTo>
                    <a:pt x="285204" y="35316"/>
                  </a:lnTo>
                  <a:lnTo>
                    <a:pt x="281400" y="31641"/>
                  </a:lnTo>
                  <a:lnTo>
                    <a:pt x="277482" y="28088"/>
                  </a:lnTo>
                  <a:lnTo>
                    <a:pt x="273454" y="24662"/>
                  </a:lnTo>
                  <a:lnTo>
                    <a:pt x="269320" y="21364"/>
                  </a:lnTo>
                  <a:lnTo>
                    <a:pt x="265083" y="18199"/>
                  </a:lnTo>
                  <a:lnTo>
                    <a:pt x="260748" y="15169"/>
                  </a:lnTo>
                  <a:lnTo>
                    <a:pt x="256320" y="12278"/>
                  </a:lnTo>
                  <a:lnTo>
                    <a:pt x="251802" y="9529"/>
                  </a:lnTo>
                  <a:lnTo>
                    <a:pt x="247200" y="6924"/>
                  </a:lnTo>
                  <a:lnTo>
                    <a:pt x="242517" y="4466"/>
                  </a:lnTo>
                  <a:lnTo>
                    <a:pt x="237759" y="2157"/>
                  </a:lnTo>
                  <a:lnTo>
                    <a:pt x="232931" y="0"/>
                  </a:lnTo>
                  <a:lnTo>
                    <a:pt x="167165" y="1536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488720" y="1322571"/>
              <a:ext cx="65766" cy="167167"/>
            </a:xfrm>
            <a:custGeom>
              <a:avLst/>
              <a:pathLst>
                <a:path w="65766" h="167167">
                  <a:moveTo>
                    <a:pt x="65766" y="13480"/>
                  </a:moveTo>
                  <a:lnTo>
                    <a:pt x="60073" y="11167"/>
                  </a:lnTo>
                  <a:lnTo>
                    <a:pt x="54300" y="9064"/>
                  </a:lnTo>
                  <a:lnTo>
                    <a:pt x="48453" y="7176"/>
                  </a:lnTo>
                  <a:lnTo>
                    <a:pt x="42540" y="5503"/>
                  </a:lnTo>
                  <a:lnTo>
                    <a:pt x="36570" y="4049"/>
                  </a:lnTo>
                  <a:lnTo>
                    <a:pt x="30551" y="2815"/>
                  </a:lnTo>
                  <a:lnTo>
                    <a:pt x="24490" y="1803"/>
                  </a:lnTo>
                  <a:lnTo>
                    <a:pt x="18397" y="1015"/>
                  </a:lnTo>
                  <a:lnTo>
                    <a:pt x="12278" y="451"/>
                  </a:lnTo>
                  <a:lnTo>
                    <a:pt x="6143" y="1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075517" y="1681503"/>
              <a:ext cx="11007" cy="167167"/>
            </a:xfrm>
            <a:custGeom>
              <a:avLst/>
              <a:pathLst>
                <a:path w="11007" h="167167">
                  <a:moveTo>
                    <a:pt x="11007" y="0"/>
                  </a:moveTo>
                  <a:lnTo>
                    <a:pt x="0" y="362"/>
                  </a:lnTo>
                  <a:lnTo>
                    <a:pt x="1100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075517" y="1681866"/>
              <a:ext cx="11007" cy="166804"/>
            </a:xfrm>
            <a:custGeom>
              <a:avLst/>
              <a:pathLst>
                <a:path w="11007" h="166804">
                  <a:moveTo>
                    <a:pt x="0" y="0"/>
                  </a:moveTo>
                  <a:lnTo>
                    <a:pt x="11007" y="16680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075517" y="1681866"/>
              <a:ext cx="11007" cy="166804"/>
            </a:xfrm>
            <a:custGeom>
              <a:avLst/>
              <a:pathLst>
                <a:path w="11007" h="166804">
                  <a:moveTo>
                    <a:pt x="0" y="0"/>
                  </a:moveTo>
                  <a:lnTo>
                    <a:pt x="11007" y="1668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075517" y="1681866"/>
              <a:ext cx="11007" cy="166804"/>
            </a:xfrm>
            <a:custGeom>
              <a:avLst/>
              <a:pathLst>
                <a:path w="11007" h="166804">
                  <a:moveTo>
                    <a:pt x="0" y="0"/>
                  </a:moveTo>
                  <a:lnTo>
                    <a:pt x="11007" y="1668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075517" y="1681866"/>
              <a:ext cx="11007" cy="166804"/>
            </a:xfrm>
            <a:custGeom>
              <a:avLst/>
              <a:pathLst>
                <a:path w="11007" h="166804">
                  <a:moveTo>
                    <a:pt x="0" y="0"/>
                  </a:moveTo>
                  <a:lnTo>
                    <a:pt x="11007" y="1668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075517" y="1681866"/>
              <a:ext cx="11007" cy="166804"/>
            </a:xfrm>
            <a:custGeom>
              <a:avLst/>
              <a:pathLst>
                <a:path w="11007" h="166804">
                  <a:moveTo>
                    <a:pt x="0" y="0"/>
                  </a:moveTo>
                  <a:lnTo>
                    <a:pt x="11007" y="1668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075517" y="1681866"/>
              <a:ext cx="11007" cy="166804"/>
            </a:xfrm>
            <a:custGeom>
              <a:avLst/>
              <a:pathLst>
                <a:path w="11007" h="166804">
                  <a:moveTo>
                    <a:pt x="0" y="0"/>
                  </a:moveTo>
                  <a:lnTo>
                    <a:pt x="11007" y="16680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075517" y="1681866"/>
              <a:ext cx="11007" cy="166804"/>
            </a:xfrm>
            <a:custGeom>
              <a:avLst/>
              <a:pathLst>
                <a:path w="11007" h="166804">
                  <a:moveTo>
                    <a:pt x="0" y="0"/>
                  </a:moveTo>
                  <a:lnTo>
                    <a:pt x="11007" y="16680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075517" y="1681866"/>
              <a:ext cx="11007" cy="166804"/>
            </a:xfrm>
            <a:custGeom>
              <a:avLst/>
              <a:pathLst>
                <a:path w="11007" h="166804">
                  <a:moveTo>
                    <a:pt x="0" y="0"/>
                  </a:moveTo>
                  <a:lnTo>
                    <a:pt x="11007" y="16680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075517" y="1681866"/>
              <a:ext cx="11007" cy="166804"/>
            </a:xfrm>
            <a:custGeom>
              <a:avLst/>
              <a:pathLst>
                <a:path w="11007" h="166804">
                  <a:moveTo>
                    <a:pt x="0" y="0"/>
                  </a:moveTo>
                  <a:lnTo>
                    <a:pt x="11007" y="16680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075517" y="1681866"/>
              <a:ext cx="11007" cy="166804"/>
            </a:xfrm>
            <a:custGeom>
              <a:avLst/>
              <a:pathLst>
                <a:path w="11007" h="166804">
                  <a:moveTo>
                    <a:pt x="0" y="0"/>
                  </a:moveTo>
                  <a:lnTo>
                    <a:pt x="11007" y="1668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075517" y="1681866"/>
              <a:ext cx="11007" cy="166804"/>
            </a:xfrm>
            <a:custGeom>
              <a:avLst/>
              <a:pathLst>
                <a:path w="11007" h="166804">
                  <a:moveTo>
                    <a:pt x="0" y="0"/>
                  </a:moveTo>
                  <a:lnTo>
                    <a:pt x="11007" y="1668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075517" y="1681866"/>
              <a:ext cx="11007" cy="166804"/>
            </a:xfrm>
            <a:custGeom>
              <a:avLst/>
              <a:pathLst>
                <a:path w="11007" h="166804">
                  <a:moveTo>
                    <a:pt x="0" y="0"/>
                  </a:moveTo>
                  <a:lnTo>
                    <a:pt x="11007" y="1668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075517" y="1681866"/>
              <a:ext cx="11007" cy="166804"/>
            </a:xfrm>
            <a:custGeom>
              <a:avLst/>
              <a:pathLst>
                <a:path w="11007" h="166804">
                  <a:moveTo>
                    <a:pt x="0" y="0"/>
                  </a:moveTo>
                  <a:lnTo>
                    <a:pt x="11007" y="1668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075517" y="1681866"/>
              <a:ext cx="11007" cy="166804"/>
            </a:xfrm>
            <a:custGeom>
              <a:avLst/>
              <a:pathLst>
                <a:path w="11007" h="166804">
                  <a:moveTo>
                    <a:pt x="0" y="0"/>
                  </a:moveTo>
                  <a:lnTo>
                    <a:pt x="11007" y="16680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075517" y="1681866"/>
              <a:ext cx="11007" cy="166804"/>
            </a:xfrm>
            <a:custGeom>
              <a:avLst/>
              <a:pathLst>
                <a:path w="11007" h="166804">
                  <a:moveTo>
                    <a:pt x="0" y="0"/>
                  </a:moveTo>
                  <a:lnTo>
                    <a:pt x="11007" y="16680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2945437" y="1681866"/>
              <a:ext cx="141087" cy="166804"/>
            </a:xfrm>
            <a:custGeom>
              <a:avLst/>
              <a:pathLst>
                <a:path w="141087" h="166804">
                  <a:moveTo>
                    <a:pt x="130079" y="0"/>
                  </a:moveTo>
                  <a:lnTo>
                    <a:pt x="124494" y="462"/>
                  </a:lnTo>
                  <a:lnTo>
                    <a:pt x="118927" y="1112"/>
                  </a:lnTo>
                  <a:lnTo>
                    <a:pt x="113385" y="1948"/>
                  </a:lnTo>
                  <a:lnTo>
                    <a:pt x="107875" y="2969"/>
                  </a:lnTo>
                  <a:lnTo>
                    <a:pt x="102401" y="4175"/>
                  </a:lnTo>
                  <a:lnTo>
                    <a:pt x="96972" y="5563"/>
                  </a:lnTo>
                  <a:lnTo>
                    <a:pt x="91591" y="7132"/>
                  </a:lnTo>
                  <a:lnTo>
                    <a:pt x="86267" y="8881"/>
                  </a:lnTo>
                  <a:lnTo>
                    <a:pt x="81004" y="10808"/>
                  </a:lnTo>
                  <a:lnTo>
                    <a:pt x="75808" y="12909"/>
                  </a:lnTo>
                  <a:lnTo>
                    <a:pt x="70686" y="15184"/>
                  </a:lnTo>
                  <a:lnTo>
                    <a:pt x="65643" y="17629"/>
                  </a:lnTo>
                  <a:lnTo>
                    <a:pt x="60685" y="20242"/>
                  </a:lnTo>
                  <a:lnTo>
                    <a:pt x="55817" y="23020"/>
                  </a:lnTo>
                  <a:lnTo>
                    <a:pt x="51045" y="25959"/>
                  </a:lnTo>
                  <a:lnTo>
                    <a:pt x="46374" y="29057"/>
                  </a:lnTo>
                  <a:lnTo>
                    <a:pt x="41810" y="32309"/>
                  </a:lnTo>
                  <a:lnTo>
                    <a:pt x="37357" y="35712"/>
                  </a:lnTo>
                  <a:lnTo>
                    <a:pt x="33021" y="39263"/>
                  </a:lnTo>
                  <a:lnTo>
                    <a:pt x="28806" y="42958"/>
                  </a:lnTo>
                  <a:lnTo>
                    <a:pt x="24718" y="46791"/>
                  </a:lnTo>
                  <a:lnTo>
                    <a:pt x="20760" y="50759"/>
                  </a:lnTo>
                  <a:lnTo>
                    <a:pt x="16938" y="54858"/>
                  </a:lnTo>
                  <a:lnTo>
                    <a:pt x="13255" y="59083"/>
                  </a:lnTo>
                  <a:lnTo>
                    <a:pt x="9716" y="63428"/>
                  </a:lnTo>
                  <a:lnTo>
                    <a:pt x="6324" y="67890"/>
                  </a:lnTo>
                  <a:lnTo>
                    <a:pt x="3084" y="72463"/>
                  </a:lnTo>
                  <a:lnTo>
                    <a:pt x="0" y="77142"/>
                  </a:lnTo>
                  <a:lnTo>
                    <a:pt x="141087" y="16680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2919358" y="1681503"/>
              <a:ext cx="334326" cy="334321"/>
            </a:xfrm>
            <a:custGeom>
              <a:avLst/>
              <a:pathLst>
                <a:path w="334326" h="334321">
                  <a:moveTo>
                    <a:pt x="26079" y="77505"/>
                  </a:moveTo>
                  <a:lnTo>
                    <a:pt x="23316" y="82009"/>
                  </a:lnTo>
                  <a:lnTo>
                    <a:pt x="20696" y="86597"/>
                  </a:lnTo>
                  <a:lnTo>
                    <a:pt x="18223" y="91266"/>
                  </a:lnTo>
                  <a:lnTo>
                    <a:pt x="15899" y="96011"/>
                  </a:lnTo>
                  <a:lnTo>
                    <a:pt x="13726" y="100827"/>
                  </a:lnTo>
                  <a:lnTo>
                    <a:pt x="11706" y="105710"/>
                  </a:lnTo>
                  <a:lnTo>
                    <a:pt x="9841" y="110653"/>
                  </a:lnTo>
                  <a:lnTo>
                    <a:pt x="8134" y="115653"/>
                  </a:lnTo>
                  <a:lnTo>
                    <a:pt x="6585" y="120705"/>
                  </a:lnTo>
                  <a:lnTo>
                    <a:pt x="5197" y="125803"/>
                  </a:lnTo>
                  <a:lnTo>
                    <a:pt x="3971" y="130942"/>
                  </a:lnTo>
                  <a:lnTo>
                    <a:pt x="2908" y="136118"/>
                  </a:lnTo>
                  <a:lnTo>
                    <a:pt x="2008" y="141324"/>
                  </a:lnTo>
                  <a:lnTo>
                    <a:pt x="1274" y="146556"/>
                  </a:lnTo>
                  <a:lnTo>
                    <a:pt x="706" y="151809"/>
                  </a:lnTo>
                  <a:lnTo>
                    <a:pt x="304" y="157078"/>
                  </a:lnTo>
                  <a:lnTo>
                    <a:pt x="68" y="162356"/>
                  </a:lnTo>
                  <a:lnTo>
                    <a:pt x="0" y="167639"/>
                  </a:lnTo>
                  <a:lnTo>
                    <a:pt x="98" y="172922"/>
                  </a:lnTo>
                  <a:lnTo>
                    <a:pt x="363" y="178199"/>
                  </a:lnTo>
                  <a:lnTo>
                    <a:pt x="795" y="183465"/>
                  </a:lnTo>
                  <a:lnTo>
                    <a:pt x="1393" y="188714"/>
                  </a:lnTo>
                  <a:lnTo>
                    <a:pt x="2157" y="193942"/>
                  </a:lnTo>
                  <a:lnTo>
                    <a:pt x="3086" y="199144"/>
                  </a:lnTo>
                  <a:lnTo>
                    <a:pt x="4178" y="204313"/>
                  </a:lnTo>
                  <a:lnTo>
                    <a:pt x="5433" y="209445"/>
                  </a:lnTo>
                  <a:lnTo>
                    <a:pt x="6850" y="214535"/>
                  </a:lnTo>
                  <a:lnTo>
                    <a:pt x="8427" y="219578"/>
                  </a:lnTo>
                  <a:lnTo>
                    <a:pt x="10163" y="224568"/>
                  </a:lnTo>
                  <a:lnTo>
                    <a:pt x="12055" y="229501"/>
                  </a:lnTo>
                  <a:lnTo>
                    <a:pt x="14103" y="234372"/>
                  </a:lnTo>
                  <a:lnTo>
                    <a:pt x="16303" y="239176"/>
                  </a:lnTo>
                  <a:lnTo>
                    <a:pt x="18654" y="243908"/>
                  </a:lnTo>
                  <a:lnTo>
                    <a:pt x="21154" y="248563"/>
                  </a:lnTo>
                  <a:lnTo>
                    <a:pt x="23799" y="253136"/>
                  </a:lnTo>
                  <a:lnTo>
                    <a:pt x="26587" y="257624"/>
                  </a:lnTo>
                  <a:lnTo>
                    <a:pt x="29516" y="262022"/>
                  </a:lnTo>
                  <a:lnTo>
                    <a:pt x="32583" y="266324"/>
                  </a:lnTo>
                  <a:lnTo>
                    <a:pt x="35783" y="270528"/>
                  </a:lnTo>
                  <a:lnTo>
                    <a:pt x="39116" y="274628"/>
                  </a:lnTo>
                  <a:lnTo>
                    <a:pt x="42576" y="278621"/>
                  </a:lnTo>
                  <a:lnTo>
                    <a:pt x="46160" y="282503"/>
                  </a:lnTo>
                  <a:lnTo>
                    <a:pt x="49865" y="286270"/>
                  </a:lnTo>
                  <a:lnTo>
                    <a:pt x="53688" y="289917"/>
                  </a:lnTo>
                  <a:lnTo>
                    <a:pt x="57624" y="293442"/>
                  </a:lnTo>
                  <a:lnTo>
                    <a:pt x="61669" y="296841"/>
                  </a:lnTo>
                  <a:lnTo>
                    <a:pt x="65820" y="300110"/>
                  </a:lnTo>
                  <a:lnTo>
                    <a:pt x="70072" y="303246"/>
                  </a:lnTo>
                  <a:lnTo>
                    <a:pt x="74421" y="306247"/>
                  </a:lnTo>
                  <a:lnTo>
                    <a:pt x="78862" y="309108"/>
                  </a:lnTo>
                  <a:lnTo>
                    <a:pt x="83392" y="311828"/>
                  </a:lnTo>
                  <a:lnTo>
                    <a:pt x="88006" y="314403"/>
                  </a:lnTo>
                  <a:lnTo>
                    <a:pt x="92698" y="316831"/>
                  </a:lnTo>
                  <a:lnTo>
                    <a:pt x="97465" y="319110"/>
                  </a:lnTo>
                  <a:lnTo>
                    <a:pt x="102302" y="321237"/>
                  </a:lnTo>
                  <a:lnTo>
                    <a:pt x="107203" y="323210"/>
                  </a:lnTo>
                  <a:lnTo>
                    <a:pt x="112165" y="325027"/>
                  </a:lnTo>
                  <a:lnTo>
                    <a:pt x="117181" y="326686"/>
                  </a:lnTo>
                  <a:lnTo>
                    <a:pt x="122247" y="328186"/>
                  </a:lnTo>
                  <a:lnTo>
                    <a:pt x="127358" y="329525"/>
                  </a:lnTo>
                  <a:lnTo>
                    <a:pt x="132509" y="330702"/>
                  </a:lnTo>
                  <a:lnTo>
                    <a:pt x="137694" y="331716"/>
                  </a:lnTo>
                  <a:lnTo>
                    <a:pt x="142909" y="332565"/>
                  </a:lnTo>
                  <a:lnTo>
                    <a:pt x="148148" y="333249"/>
                  </a:lnTo>
                  <a:lnTo>
                    <a:pt x="153406" y="333767"/>
                  </a:lnTo>
                  <a:lnTo>
                    <a:pt x="158678" y="334119"/>
                  </a:lnTo>
                  <a:lnTo>
                    <a:pt x="163959" y="334304"/>
                  </a:lnTo>
                  <a:lnTo>
                    <a:pt x="169242" y="334321"/>
                  </a:lnTo>
                  <a:lnTo>
                    <a:pt x="174524" y="334172"/>
                  </a:lnTo>
                  <a:lnTo>
                    <a:pt x="179798" y="333856"/>
                  </a:lnTo>
                  <a:lnTo>
                    <a:pt x="185059" y="333374"/>
                  </a:lnTo>
                  <a:lnTo>
                    <a:pt x="190303" y="332726"/>
                  </a:lnTo>
                  <a:lnTo>
                    <a:pt x="195523" y="331912"/>
                  </a:lnTo>
                  <a:lnTo>
                    <a:pt x="200716" y="330933"/>
                  </a:lnTo>
                  <a:lnTo>
                    <a:pt x="205874" y="329791"/>
                  </a:lnTo>
                  <a:lnTo>
                    <a:pt x="210994" y="328487"/>
                  </a:lnTo>
                  <a:lnTo>
                    <a:pt x="216071" y="327021"/>
                  </a:lnTo>
                  <a:lnTo>
                    <a:pt x="221098" y="325396"/>
                  </a:lnTo>
                  <a:lnTo>
                    <a:pt x="226071" y="323612"/>
                  </a:lnTo>
                  <a:lnTo>
                    <a:pt x="230986" y="321673"/>
                  </a:lnTo>
                  <a:lnTo>
                    <a:pt x="235837" y="319579"/>
                  </a:lnTo>
                  <a:lnTo>
                    <a:pt x="240619" y="317332"/>
                  </a:lnTo>
                  <a:lnTo>
                    <a:pt x="245328" y="314936"/>
                  </a:lnTo>
                  <a:lnTo>
                    <a:pt x="249959" y="312392"/>
                  </a:lnTo>
                  <a:lnTo>
                    <a:pt x="254507" y="309703"/>
                  </a:lnTo>
                  <a:lnTo>
                    <a:pt x="258968" y="306872"/>
                  </a:lnTo>
                  <a:lnTo>
                    <a:pt x="263337" y="303901"/>
                  </a:lnTo>
                  <a:lnTo>
                    <a:pt x="267610" y="300793"/>
                  </a:lnTo>
                  <a:lnTo>
                    <a:pt x="271783" y="297552"/>
                  </a:lnTo>
                  <a:lnTo>
                    <a:pt x="275851" y="294181"/>
                  </a:lnTo>
                  <a:lnTo>
                    <a:pt x="279811" y="290683"/>
                  </a:lnTo>
                  <a:lnTo>
                    <a:pt x="283658" y="287061"/>
                  </a:lnTo>
                  <a:lnTo>
                    <a:pt x="287389" y="283320"/>
                  </a:lnTo>
                  <a:lnTo>
                    <a:pt x="291000" y="279462"/>
                  </a:lnTo>
                  <a:lnTo>
                    <a:pt x="294487" y="275493"/>
                  </a:lnTo>
                  <a:lnTo>
                    <a:pt x="297846" y="271415"/>
                  </a:lnTo>
                  <a:lnTo>
                    <a:pt x="301076" y="267233"/>
                  </a:lnTo>
                  <a:lnTo>
                    <a:pt x="304171" y="262951"/>
                  </a:lnTo>
                  <a:lnTo>
                    <a:pt x="307130" y="258574"/>
                  </a:lnTo>
                  <a:lnTo>
                    <a:pt x="309948" y="254105"/>
                  </a:lnTo>
                  <a:lnTo>
                    <a:pt x="312625" y="249549"/>
                  </a:lnTo>
                  <a:lnTo>
                    <a:pt x="315155" y="244911"/>
                  </a:lnTo>
                  <a:lnTo>
                    <a:pt x="317538" y="240196"/>
                  </a:lnTo>
                  <a:lnTo>
                    <a:pt x="319771" y="235407"/>
                  </a:lnTo>
                  <a:lnTo>
                    <a:pt x="321852" y="230550"/>
                  </a:lnTo>
                  <a:lnTo>
                    <a:pt x="323777" y="225630"/>
                  </a:lnTo>
                  <a:lnTo>
                    <a:pt x="325547" y="220652"/>
                  </a:lnTo>
                  <a:lnTo>
                    <a:pt x="327158" y="215620"/>
                  </a:lnTo>
                  <a:lnTo>
                    <a:pt x="328609" y="210539"/>
                  </a:lnTo>
                  <a:lnTo>
                    <a:pt x="329899" y="205416"/>
                  </a:lnTo>
                  <a:lnTo>
                    <a:pt x="331027" y="200254"/>
                  </a:lnTo>
                  <a:lnTo>
                    <a:pt x="331990" y="195059"/>
                  </a:lnTo>
                  <a:lnTo>
                    <a:pt x="332790" y="189836"/>
                  </a:lnTo>
                  <a:lnTo>
                    <a:pt x="333423" y="184591"/>
                  </a:lnTo>
                  <a:lnTo>
                    <a:pt x="333891" y="179328"/>
                  </a:lnTo>
                  <a:lnTo>
                    <a:pt x="334192" y="174053"/>
                  </a:lnTo>
                  <a:lnTo>
                    <a:pt x="334326" y="168771"/>
                  </a:lnTo>
                  <a:lnTo>
                    <a:pt x="334293" y="163487"/>
                  </a:lnTo>
                  <a:lnTo>
                    <a:pt x="334093" y="158208"/>
                  </a:lnTo>
                  <a:lnTo>
                    <a:pt x="333727" y="152937"/>
                  </a:lnTo>
                  <a:lnTo>
                    <a:pt x="333194" y="147680"/>
                  </a:lnTo>
                  <a:lnTo>
                    <a:pt x="332495" y="142443"/>
                  </a:lnTo>
                  <a:lnTo>
                    <a:pt x="331631" y="137230"/>
                  </a:lnTo>
                  <a:lnTo>
                    <a:pt x="330603" y="132048"/>
                  </a:lnTo>
                  <a:lnTo>
                    <a:pt x="329412" y="126900"/>
                  </a:lnTo>
                  <a:lnTo>
                    <a:pt x="328058" y="121793"/>
                  </a:lnTo>
                  <a:lnTo>
                    <a:pt x="326544" y="116731"/>
                  </a:lnTo>
                  <a:lnTo>
                    <a:pt x="324870" y="111720"/>
                  </a:lnTo>
                  <a:lnTo>
                    <a:pt x="323039" y="106763"/>
                  </a:lnTo>
                  <a:lnTo>
                    <a:pt x="321052" y="101868"/>
                  </a:lnTo>
                  <a:lnTo>
                    <a:pt x="318912" y="97037"/>
                  </a:lnTo>
                  <a:lnTo>
                    <a:pt x="316620" y="92277"/>
                  </a:lnTo>
                  <a:lnTo>
                    <a:pt x="314179" y="87591"/>
                  </a:lnTo>
                  <a:lnTo>
                    <a:pt x="311590" y="82985"/>
                  </a:lnTo>
                  <a:lnTo>
                    <a:pt x="308858" y="78463"/>
                  </a:lnTo>
                  <a:lnTo>
                    <a:pt x="305984" y="74029"/>
                  </a:lnTo>
                  <a:lnTo>
                    <a:pt x="302971" y="69689"/>
                  </a:lnTo>
                  <a:lnTo>
                    <a:pt x="299823" y="65445"/>
                  </a:lnTo>
                  <a:lnTo>
                    <a:pt x="296542" y="61304"/>
                  </a:lnTo>
                  <a:lnTo>
                    <a:pt x="293132" y="57268"/>
                  </a:lnTo>
                  <a:lnTo>
                    <a:pt x="289596" y="53342"/>
                  </a:lnTo>
                  <a:lnTo>
                    <a:pt x="285937" y="49530"/>
                  </a:lnTo>
                  <a:lnTo>
                    <a:pt x="282160" y="45835"/>
                  </a:lnTo>
                  <a:lnTo>
                    <a:pt x="278268" y="42262"/>
                  </a:lnTo>
                  <a:lnTo>
                    <a:pt x="274266" y="38813"/>
                  </a:lnTo>
                  <a:lnTo>
                    <a:pt x="270156" y="35493"/>
                  </a:lnTo>
                  <a:lnTo>
                    <a:pt x="265943" y="32304"/>
                  </a:lnTo>
                  <a:lnTo>
                    <a:pt x="261632" y="29249"/>
                  </a:lnTo>
                  <a:lnTo>
                    <a:pt x="257226" y="26333"/>
                  </a:lnTo>
                  <a:lnTo>
                    <a:pt x="252730" y="23557"/>
                  </a:lnTo>
                  <a:lnTo>
                    <a:pt x="248149" y="20925"/>
                  </a:lnTo>
                  <a:lnTo>
                    <a:pt x="243487" y="18439"/>
                  </a:lnTo>
                  <a:lnTo>
                    <a:pt x="238749" y="16101"/>
                  </a:lnTo>
                  <a:lnTo>
                    <a:pt x="233939" y="13914"/>
                  </a:lnTo>
                  <a:lnTo>
                    <a:pt x="229062" y="11881"/>
                  </a:lnTo>
                  <a:lnTo>
                    <a:pt x="224124" y="10002"/>
                  </a:lnTo>
                  <a:lnTo>
                    <a:pt x="219129" y="8281"/>
                  </a:lnTo>
                  <a:lnTo>
                    <a:pt x="214082" y="6718"/>
                  </a:lnTo>
                  <a:lnTo>
                    <a:pt x="208988" y="5315"/>
                  </a:lnTo>
                  <a:lnTo>
                    <a:pt x="203852" y="4075"/>
                  </a:lnTo>
                  <a:lnTo>
                    <a:pt x="198679" y="2997"/>
                  </a:lnTo>
                  <a:lnTo>
                    <a:pt x="193475" y="2083"/>
                  </a:lnTo>
                  <a:lnTo>
                    <a:pt x="188245" y="1334"/>
                  </a:lnTo>
                  <a:lnTo>
                    <a:pt x="182994" y="750"/>
                  </a:lnTo>
                  <a:lnTo>
                    <a:pt x="177727" y="333"/>
                  </a:lnTo>
                  <a:lnTo>
                    <a:pt x="172449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749408" y="2126963"/>
              <a:ext cx="31878" cy="167167"/>
            </a:xfrm>
            <a:custGeom>
              <a:avLst/>
              <a:pathLst>
                <a:path w="31878" h="167167">
                  <a:moveTo>
                    <a:pt x="31878" y="0"/>
                  </a:moveTo>
                  <a:lnTo>
                    <a:pt x="25465" y="123"/>
                  </a:lnTo>
                  <a:lnTo>
                    <a:pt x="19061" y="492"/>
                  </a:lnTo>
                  <a:lnTo>
                    <a:pt x="12676" y="1106"/>
                  </a:lnTo>
                  <a:lnTo>
                    <a:pt x="6319" y="1965"/>
                  </a:lnTo>
                  <a:lnTo>
                    <a:pt x="0" y="3067"/>
                  </a:lnTo>
                  <a:lnTo>
                    <a:pt x="3187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749408" y="2130031"/>
              <a:ext cx="31878" cy="164099"/>
            </a:xfrm>
            <a:custGeom>
              <a:avLst/>
              <a:pathLst>
                <a:path w="31878" h="164099">
                  <a:moveTo>
                    <a:pt x="0" y="0"/>
                  </a:moveTo>
                  <a:lnTo>
                    <a:pt x="31878" y="1640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749408" y="2130031"/>
              <a:ext cx="31878" cy="164099"/>
            </a:xfrm>
            <a:custGeom>
              <a:avLst/>
              <a:pathLst>
                <a:path w="31878" h="164099">
                  <a:moveTo>
                    <a:pt x="0" y="0"/>
                  </a:moveTo>
                  <a:lnTo>
                    <a:pt x="31878" y="1640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749408" y="2130031"/>
              <a:ext cx="31878" cy="164099"/>
            </a:xfrm>
            <a:custGeom>
              <a:avLst/>
              <a:pathLst>
                <a:path w="31878" h="164099">
                  <a:moveTo>
                    <a:pt x="0" y="0"/>
                  </a:moveTo>
                  <a:lnTo>
                    <a:pt x="31878" y="1640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749408" y="2130031"/>
              <a:ext cx="31878" cy="164099"/>
            </a:xfrm>
            <a:custGeom>
              <a:avLst/>
              <a:pathLst>
                <a:path w="31878" h="164099">
                  <a:moveTo>
                    <a:pt x="0" y="0"/>
                  </a:moveTo>
                  <a:lnTo>
                    <a:pt x="31878" y="16409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749408" y="2130031"/>
              <a:ext cx="31878" cy="164099"/>
            </a:xfrm>
            <a:custGeom>
              <a:avLst/>
              <a:pathLst>
                <a:path w="31878" h="164099">
                  <a:moveTo>
                    <a:pt x="0" y="0"/>
                  </a:moveTo>
                  <a:lnTo>
                    <a:pt x="31878" y="16409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749408" y="2130031"/>
              <a:ext cx="31878" cy="164099"/>
            </a:xfrm>
            <a:custGeom>
              <a:avLst/>
              <a:pathLst>
                <a:path w="31878" h="164099">
                  <a:moveTo>
                    <a:pt x="0" y="0"/>
                  </a:moveTo>
                  <a:lnTo>
                    <a:pt x="31878" y="1640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749408" y="2130031"/>
              <a:ext cx="31878" cy="164099"/>
            </a:xfrm>
            <a:custGeom>
              <a:avLst/>
              <a:pathLst>
                <a:path w="31878" h="164099">
                  <a:moveTo>
                    <a:pt x="0" y="0"/>
                  </a:moveTo>
                  <a:lnTo>
                    <a:pt x="31878" y="16409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749408" y="2130031"/>
              <a:ext cx="31878" cy="164099"/>
            </a:xfrm>
            <a:custGeom>
              <a:avLst/>
              <a:pathLst>
                <a:path w="31878" h="164099">
                  <a:moveTo>
                    <a:pt x="0" y="0"/>
                  </a:moveTo>
                  <a:lnTo>
                    <a:pt x="31878" y="16409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749408" y="2130031"/>
              <a:ext cx="31878" cy="164099"/>
            </a:xfrm>
            <a:custGeom>
              <a:avLst/>
              <a:pathLst>
                <a:path w="31878" h="164099">
                  <a:moveTo>
                    <a:pt x="0" y="0"/>
                  </a:moveTo>
                  <a:lnTo>
                    <a:pt x="31878" y="1640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749408" y="2130031"/>
              <a:ext cx="31878" cy="164099"/>
            </a:xfrm>
            <a:custGeom>
              <a:avLst/>
              <a:pathLst>
                <a:path w="31878" h="164099">
                  <a:moveTo>
                    <a:pt x="0" y="0"/>
                  </a:moveTo>
                  <a:lnTo>
                    <a:pt x="31878" y="1640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749408" y="2130031"/>
              <a:ext cx="31878" cy="164099"/>
            </a:xfrm>
            <a:custGeom>
              <a:avLst/>
              <a:pathLst>
                <a:path w="31878" h="164099">
                  <a:moveTo>
                    <a:pt x="0" y="0"/>
                  </a:moveTo>
                  <a:lnTo>
                    <a:pt x="31878" y="1640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749408" y="2130031"/>
              <a:ext cx="31878" cy="164099"/>
            </a:xfrm>
            <a:custGeom>
              <a:avLst/>
              <a:pathLst>
                <a:path w="31878" h="164099">
                  <a:moveTo>
                    <a:pt x="0" y="0"/>
                  </a:moveTo>
                  <a:lnTo>
                    <a:pt x="31878" y="16409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749408" y="2130031"/>
              <a:ext cx="31878" cy="164099"/>
            </a:xfrm>
            <a:custGeom>
              <a:avLst/>
              <a:pathLst>
                <a:path w="31878" h="164099">
                  <a:moveTo>
                    <a:pt x="0" y="0"/>
                  </a:moveTo>
                  <a:lnTo>
                    <a:pt x="31878" y="16409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749408" y="2130031"/>
              <a:ext cx="31878" cy="164099"/>
            </a:xfrm>
            <a:custGeom>
              <a:avLst/>
              <a:pathLst>
                <a:path w="31878" h="164099">
                  <a:moveTo>
                    <a:pt x="0" y="0"/>
                  </a:moveTo>
                  <a:lnTo>
                    <a:pt x="31878" y="16409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614130" y="2127613"/>
              <a:ext cx="334323" cy="333674"/>
            </a:xfrm>
            <a:custGeom>
              <a:avLst/>
              <a:pathLst>
                <a:path w="334323" h="333674">
                  <a:moveTo>
                    <a:pt x="135277" y="2418"/>
                  </a:moveTo>
                  <a:lnTo>
                    <a:pt x="130109" y="3507"/>
                  </a:lnTo>
                  <a:lnTo>
                    <a:pt x="124978" y="4758"/>
                  </a:lnTo>
                  <a:lnTo>
                    <a:pt x="119889" y="6171"/>
                  </a:lnTo>
                  <a:lnTo>
                    <a:pt x="114848" y="7745"/>
                  </a:lnTo>
                  <a:lnTo>
                    <a:pt x="109858" y="9476"/>
                  </a:lnTo>
                  <a:lnTo>
                    <a:pt x="104926" y="11365"/>
                  </a:lnTo>
                  <a:lnTo>
                    <a:pt x="100056" y="13408"/>
                  </a:lnTo>
                  <a:lnTo>
                    <a:pt x="95252" y="15604"/>
                  </a:lnTo>
                  <a:lnTo>
                    <a:pt x="90521" y="17951"/>
                  </a:lnTo>
                  <a:lnTo>
                    <a:pt x="85866" y="20446"/>
                  </a:lnTo>
                  <a:lnTo>
                    <a:pt x="81292" y="23087"/>
                  </a:lnTo>
                  <a:lnTo>
                    <a:pt x="76804" y="25871"/>
                  </a:lnTo>
                  <a:lnTo>
                    <a:pt x="72406" y="28795"/>
                  </a:lnTo>
                  <a:lnTo>
                    <a:pt x="68103" y="31857"/>
                  </a:lnTo>
                  <a:lnTo>
                    <a:pt x="63898" y="35054"/>
                  </a:lnTo>
                  <a:lnTo>
                    <a:pt x="59797" y="38381"/>
                  </a:lnTo>
                  <a:lnTo>
                    <a:pt x="55802" y="41837"/>
                  </a:lnTo>
                  <a:lnTo>
                    <a:pt x="51919" y="45417"/>
                  </a:lnTo>
                  <a:lnTo>
                    <a:pt x="48151" y="49117"/>
                  </a:lnTo>
                  <a:lnTo>
                    <a:pt x="44502" y="52935"/>
                  </a:lnTo>
                  <a:lnTo>
                    <a:pt x="40975" y="56867"/>
                  </a:lnTo>
                  <a:lnTo>
                    <a:pt x="37574" y="60908"/>
                  </a:lnTo>
                  <a:lnTo>
                    <a:pt x="34303" y="65054"/>
                  </a:lnTo>
                  <a:lnTo>
                    <a:pt x="31164" y="69301"/>
                  </a:lnTo>
                  <a:lnTo>
                    <a:pt x="28161" y="73646"/>
                  </a:lnTo>
                  <a:lnTo>
                    <a:pt x="25296" y="78083"/>
                  </a:lnTo>
                  <a:lnTo>
                    <a:pt x="22573" y="82609"/>
                  </a:lnTo>
                  <a:lnTo>
                    <a:pt x="19995" y="87218"/>
                  </a:lnTo>
                  <a:lnTo>
                    <a:pt x="17563" y="91906"/>
                  </a:lnTo>
                  <a:lnTo>
                    <a:pt x="15281" y="96669"/>
                  </a:lnTo>
                  <a:lnTo>
                    <a:pt x="13150" y="101502"/>
                  </a:lnTo>
                  <a:lnTo>
                    <a:pt x="11173" y="106399"/>
                  </a:lnTo>
                  <a:lnTo>
                    <a:pt x="9352" y="111357"/>
                  </a:lnTo>
                  <a:lnTo>
                    <a:pt x="7688" y="116370"/>
                  </a:lnTo>
                  <a:lnTo>
                    <a:pt x="6183" y="121432"/>
                  </a:lnTo>
                  <a:lnTo>
                    <a:pt x="4839" y="126540"/>
                  </a:lnTo>
                  <a:lnTo>
                    <a:pt x="3658" y="131687"/>
                  </a:lnTo>
                  <a:lnTo>
                    <a:pt x="2639" y="136870"/>
                  </a:lnTo>
                  <a:lnTo>
                    <a:pt x="1784" y="142082"/>
                  </a:lnTo>
                  <a:lnTo>
                    <a:pt x="1095" y="147318"/>
                  </a:lnTo>
                  <a:lnTo>
                    <a:pt x="571" y="152573"/>
                  </a:lnTo>
                  <a:lnTo>
                    <a:pt x="214" y="157843"/>
                  </a:lnTo>
                  <a:lnTo>
                    <a:pt x="23" y="163121"/>
                  </a:lnTo>
                  <a:lnTo>
                    <a:pt x="0" y="168402"/>
                  </a:lnTo>
                  <a:lnTo>
                    <a:pt x="142" y="173682"/>
                  </a:lnTo>
                  <a:lnTo>
                    <a:pt x="452" y="178954"/>
                  </a:lnTo>
                  <a:lnTo>
                    <a:pt x="928" y="184214"/>
                  </a:lnTo>
                  <a:lnTo>
                    <a:pt x="1570" y="189457"/>
                  </a:lnTo>
                  <a:lnTo>
                    <a:pt x="2378" y="194676"/>
                  </a:lnTo>
                  <a:lnTo>
                    <a:pt x="3349" y="199867"/>
                  </a:lnTo>
                  <a:lnTo>
                    <a:pt x="4485" y="205025"/>
                  </a:lnTo>
                  <a:lnTo>
                    <a:pt x="5782" y="210145"/>
                  </a:lnTo>
                  <a:lnTo>
                    <a:pt x="7241" y="215221"/>
                  </a:lnTo>
                  <a:lnTo>
                    <a:pt x="8859" y="220249"/>
                  </a:lnTo>
                  <a:lnTo>
                    <a:pt x="10636" y="225222"/>
                  </a:lnTo>
                  <a:lnTo>
                    <a:pt x="12568" y="230138"/>
                  </a:lnTo>
                  <a:lnTo>
                    <a:pt x="14655" y="234989"/>
                  </a:lnTo>
                  <a:lnTo>
                    <a:pt x="16894" y="239773"/>
                  </a:lnTo>
                  <a:lnTo>
                    <a:pt x="19284" y="244483"/>
                  </a:lnTo>
                  <a:lnTo>
                    <a:pt x="21820" y="249115"/>
                  </a:lnTo>
                  <a:lnTo>
                    <a:pt x="24502" y="253665"/>
                  </a:lnTo>
                  <a:lnTo>
                    <a:pt x="27326" y="258128"/>
                  </a:lnTo>
                  <a:lnTo>
                    <a:pt x="30290" y="262500"/>
                  </a:lnTo>
                  <a:lnTo>
                    <a:pt x="33391" y="266775"/>
                  </a:lnTo>
                  <a:lnTo>
                    <a:pt x="36625" y="270951"/>
                  </a:lnTo>
                  <a:lnTo>
                    <a:pt x="39989" y="275022"/>
                  </a:lnTo>
                  <a:lnTo>
                    <a:pt x="43480" y="278986"/>
                  </a:lnTo>
                  <a:lnTo>
                    <a:pt x="47094" y="282836"/>
                  </a:lnTo>
                  <a:lnTo>
                    <a:pt x="50829" y="286571"/>
                  </a:lnTo>
                  <a:lnTo>
                    <a:pt x="54680" y="290186"/>
                  </a:lnTo>
                  <a:lnTo>
                    <a:pt x="58642" y="293677"/>
                  </a:lnTo>
                  <a:lnTo>
                    <a:pt x="62714" y="297042"/>
                  </a:lnTo>
                  <a:lnTo>
                    <a:pt x="66889" y="300276"/>
                  </a:lnTo>
                  <a:lnTo>
                    <a:pt x="71164" y="303377"/>
                  </a:lnTo>
                  <a:lnTo>
                    <a:pt x="75536" y="306341"/>
                  </a:lnTo>
                  <a:lnTo>
                    <a:pt x="79999" y="309165"/>
                  </a:lnTo>
                  <a:lnTo>
                    <a:pt x="84548" y="311848"/>
                  </a:lnTo>
                  <a:lnTo>
                    <a:pt x="89181" y="314385"/>
                  </a:lnTo>
                  <a:lnTo>
                    <a:pt x="93891" y="316774"/>
                  </a:lnTo>
                  <a:lnTo>
                    <a:pt x="98674" y="319014"/>
                  </a:lnTo>
                  <a:lnTo>
                    <a:pt x="103525" y="321101"/>
                  </a:lnTo>
                  <a:lnTo>
                    <a:pt x="108440" y="323034"/>
                  </a:lnTo>
                  <a:lnTo>
                    <a:pt x="113414" y="324811"/>
                  </a:lnTo>
                  <a:lnTo>
                    <a:pt x="118441" y="326429"/>
                  </a:lnTo>
                  <a:lnTo>
                    <a:pt x="123517" y="327888"/>
                  </a:lnTo>
                  <a:lnTo>
                    <a:pt x="128637" y="329186"/>
                  </a:lnTo>
                  <a:lnTo>
                    <a:pt x="133795" y="330322"/>
                  </a:lnTo>
                  <a:lnTo>
                    <a:pt x="138986" y="331294"/>
                  </a:lnTo>
                  <a:lnTo>
                    <a:pt x="144206" y="332102"/>
                  </a:lnTo>
                  <a:lnTo>
                    <a:pt x="149448" y="332744"/>
                  </a:lnTo>
                  <a:lnTo>
                    <a:pt x="154708" y="333221"/>
                  </a:lnTo>
                  <a:lnTo>
                    <a:pt x="159980" y="333531"/>
                  </a:lnTo>
                  <a:lnTo>
                    <a:pt x="165260" y="333674"/>
                  </a:lnTo>
                  <a:lnTo>
                    <a:pt x="170541" y="333651"/>
                  </a:lnTo>
                  <a:lnTo>
                    <a:pt x="175819" y="333460"/>
                  </a:lnTo>
                  <a:lnTo>
                    <a:pt x="181089" y="333103"/>
                  </a:lnTo>
                  <a:lnTo>
                    <a:pt x="186344" y="332580"/>
                  </a:lnTo>
                  <a:lnTo>
                    <a:pt x="191581" y="331891"/>
                  </a:lnTo>
                  <a:lnTo>
                    <a:pt x="196793" y="331037"/>
                  </a:lnTo>
                  <a:lnTo>
                    <a:pt x="201975" y="330018"/>
                  </a:lnTo>
                  <a:lnTo>
                    <a:pt x="207123" y="328837"/>
                  </a:lnTo>
                  <a:lnTo>
                    <a:pt x="212230" y="327493"/>
                  </a:lnTo>
                  <a:lnTo>
                    <a:pt x="217293" y="325989"/>
                  </a:lnTo>
                  <a:lnTo>
                    <a:pt x="222306" y="324326"/>
                  </a:lnTo>
                  <a:lnTo>
                    <a:pt x="227263" y="322505"/>
                  </a:lnTo>
                  <a:lnTo>
                    <a:pt x="232161" y="320528"/>
                  </a:lnTo>
                  <a:lnTo>
                    <a:pt x="236994" y="318398"/>
                  </a:lnTo>
                  <a:lnTo>
                    <a:pt x="241757" y="316116"/>
                  </a:lnTo>
                  <a:lnTo>
                    <a:pt x="246446" y="313685"/>
                  </a:lnTo>
                  <a:lnTo>
                    <a:pt x="251055" y="311106"/>
                  </a:lnTo>
                  <a:lnTo>
                    <a:pt x="255581" y="308384"/>
                  </a:lnTo>
                  <a:lnTo>
                    <a:pt x="260018" y="305520"/>
                  </a:lnTo>
                  <a:lnTo>
                    <a:pt x="264363" y="302517"/>
                  </a:lnTo>
                  <a:lnTo>
                    <a:pt x="268611" y="299378"/>
                  </a:lnTo>
                  <a:lnTo>
                    <a:pt x="272757" y="296107"/>
                  </a:lnTo>
                  <a:lnTo>
                    <a:pt x="276798" y="292706"/>
                  </a:lnTo>
                  <a:lnTo>
                    <a:pt x="280730" y="289180"/>
                  </a:lnTo>
                  <a:lnTo>
                    <a:pt x="284548" y="285531"/>
                  </a:lnTo>
                  <a:lnTo>
                    <a:pt x="288249" y="281763"/>
                  </a:lnTo>
                  <a:lnTo>
                    <a:pt x="291829" y="277880"/>
                  </a:lnTo>
                  <a:lnTo>
                    <a:pt x="295285" y="273886"/>
                  </a:lnTo>
                  <a:lnTo>
                    <a:pt x="298613" y="269785"/>
                  </a:lnTo>
                  <a:lnTo>
                    <a:pt x="301809" y="265580"/>
                  </a:lnTo>
                  <a:lnTo>
                    <a:pt x="304872" y="261277"/>
                  </a:lnTo>
                  <a:lnTo>
                    <a:pt x="307796" y="256880"/>
                  </a:lnTo>
                  <a:lnTo>
                    <a:pt x="310581" y="252392"/>
                  </a:lnTo>
                  <a:lnTo>
                    <a:pt x="313222" y="247818"/>
                  </a:lnTo>
                  <a:lnTo>
                    <a:pt x="315717" y="243163"/>
                  </a:lnTo>
                  <a:lnTo>
                    <a:pt x="318064" y="238432"/>
                  </a:lnTo>
                  <a:lnTo>
                    <a:pt x="320261" y="233629"/>
                  </a:lnTo>
                  <a:lnTo>
                    <a:pt x="322305" y="228759"/>
                  </a:lnTo>
                  <a:lnTo>
                    <a:pt x="324193" y="223826"/>
                  </a:lnTo>
                  <a:lnTo>
                    <a:pt x="325925" y="218837"/>
                  </a:lnTo>
                  <a:lnTo>
                    <a:pt x="327499" y="213795"/>
                  </a:lnTo>
                  <a:lnTo>
                    <a:pt x="328912" y="208706"/>
                  </a:lnTo>
                  <a:lnTo>
                    <a:pt x="330164" y="203576"/>
                  </a:lnTo>
                  <a:lnTo>
                    <a:pt x="331254" y="198408"/>
                  </a:lnTo>
                  <a:lnTo>
                    <a:pt x="332179" y="193208"/>
                  </a:lnTo>
                  <a:lnTo>
                    <a:pt x="332940" y="187981"/>
                  </a:lnTo>
                  <a:lnTo>
                    <a:pt x="333535" y="182734"/>
                  </a:lnTo>
                  <a:lnTo>
                    <a:pt x="333965" y="177470"/>
                  </a:lnTo>
                  <a:lnTo>
                    <a:pt x="334227" y="172195"/>
                  </a:lnTo>
                  <a:lnTo>
                    <a:pt x="334323" y="166914"/>
                  </a:lnTo>
                  <a:lnTo>
                    <a:pt x="334252" y="161633"/>
                  </a:lnTo>
                  <a:lnTo>
                    <a:pt x="334015" y="156357"/>
                  </a:lnTo>
                  <a:lnTo>
                    <a:pt x="333610" y="151091"/>
                  </a:lnTo>
                  <a:lnTo>
                    <a:pt x="333040" y="145840"/>
                  </a:lnTo>
                  <a:lnTo>
                    <a:pt x="332304" y="140610"/>
                  </a:lnTo>
                  <a:lnTo>
                    <a:pt x="331403" y="135406"/>
                  </a:lnTo>
                  <a:lnTo>
                    <a:pt x="330338" y="130233"/>
                  </a:lnTo>
                  <a:lnTo>
                    <a:pt x="329111" y="125096"/>
                  </a:lnTo>
                  <a:lnTo>
                    <a:pt x="327721" y="120001"/>
                  </a:lnTo>
                  <a:lnTo>
                    <a:pt x="326172" y="114952"/>
                  </a:lnTo>
                  <a:lnTo>
                    <a:pt x="324463" y="109954"/>
                  </a:lnTo>
                  <a:lnTo>
                    <a:pt x="322598" y="105013"/>
                  </a:lnTo>
                  <a:lnTo>
                    <a:pt x="320578" y="100133"/>
                  </a:lnTo>
                  <a:lnTo>
                    <a:pt x="318404" y="95320"/>
                  </a:lnTo>
                  <a:lnTo>
                    <a:pt x="316079" y="90577"/>
                  </a:lnTo>
                  <a:lnTo>
                    <a:pt x="313606" y="85911"/>
                  </a:lnTo>
                  <a:lnTo>
                    <a:pt x="310987" y="81325"/>
                  </a:lnTo>
                  <a:lnTo>
                    <a:pt x="308224" y="76823"/>
                  </a:lnTo>
                  <a:lnTo>
                    <a:pt x="305320" y="72412"/>
                  </a:lnTo>
                  <a:lnTo>
                    <a:pt x="302278" y="68094"/>
                  </a:lnTo>
                  <a:lnTo>
                    <a:pt x="299101" y="63875"/>
                  </a:lnTo>
                  <a:lnTo>
                    <a:pt x="295793" y="59758"/>
                  </a:lnTo>
                  <a:lnTo>
                    <a:pt x="292356" y="55748"/>
                  </a:lnTo>
                  <a:lnTo>
                    <a:pt x="288794" y="51848"/>
                  </a:lnTo>
                  <a:lnTo>
                    <a:pt x="285111" y="48062"/>
                  </a:lnTo>
                  <a:lnTo>
                    <a:pt x="281310" y="44395"/>
                  </a:lnTo>
                  <a:lnTo>
                    <a:pt x="277396" y="40850"/>
                  </a:lnTo>
                  <a:lnTo>
                    <a:pt x="273371" y="37430"/>
                  </a:lnTo>
                  <a:lnTo>
                    <a:pt x="269240" y="34140"/>
                  </a:lnTo>
                  <a:lnTo>
                    <a:pt x="265007" y="30981"/>
                  </a:lnTo>
                  <a:lnTo>
                    <a:pt x="260677" y="27957"/>
                  </a:lnTo>
                  <a:lnTo>
                    <a:pt x="256253" y="25072"/>
                  </a:lnTo>
                  <a:lnTo>
                    <a:pt x="251740" y="22328"/>
                  </a:lnTo>
                  <a:lnTo>
                    <a:pt x="247143" y="19728"/>
                  </a:lnTo>
                  <a:lnTo>
                    <a:pt x="242466" y="17275"/>
                  </a:lnTo>
                  <a:lnTo>
                    <a:pt x="237714" y="14970"/>
                  </a:lnTo>
                  <a:lnTo>
                    <a:pt x="232891" y="12817"/>
                  </a:lnTo>
                  <a:lnTo>
                    <a:pt x="228003" y="10817"/>
                  </a:lnTo>
                  <a:lnTo>
                    <a:pt x="223054" y="8972"/>
                  </a:lnTo>
                  <a:lnTo>
                    <a:pt x="218049" y="7285"/>
                  </a:lnTo>
                  <a:lnTo>
                    <a:pt x="212994" y="5757"/>
                  </a:lnTo>
                  <a:lnTo>
                    <a:pt x="207892" y="4389"/>
                  </a:lnTo>
                  <a:lnTo>
                    <a:pt x="202750" y="3183"/>
                  </a:lnTo>
                  <a:lnTo>
                    <a:pt x="197573" y="2140"/>
                  </a:lnTo>
                  <a:lnTo>
                    <a:pt x="192365" y="1262"/>
                  </a:lnTo>
                  <a:lnTo>
                    <a:pt x="187132" y="548"/>
                  </a:lnTo>
                  <a:lnTo>
                    <a:pt x="181879" y="0"/>
                  </a:lnTo>
                  <a:lnTo>
                    <a:pt x="167156" y="16651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781287" y="2126963"/>
              <a:ext cx="14722" cy="167167"/>
            </a:xfrm>
            <a:custGeom>
              <a:avLst/>
              <a:pathLst>
                <a:path w="14722" h="167167">
                  <a:moveTo>
                    <a:pt x="14722" y="64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584755" y="2633064"/>
              <a:ext cx="5992" cy="167167"/>
            </a:xfrm>
            <a:custGeom>
              <a:avLst/>
              <a:pathLst>
                <a:path w="5992" h="167167">
                  <a:moveTo>
                    <a:pt x="5992" y="0"/>
                  </a:moveTo>
                  <a:lnTo>
                    <a:pt x="0" y="107"/>
                  </a:lnTo>
                  <a:lnTo>
                    <a:pt x="599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584755" y="2633171"/>
              <a:ext cx="5992" cy="167059"/>
            </a:xfrm>
            <a:custGeom>
              <a:avLst/>
              <a:pathLst>
                <a:path w="5992" h="167059">
                  <a:moveTo>
                    <a:pt x="0" y="0"/>
                  </a:moveTo>
                  <a:lnTo>
                    <a:pt x="5992" y="1670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584755" y="2633171"/>
              <a:ext cx="5992" cy="167059"/>
            </a:xfrm>
            <a:custGeom>
              <a:avLst/>
              <a:pathLst>
                <a:path w="5992" h="167059">
                  <a:moveTo>
                    <a:pt x="0" y="0"/>
                  </a:moveTo>
                  <a:lnTo>
                    <a:pt x="5992" y="1670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584755" y="2633171"/>
              <a:ext cx="5992" cy="167059"/>
            </a:xfrm>
            <a:custGeom>
              <a:avLst/>
              <a:pathLst>
                <a:path w="5992" h="167059">
                  <a:moveTo>
                    <a:pt x="0" y="0"/>
                  </a:moveTo>
                  <a:lnTo>
                    <a:pt x="5992" y="16705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584755" y="2633171"/>
              <a:ext cx="5992" cy="167059"/>
            </a:xfrm>
            <a:custGeom>
              <a:avLst/>
              <a:pathLst>
                <a:path w="5992" h="167059">
                  <a:moveTo>
                    <a:pt x="0" y="0"/>
                  </a:moveTo>
                  <a:lnTo>
                    <a:pt x="5992" y="16705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584755" y="2633171"/>
              <a:ext cx="5992" cy="167059"/>
            </a:xfrm>
            <a:custGeom>
              <a:avLst/>
              <a:pathLst>
                <a:path w="5992" h="167059">
                  <a:moveTo>
                    <a:pt x="0" y="0"/>
                  </a:moveTo>
                  <a:lnTo>
                    <a:pt x="5992" y="1670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584755" y="2633171"/>
              <a:ext cx="5992" cy="167059"/>
            </a:xfrm>
            <a:custGeom>
              <a:avLst/>
              <a:pathLst>
                <a:path w="5992" h="167059">
                  <a:moveTo>
                    <a:pt x="0" y="0"/>
                  </a:moveTo>
                  <a:lnTo>
                    <a:pt x="5992" y="1670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584755" y="2633171"/>
              <a:ext cx="5992" cy="167059"/>
            </a:xfrm>
            <a:custGeom>
              <a:avLst/>
              <a:pathLst>
                <a:path w="5992" h="167059">
                  <a:moveTo>
                    <a:pt x="0" y="0"/>
                  </a:moveTo>
                  <a:lnTo>
                    <a:pt x="5992" y="1670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584755" y="2633171"/>
              <a:ext cx="5992" cy="167059"/>
            </a:xfrm>
            <a:custGeom>
              <a:avLst/>
              <a:pathLst>
                <a:path w="5992" h="167059">
                  <a:moveTo>
                    <a:pt x="0" y="0"/>
                  </a:moveTo>
                  <a:lnTo>
                    <a:pt x="5992" y="1670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584755" y="2633171"/>
              <a:ext cx="5992" cy="167059"/>
            </a:xfrm>
            <a:custGeom>
              <a:avLst/>
              <a:pathLst>
                <a:path w="5992" h="167059">
                  <a:moveTo>
                    <a:pt x="0" y="0"/>
                  </a:moveTo>
                  <a:lnTo>
                    <a:pt x="5992" y="1670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584755" y="2633171"/>
              <a:ext cx="5992" cy="167059"/>
            </a:xfrm>
            <a:custGeom>
              <a:avLst/>
              <a:pathLst>
                <a:path w="5992" h="167059">
                  <a:moveTo>
                    <a:pt x="0" y="0"/>
                  </a:moveTo>
                  <a:lnTo>
                    <a:pt x="5992" y="1670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584755" y="2633171"/>
              <a:ext cx="5992" cy="167059"/>
            </a:xfrm>
            <a:custGeom>
              <a:avLst/>
              <a:pathLst>
                <a:path w="5992" h="167059">
                  <a:moveTo>
                    <a:pt x="0" y="0"/>
                  </a:moveTo>
                  <a:lnTo>
                    <a:pt x="5992" y="1670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584755" y="2633171"/>
              <a:ext cx="5992" cy="167059"/>
            </a:xfrm>
            <a:custGeom>
              <a:avLst/>
              <a:pathLst>
                <a:path w="5992" h="167059">
                  <a:moveTo>
                    <a:pt x="0" y="0"/>
                  </a:moveTo>
                  <a:lnTo>
                    <a:pt x="5992" y="1670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584755" y="2633171"/>
              <a:ext cx="5992" cy="167059"/>
            </a:xfrm>
            <a:custGeom>
              <a:avLst/>
              <a:pathLst>
                <a:path w="5992" h="167059">
                  <a:moveTo>
                    <a:pt x="0" y="0"/>
                  </a:moveTo>
                  <a:lnTo>
                    <a:pt x="5992" y="1670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423596" y="2633171"/>
              <a:ext cx="334319" cy="334220"/>
            </a:xfrm>
            <a:custGeom>
              <a:avLst/>
              <a:pathLst>
                <a:path w="334319" h="334220">
                  <a:moveTo>
                    <a:pt x="161159" y="0"/>
                  </a:moveTo>
                  <a:lnTo>
                    <a:pt x="155884" y="272"/>
                  </a:lnTo>
                  <a:lnTo>
                    <a:pt x="150621" y="711"/>
                  </a:lnTo>
                  <a:lnTo>
                    <a:pt x="145374" y="1317"/>
                  </a:lnTo>
                  <a:lnTo>
                    <a:pt x="140148" y="2088"/>
                  </a:lnTo>
                  <a:lnTo>
                    <a:pt x="134950" y="3023"/>
                  </a:lnTo>
                  <a:lnTo>
                    <a:pt x="129783" y="4122"/>
                  </a:lnTo>
                  <a:lnTo>
                    <a:pt x="124654" y="5384"/>
                  </a:lnTo>
                  <a:lnTo>
                    <a:pt x="119568" y="6808"/>
                  </a:lnTo>
                  <a:lnTo>
                    <a:pt x="114529" y="8391"/>
                  </a:lnTo>
                  <a:lnTo>
                    <a:pt x="109542" y="10133"/>
                  </a:lnTo>
                  <a:lnTo>
                    <a:pt x="104613" y="12031"/>
                  </a:lnTo>
                  <a:lnTo>
                    <a:pt x="99746" y="14084"/>
                  </a:lnTo>
                  <a:lnTo>
                    <a:pt x="94947" y="16290"/>
                  </a:lnTo>
                  <a:lnTo>
                    <a:pt x="90220" y="18647"/>
                  </a:lnTo>
                  <a:lnTo>
                    <a:pt x="85569" y="21151"/>
                  </a:lnTo>
                  <a:lnTo>
                    <a:pt x="81000" y="23801"/>
                  </a:lnTo>
                  <a:lnTo>
                    <a:pt x="76518" y="26595"/>
                  </a:lnTo>
                  <a:lnTo>
                    <a:pt x="72125" y="29528"/>
                  </a:lnTo>
                  <a:lnTo>
                    <a:pt x="67827" y="32599"/>
                  </a:lnTo>
                  <a:lnTo>
                    <a:pt x="63629" y="35804"/>
                  </a:lnTo>
                  <a:lnTo>
                    <a:pt x="59534" y="39140"/>
                  </a:lnTo>
                  <a:lnTo>
                    <a:pt x="55546" y="42604"/>
                  </a:lnTo>
                  <a:lnTo>
                    <a:pt x="51670" y="46192"/>
                  </a:lnTo>
                  <a:lnTo>
                    <a:pt x="47909" y="49901"/>
                  </a:lnTo>
                  <a:lnTo>
                    <a:pt x="44267" y="53727"/>
                  </a:lnTo>
                  <a:lnTo>
                    <a:pt x="40748" y="57666"/>
                  </a:lnTo>
                  <a:lnTo>
                    <a:pt x="37355" y="61714"/>
                  </a:lnTo>
                  <a:lnTo>
                    <a:pt x="34092" y="65867"/>
                  </a:lnTo>
                  <a:lnTo>
                    <a:pt x="30961" y="70121"/>
                  </a:lnTo>
                  <a:lnTo>
                    <a:pt x="27967" y="74472"/>
                  </a:lnTo>
                  <a:lnTo>
                    <a:pt x="25111" y="78916"/>
                  </a:lnTo>
                  <a:lnTo>
                    <a:pt x="22397" y="83447"/>
                  </a:lnTo>
                  <a:lnTo>
                    <a:pt x="19828" y="88062"/>
                  </a:lnTo>
                  <a:lnTo>
                    <a:pt x="17406" y="92756"/>
                  </a:lnTo>
                  <a:lnTo>
                    <a:pt x="15133" y="97524"/>
                  </a:lnTo>
                  <a:lnTo>
                    <a:pt x="13012" y="102362"/>
                  </a:lnTo>
                  <a:lnTo>
                    <a:pt x="11045" y="107264"/>
                  </a:lnTo>
                  <a:lnTo>
                    <a:pt x="9234" y="112225"/>
                  </a:lnTo>
                  <a:lnTo>
                    <a:pt x="7580" y="117242"/>
                  </a:lnTo>
                  <a:lnTo>
                    <a:pt x="6086" y="122308"/>
                  </a:lnTo>
                  <a:lnTo>
                    <a:pt x="4752" y="127419"/>
                  </a:lnTo>
                  <a:lnTo>
                    <a:pt x="3581" y="132570"/>
                  </a:lnTo>
                  <a:lnTo>
                    <a:pt x="2573" y="137755"/>
                  </a:lnTo>
                  <a:lnTo>
                    <a:pt x="1730" y="142969"/>
                  </a:lnTo>
                  <a:lnTo>
                    <a:pt x="1051" y="148207"/>
                  </a:lnTo>
                  <a:lnTo>
                    <a:pt x="538" y="153464"/>
                  </a:lnTo>
                  <a:lnTo>
                    <a:pt x="192" y="158735"/>
                  </a:lnTo>
                  <a:lnTo>
                    <a:pt x="12" y="164014"/>
                  </a:lnTo>
                  <a:lnTo>
                    <a:pt x="0" y="169295"/>
                  </a:lnTo>
                  <a:lnTo>
                    <a:pt x="154" y="174575"/>
                  </a:lnTo>
                  <a:lnTo>
                    <a:pt x="474" y="179847"/>
                  </a:lnTo>
                  <a:lnTo>
                    <a:pt x="962" y="185107"/>
                  </a:lnTo>
                  <a:lnTo>
                    <a:pt x="1615" y="190348"/>
                  </a:lnTo>
                  <a:lnTo>
                    <a:pt x="2433" y="195567"/>
                  </a:lnTo>
                  <a:lnTo>
                    <a:pt x="3416" y="200756"/>
                  </a:lnTo>
                  <a:lnTo>
                    <a:pt x="4562" y="205912"/>
                  </a:lnTo>
                  <a:lnTo>
                    <a:pt x="5871" y="211030"/>
                  </a:lnTo>
                  <a:lnTo>
                    <a:pt x="7341" y="216103"/>
                  </a:lnTo>
                  <a:lnTo>
                    <a:pt x="8970" y="221128"/>
                  </a:lnTo>
                  <a:lnTo>
                    <a:pt x="10757" y="226098"/>
                  </a:lnTo>
                  <a:lnTo>
                    <a:pt x="12700" y="231010"/>
                  </a:lnTo>
                  <a:lnTo>
                    <a:pt x="14798" y="235857"/>
                  </a:lnTo>
                  <a:lnTo>
                    <a:pt x="17047" y="240636"/>
                  </a:lnTo>
                  <a:lnTo>
                    <a:pt x="19447" y="245342"/>
                  </a:lnTo>
                  <a:lnTo>
                    <a:pt x="21994" y="249969"/>
                  </a:lnTo>
                  <a:lnTo>
                    <a:pt x="24685" y="254514"/>
                  </a:lnTo>
                  <a:lnTo>
                    <a:pt x="27520" y="258971"/>
                  </a:lnTo>
                  <a:lnTo>
                    <a:pt x="30493" y="263337"/>
                  </a:lnTo>
                  <a:lnTo>
                    <a:pt x="33603" y="267606"/>
                  </a:lnTo>
                  <a:lnTo>
                    <a:pt x="36846" y="271775"/>
                  </a:lnTo>
                  <a:lnTo>
                    <a:pt x="40219" y="275840"/>
                  </a:lnTo>
                  <a:lnTo>
                    <a:pt x="43720" y="279795"/>
                  </a:lnTo>
                  <a:lnTo>
                    <a:pt x="47343" y="283639"/>
                  </a:lnTo>
                  <a:lnTo>
                    <a:pt x="51086" y="287366"/>
                  </a:lnTo>
                  <a:lnTo>
                    <a:pt x="54945" y="290973"/>
                  </a:lnTo>
                  <a:lnTo>
                    <a:pt x="58915" y="294456"/>
                  </a:lnTo>
                  <a:lnTo>
                    <a:pt x="62994" y="297812"/>
                  </a:lnTo>
                  <a:lnTo>
                    <a:pt x="67177" y="301037"/>
                  </a:lnTo>
                  <a:lnTo>
                    <a:pt x="71460" y="304129"/>
                  </a:lnTo>
                  <a:lnTo>
                    <a:pt x="75838" y="307083"/>
                  </a:lnTo>
                  <a:lnTo>
                    <a:pt x="80307" y="309898"/>
                  </a:lnTo>
                  <a:lnTo>
                    <a:pt x="84863" y="312571"/>
                  </a:lnTo>
                  <a:lnTo>
                    <a:pt x="89502" y="315098"/>
                  </a:lnTo>
                  <a:lnTo>
                    <a:pt x="94217" y="317477"/>
                  </a:lnTo>
                  <a:lnTo>
                    <a:pt x="99006" y="319706"/>
                  </a:lnTo>
                  <a:lnTo>
                    <a:pt x="103862" y="321783"/>
                  </a:lnTo>
                  <a:lnTo>
                    <a:pt x="108782" y="323705"/>
                  </a:lnTo>
                  <a:lnTo>
                    <a:pt x="113760" y="325471"/>
                  </a:lnTo>
                  <a:lnTo>
                    <a:pt x="118792" y="327079"/>
                  </a:lnTo>
                  <a:lnTo>
                    <a:pt x="123871" y="328527"/>
                  </a:lnTo>
                  <a:lnTo>
                    <a:pt x="128994" y="329814"/>
                  </a:lnTo>
                  <a:lnTo>
                    <a:pt x="134155" y="330938"/>
                  </a:lnTo>
                  <a:lnTo>
                    <a:pt x="139349" y="331899"/>
                  </a:lnTo>
                  <a:lnTo>
                    <a:pt x="144571" y="332695"/>
                  </a:lnTo>
                  <a:lnTo>
                    <a:pt x="149815" y="333325"/>
                  </a:lnTo>
                  <a:lnTo>
                    <a:pt x="155076" y="333790"/>
                  </a:lnTo>
                  <a:lnTo>
                    <a:pt x="160350" y="334088"/>
                  </a:lnTo>
                  <a:lnTo>
                    <a:pt x="165630" y="334220"/>
                  </a:lnTo>
                  <a:lnTo>
                    <a:pt x="170912" y="334185"/>
                  </a:lnTo>
                  <a:lnTo>
                    <a:pt x="176190" y="333982"/>
                  </a:lnTo>
                  <a:lnTo>
                    <a:pt x="181459" y="333614"/>
                  </a:lnTo>
                  <a:lnTo>
                    <a:pt x="186714" y="333078"/>
                  </a:lnTo>
                  <a:lnTo>
                    <a:pt x="191949" y="332377"/>
                  </a:lnTo>
                  <a:lnTo>
                    <a:pt x="197160" y="331512"/>
                  </a:lnTo>
                  <a:lnTo>
                    <a:pt x="202341" y="330481"/>
                  </a:lnTo>
                  <a:lnTo>
                    <a:pt x="207486" y="329288"/>
                  </a:lnTo>
                  <a:lnTo>
                    <a:pt x="212591" y="327933"/>
                  </a:lnTo>
                  <a:lnTo>
                    <a:pt x="217651" y="326417"/>
                  </a:lnTo>
                  <a:lnTo>
                    <a:pt x="222660" y="324742"/>
                  </a:lnTo>
                  <a:lnTo>
                    <a:pt x="227614" y="322910"/>
                  </a:lnTo>
                  <a:lnTo>
                    <a:pt x="232508" y="320922"/>
                  </a:lnTo>
                  <a:lnTo>
                    <a:pt x="237336" y="318780"/>
                  </a:lnTo>
                  <a:lnTo>
                    <a:pt x="242094" y="316487"/>
                  </a:lnTo>
                  <a:lnTo>
                    <a:pt x="246778" y="314045"/>
                  </a:lnTo>
                  <a:lnTo>
                    <a:pt x="251382" y="311456"/>
                  </a:lnTo>
                  <a:lnTo>
                    <a:pt x="255902" y="308723"/>
                  </a:lnTo>
                  <a:lnTo>
                    <a:pt x="260333" y="305848"/>
                  </a:lnTo>
                  <a:lnTo>
                    <a:pt x="264671" y="302835"/>
                  </a:lnTo>
                  <a:lnTo>
                    <a:pt x="268912" y="299686"/>
                  </a:lnTo>
                  <a:lnTo>
                    <a:pt x="273051" y="296405"/>
                  </a:lnTo>
                  <a:lnTo>
                    <a:pt x="277085" y="292995"/>
                  </a:lnTo>
                  <a:lnTo>
                    <a:pt x="281009" y="289459"/>
                  </a:lnTo>
                  <a:lnTo>
                    <a:pt x="284819" y="285801"/>
                  </a:lnTo>
                  <a:lnTo>
                    <a:pt x="288512" y="282024"/>
                  </a:lnTo>
                  <a:lnTo>
                    <a:pt x="292083" y="278132"/>
                  </a:lnTo>
                  <a:lnTo>
                    <a:pt x="295530" y="274130"/>
                  </a:lnTo>
                  <a:lnTo>
                    <a:pt x="298848" y="270021"/>
                  </a:lnTo>
                  <a:lnTo>
                    <a:pt x="302036" y="265809"/>
                  </a:lnTo>
                  <a:lnTo>
                    <a:pt x="305088" y="261498"/>
                  </a:lnTo>
                  <a:lnTo>
                    <a:pt x="308003" y="257093"/>
                  </a:lnTo>
                  <a:lnTo>
                    <a:pt x="310777" y="252598"/>
                  </a:lnTo>
                  <a:lnTo>
                    <a:pt x="313408" y="248018"/>
                  </a:lnTo>
                  <a:lnTo>
                    <a:pt x="315892" y="243357"/>
                  </a:lnTo>
                  <a:lnTo>
                    <a:pt x="318229" y="238620"/>
                  </a:lnTo>
                  <a:lnTo>
                    <a:pt x="320414" y="233811"/>
                  </a:lnTo>
                  <a:lnTo>
                    <a:pt x="322446" y="228935"/>
                  </a:lnTo>
                  <a:lnTo>
                    <a:pt x="324324" y="223998"/>
                  </a:lnTo>
                  <a:lnTo>
                    <a:pt x="326044" y="219004"/>
                  </a:lnTo>
                  <a:lnTo>
                    <a:pt x="327606" y="213959"/>
                  </a:lnTo>
                  <a:lnTo>
                    <a:pt x="329007" y="208866"/>
                  </a:lnTo>
                  <a:lnTo>
                    <a:pt x="330247" y="203732"/>
                  </a:lnTo>
                  <a:lnTo>
                    <a:pt x="331325" y="198561"/>
                  </a:lnTo>
                  <a:lnTo>
                    <a:pt x="332238" y="193358"/>
                  </a:lnTo>
                  <a:lnTo>
                    <a:pt x="332986" y="188129"/>
                  </a:lnTo>
                  <a:lnTo>
                    <a:pt x="333569" y="182880"/>
                  </a:lnTo>
                  <a:lnTo>
                    <a:pt x="333986" y="177614"/>
                  </a:lnTo>
                  <a:lnTo>
                    <a:pt x="334236" y="172338"/>
                  </a:lnTo>
                  <a:lnTo>
                    <a:pt x="334319" y="167057"/>
                  </a:lnTo>
                  <a:lnTo>
                    <a:pt x="334236" y="161776"/>
                  </a:lnTo>
                  <a:lnTo>
                    <a:pt x="333986" y="156499"/>
                  </a:lnTo>
                  <a:lnTo>
                    <a:pt x="333569" y="151234"/>
                  </a:lnTo>
                  <a:lnTo>
                    <a:pt x="332986" y="145984"/>
                  </a:lnTo>
                  <a:lnTo>
                    <a:pt x="332237" y="140756"/>
                  </a:lnTo>
                  <a:lnTo>
                    <a:pt x="331324" y="135553"/>
                  </a:lnTo>
                  <a:lnTo>
                    <a:pt x="330246" y="130382"/>
                  </a:lnTo>
                  <a:lnTo>
                    <a:pt x="329006" y="125248"/>
                  </a:lnTo>
                  <a:lnTo>
                    <a:pt x="327604" y="120155"/>
                  </a:lnTo>
                  <a:lnTo>
                    <a:pt x="326042" y="115110"/>
                  </a:lnTo>
                  <a:lnTo>
                    <a:pt x="324322" y="110116"/>
                  </a:lnTo>
                  <a:lnTo>
                    <a:pt x="322444" y="105179"/>
                  </a:lnTo>
                  <a:lnTo>
                    <a:pt x="320412" y="100303"/>
                  </a:lnTo>
                  <a:lnTo>
                    <a:pt x="318226" y="95495"/>
                  </a:lnTo>
                  <a:lnTo>
                    <a:pt x="315890" y="90758"/>
                  </a:lnTo>
                  <a:lnTo>
                    <a:pt x="313405" y="86097"/>
                  </a:lnTo>
                  <a:lnTo>
                    <a:pt x="310774" y="81516"/>
                  </a:lnTo>
                  <a:lnTo>
                    <a:pt x="308000" y="77022"/>
                  </a:lnTo>
                  <a:lnTo>
                    <a:pt x="305085" y="72617"/>
                  </a:lnTo>
                  <a:lnTo>
                    <a:pt x="302032" y="68306"/>
                  </a:lnTo>
                  <a:lnTo>
                    <a:pt x="298845" y="64094"/>
                  </a:lnTo>
                  <a:lnTo>
                    <a:pt x="295526" y="59985"/>
                  </a:lnTo>
                  <a:lnTo>
                    <a:pt x="292080" y="55983"/>
                  </a:lnTo>
                  <a:lnTo>
                    <a:pt x="288508" y="52091"/>
                  </a:lnTo>
                  <a:lnTo>
                    <a:pt x="284815" y="48315"/>
                  </a:lnTo>
                  <a:lnTo>
                    <a:pt x="281005" y="44657"/>
                  </a:lnTo>
                  <a:lnTo>
                    <a:pt x="277081" y="41121"/>
                  </a:lnTo>
                  <a:lnTo>
                    <a:pt x="273047" y="37711"/>
                  </a:lnTo>
                  <a:lnTo>
                    <a:pt x="268908" y="34430"/>
                  </a:lnTo>
                  <a:lnTo>
                    <a:pt x="264667" y="31281"/>
                  </a:lnTo>
                  <a:lnTo>
                    <a:pt x="260329" y="28268"/>
                  </a:lnTo>
                  <a:lnTo>
                    <a:pt x="255897" y="25394"/>
                  </a:lnTo>
                  <a:lnTo>
                    <a:pt x="251377" y="22661"/>
                  </a:lnTo>
                  <a:lnTo>
                    <a:pt x="246773" y="20072"/>
                  </a:lnTo>
                  <a:lnTo>
                    <a:pt x="242090" y="17630"/>
                  </a:lnTo>
                  <a:lnTo>
                    <a:pt x="237331" y="15337"/>
                  </a:lnTo>
                  <a:lnTo>
                    <a:pt x="232503" y="13195"/>
                  </a:lnTo>
                  <a:lnTo>
                    <a:pt x="227609" y="11207"/>
                  </a:lnTo>
                  <a:lnTo>
                    <a:pt x="222655" y="9375"/>
                  </a:lnTo>
                  <a:lnTo>
                    <a:pt x="167152" y="1670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590748" y="2633064"/>
              <a:ext cx="55503" cy="167167"/>
            </a:xfrm>
            <a:custGeom>
              <a:avLst/>
              <a:pathLst>
                <a:path w="55503" h="167167">
                  <a:moveTo>
                    <a:pt x="55503" y="9483"/>
                  </a:moveTo>
                  <a:lnTo>
                    <a:pt x="49535" y="7507"/>
                  </a:lnTo>
                  <a:lnTo>
                    <a:pt x="43498" y="5758"/>
                  </a:lnTo>
                  <a:lnTo>
                    <a:pt x="37398" y="4237"/>
                  </a:lnTo>
                  <a:lnTo>
                    <a:pt x="31246" y="2946"/>
                  </a:lnTo>
                  <a:lnTo>
                    <a:pt x="25050" y="1887"/>
                  </a:lnTo>
                  <a:lnTo>
                    <a:pt x="18819" y="1062"/>
                  </a:lnTo>
                  <a:lnTo>
                    <a:pt x="12560" y="472"/>
                  </a:lnTo>
                  <a:lnTo>
                    <a:pt x="6284" y="11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02368" y="3170392"/>
              <a:ext cx="23612" cy="167167"/>
            </a:xfrm>
            <a:custGeom>
              <a:avLst/>
              <a:pathLst>
                <a:path w="23612" h="167167">
                  <a:moveTo>
                    <a:pt x="23612" y="0"/>
                  </a:moveTo>
                  <a:lnTo>
                    <a:pt x="15718" y="186"/>
                  </a:lnTo>
                  <a:lnTo>
                    <a:pt x="7841" y="745"/>
                  </a:lnTo>
                  <a:lnTo>
                    <a:pt x="0" y="1676"/>
                  </a:lnTo>
                  <a:lnTo>
                    <a:pt x="2361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02368" y="3172068"/>
              <a:ext cx="23612" cy="165491"/>
            </a:xfrm>
            <a:custGeom>
              <a:avLst/>
              <a:pathLst>
                <a:path w="23612" h="165491">
                  <a:moveTo>
                    <a:pt x="0" y="0"/>
                  </a:moveTo>
                  <a:lnTo>
                    <a:pt x="23612" y="1654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02368" y="3172068"/>
              <a:ext cx="23612" cy="165491"/>
            </a:xfrm>
            <a:custGeom>
              <a:avLst/>
              <a:pathLst>
                <a:path w="23612" h="165491">
                  <a:moveTo>
                    <a:pt x="0" y="0"/>
                  </a:moveTo>
                  <a:lnTo>
                    <a:pt x="23612" y="16549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02368" y="3172068"/>
              <a:ext cx="23612" cy="165491"/>
            </a:xfrm>
            <a:custGeom>
              <a:avLst/>
              <a:pathLst>
                <a:path w="23612" h="165491">
                  <a:moveTo>
                    <a:pt x="0" y="0"/>
                  </a:moveTo>
                  <a:lnTo>
                    <a:pt x="23612" y="16549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02368" y="3172068"/>
              <a:ext cx="23612" cy="165491"/>
            </a:xfrm>
            <a:custGeom>
              <a:avLst/>
              <a:pathLst>
                <a:path w="23612" h="165491">
                  <a:moveTo>
                    <a:pt x="0" y="0"/>
                  </a:moveTo>
                  <a:lnTo>
                    <a:pt x="23612" y="16549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02368" y="3172068"/>
              <a:ext cx="23612" cy="165491"/>
            </a:xfrm>
            <a:custGeom>
              <a:avLst/>
              <a:pathLst>
                <a:path w="23612" h="165491">
                  <a:moveTo>
                    <a:pt x="0" y="0"/>
                  </a:moveTo>
                  <a:lnTo>
                    <a:pt x="23612" y="16549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02368" y="3172068"/>
              <a:ext cx="23612" cy="165491"/>
            </a:xfrm>
            <a:custGeom>
              <a:avLst/>
              <a:pathLst>
                <a:path w="23612" h="165491">
                  <a:moveTo>
                    <a:pt x="0" y="0"/>
                  </a:moveTo>
                  <a:lnTo>
                    <a:pt x="23612" y="16549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02368" y="3172068"/>
              <a:ext cx="23612" cy="165491"/>
            </a:xfrm>
            <a:custGeom>
              <a:avLst/>
              <a:pathLst>
                <a:path w="23612" h="165491">
                  <a:moveTo>
                    <a:pt x="0" y="0"/>
                  </a:moveTo>
                  <a:lnTo>
                    <a:pt x="23612" y="1654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02368" y="3172068"/>
              <a:ext cx="23612" cy="165491"/>
            </a:xfrm>
            <a:custGeom>
              <a:avLst/>
              <a:pathLst>
                <a:path w="23612" h="165491">
                  <a:moveTo>
                    <a:pt x="0" y="0"/>
                  </a:moveTo>
                  <a:lnTo>
                    <a:pt x="23612" y="1654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02368" y="3172068"/>
              <a:ext cx="23612" cy="165491"/>
            </a:xfrm>
            <a:custGeom>
              <a:avLst/>
              <a:pathLst>
                <a:path w="23612" h="165491">
                  <a:moveTo>
                    <a:pt x="0" y="0"/>
                  </a:moveTo>
                  <a:lnTo>
                    <a:pt x="23612" y="1654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02368" y="3172068"/>
              <a:ext cx="23612" cy="165491"/>
            </a:xfrm>
            <a:custGeom>
              <a:avLst/>
              <a:pathLst>
                <a:path w="23612" h="165491">
                  <a:moveTo>
                    <a:pt x="0" y="0"/>
                  </a:moveTo>
                  <a:lnTo>
                    <a:pt x="23612" y="1654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02368" y="3172068"/>
              <a:ext cx="23612" cy="165491"/>
            </a:xfrm>
            <a:custGeom>
              <a:avLst/>
              <a:pathLst>
                <a:path w="23612" h="165491">
                  <a:moveTo>
                    <a:pt x="0" y="0"/>
                  </a:moveTo>
                  <a:lnTo>
                    <a:pt x="23612" y="16549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02368" y="3172068"/>
              <a:ext cx="23612" cy="165491"/>
            </a:xfrm>
            <a:custGeom>
              <a:avLst/>
              <a:pathLst>
                <a:path w="23612" h="165491">
                  <a:moveTo>
                    <a:pt x="0" y="0"/>
                  </a:moveTo>
                  <a:lnTo>
                    <a:pt x="23612" y="16549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358815" y="3172068"/>
              <a:ext cx="334311" cy="332656"/>
            </a:xfrm>
            <a:custGeom>
              <a:avLst/>
              <a:pathLst>
                <a:path w="334311" h="332656">
                  <a:moveTo>
                    <a:pt x="143552" y="0"/>
                  </a:moveTo>
                  <a:lnTo>
                    <a:pt x="138329" y="829"/>
                  </a:lnTo>
                  <a:lnTo>
                    <a:pt x="133136" y="1823"/>
                  </a:lnTo>
                  <a:lnTo>
                    <a:pt x="127977" y="2981"/>
                  </a:lnTo>
                  <a:lnTo>
                    <a:pt x="122857" y="4302"/>
                  </a:lnTo>
                  <a:lnTo>
                    <a:pt x="117781" y="5784"/>
                  </a:lnTo>
                  <a:lnTo>
                    <a:pt x="112755" y="7426"/>
                  </a:lnTo>
                  <a:lnTo>
                    <a:pt x="107783" y="9226"/>
                  </a:lnTo>
                  <a:lnTo>
                    <a:pt x="102871" y="11182"/>
                  </a:lnTo>
                  <a:lnTo>
                    <a:pt x="98023" y="13292"/>
                  </a:lnTo>
                  <a:lnTo>
                    <a:pt x="93244" y="15555"/>
                  </a:lnTo>
                  <a:lnTo>
                    <a:pt x="88539" y="17968"/>
                  </a:lnTo>
                  <a:lnTo>
                    <a:pt x="83913" y="20528"/>
                  </a:lnTo>
                  <a:lnTo>
                    <a:pt x="79370" y="23234"/>
                  </a:lnTo>
                  <a:lnTo>
                    <a:pt x="74914" y="26082"/>
                  </a:lnTo>
                  <a:lnTo>
                    <a:pt x="70552" y="29069"/>
                  </a:lnTo>
                  <a:lnTo>
                    <a:pt x="66285" y="32193"/>
                  </a:lnTo>
                  <a:lnTo>
                    <a:pt x="62120" y="35450"/>
                  </a:lnTo>
                  <a:lnTo>
                    <a:pt x="58060" y="38837"/>
                  </a:lnTo>
                  <a:lnTo>
                    <a:pt x="54109" y="42351"/>
                  </a:lnTo>
                  <a:lnTo>
                    <a:pt x="50271" y="45988"/>
                  </a:lnTo>
                  <a:lnTo>
                    <a:pt x="46550" y="49745"/>
                  </a:lnTo>
                  <a:lnTo>
                    <a:pt x="42950" y="53617"/>
                  </a:lnTo>
                  <a:lnTo>
                    <a:pt x="39474" y="57602"/>
                  </a:lnTo>
                  <a:lnTo>
                    <a:pt x="36125" y="61694"/>
                  </a:lnTo>
                  <a:lnTo>
                    <a:pt x="32908" y="65890"/>
                  </a:lnTo>
                  <a:lnTo>
                    <a:pt x="29825" y="70186"/>
                  </a:lnTo>
                  <a:lnTo>
                    <a:pt x="26880" y="74577"/>
                  </a:lnTo>
                  <a:lnTo>
                    <a:pt x="24075" y="79060"/>
                  </a:lnTo>
                  <a:lnTo>
                    <a:pt x="21413" y="83628"/>
                  </a:lnTo>
                  <a:lnTo>
                    <a:pt x="18897" y="88279"/>
                  </a:lnTo>
                  <a:lnTo>
                    <a:pt x="16529" y="93007"/>
                  </a:lnTo>
                  <a:lnTo>
                    <a:pt x="14312" y="97807"/>
                  </a:lnTo>
                  <a:lnTo>
                    <a:pt x="12248" y="102675"/>
                  </a:lnTo>
                  <a:lnTo>
                    <a:pt x="10339" y="107606"/>
                  </a:lnTo>
                  <a:lnTo>
                    <a:pt x="8586" y="112595"/>
                  </a:lnTo>
                  <a:lnTo>
                    <a:pt x="6993" y="117636"/>
                  </a:lnTo>
                  <a:lnTo>
                    <a:pt x="5559" y="122726"/>
                  </a:lnTo>
                  <a:lnTo>
                    <a:pt x="4288" y="127858"/>
                  </a:lnTo>
                  <a:lnTo>
                    <a:pt x="3179" y="133028"/>
                  </a:lnTo>
                  <a:lnTo>
                    <a:pt x="2234" y="138231"/>
                  </a:lnTo>
                  <a:lnTo>
                    <a:pt x="1455" y="143461"/>
                  </a:lnTo>
                  <a:lnTo>
                    <a:pt x="841" y="148712"/>
                  </a:lnTo>
                  <a:lnTo>
                    <a:pt x="394" y="153981"/>
                  </a:lnTo>
                  <a:lnTo>
                    <a:pt x="113" y="159261"/>
                  </a:lnTo>
                  <a:lnTo>
                    <a:pt x="0" y="164548"/>
                  </a:lnTo>
                  <a:lnTo>
                    <a:pt x="53" y="169835"/>
                  </a:lnTo>
                  <a:lnTo>
                    <a:pt x="274" y="175118"/>
                  </a:lnTo>
                  <a:lnTo>
                    <a:pt x="662" y="180391"/>
                  </a:lnTo>
                  <a:lnTo>
                    <a:pt x="1217" y="185650"/>
                  </a:lnTo>
                  <a:lnTo>
                    <a:pt x="1937" y="190888"/>
                  </a:lnTo>
                  <a:lnTo>
                    <a:pt x="2823" y="196101"/>
                  </a:lnTo>
                  <a:lnTo>
                    <a:pt x="3873" y="201283"/>
                  </a:lnTo>
                  <a:lnTo>
                    <a:pt x="5087" y="206429"/>
                  </a:lnTo>
                  <a:lnTo>
                    <a:pt x="6463" y="211535"/>
                  </a:lnTo>
                  <a:lnTo>
                    <a:pt x="8000" y="216594"/>
                  </a:lnTo>
                  <a:lnTo>
                    <a:pt x="9695" y="221602"/>
                  </a:lnTo>
                  <a:lnTo>
                    <a:pt x="11549" y="226554"/>
                  </a:lnTo>
                  <a:lnTo>
                    <a:pt x="13558" y="231445"/>
                  </a:lnTo>
                  <a:lnTo>
                    <a:pt x="15721" y="236270"/>
                  </a:lnTo>
                  <a:lnTo>
                    <a:pt x="18035" y="241025"/>
                  </a:lnTo>
                  <a:lnTo>
                    <a:pt x="20498" y="245703"/>
                  </a:lnTo>
                  <a:lnTo>
                    <a:pt x="23108" y="250302"/>
                  </a:lnTo>
                  <a:lnTo>
                    <a:pt x="25863" y="254815"/>
                  </a:lnTo>
                  <a:lnTo>
                    <a:pt x="28759" y="259239"/>
                  </a:lnTo>
                  <a:lnTo>
                    <a:pt x="31793" y="263570"/>
                  </a:lnTo>
                  <a:lnTo>
                    <a:pt x="34962" y="267802"/>
                  </a:lnTo>
                  <a:lnTo>
                    <a:pt x="38264" y="271932"/>
                  </a:lnTo>
                  <a:lnTo>
                    <a:pt x="41695" y="275955"/>
                  </a:lnTo>
                  <a:lnTo>
                    <a:pt x="45251" y="279868"/>
                  </a:lnTo>
                  <a:lnTo>
                    <a:pt x="48930" y="283667"/>
                  </a:lnTo>
                  <a:lnTo>
                    <a:pt x="52726" y="287347"/>
                  </a:lnTo>
                  <a:lnTo>
                    <a:pt x="56637" y="290905"/>
                  </a:lnTo>
                  <a:lnTo>
                    <a:pt x="60659" y="294338"/>
                  </a:lnTo>
                  <a:lnTo>
                    <a:pt x="64787" y="297642"/>
                  </a:lnTo>
                  <a:lnTo>
                    <a:pt x="69018" y="300814"/>
                  </a:lnTo>
                  <a:lnTo>
                    <a:pt x="73347" y="303850"/>
                  </a:lnTo>
                  <a:lnTo>
                    <a:pt x="77770" y="306748"/>
                  </a:lnTo>
                  <a:lnTo>
                    <a:pt x="82282" y="309505"/>
                  </a:lnTo>
                  <a:lnTo>
                    <a:pt x="86879" y="312117"/>
                  </a:lnTo>
                  <a:lnTo>
                    <a:pt x="91556" y="314583"/>
                  </a:lnTo>
                  <a:lnTo>
                    <a:pt x="96309" y="316899"/>
                  </a:lnTo>
                  <a:lnTo>
                    <a:pt x="101133" y="319065"/>
                  </a:lnTo>
                  <a:lnTo>
                    <a:pt x="106023" y="321076"/>
                  </a:lnTo>
                  <a:lnTo>
                    <a:pt x="110975" y="322932"/>
                  </a:lnTo>
                  <a:lnTo>
                    <a:pt x="115982" y="324630"/>
                  </a:lnTo>
                  <a:lnTo>
                    <a:pt x="121041" y="326169"/>
                  </a:lnTo>
                  <a:lnTo>
                    <a:pt x="126145" y="327548"/>
                  </a:lnTo>
                  <a:lnTo>
                    <a:pt x="131291" y="328764"/>
                  </a:lnTo>
                  <a:lnTo>
                    <a:pt x="136473" y="329817"/>
                  </a:lnTo>
                  <a:lnTo>
                    <a:pt x="141685" y="330705"/>
                  </a:lnTo>
                  <a:lnTo>
                    <a:pt x="146923" y="331428"/>
                  </a:lnTo>
                  <a:lnTo>
                    <a:pt x="152181" y="331986"/>
                  </a:lnTo>
                  <a:lnTo>
                    <a:pt x="157454" y="332376"/>
                  </a:lnTo>
                  <a:lnTo>
                    <a:pt x="162737" y="332600"/>
                  </a:lnTo>
                  <a:lnTo>
                    <a:pt x="168025" y="332656"/>
                  </a:lnTo>
                  <a:lnTo>
                    <a:pt x="173311" y="332545"/>
                  </a:lnTo>
                  <a:lnTo>
                    <a:pt x="178591" y="332267"/>
                  </a:lnTo>
                  <a:lnTo>
                    <a:pt x="183860" y="331822"/>
                  </a:lnTo>
                  <a:lnTo>
                    <a:pt x="189112" y="331211"/>
                  </a:lnTo>
                  <a:lnTo>
                    <a:pt x="194342" y="330434"/>
                  </a:lnTo>
                  <a:lnTo>
                    <a:pt x="199545" y="329492"/>
                  </a:lnTo>
                  <a:lnTo>
                    <a:pt x="204716" y="328386"/>
                  </a:lnTo>
                  <a:lnTo>
                    <a:pt x="209849" y="327117"/>
                  </a:lnTo>
                  <a:lnTo>
                    <a:pt x="214939" y="325686"/>
                  </a:lnTo>
                  <a:lnTo>
                    <a:pt x="219982" y="324095"/>
                  </a:lnTo>
                  <a:lnTo>
                    <a:pt x="224971" y="322345"/>
                  </a:lnTo>
                  <a:lnTo>
                    <a:pt x="229903" y="320439"/>
                  </a:lnTo>
                  <a:lnTo>
                    <a:pt x="234772" y="318377"/>
                  </a:lnTo>
                  <a:lnTo>
                    <a:pt x="239574" y="316162"/>
                  </a:lnTo>
                  <a:lnTo>
                    <a:pt x="244303" y="313797"/>
                  </a:lnTo>
                  <a:lnTo>
                    <a:pt x="248954" y="311283"/>
                  </a:lnTo>
                  <a:lnTo>
                    <a:pt x="253524" y="308623"/>
                  </a:lnTo>
                  <a:lnTo>
                    <a:pt x="258008" y="305820"/>
                  </a:lnTo>
                  <a:lnTo>
                    <a:pt x="262401" y="302877"/>
                  </a:lnTo>
                  <a:lnTo>
                    <a:pt x="266698" y="299796"/>
                  </a:lnTo>
                  <a:lnTo>
                    <a:pt x="270896" y="296581"/>
                  </a:lnTo>
                  <a:lnTo>
                    <a:pt x="274990" y="293235"/>
                  </a:lnTo>
                  <a:lnTo>
                    <a:pt x="278976" y="289761"/>
                  </a:lnTo>
                  <a:lnTo>
                    <a:pt x="282850" y="286163"/>
                  </a:lnTo>
                  <a:lnTo>
                    <a:pt x="286609" y="282444"/>
                  </a:lnTo>
                  <a:lnTo>
                    <a:pt x="290248" y="278607"/>
                  </a:lnTo>
                  <a:lnTo>
                    <a:pt x="293764" y="274658"/>
                  </a:lnTo>
                  <a:lnTo>
                    <a:pt x="297153" y="270600"/>
                  </a:lnTo>
                  <a:lnTo>
                    <a:pt x="300412" y="266436"/>
                  </a:lnTo>
                  <a:lnTo>
                    <a:pt x="303538" y="262171"/>
                  </a:lnTo>
                  <a:lnTo>
                    <a:pt x="306528" y="257810"/>
                  </a:lnTo>
                  <a:lnTo>
                    <a:pt x="309378" y="253356"/>
                  </a:lnTo>
                  <a:lnTo>
                    <a:pt x="312085" y="248815"/>
                  </a:lnTo>
                  <a:lnTo>
                    <a:pt x="314648" y="244189"/>
                  </a:lnTo>
                  <a:lnTo>
                    <a:pt x="317063" y="239486"/>
                  </a:lnTo>
                  <a:lnTo>
                    <a:pt x="319328" y="234708"/>
                  </a:lnTo>
                  <a:lnTo>
                    <a:pt x="321441" y="229861"/>
                  </a:lnTo>
                  <a:lnTo>
                    <a:pt x="323400" y="224949"/>
                  </a:lnTo>
                  <a:lnTo>
                    <a:pt x="325202" y="219979"/>
                  </a:lnTo>
                  <a:lnTo>
                    <a:pt x="326847" y="214953"/>
                  </a:lnTo>
                  <a:lnTo>
                    <a:pt x="328331" y="209878"/>
                  </a:lnTo>
                  <a:lnTo>
                    <a:pt x="329654" y="204759"/>
                  </a:lnTo>
                  <a:lnTo>
                    <a:pt x="330815" y="199600"/>
                  </a:lnTo>
                  <a:lnTo>
                    <a:pt x="331812" y="194407"/>
                  </a:lnTo>
                  <a:lnTo>
                    <a:pt x="332644" y="189186"/>
                  </a:lnTo>
                  <a:lnTo>
                    <a:pt x="333311" y="183940"/>
                  </a:lnTo>
                  <a:lnTo>
                    <a:pt x="333811" y="178677"/>
                  </a:lnTo>
                  <a:lnTo>
                    <a:pt x="334145" y="173400"/>
                  </a:lnTo>
                  <a:lnTo>
                    <a:pt x="334311" y="168115"/>
                  </a:lnTo>
                  <a:lnTo>
                    <a:pt x="334310" y="162827"/>
                  </a:lnTo>
                  <a:lnTo>
                    <a:pt x="334143" y="157542"/>
                  </a:lnTo>
                  <a:lnTo>
                    <a:pt x="333808" y="152265"/>
                  </a:lnTo>
                  <a:lnTo>
                    <a:pt x="333306" y="147001"/>
                  </a:lnTo>
                  <a:lnTo>
                    <a:pt x="332638" y="141756"/>
                  </a:lnTo>
                  <a:lnTo>
                    <a:pt x="331805" y="136535"/>
                  </a:lnTo>
                  <a:lnTo>
                    <a:pt x="330807" y="131342"/>
                  </a:lnTo>
                  <a:lnTo>
                    <a:pt x="329645" y="126184"/>
                  </a:lnTo>
                  <a:lnTo>
                    <a:pt x="328320" y="121065"/>
                  </a:lnTo>
                  <a:lnTo>
                    <a:pt x="326835" y="115990"/>
                  </a:lnTo>
                  <a:lnTo>
                    <a:pt x="325189" y="110965"/>
                  </a:lnTo>
                  <a:lnTo>
                    <a:pt x="323386" y="105995"/>
                  </a:lnTo>
                  <a:lnTo>
                    <a:pt x="321426" y="101084"/>
                  </a:lnTo>
                  <a:lnTo>
                    <a:pt x="319312" y="96237"/>
                  </a:lnTo>
                  <a:lnTo>
                    <a:pt x="317046" y="91460"/>
                  </a:lnTo>
                  <a:lnTo>
                    <a:pt x="314629" y="86757"/>
                  </a:lnTo>
                  <a:lnTo>
                    <a:pt x="312065" y="82132"/>
                  </a:lnTo>
                  <a:lnTo>
                    <a:pt x="309357" y="77591"/>
                  </a:lnTo>
                  <a:lnTo>
                    <a:pt x="306505" y="73138"/>
                  </a:lnTo>
                  <a:lnTo>
                    <a:pt x="303515" y="68778"/>
                  </a:lnTo>
                  <a:lnTo>
                    <a:pt x="300388" y="64514"/>
                  </a:lnTo>
                  <a:lnTo>
                    <a:pt x="297128" y="60351"/>
                  </a:lnTo>
                  <a:lnTo>
                    <a:pt x="293738" y="56293"/>
                  </a:lnTo>
                  <a:lnTo>
                    <a:pt x="290221" y="52345"/>
                  </a:lnTo>
                  <a:lnTo>
                    <a:pt x="286581" y="48510"/>
                  </a:lnTo>
                  <a:lnTo>
                    <a:pt x="282821" y="44791"/>
                  </a:lnTo>
                  <a:lnTo>
                    <a:pt x="278946" y="41194"/>
                  </a:lnTo>
                  <a:lnTo>
                    <a:pt x="274959" y="37721"/>
                  </a:lnTo>
                  <a:lnTo>
                    <a:pt x="270864" y="34376"/>
                  </a:lnTo>
                  <a:lnTo>
                    <a:pt x="266666" y="31161"/>
                  </a:lnTo>
                  <a:lnTo>
                    <a:pt x="262368" y="28082"/>
                  </a:lnTo>
                  <a:lnTo>
                    <a:pt x="167164" y="16549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25980" y="3170392"/>
              <a:ext cx="95203" cy="167167"/>
            </a:xfrm>
            <a:custGeom>
              <a:avLst/>
              <a:pathLst>
                <a:path w="95203" h="167167">
                  <a:moveTo>
                    <a:pt x="95203" y="29758"/>
                  </a:moveTo>
                  <a:lnTo>
                    <a:pt x="90524" y="26632"/>
                  </a:lnTo>
                  <a:lnTo>
                    <a:pt x="85743" y="23665"/>
                  </a:lnTo>
                  <a:lnTo>
                    <a:pt x="80865" y="20860"/>
                  </a:lnTo>
                  <a:lnTo>
                    <a:pt x="75895" y="18221"/>
                  </a:lnTo>
                  <a:lnTo>
                    <a:pt x="70840" y="15752"/>
                  </a:lnTo>
                  <a:lnTo>
                    <a:pt x="65704" y="13453"/>
                  </a:lnTo>
                  <a:lnTo>
                    <a:pt x="60493" y="11329"/>
                  </a:lnTo>
                  <a:lnTo>
                    <a:pt x="55214" y="9381"/>
                  </a:lnTo>
                  <a:lnTo>
                    <a:pt x="49872" y="7612"/>
                  </a:lnTo>
                  <a:lnTo>
                    <a:pt x="44474" y="6024"/>
                  </a:lnTo>
                  <a:lnTo>
                    <a:pt x="39026" y="4619"/>
                  </a:lnTo>
                  <a:lnTo>
                    <a:pt x="33533" y="3397"/>
                  </a:lnTo>
                  <a:lnTo>
                    <a:pt x="28002" y="2362"/>
                  </a:lnTo>
                  <a:lnTo>
                    <a:pt x="22440" y="1513"/>
                  </a:lnTo>
                  <a:lnTo>
                    <a:pt x="16852" y="851"/>
                  </a:lnTo>
                  <a:lnTo>
                    <a:pt x="11245" y="378"/>
                  </a:lnTo>
                  <a:lnTo>
                    <a:pt x="5626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84270" y="3707720"/>
              <a:ext cx="6478" cy="167167"/>
            </a:xfrm>
            <a:custGeom>
              <a:avLst/>
              <a:pathLst>
                <a:path w="6478" h="167167">
                  <a:moveTo>
                    <a:pt x="6478" y="0"/>
                  </a:moveTo>
                  <a:lnTo>
                    <a:pt x="0" y="125"/>
                  </a:lnTo>
                  <a:lnTo>
                    <a:pt x="647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84270" y="3707846"/>
              <a:ext cx="6478" cy="167041"/>
            </a:xfrm>
            <a:custGeom>
              <a:avLst/>
              <a:pathLst>
                <a:path w="6478" h="167041">
                  <a:moveTo>
                    <a:pt x="0" y="0"/>
                  </a:moveTo>
                  <a:lnTo>
                    <a:pt x="6478" y="1670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84270" y="3707846"/>
              <a:ext cx="6478" cy="167041"/>
            </a:xfrm>
            <a:custGeom>
              <a:avLst/>
              <a:pathLst>
                <a:path w="6478" h="167041">
                  <a:moveTo>
                    <a:pt x="0" y="0"/>
                  </a:moveTo>
                  <a:lnTo>
                    <a:pt x="6478" y="1670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84270" y="3707846"/>
              <a:ext cx="6478" cy="167041"/>
            </a:xfrm>
            <a:custGeom>
              <a:avLst/>
              <a:pathLst>
                <a:path w="6478" h="167041">
                  <a:moveTo>
                    <a:pt x="0" y="0"/>
                  </a:moveTo>
                  <a:lnTo>
                    <a:pt x="6478" y="1670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84270" y="3707846"/>
              <a:ext cx="6478" cy="167041"/>
            </a:xfrm>
            <a:custGeom>
              <a:avLst/>
              <a:pathLst>
                <a:path w="6478" h="167041">
                  <a:moveTo>
                    <a:pt x="0" y="0"/>
                  </a:moveTo>
                  <a:lnTo>
                    <a:pt x="6478" y="1670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84270" y="3707846"/>
              <a:ext cx="6478" cy="167041"/>
            </a:xfrm>
            <a:custGeom>
              <a:avLst/>
              <a:pathLst>
                <a:path w="6478" h="167041">
                  <a:moveTo>
                    <a:pt x="0" y="0"/>
                  </a:moveTo>
                  <a:lnTo>
                    <a:pt x="6478" y="1670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84270" y="3707846"/>
              <a:ext cx="6478" cy="167041"/>
            </a:xfrm>
            <a:custGeom>
              <a:avLst/>
              <a:pathLst>
                <a:path w="6478" h="167041">
                  <a:moveTo>
                    <a:pt x="0" y="0"/>
                  </a:moveTo>
                  <a:lnTo>
                    <a:pt x="6478" y="1670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84270" y="3707846"/>
              <a:ext cx="6478" cy="167041"/>
            </a:xfrm>
            <a:custGeom>
              <a:avLst/>
              <a:pathLst>
                <a:path w="6478" h="167041">
                  <a:moveTo>
                    <a:pt x="0" y="0"/>
                  </a:moveTo>
                  <a:lnTo>
                    <a:pt x="6478" y="1670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84270" y="3707846"/>
              <a:ext cx="6478" cy="167041"/>
            </a:xfrm>
            <a:custGeom>
              <a:avLst/>
              <a:pathLst>
                <a:path w="6478" h="167041">
                  <a:moveTo>
                    <a:pt x="0" y="0"/>
                  </a:moveTo>
                  <a:lnTo>
                    <a:pt x="6478" y="1670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84270" y="3707846"/>
              <a:ext cx="6478" cy="167041"/>
            </a:xfrm>
            <a:custGeom>
              <a:avLst/>
              <a:pathLst>
                <a:path w="6478" h="167041">
                  <a:moveTo>
                    <a:pt x="0" y="0"/>
                  </a:moveTo>
                  <a:lnTo>
                    <a:pt x="6478" y="1670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84270" y="3707846"/>
              <a:ext cx="6478" cy="167041"/>
            </a:xfrm>
            <a:custGeom>
              <a:avLst/>
              <a:pathLst>
                <a:path w="6478" h="167041">
                  <a:moveTo>
                    <a:pt x="0" y="0"/>
                  </a:moveTo>
                  <a:lnTo>
                    <a:pt x="6478" y="1670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84270" y="3707846"/>
              <a:ext cx="6478" cy="167041"/>
            </a:xfrm>
            <a:custGeom>
              <a:avLst/>
              <a:pathLst>
                <a:path w="6478" h="167041">
                  <a:moveTo>
                    <a:pt x="0" y="0"/>
                  </a:moveTo>
                  <a:lnTo>
                    <a:pt x="6478" y="1670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423594" y="3707846"/>
              <a:ext cx="334311" cy="334209"/>
            </a:xfrm>
            <a:custGeom>
              <a:avLst/>
              <a:pathLst>
                <a:path w="334311" h="334209">
                  <a:moveTo>
                    <a:pt x="160675" y="0"/>
                  </a:moveTo>
                  <a:lnTo>
                    <a:pt x="155392" y="288"/>
                  </a:lnTo>
                  <a:lnTo>
                    <a:pt x="150121" y="744"/>
                  </a:lnTo>
                  <a:lnTo>
                    <a:pt x="144867" y="1366"/>
                  </a:lnTo>
                  <a:lnTo>
                    <a:pt x="139636" y="2154"/>
                  </a:lnTo>
                  <a:lnTo>
                    <a:pt x="134432" y="3108"/>
                  </a:lnTo>
                  <a:lnTo>
                    <a:pt x="129260" y="4225"/>
                  </a:lnTo>
                  <a:lnTo>
                    <a:pt x="124127" y="5506"/>
                  </a:lnTo>
                  <a:lnTo>
                    <a:pt x="119037" y="6948"/>
                  </a:lnTo>
                  <a:lnTo>
                    <a:pt x="113995" y="8551"/>
                  </a:lnTo>
                  <a:lnTo>
                    <a:pt x="109006" y="10313"/>
                  </a:lnTo>
                  <a:lnTo>
                    <a:pt x="104076" y="12231"/>
                  </a:lnTo>
                  <a:lnTo>
                    <a:pt x="99208" y="14305"/>
                  </a:lnTo>
                  <a:lnTo>
                    <a:pt x="94409" y="16531"/>
                  </a:lnTo>
                  <a:lnTo>
                    <a:pt x="89683" y="18909"/>
                  </a:lnTo>
                  <a:lnTo>
                    <a:pt x="85034" y="21434"/>
                  </a:lnTo>
                  <a:lnTo>
                    <a:pt x="80467" y="24106"/>
                  </a:lnTo>
                  <a:lnTo>
                    <a:pt x="75988" y="26921"/>
                  </a:lnTo>
                  <a:lnTo>
                    <a:pt x="71599" y="29876"/>
                  </a:lnTo>
                  <a:lnTo>
                    <a:pt x="67307" y="32968"/>
                  </a:lnTo>
                  <a:lnTo>
                    <a:pt x="63114" y="36195"/>
                  </a:lnTo>
                  <a:lnTo>
                    <a:pt x="59025" y="39553"/>
                  </a:lnTo>
                  <a:lnTo>
                    <a:pt x="55045" y="43038"/>
                  </a:lnTo>
                  <a:lnTo>
                    <a:pt x="51177" y="46648"/>
                  </a:lnTo>
                  <a:lnTo>
                    <a:pt x="47426" y="50378"/>
                  </a:lnTo>
                  <a:lnTo>
                    <a:pt x="43794" y="54226"/>
                  </a:lnTo>
                  <a:lnTo>
                    <a:pt x="40286" y="58186"/>
                  </a:lnTo>
                  <a:lnTo>
                    <a:pt x="36904" y="62255"/>
                  </a:lnTo>
                  <a:lnTo>
                    <a:pt x="33654" y="66429"/>
                  </a:lnTo>
                  <a:lnTo>
                    <a:pt x="30537" y="70704"/>
                  </a:lnTo>
                  <a:lnTo>
                    <a:pt x="27557" y="75075"/>
                  </a:lnTo>
                  <a:lnTo>
                    <a:pt x="24716" y="79539"/>
                  </a:lnTo>
                  <a:lnTo>
                    <a:pt x="22019" y="84090"/>
                  </a:lnTo>
                  <a:lnTo>
                    <a:pt x="19466" y="88724"/>
                  </a:lnTo>
                  <a:lnTo>
                    <a:pt x="17062" y="93437"/>
                  </a:lnTo>
                  <a:lnTo>
                    <a:pt x="14808" y="98224"/>
                  </a:lnTo>
                  <a:lnTo>
                    <a:pt x="12706" y="103079"/>
                  </a:lnTo>
                  <a:lnTo>
                    <a:pt x="10760" y="107999"/>
                  </a:lnTo>
                  <a:lnTo>
                    <a:pt x="8970" y="112977"/>
                  </a:lnTo>
                  <a:lnTo>
                    <a:pt x="7338" y="118010"/>
                  </a:lnTo>
                  <a:lnTo>
                    <a:pt x="5867" y="123092"/>
                  </a:lnTo>
                  <a:lnTo>
                    <a:pt x="4557" y="128218"/>
                  </a:lnTo>
                  <a:lnTo>
                    <a:pt x="3409" y="133382"/>
                  </a:lnTo>
                  <a:lnTo>
                    <a:pt x="2426" y="138581"/>
                  </a:lnTo>
                  <a:lnTo>
                    <a:pt x="1608" y="143808"/>
                  </a:lnTo>
                  <a:lnTo>
                    <a:pt x="956" y="149058"/>
                  </a:lnTo>
                  <a:lnTo>
                    <a:pt x="470" y="154326"/>
                  </a:lnTo>
                  <a:lnTo>
                    <a:pt x="151" y="159607"/>
                  </a:lnTo>
                  <a:lnTo>
                    <a:pt x="0" y="164896"/>
                  </a:lnTo>
                  <a:lnTo>
                    <a:pt x="15" y="170186"/>
                  </a:lnTo>
                  <a:lnTo>
                    <a:pt x="199" y="175474"/>
                  </a:lnTo>
                  <a:lnTo>
                    <a:pt x="549" y="180753"/>
                  </a:lnTo>
                  <a:lnTo>
                    <a:pt x="1066" y="186018"/>
                  </a:lnTo>
                  <a:lnTo>
                    <a:pt x="1750" y="191264"/>
                  </a:lnTo>
                  <a:lnTo>
                    <a:pt x="2599" y="196486"/>
                  </a:lnTo>
                  <a:lnTo>
                    <a:pt x="3614" y="201679"/>
                  </a:lnTo>
                  <a:lnTo>
                    <a:pt x="4792" y="206837"/>
                  </a:lnTo>
                  <a:lnTo>
                    <a:pt x="6132" y="211955"/>
                  </a:lnTo>
                  <a:lnTo>
                    <a:pt x="7634" y="217028"/>
                  </a:lnTo>
                  <a:lnTo>
                    <a:pt x="9296" y="222050"/>
                  </a:lnTo>
                  <a:lnTo>
                    <a:pt x="11116" y="227018"/>
                  </a:lnTo>
                  <a:lnTo>
                    <a:pt x="13092" y="231926"/>
                  </a:lnTo>
                  <a:lnTo>
                    <a:pt x="15222" y="236769"/>
                  </a:lnTo>
                  <a:lnTo>
                    <a:pt x="17505" y="241542"/>
                  </a:lnTo>
                  <a:lnTo>
                    <a:pt x="19937" y="246240"/>
                  </a:lnTo>
                  <a:lnTo>
                    <a:pt x="22517" y="250859"/>
                  </a:lnTo>
                  <a:lnTo>
                    <a:pt x="25242" y="255394"/>
                  </a:lnTo>
                  <a:lnTo>
                    <a:pt x="28109" y="259840"/>
                  </a:lnTo>
                  <a:lnTo>
                    <a:pt x="31115" y="264194"/>
                  </a:lnTo>
                  <a:lnTo>
                    <a:pt x="34258" y="268450"/>
                  </a:lnTo>
                  <a:lnTo>
                    <a:pt x="37533" y="272605"/>
                  </a:lnTo>
                  <a:lnTo>
                    <a:pt x="40939" y="276654"/>
                  </a:lnTo>
                  <a:lnTo>
                    <a:pt x="44470" y="280593"/>
                  </a:lnTo>
                  <a:lnTo>
                    <a:pt x="48125" y="284418"/>
                  </a:lnTo>
                  <a:lnTo>
                    <a:pt x="51899" y="288126"/>
                  </a:lnTo>
                  <a:lnTo>
                    <a:pt x="55789" y="291712"/>
                  </a:lnTo>
                  <a:lnTo>
                    <a:pt x="59790" y="295174"/>
                  </a:lnTo>
                  <a:lnTo>
                    <a:pt x="63898" y="298507"/>
                  </a:lnTo>
                  <a:lnTo>
                    <a:pt x="68110" y="301709"/>
                  </a:lnTo>
                  <a:lnTo>
                    <a:pt x="72421" y="304776"/>
                  </a:lnTo>
                  <a:lnTo>
                    <a:pt x="76827" y="307705"/>
                  </a:lnTo>
                  <a:lnTo>
                    <a:pt x="81324" y="310493"/>
                  </a:lnTo>
                  <a:lnTo>
                    <a:pt x="85906" y="313137"/>
                  </a:lnTo>
                  <a:lnTo>
                    <a:pt x="90570" y="315635"/>
                  </a:lnTo>
                  <a:lnTo>
                    <a:pt x="95310" y="317984"/>
                  </a:lnTo>
                  <a:lnTo>
                    <a:pt x="100123" y="320181"/>
                  </a:lnTo>
                  <a:lnTo>
                    <a:pt x="105002" y="322226"/>
                  </a:lnTo>
                  <a:lnTo>
                    <a:pt x="109944" y="324115"/>
                  </a:lnTo>
                  <a:lnTo>
                    <a:pt x="114944" y="325847"/>
                  </a:lnTo>
                  <a:lnTo>
                    <a:pt x="119995" y="327419"/>
                  </a:lnTo>
                  <a:lnTo>
                    <a:pt x="125094" y="328831"/>
                  </a:lnTo>
                  <a:lnTo>
                    <a:pt x="130235" y="330081"/>
                  </a:lnTo>
                  <a:lnTo>
                    <a:pt x="135412" y="331168"/>
                  </a:lnTo>
                  <a:lnTo>
                    <a:pt x="140622" y="332090"/>
                  </a:lnTo>
                  <a:lnTo>
                    <a:pt x="145858" y="332847"/>
                  </a:lnTo>
                  <a:lnTo>
                    <a:pt x="151116" y="333438"/>
                  </a:lnTo>
                  <a:lnTo>
                    <a:pt x="156389" y="333862"/>
                  </a:lnTo>
                  <a:lnTo>
                    <a:pt x="161674" y="334119"/>
                  </a:lnTo>
                  <a:lnTo>
                    <a:pt x="166964" y="334209"/>
                  </a:lnTo>
                  <a:lnTo>
                    <a:pt x="172254" y="334131"/>
                  </a:lnTo>
                  <a:lnTo>
                    <a:pt x="177539" y="333886"/>
                  </a:lnTo>
                  <a:lnTo>
                    <a:pt x="182813" y="333474"/>
                  </a:lnTo>
                  <a:lnTo>
                    <a:pt x="188072" y="332895"/>
                  </a:lnTo>
                  <a:lnTo>
                    <a:pt x="193310" y="332150"/>
                  </a:lnTo>
                  <a:lnTo>
                    <a:pt x="198522" y="331239"/>
                  </a:lnTo>
                  <a:lnTo>
                    <a:pt x="203702" y="330164"/>
                  </a:lnTo>
                  <a:lnTo>
                    <a:pt x="208846" y="328926"/>
                  </a:lnTo>
                  <a:lnTo>
                    <a:pt x="213948" y="327526"/>
                  </a:lnTo>
                  <a:lnTo>
                    <a:pt x="219003" y="325965"/>
                  </a:lnTo>
                  <a:lnTo>
                    <a:pt x="224006" y="324244"/>
                  </a:lnTo>
                  <a:lnTo>
                    <a:pt x="228952" y="322366"/>
                  </a:lnTo>
                  <a:lnTo>
                    <a:pt x="233836" y="320333"/>
                  </a:lnTo>
                  <a:lnTo>
                    <a:pt x="238654" y="318146"/>
                  </a:lnTo>
                  <a:lnTo>
                    <a:pt x="243399" y="315808"/>
                  </a:lnTo>
                  <a:lnTo>
                    <a:pt x="248069" y="313321"/>
                  </a:lnTo>
                  <a:lnTo>
                    <a:pt x="252657" y="310687"/>
                  </a:lnTo>
                  <a:lnTo>
                    <a:pt x="257160" y="307909"/>
                  </a:lnTo>
                  <a:lnTo>
                    <a:pt x="261573" y="304990"/>
                  </a:lnTo>
                  <a:lnTo>
                    <a:pt x="265891" y="301933"/>
                  </a:lnTo>
                  <a:lnTo>
                    <a:pt x="270110" y="298741"/>
                  </a:lnTo>
                  <a:lnTo>
                    <a:pt x="274226" y="295417"/>
                  </a:lnTo>
                  <a:lnTo>
                    <a:pt x="278235" y="291965"/>
                  </a:lnTo>
                  <a:lnTo>
                    <a:pt x="282132" y="288387"/>
                  </a:lnTo>
                  <a:lnTo>
                    <a:pt x="285915" y="284688"/>
                  </a:lnTo>
                  <a:lnTo>
                    <a:pt x="289578" y="280871"/>
                  </a:lnTo>
                  <a:lnTo>
                    <a:pt x="293119" y="276939"/>
                  </a:lnTo>
                  <a:lnTo>
                    <a:pt x="296533" y="272898"/>
                  </a:lnTo>
                  <a:lnTo>
                    <a:pt x="299818" y="268751"/>
                  </a:lnTo>
                  <a:lnTo>
                    <a:pt x="302971" y="264502"/>
                  </a:lnTo>
                  <a:lnTo>
                    <a:pt x="305987" y="260155"/>
                  </a:lnTo>
                  <a:lnTo>
                    <a:pt x="308864" y="255715"/>
                  </a:lnTo>
                  <a:lnTo>
                    <a:pt x="311599" y="251187"/>
                  </a:lnTo>
                  <a:lnTo>
                    <a:pt x="314189" y="246573"/>
                  </a:lnTo>
                  <a:lnTo>
                    <a:pt x="316632" y="241881"/>
                  </a:lnTo>
                  <a:lnTo>
                    <a:pt x="318926" y="237113"/>
                  </a:lnTo>
                  <a:lnTo>
                    <a:pt x="321067" y="232275"/>
                  </a:lnTo>
                  <a:lnTo>
                    <a:pt x="323054" y="227372"/>
                  </a:lnTo>
                  <a:lnTo>
                    <a:pt x="324885" y="222408"/>
                  </a:lnTo>
                  <a:lnTo>
                    <a:pt x="326558" y="217389"/>
                  </a:lnTo>
                  <a:lnTo>
                    <a:pt x="328072" y="212320"/>
                  </a:lnTo>
                  <a:lnTo>
                    <a:pt x="329424" y="207205"/>
                  </a:lnTo>
                  <a:lnTo>
                    <a:pt x="330614" y="202050"/>
                  </a:lnTo>
                  <a:lnTo>
                    <a:pt x="331640" y="196859"/>
                  </a:lnTo>
                  <a:lnTo>
                    <a:pt x="332501" y="191639"/>
                  </a:lnTo>
                  <a:lnTo>
                    <a:pt x="333197" y="186395"/>
                  </a:lnTo>
                  <a:lnTo>
                    <a:pt x="333726" y="181131"/>
                  </a:lnTo>
                  <a:lnTo>
                    <a:pt x="334088" y="175852"/>
                  </a:lnTo>
                  <a:lnTo>
                    <a:pt x="334283" y="170565"/>
                  </a:lnTo>
                  <a:lnTo>
                    <a:pt x="334311" y="165275"/>
                  </a:lnTo>
                  <a:lnTo>
                    <a:pt x="334172" y="159986"/>
                  </a:lnTo>
                  <a:lnTo>
                    <a:pt x="333865" y="154704"/>
                  </a:lnTo>
                  <a:lnTo>
                    <a:pt x="333391" y="149435"/>
                  </a:lnTo>
                  <a:lnTo>
                    <a:pt x="332750" y="144183"/>
                  </a:lnTo>
                  <a:lnTo>
                    <a:pt x="331944" y="138954"/>
                  </a:lnTo>
                  <a:lnTo>
                    <a:pt x="330973" y="133754"/>
                  </a:lnTo>
                  <a:lnTo>
                    <a:pt x="329837" y="128586"/>
                  </a:lnTo>
                  <a:lnTo>
                    <a:pt x="328539" y="123457"/>
                  </a:lnTo>
                  <a:lnTo>
                    <a:pt x="327079" y="118372"/>
                  </a:lnTo>
                  <a:lnTo>
                    <a:pt x="325459" y="113336"/>
                  </a:lnTo>
                  <a:lnTo>
                    <a:pt x="323680" y="108353"/>
                  </a:lnTo>
                  <a:lnTo>
                    <a:pt x="321744" y="103429"/>
                  </a:lnTo>
                  <a:lnTo>
                    <a:pt x="319654" y="98569"/>
                  </a:lnTo>
                  <a:lnTo>
                    <a:pt x="317411" y="93778"/>
                  </a:lnTo>
                  <a:lnTo>
                    <a:pt x="315017" y="89060"/>
                  </a:lnTo>
                  <a:lnTo>
                    <a:pt x="312476" y="84419"/>
                  </a:lnTo>
                  <a:lnTo>
                    <a:pt x="309788" y="79862"/>
                  </a:lnTo>
                  <a:lnTo>
                    <a:pt x="306958" y="75392"/>
                  </a:lnTo>
                  <a:lnTo>
                    <a:pt x="303988" y="71014"/>
                  </a:lnTo>
                  <a:lnTo>
                    <a:pt x="300880" y="66732"/>
                  </a:lnTo>
                  <a:lnTo>
                    <a:pt x="297639" y="62551"/>
                  </a:lnTo>
                  <a:lnTo>
                    <a:pt x="294267" y="58474"/>
                  </a:lnTo>
                  <a:lnTo>
                    <a:pt x="290768" y="54506"/>
                  </a:lnTo>
                  <a:lnTo>
                    <a:pt x="287145" y="50650"/>
                  </a:lnTo>
                  <a:lnTo>
                    <a:pt x="283402" y="46911"/>
                  </a:lnTo>
                  <a:lnTo>
                    <a:pt x="279542" y="43293"/>
                  </a:lnTo>
                  <a:lnTo>
                    <a:pt x="275570" y="39798"/>
                  </a:lnTo>
                  <a:lnTo>
                    <a:pt x="271489" y="36431"/>
                  </a:lnTo>
                  <a:lnTo>
                    <a:pt x="267304" y="33195"/>
                  </a:lnTo>
                  <a:lnTo>
                    <a:pt x="263018" y="30093"/>
                  </a:lnTo>
                  <a:lnTo>
                    <a:pt x="258636" y="27128"/>
                  </a:lnTo>
                  <a:lnTo>
                    <a:pt x="254163" y="24303"/>
                  </a:lnTo>
                  <a:lnTo>
                    <a:pt x="249602" y="21621"/>
                  </a:lnTo>
                  <a:lnTo>
                    <a:pt x="244959" y="19085"/>
                  </a:lnTo>
                  <a:lnTo>
                    <a:pt x="240238" y="16697"/>
                  </a:lnTo>
                  <a:lnTo>
                    <a:pt x="235444" y="14459"/>
                  </a:lnTo>
                  <a:lnTo>
                    <a:pt x="230581" y="12375"/>
                  </a:lnTo>
                  <a:lnTo>
                    <a:pt x="225655" y="10445"/>
                  </a:lnTo>
                  <a:lnTo>
                    <a:pt x="220671" y="8672"/>
                  </a:lnTo>
                  <a:lnTo>
                    <a:pt x="215632" y="7058"/>
                  </a:lnTo>
                  <a:lnTo>
                    <a:pt x="210545" y="5604"/>
                  </a:lnTo>
                  <a:lnTo>
                    <a:pt x="205415" y="4312"/>
                  </a:lnTo>
                  <a:lnTo>
                    <a:pt x="200246" y="3182"/>
                  </a:lnTo>
                  <a:lnTo>
                    <a:pt x="195044" y="2217"/>
                  </a:lnTo>
                  <a:lnTo>
                    <a:pt x="189815" y="1417"/>
                  </a:lnTo>
                  <a:lnTo>
                    <a:pt x="184562" y="783"/>
                  </a:lnTo>
                  <a:lnTo>
                    <a:pt x="179292" y="315"/>
                  </a:lnTo>
                  <a:lnTo>
                    <a:pt x="167153" y="1670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90748" y="3707720"/>
              <a:ext cx="12139" cy="167167"/>
            </a:xfrm>
            <a:custGeom>
              <a:avLst/>
              <a:pathLst>
                <a:path w="12139" h="167167">
                  <a:moveTo>
                    <a:pt x="12139" y="44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774809" y="4213821"/>
              <a:ext cx="6478" cy="167167"/>
            </a:xfrm>
            <a:custGeom>
              <a:avLst/>
              <a:pathLst>
                <a:path w="6478" h="167167">
                  <a:moveTo>
                    <a:pt x="6478" y="0"/>
                  </a:moveTo>
                  <a:lnTo>
                    <a:pt x="0" y="125"/>
                  </a:lnTo>
                  <a:lnTo>
                    <a:pt x="647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774809" y="4213947"/>
              <a:ext cx="6478" cy="167041"/>
            </a:xfrm>
            <a:custGeom>
              <a:avLst/>
              <a:pathLst>
                <a:path w="6478" h="167041">
                  <a:moveTo>
                    <a:pt x="0" y="0"/>
                  </a:moveTo>
                  <a:lnTo>
                    <a:pt x="6478" y="1670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774809" y="4213947"/>
              <a:ext cx="6478" cy="167041"/>
            </a:xfrm>
            <a:custGeom>
              <a:avLst/>
              <a:pathLst>
                <a:path w="6478" h="167041">
                  <a:moveTo>
                    <a:pt x="0" y="0"/>
                  </a:moveTo>
                  <a:lnTo>
                    <a:pt x="6478" y="1670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74809" y="4213947"/>
              <a:ext cx="6478" cy="167041"/>
            </a:xfrm>
            <a:custGeom>
              <a:avLst/>
              <a:pathLst>
                <a:path w="6478" h="167041">
                  <a:moveTo>
                    <a:pt x="0" y="0"/>
                  </a:moveTo>
                  <a:lnTo>
                    <a:pt x="6478" y="1670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74809" y="4213947"/>
              <a:ext cx="6478" cy="167041"/>
            </a:xfrm>
            <a:custGeom>
              <a:avLst/>
              <a:pathLst>
                <a:path w="6478" h="167041">
                  <a:moveTo>
                    <a:pt x="0" y="0"/>
                  </a:moveTo>
                  <a:lnTo>
                    <a:pt x="6478" y="1670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74809" y="4213947"/>
              <a:ext cx="6478" cy="167041"/>
            </a:xfrm>
            <a:custGeom>
              <a:avLst/>
              <a:pathLst>
                <a:path w="6478" h="167041">
                  <a:moveTo>
                    <a:pt x="0" y="0"/>
                  </a:moveTo>
                  <a:lnTo>
                    <a:pt x="6478" y="1670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74809" y="4213947"/>
              <a:ext cx="6478" cy="167041"/>
            </a:xfrm>
            <a:custGeom>
              <a:avLst/>
              <a:pathLst>
                <a:path w="6478" h="167041">
                  <a:moveTo>
                    <a:pt x="0" y="0"/>
                  </a:moveTo>
                  <a:lnTo>
                    <a:pt x="6478" y="1670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74809" y="4213947"/>
              <a:ext cx="6478" cy="167041"/>
            </a:xfrm>
            <a:custGeom>
              <a:avLst/>
              <a:pathLst>
                <a:path w="6478" h="167041">
                  <a:moveTo>
                    <a:pt x="0" y="0"/>
                  </a:moveTo>
                  <a:lnTo>
                    <a:pt x="6478" y="1670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74809" y="4213947"/>
              <a:ext cx="6478" cy="167041"/>
            </a:xfrm>
            <a:custGeom>
              <a:avLst/>
              <a:pathLst>
                <a:path w="6478" h="167041">
                  <a:moveTo>
                    <a:pt x="0" y="0"/>
                  </a:moveTo>
                  <a:lnTo>
                    <a:pt x="6478" y="1670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74809" y="4213947"/>
              <a:ext cx="6478" cy="167041"/>
            </a:xfrm>
            <a:custGeom>
              <a:avLst/>
              <a:pathLst>
                <a:path w="6478" h="167041">
                  <a:moveTo>
                    <a:pt x="0" y="0"/>
                  </a:moveTo>
                  <a:lnTo>
                    <a:pt x="6478" y="1670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74809" y="4213947"/>
              <a:ext cx="6478" cy="167041"/>
            </a:xfrm>
            <a:custGeom>
              <a:avLst/>
              <a:pathLst>
                <a:path w="6478" h="167041">
                  <a:moveTo>
                    <a:pt x="0" y="0"/>
                  </a:moveTo>
                  <a:lnTo>
                    <a:pt x="6478" y="1670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614134" y="4213947"/>
              <a:ext cx="334311" cy="334209"/>
            </a:xfrm>
            <a:custGeom>
              <a:avLst/>
              <a:pathLst>
                <a:path w="334311" h="334209">
                  <a:moveTo>
                    <a:pt x="160675" y="0"/>
                  </a:moveTo>
                  <a:lnTo>
                    <a:pt x="155392" y="288"/>
                  </a:lnTo>
                  <a:lnTo>
                    <a:pt x="150121" y="744"/>
                  </a:lnTo>
                  <a:lnTo>
                    <a:pt x="144867" y="1366"/>
                  </a:lnTo>
                  <a:lnTo>
                    <a:pt x="139636" y="2154"/>
                  </a:lnTo>
                  <a:lnTo>
                    <a:pt x="134432" y="3108"/>
                  </a:lnTo>
                  <a:lnTo>
                    <a:pt x="129260" y="4225"/>
                  </a:lnTo>
                  <a:lnTo>
                    <a:pt x="124127" y="5506"/>
                  </a:lnTo>
                  <a:lnTo>
                    <a:pt x="119037" y="6948"/>
                  </a:lnTo>
                  <a:lnTo>
                    <a:pt x="113995" y="8551"/>
                  </a:lnTo>
                  <a:lnTo>
                    <a:pt x="109006" y="10313"/>
                  </a:lnTo>
                  <a:lnTo>
                    <a:pt x="104076" y="12231"/>
                  </a:lnTo>
                  <a:lnTo>
                    <a:pt x="99208" y="14305"/>
                  </a:lnTo>
                  <a:lnTo>
                    <a:pt x="94409" y="16531"/>
                  </a:lnTo>
                  <a:lnTo>
                    <a:pt x="89683" y="18909"/>
                  </a:lnTo>
                  <a:lnTo>
                    <a:pt x="85034" y="21434"/>
                  </a:lnTo>
                  <a:lnTo>
                    <a:pt x="80467" y="24106"/>
                  </a:lnTo>
                  <a:lnTo>
                    <a:pt x="75988" y="26921"/>
                  </a:lnTo>
                  <a:lnTo>
                    <a:pt x="71599" y="29876"/>
                  </a:lnTo>
                  <a:lnTo>
                    <a:pt x="67307" y="32968"/>
                  </a:lnTo>
                  <a:lnTo>
                    <a:pt x="63114" y="36195"/>
                  </a:lnTo>
                  <a:lnTo>
                    <a:pt x="59025" y="39553"/>
                  </a:lnTo>
                  <a:lnTo>
                    <a:pt x="55045" y="43038"/>
                  </a:lnTo>
                  <a:lnTo>
                    <a:pt x="51177" y="46648"/>
                  </a:lnTo>
                  <a:lnTo>
                    <a:pt x="47426" y="50378"/>
                  </a:lnTo>
                  <a:lnTo>
                    <a:pt x="43794" y="54226"/>
                  </a:lnTo>
                  <a:lnTo>
                    <a:pt x="40286" y="58186"/>
                  </a:lnTo>
                  <a:lnTo>
                    <a:pt x="36904" y="62255"/>
                  </a:lnTo>
                  <a:lnTo>
                    <a:pt x="33654" y="66429"/>
                  </a:lnTo>
                  <a:lnTo>
                    <a:pt x="30537" y="70704"/>
                  </a:lnTo>
                  <a:lnTo>
                    <a:pt x="27557" y="75075"/>
                  </a:lnTo>
                  <a:lnTo>
                    <a:pt x="24716" y="79539"/>
                  </a:lnTo>
                  <a:lnTo>
                    <a:pt x="22019" y="84090"/>
                  </a:lnTo>
                  <a:lnTo>
                    <a:pt x="19466" y="88724"/>
                  </a:lnTo>
                  <a:lnTo>
                    <a:pt x="17062" y="93437"/>
                  </a:lnTo>
                  <a:lnTo>
                    <a:pt x="14808" y="98224"/>
                  </a:lnTo>
                  <a:lnTo>
                    <a:pt x="12706" y="103079"/>
                  </a:lnTo>
                  <a:lnTo>
                    <a:pt x="10760" y="107999"/>
                  </a:lnTo>
                  <a:lnTo>
                    <a:pt x="8970" y="112977"/>
                  </a:lnTo>
                  <a:lnTo>
                    <a:pt x="7338" y="118010"/>
                  </a:lnTo>
                  <a:lnTo>
                    <a:pt x="5867" y="123092"/>
                  </a:lnTo>
                  <a:lnTo>
                    <a:pt x="4557" y="128218"/>
                  </a:lnTo>
                  <a:lnTo>
                    <a:pt x="3409" y="133382"/>
                  </a:lnTo>
                  <a:lnTo>
                    <a:pt x="2426" y="138581"/>
                  </a:lnTo>
                  <a:lnTo>
                    <a:pt x="1608" y="143808"/>
                  </a:lnTo>
                  <a:lnTo>
                    <a:pt x="956" y="149058"/>
                  </a:lnTo>
                  <a:lnTo>
                    <a:pt x="470" y="154326"/>
                  </a:lnTo>
                  <a:lnTo>
                    <a:pt x="151" y="159607"/>
                  </a:lnTo>
                  <a:lnTo>
                    <a:pt x="0" y="164896"/>
                  </a:lnTo>
                  <a:lnTo>
                    <a:pt x="15" y="170186"/>
                  </a:lnTo>
                  <a:lnTo>
                    <a:pt x="199" y="175474"/>
                  </a:lnTo>
                  <a:lnTo>
                    <a:pt x="549" y="180753"/>
                  </a:lnTo>
                  <a:lnTo>
                    <a:pt x="1066" y="186018"/>
                  </a:lnTo>
                  <a:lnTo>
                    <a:pt x="1750" y="191264"/>
                  </a:lnTo>
                  <a:lnTo>
                    <a:pt x="2599" y="196486"/>
                  </a:lnTo>
                  <a:lnTo>
                    <a:pt x="3614" y="201679"/>
                  </a:lnTo>
                  <a:lnTo>
                    <a:pt x="4792" y="206837"/>
                  </a:lnTo>
                  <a:lnTo>
                    <a:pt x="6132" y="211955"/>
                  </a:lnTo>
                  <a:lnTo>
                    <a:pt x="7634" y="217028"/>
                  </a:lnTo>
                  <a:lnTo>
                    <a:pt x="9296" y="222050"/>
                  </a:lnTo>
                  <a:lnTo>
                    <a:pt x="11116" y="227018"/>
                  </a:lnTo>
                  <a:lnTo>
                    <a:pt x="13092" y="231926"/>
                  </a:lnTo>
                  <a:lnTo>
                    <a:pt x="15222" y="236769"/>
                  </a:lnTo>
                  <a:lnTo>
                    <a:pt x="17505" y="241542"/>
                  </a:lnTo>
                  <a:lnTo>
                    <a:pt x="19937" y="246240"/>
                  </a:lnTo>
                  <a:lnTo>
                    <a:pt x="22517" y="250859"/>
                  </a:lnTo>
                  <a:lnTo>
                    <a:pt x="25242" y="255394"/>
                  </a:lnTo>
                  <a:lnTo>
                    <a:pt x="28109" y="259840"/>
                  </a:lnTo>
                  <a:lnTo>
                    <a:pt x="31115" y="264194"/>
                  </a:lnTo>
                  <a:lnTo>
                    <a:pt x="34258" y="268450"/>
                  </a:lnTo>
                  <a:lnTo>
                    <a:pt x="37533" y="272605"/>
                  </a:lnTo>
                  <a:lnTo>
                    <a:pt x="40939" y="276654"/>
                  </a:lnTo>
                  <a:lnTo>
                    <a:pt x="44470" y="280593"/>
                  </a:lnTo>
                  <a:lnTo>
                    <a:pt x="48125" y="284418"/>
                  </a:lnTo>
                  <a:lnTo>
                    <a:pt x="51899" y="288126"/>
                  </a:lnTo>
                  <a:lnTo>
                    <a:pt x="55789" y="291712"/>
                  </a:lnTo>
                  <a:lnTo>
                    <a:pt x="59790" y="295174"/>
                  </a:lnTo>
                  <a:lnTo>
                    <a:pt x="63898" y="298507"/>
                  </a:lnTo>
                  <a:lnTo>
                    <a:pt x="68110" y="301709"/>
                  </a:lnTo>
                  <a:lnTo>
                    <a:pt x="72421" y="304776"/>
                  </a:lnTo>
                  <a:lnTo>
                    <a:pt x="76827" y="307705"/>
                  </a:lnTo>
                  <a:lnTo>
                    <a:pt x="81324" y="310493"/>
                  </a:lnTo>
                  <a:lnTo>
                    <a:pt x="85906" y="313137"/>
                  </a:lnTo>
                  <a:lnTo>
                    <a:pt x="90570" y="315635"/>
                  </a:lnTo>
                  <a:lnTo>
                    <a:pt x="95310" y="317984"/>
                  </a:lnTo>
                  <a:lnTo>
                    <a:pt x="100123" y="320181"/>
                  </a:lnTo>
                  <a:lnTo>
                    <a:pt x="105002" y="322226"/>
                  </a:lnTo>
                  <a:lnTo>
                    <a:pt x="109944" y="324115"/>
                  </a:lnTo>
                  <a:lnTo>
                    <a:pt x="114944" y="325847"/>
                  </a:lnTo>
                  <a:lnTo>
                    <a:pt x="119995" y="327419"/>
                  </a:lnTo>
                  <a:lnTo>
                    <a:pt x="125094" y="328831"/>
                  </a:lnTo>
                  <a:lnTo>
                    <a:pt x="130235" y="330081"/>
                  </a:lnTo>
                  <a:lnTo>
                    <a:pt x="135412" y="331168"/>
                  </a:lnTo>
                  <a:lnTo>
                    <a:pt x="140622" y="332090"/>
                  </a:lnTo>
                  <a:lnTo>
                    <a:pt x="145858" y="332847"/>
                  </a:lnTo>
                  <a:lnTo>
                    <a:pt x="151116" y="333438"/>
                  </a:lnTo>
                  <a:lnTo>
                    <a:pt x="156389" y="333862"/>
                  </a:lnTo>
                  <a:lnTo>
                    <a:pt x="161674" y="334119"/>
                  </a:lnTo>
                  <a:lnTo>
                    <a:pt x="166964" y="334209"/>
                  </a:lnTo>
                  <a:lnTo>
                    <a:pt x="172254" y="334131"/>
                  </a:lnTo>
                  <a:lnTo>
                    <a:pt x="177539" y="333886"/>
                  </a:lnTo>
                  <a:lnTo>
                    <a:pt x="182813" y="333474"/>
                  </a:lnTo>
                  <a:lnTo>
                    <a:pt x="188072" y="332895"/>
                  </a:lnTo>
                  <a:lnTo>
                    <a:pt x="193310" y="332150"/>
                  </a:lnTo>
                  <a:lnTo>
                    <a:pt x="198522" y="331239"/>
                  </a:lnTo>
                  <a:lnTo>
                    <a:pt x="203702" y="330164"/>
                  </a:lnTo>
                  <a:lnTo>
                    <a:pt x="208846" y="328926"/>
                  </a:lnTo>
                  <a:lnTo>
                    <a:pt x="213948" y="327526"/>
                  </a:lnTo>
                  <a:lnTo>
                    <a:pt x="219003" y="325965"/>
                  </a:lnTo>
                  <a:lnTo>
                    <a:pt x="224006" y="324244"/>
                  </a:lnTo>
                  <a:lnTo>
                    <a:pt x="228952" y="322366"/>
                  </a:lnTo>
                  <a:lnTo>
                    <a:pt x="233836" y="320333"/>
                  </a:lnTo>
                  <a:lnTo>
                    <a:pt x="238654" y="318146"/>
                  </a:lnTo>
                  <a:lnTo>
                    <a:pt x="243399" y="315808"/>
                  </a:lnTo>
                  <a:lnTo>
                    <a:pt x="248069" y="313321"/>
                  </a:lnTo>
                  <a:lnTo>
                    <a:pt x="252657" y="310687"/>
                  </a:lnTo>
                  <a:lnTo>
                    <a:pt x="257160" y="307909"/>
                  </a:lnTo>
                  <a:lnTo>
                    <a:pt x="261573" y="304990"/>
                  </a:lnTo>
                  <a:lnTo>
                    <a:pt x="265891" y="301933"/>
                  </a:lnTo>
                  <a:lnTo>
                    <a:pt x="270110" y="298741"/>
                  </a:lnTo>
                  <a:lnTo>
                    <a:pt x="274226" y="295417"/>
                  </a:lnTo>
                  <a:lnTo>
                    <a:pt x="278235" y="291965"/>
                  </a:lnTo>
                  <a:lnTo>
                    <a:pt x="282132" y="288387"/>
                  </a:lnTo>
                  <a:lnTo>
                    <a:pt x="285915" y="284688"/>
                  </a:lnTo>
                  <a:lnTo>
                    <a:pt x="289578" y="280871"/>
                  </a:lnTo>
                  <a:lnTo>
                    <a:pt x="293119" y="276939"/>
                  </a:lnTo>
                  <a:lnTo>
                    <a:pt x="296533" y="272898"/>
                  </a:lnTo>
                  <a:lnTo>
                    <a:pt x="299818" y="268751"/>
                  </a:lnTo>
                  <a:lnTo>
                    <a:pt x="302971" y="264502"/>
                  </a:lnTo>
                  <a:lnTo>
                    <a:pt x="305987" y="260155"/>
                  </a:lnTo>
                  <a:lnTo>
                    <a:pt x="308864" y="255715"/>
                  </a:lnTo>
                  <a:lnTo>
                    <a:pt x="311599" y="251187"/>
                  </a:lnTo>
                  <a:lnTo>
                    <a:pt x="314189" y="246573"/>
                  </a:lnTo>
                  <a:lnTo>
                    <a:pt x="316632" y="241881"/>
                  </a:lnTo>
                  <a:lnTo>
                    <a:pt x="318926" y="237113"/>
                  </a:lnTo>
                  <a:lnTo>
                    <a:pt x="321067" y="232275"/>
                  </a:lnTo>
                  <a:lnTo>
                    <a:pt x="323054" y="227372"/>
                  </a:lnTo>
                  <a:lnTo>
                    <a:pt x="324885" y="222408"/>
                  </a:lnTo>
                  <a:lnTo>
                    <a:pt x="326558" y="217389"/>
                  </a:lnTo>
                  <a:lnTo>
                    <a:pt x="328072" y="212320"/>
                  </a:lnTo>
                  <a:lnTo>
                    <a:pt x="329424" y="207205"/>
                  </a:lnTo>
                  <a:lnTo>
                    <a:pt x="330614" y="202050"/>
                  </a:lnTo>
                  <a:lnTo>
                    <a:pt x="331640" y="196859"/>
                  </a:lnTo>
                  <a:lnTo>
                    <a:pt x="332501" y="191639"/>
                  </a:lnTo>
                  <a:lnTo>
                    <a:pt x="333197" y="186395"/>
                  </a:lnTo>
                  <a:lnTo>
                    <a:pt x="333726" y="181131"/>
                  </a:lnTo>
                  <a:lnTo>
                    <a:pt x="334088" y="175852"/>
                  </a:lnTo>
                  <a:lnTo>
                    <a:pt x="334283" y="170565"/>
                  </a:lnTo>
                  <a:lnTo>
                    <a:pt x="334311" y="165275"/>
                  </a:lnTo>
                  <a:lnTo>
                    <a:pt x="334172" y="159986"/>
                  </a:lnTo>
                  <a:lnTo>
                    <a:pt x="333865" y="154704"/>
                  </a:lnTo>
                  <a:lnTo>
                    <a:pt x="333391" y="149435"/>
                  </a:lnTo>
                  <a:lnTo>
                    <a:pt x="332750" y="144183"/>
                  </a:lnTo>
                  <a:lnTo>
                    <a:pt x="331944" y="138954"/>
                  </a:lnTo>
                  <a:lnTo>
                    <a:pt x="330973" y="133754"/>
                  </a:lnTo>
                  <a:lnTo>
                    <a:pt x="329837" y="128586"/>
                  </a:lnTo>
                  <a:lnTo>
                    <a:pt x="328539" y="123457"/>
                  </a:lnTo>
                  <a:lnTo>
                    <a:pt x="327079" y="118372"/>
                  </a:lnTo>
                  <a:lnTo>
                    <a:pt x="325459" y="113336"/>
                  </a:lnTo>
                  <a:lnTo>
                    <a:pt x="323680" y="108353"/>
                  </a:lnTo>
                  <a:lnTo>
                    <a:pt x="321744" y="103429"/>
                  </a:lnTo>
                  <a:lnTo>
                    <a:pt x="319654" y="98569"/>
                  </a:lnTo>
                  <a:lnTo>
                    <a:pt x="317411" y="93778"/>
                  </a:lnTo>
                  <a:lnTo>
                    <a:pt x="315017" y="89060"/>
                  </a:lnTo>
                  <a:lnTo>
                    <a:pt x="312476" y="84419"/>
                  </a:lnTo>
                  <a:lnTo>
                    <a:pt x="309788" y="79862"/>
                  </a:lnTo>
                  <a:lnTo>
                    <a:pt x="306958" y="75392"/>
                  </a:lnTo>
                  <a:lnTo>
                    <a:pt x="303988" y="71014"/>
                  </a:lnTo>
                  <a:lnTo>
                    <a:pt x="300880" y="66732"/>
                  </a:lnTo>
                  <a:lnTo>
                    <a:pt x="297639" y="62551"/>
                  </a:lnTo>
                  <a:lnTo>
                    <a:pt x="294267" y="58474"/>
                  </a:lnTo>
                  <a:lnTo>
                    <a:pt x="290768" y="54506"/>
                  </a:lnTo>
                  <a:lnTo>
                    <a:pt x="287145" y="50650"/>
                  </a:lnTo>
                  <a:lnTo>
                    <a:pt x="283402" y="46911"/>
                  </a:lnTo>
                  <a:lnTo>
                    <a:pt x="279542" y="43293"/>
                  </a:lnTo>
                  <a:lnTo>
                    <a:pt x="275570" y="39798"/>
                  </a:lnTo>
                  <a:lnTo>
                    <a:pt x="271489" y="36431"/>
                  </a:lnTo>
                  <a:lnTo>
                    <a:pt x="267304" y="33195"/>
                  </a:lnTo>
                  <a:lnTo>
                    <a:pt x="263018" y="30093"/>
                  </a:lnTo>
                  <a:lnTo>
                    <a:pt x="258636" y="27128"/>
                  </a:lnTo>
                  <a:lnTo>
                    <a:pt x="254163" y="24303"/>
                  </a:lnTo>
                  <a:lnTo>
                    <a:pt x="249602" y="21621"/>
                  </a:lnTo>
                  <a:lnTo>
                    <a:pt x="244959" y="19085"/>
                  </a:lnTo>
                  <a:lnTo>
                    <a:pt x="240238" y="16697"/>
                  </a:lnTo>
                  <a:lnTo>
                    <a:pt x="235444" y="14459"/>
                  </a:lnTo>
                  <a:lnTo>
                    <a:pt x="230581" y="12375"/>
                  </a:lnTo>
                  <a:lnTo>
                    <a:pt x="225655" y="10445"/>
                  </a:lnTo>
                  <a:lnTo>
                    <a:pt x="220671" y="8672"/>
                  </a:lnTo>
                  <a:lnTo>
                    <a:pt x="215632" y="7058"/>
                  </a:lnTo>
                  <a:lnTo>
                    <a:pt x="210545" y="5604"/>
                  </a:lnTo>
                  <a:lnTo>
                    <a:pt x="205415" y="4312"/>
                  </a:lnTo>
                  <a:lnTo>
                    <a:pt x="200246" y="3182"/>
                  </a:lnTo>
                  <a:lnTo>
                    <a:pt x="195044" y="2217"/>
                  </a:lnTo>
                  <a:lnTo>
                    <a:pt x="189815" y="1417"/>
                  </a:lnTo>
                  <a:lnTo>
                    <a:pt x="184562" y="783"/>
                  </a:lnTo>
                  <a:lnTo>
                    <a:pt x="179292" y="315"/>
                  </a:lnTo>
                  <a:lnTo>
                    <a:pt x="167153" y="1670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781287" y="4213821"/>
              <a:ext cx="12139" cy="167167"/>
            </a:xfrm>
            <a:custGeom>
              <a:avLst/>
              <a:pathLst>
                <a:path w="12139" h="167167">
                  <a:moveTo>
                    <a:pt x="12139" y="44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3084905" y="4659281"/>
              <a:ext cx="1619" cy="167167"/>
            </a:xfrm>
            <a:custGeom>
              <a:avLst/>
              <a:pathLst>
                <a:path w="1619" h="167167">
                  <a:moveTo>
                    <a:pt x="1619" y="0"/>
                  </a:moveTo>
                  <a:lnTo>
                    <a:pt x="0" y="7"/>
                  </a:lnTo>
                  <a:lnTo>
                    <a:pt x="1619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3084905" y="4659289"/>
              <a:ext cx="1619" cy="167159"/>
            </a:xfrm>
            <a:custGeom>
              <a:avLst/>
              <a:pathLst>
                <a:path w="1619" h="167159">
                  <a:moveTo>
                    <a:pt x="0" y="0"/>
                  </a:moveTo>
                  <a:lnTo>
                    <a:pt x="1619" y="1671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3084905" y="4659289"/>
              <a:ext cx="1619" cy="167159"/>
            </a:xfrm>
            <a:custGeom>
              <a:avLst/>
              <a:pathLst>
                <a:path w="1619" h="167159">
                  <a:moveTo>
                    <a:pt x="0" y="0"/>
                  </a:moveTo>
                  <a:lnTo>
                    <a:pt x="1619" y="16715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3084905" y="4659289"/>
              <a:ext cx="1619" cy="167159"/>
            </a:xfrm>
            <a:custGeom>
              <a:avLst/>
              <a:pathLst>
                <a:path w="1619" h="167159">
                  <a:moveTo>
                    <a:pt x="0" y="0"/>
                  </a:moveTo>
                  <a:lnTo>
                    <a:pt x="1619" y="16715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3084905" y="4659289"/>
              <a:ext cx="1619" cy="167159"/>
            </a:xfrm>
            <a:custGeom>
              <a:avLst/>
              <a:pathLst>
                <a:path w="1619" h="167159">
                  <a:moveTo>
                    <a:pt x="0" y="0"/>
                  </a:moveTo>
                  <a:lnTo>
                    <a:pt x="1619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3084905" y="4659289"/>
              <a:ext cx="1619" cy="167159"/>
            </a:xfrm>
            <a:custGeom>
              <a:avLst/>
              <a:pathLst>
                <a:path w="1619" h="167159">
                  <a:moveTo>
                    <a:pt x="0" y="0"/>
                  </a:moveTo>
                  <a:lnTo>
                    <a:pt x="1619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3084905" y="4659289"/>
              <a:ext cx="1619" cy="167159"/>
            </a:xfrm>
            <a:custGeom>
              <a:avLst/>
              <a:pathLst>
                <a:path w="1619" h="167159">
                  <a:moveTo>
                    <a:pt x="0" y="0"/>
                  </a:moveTo>
                  <a:lnTo>
                    <a:pt x="1619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3084905" y="4659289"/>
              <a:ext cx="1619" cy="167159"/>
            </a:xfrm>
            <a:custGeom>
              <a:avLst/>
              <a:pathLst>
                <a:path w="1619" h="167159">
                  <a:moveTo>
                    <a:pt x="0" y="0"/>
                  </a:moveTo>
                  <a:lnTo>
                    <a:pt x="1619" y="16715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3084905" y="4659289"/>
              <a:ext cx="1619" cy="167159"/>
            </a:xfrm>
            <a:custGeom>
              <a:avLst/>
              <a:pathLst>
                <a:path w="1619" h="167159">
                  <a:moveTo>
                    <a:pt x="0" y="0"/>
                  </a:moveTo>
                  <a:lnTo>
                    <a:pt x="1619" y="16715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3084905" y="4659289"/>
              <a:ext cx="1619" cy="167159"/>
            </a:xfrm>
            <a:custGeom>
              <a:avLst/>
              <a:pathLst>
                <a:path w="1619" h="167159">
                  <a:moveTo>
                    <a:pt x="0" y="0"/>
                  </a:moveTo>
                  <a:lnTo>
                    <a:pt x="1619" y="16715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921857" y="4659289"/>
              <a:ext cx="164667" cy="167159"/>
            </a:xfrm>
            <a:custGeom>
              <a:avLst/>
              <a:pathLst>
                <a:path w="164667" h="167159">
                  <a:moveTo>
                    <a:pt x="163047" y="0"/>
                  </a:moveTo>
                  <a:lnTo>
                    <a:pt x="157653" y="139"/>
                  </a:lnTo>
                  <a:lnTo>
                    <a:pt x="152267" y="452"/>
                  </a:lnTo>
                  <a:lnTo>
                    <a:pt x="146893" y="939"/>
                  </a:lnTo>
                  <a:lnTo>
                    <a:pt x="141538" y="1599"/>
                  </a:lnTo>
                  <a:lnTo>
                    <a:pt x="136207" y="2432"/>
                  </a:lnTo>
                  <a:lnTo>
                    <a:pt x="130906" y="3436"/>
                  </a:lnTo>
                  <a:lnTo>
                    <a:pt x="125640" y="4611"/>
                  </a:lnTo>
                  <a:lnTo>
                    <a:pt x="120414" y="5955"/>
                  </a:lnTo>
                  <a:lnTo>
                    <a:pt x="115235" y="7467"/>
                  </a:lnTo>
                  <a:lnTo>
                    <a:pt x="110107" y="9146"/>
                  </a:lnTo>
                  <a:lnTo>
                    <a:pt x="105036" y="10989"/>
                  </a:lnTo>
                  <a:lnTo>
                    <a:pt x="100027" y="12995"/>
                  </a:lnTo>
                  <a:lnTo>
                    <a:pt x="95086" y="15161"/>
                  </a:lnTo>
                  <a:lnTo>
                    <a:pt x="90217" y="17486"/>
                  </a:lnTo>
                  <a:lnTo>
                    <a:pt x="85425" y="19966"/>
                  </a:lnTo>
                  <a:lnTo>
                    <a:pt x="80716" y="22600"/>
                  </a:lnTo>
                  <a:lnTo>
                    <a:pt x="76095" y="25385"/>
                  </a:lnTo>
                  <a:lnTo>
                    <a:pt x="71566" y="28317"/>
                  </a:lnTo>
                  <a:lnTo>
                    <a:pt x="67133" y="31394"/>
                  </a:lnTo>
                  <a:lnTo>
                    <a:pt x="62803" y="34612"/>
                  </a:lnTo>
                  <a:lnTo>
                    <a:pt x="58578" y="37969"/>
                  </a:lnTo>
                  <a:lnTo>
                    <a:pt x="54464" y="41460"/>
                  </a:lnTo>
                  <a:lnTo>
                    <a:pt x="50465" y="45082"/>
                  </a:lnTo>
                  <a:lnTo>
                    <a:pt x="46585" y="48831"/>
                  </a:lnTo>
                  <a:lnTo>
                    <a:pt x="42828" y="52703"/>
                  </a:lnTo>
                  <a:lnTo>
                    <a:pt x="39197" y="56695"/>
                  </a:lnTo>
                  <a:lnTo>
                    <a:pt x="35698" y="60802"/>
                  </a:lnTo>
                  <a:lnTo>
                    <a:pt x="32333" y="65019"/>
                  </a:lnTo>
                  <a:lnTo>
                    <a:pt x="29105" y="69343"/>
                  </a:lnTo>
                  <a:lnTo>
                    <a:pt x="26019" y="73769"/>
                  </a:lnTo>
                  <a:lnTo>
                    <a:pt x="23077" y="78292"/>
                  </a:lnTo>
                  <a:lnTo>
                    <a:pt x="20283" y="82908"/>
                  </a:lnTo>
                  <a:lnTo>
                    <a:pt x="17639" y="87611"/>
                  </a:lnTo>
                  <a:lnTo>
                    <a:pt x="15149" y="92398"/>
                  </a:lnTo>
                  <a:lnTo>
                    <a:pt x="12814" y="97262"/>
                  </a:lnTo>
                  <a:lnTo>
                    <a:pt x="10637" y="102199"/>
                  </a:lnTo>
                  <a:lnTo>
                    <a:pt x="8621" y="107204"/>
                  </a:lnTo>
                  <a:lnTo>
                    <a:pt x="6768" y="112271"/>
                  </a:lnTo>
                  <a:lnTo>
                    <a:pt x="5078" y="117395"/>
                  </a:lnTo>
                  <a:lnTo>
                    <a:pt x="3556" y="122571"/>
                  </a:lnTo>
                  <a:lnTo>
                    <a:pt x="2201" y="127794"/>
                  </a:lnTo>
                  <a:lnTo>
                    <a:pt x="1015" y="133058"/>
                  </a:lnTo>
                  <a:lnTo>
                    <a:pt x="0" y="138357"/>
                  </a:lnTo>
                  <a:lnTo>
                    <a:pt x="164667" y="1671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919375" y="4659281"/>
              <a:ext cx="334297" cy="334334"/>
            </a:xfrm>
            <a:custGeom>
              <a:avLst/>
              <a:pathLst>
                <a:path w="334297" h="334334">
                  <a:moveTo>
                    <a:pt x="2482" y="138365"/>
                  </a:moveTo>
                  <a:lnTo>
                    <a:pt x="1651" y="143602"/>
                  </a:lnTo>
                  <a:lnTo>
                    <a:pt x="987" y="148864"/>
                  </a:lnTo>
                  <a:lnTo>
                    <a:pt x="490" y="154143"/>
                  </a:lnTo>
                  <a:lnTo>
                    <a:pt x="161" y="159436"/>
                  </a:lnTo>
                  <a:lnTo>
                    <a:pt x="0" y="164737"/>
                  </a:lnTo>
                  <a:lnTo>
                    <a:pt x="7" y="170040"/>
                  </a:lnTo>
                  <a:lnTo>
                    <a:pt x="182" y="175340"/>
                  </a:lnTo>
                  <a:lnTo>
                    <a:pt x="525" y="180632"/>
                  </a:lnTo>
                  <a:lnTo>
                    <a:pt x="1036" y="185910"/>
                  </a:lnTo>
                  <a:lnTo>
                    <a:pt x="1714" y="191170"/>
                  </a:lnTo>
                  <a:lnTo>
                    <a:pt x="2559" y="196405"/>
                  </a:lnTo>
                  <a:lnTo>
                    <a:pt x="3569" y="201611"/>
                  </a:lnTo>
                  <a:lnTo>
                    <a:pt x="4744" y="206782"/>
                  </a:lnTo>
                  <a:lnTo>
                    <a:pt x="6082" y="211914"/>
                  </a:lnTo>
                  <a:lnTo>
                    <a:pt x="7582" y="217000"/>
                  </a:lnTo>
                  <a:lnTo>
                    <a:pt x="9243" y="222036"/>
                  </a:lnTo>
                  <a:lnTo>
                    <a:pt x="11063" y="227017"/>
                  </a:lnTo>
                  <a:lnTo>
                    <a:pt x="13040" y="231938"/>
                  </a:lnTo>
                  <a:lnTo>
                    <a:pt x="15172" y="236794"/>
                  </a:lnTo>
                  <a:lnTo>
                    <a:pt x="17457" y="241579"/>
                  </a:lnTo>
                  <a:lnTo>
                    <a:pt x="19893" y="246290"/>
                  </a:lnTo>
                  <a:lnTo>
                    <a:pt x="22476" y="250921"/>
                  </a:lnTo>
                  <a:lnTo>
                    <a:pt x="25206" y="255468"/>
                  </a:lnTo>
                  <a:lnTo>
                    <a:pt x="28078" y="259926"/>
                  </a:lnTo>
                  <a:lnTo>
                    <a:pt x="31090" y="264290"/>
                  </a:lnTo>
                  <a:lnTo>
                    <a:pt x="34239" y="268557"/>
                  </a:lnTo>
                  <a:lnTo>
                    <a:pt x="37522" y="272722"/>
                  </a:lnTo>
                  <a:lnTo>
                    <a:pt x="40936" y="276780"/>
                  </a:lnTo>
                  <a:lnTo>
                    <a:pt x="44476" y="280728"/>
                  </a:lnTo>
                  <a:lnTo>
                    <a:pt x="48140" y="284562"/>
                  </a:lnTo>
                  <a:lnTo>
                    <a:pt x="51923" y="288278"/>
                  </a:lnTo>
                  <a:lnTo>
                    <a:pt x="55823" y="291872"/>
                  </a:lnTo>
                  <a:lnTo>
                    <a:pt x="59834" y="295340"/>
                  </a:lnTo>
                  <a:lnTo>
                    <a:pt x="63954" y="298680"/>
                  </a:lnTo>
                  <a:lnTo>
                    <a:pt x="68177" y="301887"/>
                  </a:lnTo>
                  <a:lnTo>
                    <a:pt x="72500" y="304958"/>
                  </a:lnTo>
                  <a:lnTo>
                    <a:pt x="76918" y="307891"/>
                  </a:lnTo>
                  <a:lnTo>
                    <a:pt x="81428" y="310683"/>
                  </a:lnTo>
                  <a:lnTo>
                    <a:pt x="86023" y="313329"/>
                  </a:lnTo>
                  <a:lnTo>
                    <a:pt x="90700" y="315829"/>
                  </a:lnTo>
                  <a:lnTo>
                    <a:pt x="95454" y="318179"/>
                  </a:lnTo>
                  <a:lnTo>
                    <a:pt x="100280" y="320377"/>
                  </a:lnTo>
                  <a:lnTo>
                    <a:pt x="105173" y="322421"/>
                  </a:lnTo>
                  <a:lnTo>
                    <a:pt x="110129" y="324309"/>
                  </a:lnTo>
                  <a:lnTo>
                    <a:pt x="115142" y="326039"/>
                  </a:lnTo>
                  <a:lnTo>
                    <a:pt x="120207" y="327608"/>
                  </a:lnTo>
                  <a:lnTo>
                    <a:pt x="125320" y="329016"/>
                  </a:lnTo>
                  <a:lnTo>
                    <a:pt x="130475" y="330262"/>
                  </a:lnTo>
                  <a:lnTo>
                    <a:pt x="135666" y="331343"/>
                  </a:lnTo>
                  <a:lnTo>
                    <a:pt x="140890" y="332259"/>
                  </a:lnTo>
                  <a:lnTo>
                    <a:pt x="146139" y="333009"/>
                  </a:lnTo>
                  <a:lnTo>
                    <a:pt x="151410" y="333592"/>
                  </a:lnTo>
                  <a:lnTo>
                    <a:pt x="156697" y="334007"/>
                  </a:lnTo>
                  <a:lnTo>
                    <a:pt x="161994" y="334255"/>
                  </a:lnTo>
                  <a:lnTo>
                    <a:pt x="167297" y="334334"/>
                  </a:lnTo>
                  <a:lnTo>
                    <a:pt x="172599" y="334246"/>
                  </a:lnTo>
                  <a:lnTo>
                    <a:pt x="177896" y="333989"/>
                  </a:lnTo>
                  <a:lnTo>
                    <a:pt x="183182" y="333564"/>
                  </a:lnTo>
                  <a:lnTo>
                    <a:pt x="188452" y="332972"/>
                  </a:lnTo>
                  <a:lnTo>
                    <a:pt x="193700" y="332212"/>
                  </a:lnTo>
                  <a:lnTo>
                    <a:pt x="198922" y="331287"/>
                  </a:lnTo>
                  <a:lnTo>
                    <a:pt x="204112" y="330197"/>
                  </a:lnTo>
                  <a:lnTo>
                    <a:pt x="209264" y="328942"/>
                  </a:lnTo>
                  <a:lnTo>
                    <a:pt x="214374" y="327525"/>
                  </a:lnTo>
                  <a:lnTo>
                    <a:pt x="219437" y="325946"/>
                  </a:lnTo>
                  <a:lnTo>
                    <a:pt x="224447" y="324208"/>
                  </a:lnTo>
                  <a:lnTo>
                    <a:pt x="229399" y="322312"/>
                  </a:lnTo>
                  <a:lnTo>
                    <a:pt x="234289" y="320259"/>
                  </a:lnTo>
                  <a:lnTo>
                    <a:pt x="239111" y="318052"/>
                  </a:lnTo>
                  <a:lnTo>
                    <a:pt x="243861" y="315694"/>
                  </a:lnTo>
                  <a:lnTo>
                    <a:pt x="248534" y="313186"/>
                  </a:lnTo>
                  <a:lnTo>
                    <a:pt x="253124" y="310531"/>
                  </a:lnTo>
                  <a:lnTo>
                    <a:pt x="257628" y="307732"/>
                  </a:lnTo>
                  <a:lnTo>
                    <a:pt x="262041" y="304791"/>
                  </a:lnTo>
                  <a:lnTo>
                    <a:pt x="266359" y="301712"/>
                  </a:lnTo>
                  <a:lnTo>
                    <a:pt x="270577" y="298498"/>
                  </a:lnTo>
                  <a:lnTo>
                    <a:pt x="274690" y="295151"/>
                  </a:lnTo>
                  <a:lnTo>
                    <a:pt x="278696" y="291675"/>
                  </a:lnTo>
                  <a:lnTo>
                    <a:pt x="282589" y="288075"/>
                  </a:lnTo>
                  <a:lnTo>
                    <a:pt x="286366" y="284352"/>
                  </a:lnTo>
                  <a:lnTo>
                    <a:pt x="290023" y="280512"/>
                  </a:lnTo>
                  <a:lnTo>
                    <a:pt x="293556" y="276557"/>
                  </a:lnTo>
                  <a:lnTo>
                    <a:pt x="296962" y="272493"/>
                  </a:lnTo>
                  <a:lnTo>
                    <a:pt x="300238" y="268322"/>
                  </a:lnTo>
                  <a:lnTo>
                    <a:pt x="303379" y="264050"/>
                  </a:lnTo>
                  <a:lnTo>
                    <a:pt x="306384" y="259680"/>
                  </a:lnTo>
                  <a:lnTo>
                    <a:pt x="309248" y="255217"/>
                  </a:lnTo>
                  <a:lnTo>
                    <a:pt x="311970" y="250665"/>
                  </a:lnTo>
                  <a:lnTo>
                    <a:pt x="314545" y="246030"/>
                  </a:lnTo>
                  <a:lnTo>
                    <a:pt x="316973" y="241315"/>
                  </a:lnTo>
                  <a:lnTo>
                    <a:pt x="319249" y="236525"/>
                  </a:lnTo>
                  <a:lnTo>
                    <a:pt x="321373" y="231666"/>
                  </a:lnTo>
                  <a:lnTo>
                    <a:pt x="323341" y="226742"/>
                  </a:lnTo>
                  <a:lnTo>
                    <a:pt x="325152" y="221758"/>
                  </a:lnTo>
                  <a:lnTo>
                    <a:pt x="326804" y="216718"/>
                  </a:lnTo>
                  <a:lnTo>
                    <a:pt x="328295" y="211629"/>
                  </a:lnTo>
                  <a:lnTo>
                    <a:pt x="329625" y="206496"/>
                  </a:lnTo>
                  <a:lnTo>
                    <a:pt x="330790" y="201322"/>
                  </a:lnTo>
                  <a:lnTo>
                    <a:pt x="331791" y="196115"/>
                  </a:lnTo>
                  <a:lnTo>
                    <a:pt x="332627" y="190878"/>
                  </a:lnTo>
                  <a:lnTo>
                    <a:pt x="333295" y="185617"/>
                  </a:lnTo>
                  <a:lnTo>
                    <a:pt x="333797" y="180338"/>
                  </a:lnTo>
                  <a:lnTo>
                    <a:pt x="334131" y="175045"/>
                  </a:lnTo>
                  <a:lnTo>
                    <a:pt x="334297" y="169745"/>
                  </a:lnTo>
                  <a:lnTo>
                    <a:pt x="334295" y="164442"/>
                  </a:lnTo>
                  <a:lnTo>
                    <a:pt x="334124" y="159141"/>
                  </a:lnTo>
                  <a:lnTo>
                    <a:pt x="333785" y="153849"/>
                  </a:lnTo>
                  <a:lnTo>
                    <a:pt x="333279" y="148570"/>
                  </a:lnTo>
                  <a:lnTo>
                    <a:pt x="332606" y="143310"/>
                  </a:lnTo>
                  <a:lnTo>
                    <a:pt x="331766" y="138074"/>
                  </a:lnTo>
                  <a:lnTo>
                    <a:pt x="330760" y="132867"/>
                  </a:lnTo>
                  <a:lnTo>
                    <a:pt x="329590" y="127695"/>
                  </a:lnTo>
                  <a:lnTo>
                    <a:pt x="328256" y="122562"/>
                  </a:lnTo>
                  <a:lnTo>
                    <a:pt x="326760" y="117475"/>
                  </a:lnTo>
                  <a:lnTo>
                    <a:pt x="325104" y="112437"/>
                  </a:lnTo>
                  <a:lnTo>
                    <a:pt x="323288" y="107454"/>
                  </a:lnTo>
                  <a:lnTo>
                    <a:pt x="321316" y="102532"/>
                  </a:lnTo>
                  <a:lnTo>
                    <a:pt x="319188" y="97674"/>
                  </a:lnTo>
                  <a:lnTo>
                    <a:pt x="316907" y="92887"/>
                  </a:lnTo>
                  <a:lnTo>
                    <a:pt x="314476" y="88174"/>
                  </a:lnTo>
                  <a:lnTo>
                    <a:pt x="311896" y="83541"/>
                  </a:lnTo>
                  <a:lnTo>
                    <a:pt x="309171" y="78991"/>
                  </a:lnTo>
                  <a:lnTo>
                    <a:pt x="306302" y="74531"/>
                  </a:lnTo>
                  <a:lnTo>
                    <a:pt x="303294" y="70164"/>
                  </a:lnTo>
                  <a:lnTo>
                    <a:pt x="300149" y="65894"/>
                  </a:lnTo>
                  <a:lnTo>
                    <a:pt x="296869" y="61727"/>
                  </a:lnTo>
                  <a:lnTo>
                    <a:pt x="293460" y="57665"/>
                  </a:lnTo>
                  <a:lnTo>
                    <a:pt x="289923" y="53714"/>
                  </a:lnTo>
                  <a:lnTo>
                    <a:pt x="286262" y="49877"/>
                  </a:lnTo>
                  <a:lnTo>
                    <a:pt x="282482" y="46157"/>
                  </a:lnTo>
                  <a:lnTo>
                    <a:pt x="278586" y="42560"/>
                  </a:lnTo>
                  <a:lnTo>
                    <a:pt x="274577" y="39088"/>
                  </a:lnTo>
                  <a:lnTo>
                    <a:pt x="270461" y="35745"/>
                  </a:lnTo>
                  <a:lnTo>
                    <a:pt x="266240" y="32534"/>
                  </a:lnTo>
                  <a:lnTo>
                    <a:pt x="261920" y="29459"/>
                  </a:lnTo>
                  <a:lnTo>
                    <a:pt x="257504" y="26522"/>
                  </a:lnTo>
                  <a:lnTo>
                    <a:pt x="252998" y="23727"/>
                  </a:lnTo>
                  <a:lnTo>
                    <a:pt x="248405" y="21076"/>
                  </a:lnTo>
                  <a:lnTo>
                    <a:pt x="243730" y="18572"/>
                  </a:lnTo>
                  <a:lnTo>
                    <a:pt x="238978" y="16218"/>
                  </a:lnTo>
                  <a:lnTo>
                    <a:pt x="234154" y="14016"/>
                  </a:lnTo>
                  <a:lnTo>
                    <a:pt x="229263" y="11967"/>
                  </a:lnTo>
                  <a:lnTo>
                    <a:pt x="224309" y="10075"/>
                  </a:lnTo>
                  <a:lnTo>
                    <a:pt x="219297" y="8341"/>
                  </a:lnTo>
                  <a:lnTo>
                    <a:pt x="214233" y="6767"/>
                  </a:lnTo>
                  <a:lnTo>
                    <a:pt x="209122" y="5354"/>
                  </a:lnTo>
                  <a:lnTo>
                    <a:pt x="203968" y="4105"/>
                  </a:lnTo>
                  <a:lnTo>
                    <a:pt x="198777" y="3019"/>
                  </a:lnTo>
                  <a:lnTo>
                    <a:pt x="193555" y="2098"/>
                  </a:lnTo>
                  <a:lnTo>
                    <a:pt x="188305" y="1344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2" y="84"/>
                  </a:lnTo>
                  <a:lnTo>
                    <a:pt x="167149" y="0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488518" y="5018213"/>
              <a:ext cx="202" cy="167167"/>
            </a:xfrm>
            <a:custGeom>
              <a:avLst/>
              <a:pathLst>
                <a:path w="202" h="167167">
                  <a:moveTo>
                    <a:pt x="202" y="0"/>
                  </a:moveTo>
                  <a:lnTo>
                    <a:pt x="0" y="0"/>
                  </a:lnTo>
                  <a:lnTo>
                    <a:pt x="20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488518" y="5018213"/>
              <a:ext cx="202" cy="167167"/>
            </a:xfrm>
            <a:custGeom>
              <a:avLst/>
              <a:pathLst>
                <a:path w="202" h="167167">
                  <a:moveTo>
                    <a:pt x="0" y="0"/>
                  </a:moveTo>
                  <a:lnTo>
                    <a:pt x="202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488518" y="5018213"/>
              <a:ext cx="202" cy="167167"/>
            </a:xfrm>
            <a:custGeom>
              <a:avLst/>
              <a:pathLst>
                <a:path w="202" h="167167">
                  <a:moveTo>
                    <a:pt x="0" y="0"/>
                  </a:moveTo>
                  <a:lnTo>
                    <a:pt x="202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488518" y="5018213"/>
              <a:ext cx="202" cy="167167"/>
            </a:xfrm>
            <a:custGeom>
              <a:avLst/>
              <a:pathLst>
                <a:path w="202" h="167167">
                  <a:moveTo>
                    <a:pt x="0" y="0"/>
                  </a:moveTo>
                  <a:lnTo>
                    <a:pt x="20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488518" y="5018213"/>
              <a:ext cx="202" cy="167167"/>
            </a:xfrm>
            <a:custGeom>
              <a:avLst/>
              <a:pathLst>
                <a:path w="202" h="167167">
                  <a:moveTo>
                    <a:pt x="0" y="0"/>
                  </a:moveTo>
                  <a:lnTo>
                    <a:pt x="20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488518" y="5018213"/>
              <a:ext cx="202" cy="167167"/>
            </a:xfrm>
            <a:custGeom>
              <a:avLst/>
              <a:pathLst>
                <a:path w="202" h="167167">
                  <a:moveTo>
                    <a:pt x="0" y="0"/>
                  </a:moveTo>
                  <a:lnTo>
                    <a:pt x="20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488518" y="5018213"/>
              <a:ext cx="202" cy="167167"/>
            </a:xfrm>
            <a:custGeom>
              <a:avLst/>
              <a:pathLst>
                <a:path w="202" h="167167">
                  <a:moveTo>
                    <a:pt x="0" y="0"/>
                  </a:moveTo>
                  <a:lnTo>
                    <a:pt x="20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488518" y="5018213"/>
              <a:ext cx="202" cy="167167"/>
            </a:xfrm>
            <a:custGeom>
              <a:avLst/>
              <a:pathLst>
                <a:path w="202" h="167167">
                  <a:moveTo>
                    <a:pt x="0" y="0"/>
                  </a:moveTo>
                  <a:lnTo>
                    <a:pt x="202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488518" y="5018213"/>
              <a:ext cx="202" cy="167167"/>
            </a:xfrm>
            <a:custGeom>
              <a:avLst/>
              <a:pathLst>
                <a:path w="202" h="167167">
                  <a:moveTo>
                    <a:pt x="0" y="0"/>
                  </a:moveTo>
                  <a:lnTo>
                    <a:pt x="202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321565" y="5018213"/>
              <a:ext cx="334322" cy="334327"/>
            </a:xfrm>
            <a:custGeom>
              <a:avLst/>
              <a:pathLst>
                <a:path w="334322" h="334327">
                  <a:moveTo>
                    <a:pt x="166953" y="0"/>
                  </a:moveTo>
                  <a:lnTo>
                    <a:pt x="161666" y="90"/>
                  </a:lnTo>
                  <a:lnTo>
                    <a:pt x="156385" y="347"/>
                  </a:lnTo>
                  <a:lnTo>
                    <a:pt x="151115" y="771"/>
                  </a:lnTo>
                  <a:lnTo>
                    <a:pt x="145861" y="1361"/>
                  </a:lnTo>
                  <a:lnTo>
                    <a:pt x="140628" y="2118"/>
                  </a:lnTo>
                  <a:lnTo>
                    <a:pt x="135421" y="3039"/>
                  </a:lnTo>
                  <a:lnTo>
                    <a:pt x="130247" y="4125"/>
                  </a:lnTo>
                  <a:lnTo>
                    <a:pt x="125109" y="5374"/>
                  </a:lnTo>
                  <a:lnTo>
                    <a:pt x="120013" y="6784"/>
                  </a:lnTo>
                  <a:lnTo>
                    <a:pt x="114965" y="8355"/>
                  </a:lnTo>
                  <a:lnTo>
                    <a:pt x="109968" y="10085"/>
                  </a:lnTo>
                  <a:lnTo>
                    <a:pt x="105029" y="11972"/>
                  </a:lnTo>
                  <a:lnTo>
                    <a:pt x="100152" y="14015"/>
                  </a:lnTo>
                  <a:lnTo>
                    <a:pt x="95343" y="16210"/>
                  </a:lnTo>
                  <a:lnTo>
                    <a:pt x="90604" y="18557"/>
                  </a:lnTo>
                  <a:lnTo>
                    <a:pt x="85943" y="21052"/>
                  </a:lnTo>
                  <a:lnTo>
                    <a:pt x="81363" y="23693"/>
                  </a:lnTo>
                  <a:lnTo>
                    <a:pt x="76868" y="26478"/>
                  </a:lnTo>
                  <a:lnTo>
                    <a:pt x="72464" y="29404"/>
                  </a:lnTo>
                  <a:lnTo>
                    <a:pt x="68155" y="32467"/>
                  </a:lnTo>
                  <a:lnTo>
                    <a:pt x="63945" y="35666"/>
                  </a:lnTo>
                  <a:lnTo>
                    <a:pt x="59838" y="38995"/>
                  </a:lnTo>
                  <a:lnTo>
                    <a:pt x="55838" y="42453"/>
                  </a:lnTo>
                  <a:lnTo>
                    <a:pt x="51949" y="46036"/>
                  </a:lnTo>
                  <a:lnTo>
                    <a:pt x="48176" y="49740"/>
                  </a:lnTo>
                  <a:lnTo>
                    <a:pt x="44522" y="53562"/>
                  </a:lnTo>
                  <a:lnTo>
                    <a:pt x="40991" y="57497"/>
                  </a:lnTo>
                  <a:lnTo>
                    <a:pt x="37586" y="61541"/>
                  </a:lnTo>
                  <a:lnTo>
                    <a:pt x="34310" y="65692"/>
                  </a:lnTo>
                  <a:lnTo>
                    <a:pt x="31167" y="69944"/>
                  </a:lnTo>
                  <a:lnTo>
                    <a:pt x="28161" y="74293"/>
                  </a:lnTo>
                  <a:lnTo>
                    <a:pt x="25293" y="78735"/>
                  </a:lnTo>
                  <a:lnTo>
                    <a:pt x="22568" y="83266"/>
                  </a:lnTo>
                  <a:lnTo>
                    <a:pt x="19986" y="87880"/>
                  </a:lnTo>
                  <a:lnTo>
                    <a:pt x="17553" y="92574"/>
                  </a:lnTo>
                  <a:lnTo>
                    <a:pt x="15269" y="97343"/>
                  </a:lnTo>
                  <a:lnTo>
                    <a:pt x="13136" y="102181"/>
                  </a:lnTo>
                  <a:lnTo>
                    <a:pt x="11158" y="107084"/>
                  </a:lnTo>
                  <a:lnTo>
                    <a:pt x="9336" y="112048"/>
                  </a:lnTo>
                  <a:lnTo>
                    <a:pt x="7672" y="117066"/>
                  </a:lnTo>
                  <a:lnTo>
                    <a:pt x="6167" y="122135"/>
                  </a:lnTo>
                  <a:lnTo>
                    <a:pt x="4824" y="127249"/>
                  </a:lnTo>
                  <a:lnTo>
                    <a:pt x="3642" y="132402"/>
                  </a:lnTo>
                  <a:lnTo>
                    <a:pt x="2625" y="137591"/>
                  </a:lnTo>
                  <a:lnTo>
                    <a:pt x="1772" y="142809"/>
                  </a:lnTo>
                  <a:lnTo>
                    <a:pt x="1084" y="148051"/>
                  </a:lnTo>
                  <a:lnTo>
                    <a:pt x="563" y="153313"/>
                  </a:lnTo>
                  <a:lnTo>
                    <a:pt x="208" y="158588"/>
                  </a:lnTo>
                  <a:lnTo>
                    <a:pt x="20" y="163872"/>
                  </a:lnTo>
                  <a:lnTo>
                    <a:pt x="0" y="169159"/>
                  </a:lnTo>
                  <a:lnTo>
                    <a:pt x="146" y="174445"/>
                  </a:lnTo>
                  <a:lnTo>
                    <a:pt x="460" y="179723"/>
                  </a:lnTo>
                  <a:lnTo>
                    <a:pt x="940" y="184988"/>
                  </a:lnTo>
                  <a:lnTo>
                    <a:pt x="1587" y="190236"/>
                  </a:lnTo>
                  <a:lnTo>
                    <a:pt x="2399" y="195460"/>
                  </a:lnTo>
                  <a:lnTo>
                    <a:pt x="3377" y="200656"/>
                  </a:lnTo>
                  <a:lnTo>
                    <a:pt x="4518" y="205819"/>
                  </a:lnTo>
                  <a:lnTo>
                    <a:pt x="5821" y="210943"/>
                  </a:lnTo>
                  <a:lnTo>
                    <a:pt x="7286" y="216023"/>
                  </a:lnTo>
                  <a:lnTo>
                    <a:pt x="8911" y="221055"/>
                  </a:lnTo>
                  <a:lnTo>
                    <a:pt x="10695" y="226032"/>
                  </a:lnTo>
                  <a:lnTo>
                    <a:pt x="12635" y="230951"/>
                  </a:lnTo>
                  <a:lnTo>
                    <a:pt x="14729" y="235806"/>
                  </a:lnTo>
                  <a:lnTo>
                    <a:pt x="16976" y="240592"/>
                  </a:lnTo>
                  <a:lnTo>
                    <a:pt x="19373" y="245304"/>
                  </a:lnTo>
                  <a:lnTo>
                    <a:pt x="21918" y="249939"/>
                  </a:lnTo>
                  <a:lnTo>
                    <a:pt x="24608" y="254490"/>
                  </a:lnTo>
                  <a:lnTo>
                    <a:pt x="27441" y="258955"/>
                  </a:lnTo>
                  <a:lnTo>
                    <a:pt x="30414" y="263327"/>
                  </a:lnTo>
                  <a:lnTo>
                    <a:pt x="33523" y="267604"/>
                  </a:lnTo>
                  <a:lnTo>
                    <a:pt x="36767" y="271779"/>
                  </a:lnTo>
                  <a:lnTo>
                    <a:pt x="40140" y="275851"/>
                  </a:lnTo>
                  <a:lnTo>
                    <a:pt x="43641" y="279813"/>
                  </a:lnTo>
                  <a:lnTo>
                    <a:pt x="47265" y="283663"/>
                  </a:lnTo>
                  <a:lnTo>
                    <a:pt x="51009" y="287396"/>
                  </a:lnTo>
                  <a:lnTo>
                    <a:pt x="54869" y="291009"/>
                  </a:lnTo>
                  <a:lnTo>
                    <a:pt x="58842" y="294498"/>
                  </a:lnTo>
                  <a:lnTo>
                    <a:pt x="62923" y="297860"/>
                  </a:lnTo>
                  <a:lnTo>
                    <a:pt x="67108" y="301091"/>
                  </a:lnTo>
                  <a:lnTo>
                    <a:pt x="71394" y="304188"/>
                  </a:lnTo>
                  <a:lnTo>
                    <a:pt x="75775" y="307148"/>
                  </a:lnTo>
                  <a:lnTo>
                    <a:pt x="80247" y="309967"/>
                  </a:lnTo>
                  <a:lnTo>
                    <a:pt x="84807" y="312644"/>
                  </a:lnTo>
                  <a:lnTo>
                    <a:pt x="89449" y="315176"/>
                  </a:lnTo>
                  <a:lnTo>
                    <a:pt x="94169" y="317559"/>
                  </a:lnTo>
                  <a:lnTo>
                    <a:pt x="98961" y="319792"/>
                  </a:lnTo>
                  <a:lnTo>
                    <a:pt x="103822" y="321873"/>
                  </a:lnTo>
                  <a:lnTo>
                    <a:pt x="108746" y="323798"/>
                  </a:lnTo>
                  <a:lnTo>
                    <a:pt x="113729" y="325567"/>
                  </a:lnTo>
                  <a:lnTo>
                    <a:pt x="118765" y="327177"/>
                  </a:lnTo>
                  <a:lnTo>
                    <a:pt x="123850" y="328628"/>
                  </a:lnTo>
                  <a:lnTo>
                    <a:pt x="128977" y="329916"/>
                  </a:lnTo>
                  <a:lnTo>
                    <a:pt x="134143" y="331042"/>
                  </a:lnTo>
                  <a:lnTo>
                    <a:pt x="139342" y="332004"/>
                  </a:lnTo>
                  <a:lnTo>
                    <a:pt x="144569" y="332801"/>
                  </a:lnTo>
                  <a:lnTo>
                    <a:pt x="149819" y="333433"/>
                  </a:lnTo>
                  <a:lnTo>
                    <a:pt x="155086" y="333898"/>
                  </a:lnTo>
                  <a:lnTo>
                    <a:pt x="160364" y="334196"/>
                  </a:lnTo>
                  <a:lnTo>
                    <a:pt x="165650" y="334327"/>
                  </a:lnTo>
                  <a:lnTo>
                    <a:pt x="170937" y="334291"/>
                  </a:lnTo>
                  <a:lnTo>
                    <a:pt x="176221" y="334088"/>
                  </a:lnTo>
                  <a:lnTo>
                    <a:pt x="181495" y="333718"/>
                  </a:lnTo>
                  <a:lnTo>
                    <a:pt x="186755" y="333181"/>
                  </a:lnTo>
                  <a:lnTo>
                    <a:pt x="191995" y="332478"/>
                  </a:lnTo>
                  <a:lnTo>
                    <a:pt x="197211" y="331610"/>
                  </a:lnTo>
                  <a:lnTo>
                    <a:pt x="202396" y="330577"/>
                  </a:lnTo>
                  <a:lnTo>
                    <a:pt x="207547" y="329381"/>
                  </a:lnTo>
                  <a:lnTo>
                    <a:pt x="212656" y="328023"/>
                  </a:lnTo>
                  <a:lnTo>
                    <a:pt x="217721" y="326503"/>
                  </a:lnTo>
                  <a:lnTo>
                    <a:pt x="222734" y="324824"/>
                  </a:lnTo>
                  <a:lnTo>
                    <a:pt x="227692" y="322988"/>
                  </a:lnTo>
                  <a:lnTo>
                    <a:pt x="232590" y="320995"/>
                  </a:lnTo>
                  <a:lnTo>
                    <a:pt x="237422" y="318849"/>
                  </a:lnTo>
                  <a:lnTo>
                    <a:pt x="242184" y="316551"/>
                  </a:lnTo>
                  <a:lnTo>
                    <a:pt x="246870" y="314104"/>
                  </a:lnTo>
                  <a:lnTo>
                    <a:pt x="251477" y="311509"/>
                  </a:lnTo>
                  <a:lnTo>
                    <a:pt x="256000" y="308770"/>
                  </a:lnTo>
                  <a:lnTo>
                    <a:pt x="260434" y="305890"/>
                  </a:lnTo>
                  <a:lnTo>
                    <a:pt x="264774" y="302870"/>
                  </a:lnTo>
                  <a:lnTo>
                    <a:pt x="269017" y="299715"/>
                  </a:lnTo>
                  <a:lnTo>
                    <a:pt x="273158" y="296428"/>
                  </a:lnTo>
                  <a:lnTo>
                    <a:pt x="277193" y="293011"/>
                  </a:lnTo>
                  <a:lnTo>
                    <a:pt x="281117" y="289468"/>
                  </a:lnTo>
                  <a:lnTo>
                    <a:pt x="284928" y="285803"/>
                  </a:lnTo>
                  <a:lnTo>
                    <a:pt x="288621" y="282019"/>
                  </a:lnTo>
                  <a:lnTo>
                    <a:pt x="292193" y="278120"/>
                  </a:lnTo>
                  <a:lnTo>
                    <a:pt x="295639" y="274110"/>
                  </a:lnTo>
                  <a:lnTo>
                    <a:pt x="298957" y="269993"/>
                  </a:lnTo>
                  <a:lnTo>
                    <a:pt x="302143" y="265774"/>
                  </a:lnTo>
                  <a:lnTo>
                    <a:pt x="305193" y="261455"/>
                  </a:lnTo>
                  <a:lnTo>
                    <a:pt x="308106" y="257043"/>
                  </a:lnTo>
                  <a:lnTo>
                    <a:pt x="310878" y="252540"/>
                  </a:lnTo>
                  <a:lnTo>
                    <a:pt x="313506" y="247952"/>
                  </a:lnTo>
                  <a:lnTo>
                    <a:pt x="315988" y="243284"/>
                  </a:lnTo>
                  <a:lnTo>
                    <a:pt x="318321" y="238539"/>
                  </a:lnTo>
                  <a:lnTo>
                    <a:pt x="320502" y="233723"/>
                  </a:lnTo>
                  <a:lnTo>
                    <a:pt x="322530" y="228840"/>
                  </a:lnTo>
                  <a:lnTo>
                    <a:pt x="324403" y="223895"/>
                  </a:lnTo>
                  <a:lnTo>
                    <a:pt x="326118" y="218894"/>
                  </a:lnTo>
                  <a:lnTo>
                    <a:pt x="327675" y="213841"/>
                  </a:lnTo>
                  <a:lnTo>
                    <a:pt x="329070" y="208741"/>
                  </a:lnTo>
                  <a:lnTo>
                    <a:pt x="330304" y="203600"/>
                  </a:lnTo>
                  <a:lnTo>
                    <a:pt x="331375" y="198422"/>
                  </a:lnTo>
                  <a:lnTo>
                    <a:pt x="332281" y="193213"/>
                  </a:lnTo>
                  <a:lnTo>
                    <a:pt x="333022" y="187978"/>
                  </a:lnTo>
                  <a:lnTo>
                    <a:pt x="333597" y="182722"/>
                  </a:lnTo>
                  <a:lnTo>
                    <a:pt x="334006" y="177450"/>
                  </a:lnTo>
                  <a:lnTo>
                    <a:pt x="334248" y="172169"/>
                  </a:lnTo>
                  <a:lnTo>
                    <a:pt x="334322" y="166882"/>
                  </a:lnTo>
                  <a:lnTo>
                    <a:pt x="334230" y="161595"/>
                  </a:lnTo>
                  <a:lnTo>
                    <a:pt x="333970" y="156314"/>
                  </a:lnTo>
                  <a:lnTo>
                    <a:pt x="333543" y="151044"/>
                  </a:lnTo>
                  <a:lnTo>
                    <a:pt x="332950" y="145790"/>
                  </a:lnTo>
                  <a:lnTo>
                    <a:pt x="332191" y="140558"/>
                  </a:lnTo>
                  <a:lnTo>
                    <a:pt x="331267" y="135352"/>
                  </a:lnTo>
                  <a:lnTo>
                    <a:pt x="330179" y="130178"/>
                  </a:lnTo>
                  <a:lnTo>
                    <a:pt x="328928" y="125041"/>
                  </a:lnTo>
                  <a:lnTo>
                    <a:pt x="327514" y="119946"/>
                  </a:lnTo>
                  <a:lnTo>
                    <a:pt x="325941" y="114898"/>
                  </a:lnTo>
                  <a:lnTo>
                    <a:pt x="324208" y="109903"/>
                  </a:lnTo>
                  <a:lnTo>
                    <a:pt x="322319" y="104965"/>
                  </a:lnTo>
                  <a:lnTo>
                    <a:pt x="320274" y="100089"/>
                  </a:lnTo>
                  <a:lnTo>
                    <a:pt x="318076" y="95280"/>
                  </a:lnTo>
                  <a:lnTo>
                    <a:pt x="315727" y="90543"/>
                  </a:lnTo>
                  <a:lnTo>
                    <a:pt x="313230" y="85883"/>
                  </a:lnTo>
                  <a:lnTo>
                    <a:pt x="310586" y="81304"/>
                  </a:lnTo>
                  <a:lnTo>
                    <a:pt x="307799" y="76811"/>
                  </a:lnTo>
                  <a:lnTo>
                    <a:pt x="304871" y="72408"/>
                  </a:lnTo>
                  <a:lnTo>
                    <a:pt x="301806" y="68100"/>
                  </a:lnTo>
                  <a:lnTo>
                    <a:pt x="298605" y="63891"/>
                  </a:lnTo>
                  <a:lnTo>
                    <a:pt x="295273" y="59786"/>
                  </a:lnTo>
                  <a:lnTo>
                    <a:pt x="291813" y="55788"/>
                  </a:lnTo>
                  <a:lnTo>
                    <a:pt x="288229" y="51901"/>
                  </a:lnTo>
                  <a:lnTo>
                    <a:pt x="284523" y="48130"/>
                  </a:lnTo>
                  <a:lnTo>
                    <a:pt x="280700" y="44478"/>
                  </a:lnTo>
                  <a:lnTo>
                    <a:pt x="276763" y="40948"/>
                  </a:lnTo>
                  <a:lnTo>
                    <a:pt x="272716" y="37545"/>
                  </a:lnTo>
                  <a:lnTo>
                    <a:pt x="268564" y="34272"/>
                  </a:lnTo>
                  <a:lnTo>
                    <a:pt x="264311" y="31131"/>
                  </a:lnTo>
                  <a:lnTo>
                    <a:pt x="259960" y="28127"/>
                  </a:lnTo>
                  <a:lnTo>
                    <a:pt x="255517" y="25261"/>
                  </a:lnTo>
                  <a:lnTo>
                    <a:pt x="250985" y="22538"/>
                  </a:lnTo>
                  <a:lnTo>
                    <a:pt x="246369" y="19959"/>
                  </a:lnTo>
                  <a:lnTo>
                    <a:pt x="241674" y="17528"/>
                  </a:lnTo>
                  <a:lnTo>
                    <a:pt x="236904" y="15246"/>
                  </a:lnTo>
                  <a:lnTo>
                    <a:pt x="232065" y="13116"/>
                  </a:lnTo>
                  <a:lnTo>
                    <a:pt x="227161" y="11140"/>
                  </a:lnTo>
                  <a:lnTo>
                    <a:pt x="222196" y="9321"/>
                  </a:lnTo>
                  <a:lnTo>
                    <a:pt x="217177" y="7659"/>
                  </a:lnTo>
                  <a:lnTo>
                    <a:pt x="212108" y="6157"/>
                  </a:lnTo>
                  <a:lnTo>
                    <a:pt x="206993" y="4816"/>
                  </a:lnTo>
                  <a:lnTo>
                    <a:pt x="201839" y="3637"/>
                  </a:lnTo>
                  <a:lnTo>
                    <a:pt x="196650" y="2622"/>
                  </a:lnTo>
                  <a:lnTo>
                    <a:pt x="191432" y="1772"/>
                  </a:lnTo>
                  <a:lnTo>
                    <a:pt x="186189" y="1087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488720" y="5018213"/>
              <a:ext cx="19033" cy="167167"/>
            </a:xfrm>
            <a:custGeom>
              <a:avLst/>
              <a:pathLst>
                <a:path w="19033" h="167167">
                  <a:moveTo>
                    <a:pt x="19033" y="1087"/>
                  </a:moveTo>
                  <a:lnTo>
                    <a:pt x="9532" y="27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799077" y="5269756"/>
              <a:ext cx="165423" cy="167167"/>
            </a:xfrm>
            <a:custGeom>
              <a:avLst/>
              <a:pathLst>
                <a:path w="165423" h="167167">
                  <a:moveTo>
                    <a:pt x="165423" y="0"/>
                  </a:moveTo>
                  <a:lnTo>
                    <a:pt x="160005" y="87"/>
                  </a:lnTo>
                  <a:lnTo>
                    <a:pt x="154593" y="351"/>
                  </a:lnTo>
                  <a:lnTo>
                    <a:pt x="149193" y="789"/>
                  </a:lnTo>
                  <a:lnTo>
                    <a:pt x="143809" y="1403"/>
                  </a:lnTo>
                  <a:lnTo>
                    <a:pt x="138448" y="2190"/>
                  </a:lnTo>
                  <a:lnTo>
                    <a:pt x="133116" y="3151"/>
                  </a:lnTo>
                  <a:lnTo>
                    <a:pt x="127817" y="4284"/>
                  </a:lnTo>
                  <a:lnTo>
                    <a:pt x="122558" y="5589"/>
                  </a:lnTo>
                  <a:lnTo>
                    <a:pt x="117344" y="7063"/>
                  </a:lnTo>
                  <a:lnTo>
                    <a:pt x="112181" y="8705"/>
                  </a:lnTo>
                  <a:lnTo>
                    <a:pt x="107073" y="10514"/>
                  </a:lnTo>
                  <a:lnTo>
                    <a:pt x="102027" y="12487"/>
                  </a:lnTo>
                  <a:lnTo>
                    <a:pt x="97047" y="14623"/>
                  </a:lnTo>
                  <a:lnTo>
                    <a:pt x="92140" y="16919"/>
                  </a:lnTo>
                  <a:lnTo>
                    <a:pt x="87309" y="19373"/>
                  </a:lnTo>
                  <a:lnTo>
                    <a:pt x="82560" y="21982"/>
                  </a:lnTo>
                  <a:lnTo>
                    <a:pt x="77898" y="24744"/>
                  </a:lnTo>
                  <a:lnTo>
                    <a:pt x="73329" y="27655"/>
                  </a:lnTo>
                  <a:lnTo>
                    <a:pt x="68856" y="30713"/>
                  </a:lnTo>
                  <a:lnTo>
                    <a:pt x="64484" y="33914"/>
                  </a:lnTo>
                  <a:lnTo>
                    <a:pt x="60219" y="37255"/>
                  </a:lnTo>
                  <a:lnTo>
                    <a:pt x="56064" y="40733"/>
                  </a:lnTo>
                  <a:lnTo>
                    <a:pt x="52024" y="44344"/>
                  </a:lnTo>
                  <a:lnTo>
                    <a:pt x="48103" y="48083"/>
                  </a:lnTo>
                  <a:lnTo>
                    <a:pt x="44305" y="51948"/>
                  </a:lnTo>
                  <a:lnTo>
                    <a:pt x="40634" y="55934"/>
                  </a:lnTo>
                  <a:lnTo>
                    <a:pt x="37095" y="60037"/>
                  </a:lnTo>
                  <a:lnTo>
                    <a:pt x="33691" y="64252"/>
                  </a:lnTo>
                  <a:lnTo>
                    <a:pt x="30424" y="68575"/>
                  </a:lnTo>
                  <a:lnTo>
                    <a:pt x="27300" y="73002"/>
                  </a:lnTo>
                  <a:lnTo>
                    <a:pt x="24321" y="77528"/>
                  </a:lnTo>
                  <a:lnTo>
                    <a:pt x="21490" y="82148"/>
                  </a:lnTo>
                  <a:lnTo>
                    <a:pt x="18810" y="86857"/>
                  </a:lnTo>
                  <a:lnTo>
                    <a:pt x="16285" y="91651"/>
                  </a:lnTo>
                  <a:lnTo>
                    <a:pt x="13916" y="96524"/>
                  </a:lnTo>
                  <a:lnTo>
                    <a:pt x="11706" y="101471"/>
                  </a:lnTo>
                  <a:lnTo>
                    <a:pt x="9657" y="106487"/>
                  </a:lnTo>
                  <a:lnTo>
                    <a:pt x="7773" y="111567"/>
                  </a:lnTo>
                  <a:lnTo>
                    <a:pt x="6054" y="116706"/>
                  </a:lnTo>
                  <a:lnTo>
                    <a:pt x="4502" y="121897"/>
                  </a:lnTo>
                  <a:lnTo>
                    <a:pt x="3119" y="127136"/>
                  </a:lnTo>
                  <a:lnTo>
                    <a:pt x="1907" y="132417"/>
                  </a:lnTo>
                  <a:lnTo>
                    <a:pt x="867" y="137735"/>
                  </a:lnTo>
                  <a:lnTo>
                    <a:pt x="0" y="143083"/>
                  </a:lnTo>
                  <a:lnTo>
                    <a:pt x="165423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797350" y="5269756"/>
              <a:ext cx="334298" cy="334334"/>
            </a:xfrm>
            <a:custGeom>
              <a:avLst/>
              <a:pathLst>
                <a:path w="334298" h="334334">
                  <a:moveTo>
                    <a:pt x="1727" y="143083"/>
                  </a:moveTo>
                  <a:lnTo>
                    <a:pt x="1046" y="148346"/>
                  </a:lnTo>
                  <a:lnTo>
                    <a:pt x="532" y="153627"/>
                  </a:lnTo>
                  <a:lnTo>
                    <a:pt x="186" y="158923"/>
                  </a:lnTo>
                  <a:lnTo>
                    <a:pt x="9" y="164226"/>
                  </a:lnTo>
                  <a:lnTo>
                    <a:pt x="0" y="169533"/>
                  </a:lnTo>
                  <a:lnTo>
                    <a:pt x="159" y="174837"/>
                  </a:lnTo>
                  <a:lnTo>
                    <a:pt x="486" y="180133"/>
                  </a:lnTo>
                  <a:lnTo>
                    <a:pt x="982" y="185416"/>
                  </a:lnTo>
                  <a:lnTo>
                    <a:pt x="1645" y="190681"/>
                  </a:lnTo>
                  <a:lnTo>
                    <a:pt x="2475" y="195922"/>
                  </a:lnTo>
                  <a:lnTo>
                    <a:pt x="3470" y="201135"/>
                  </a:lnTo>
                  <a:lnTo>
                    <a:pt x="4631" y="206313"/>
                  </a:lnTo>
                  <a:lnTo>
                    <a:pt x="5955" y="211451"/>
                  </a:lnTo>
                  <a:lnTo>
                    <a:pt x="7442" y="216545"/>
                  </a:lnTo>
                  <a:lnTo>
                    <a:pt x="9090" y="221589"/>
                  </a:lnTo>
                  <a:lnTo>
                    <a:pt x="10897" y="226579"/>
                  </a:lnTo>
                  <a:lnTo>
                    <a:pt x="12861" y="231508"/>
                  </a:lnTo>
                  <a:lnTo>
                    <a:pt x="14981" y="236373"/>
                  </a:lnTo>
                  <a:lnTo>
                    <a:pt x="17254" y="241168"/>
                  </a:lnTo>
                  <a:lnTo>
                    <a:pt x="19678" y="245888"/>
                  </a:lnTo>
                  <a:lnTo>
                    <a:pt x="22251" y="250529"/>
                  </a:lnTo>
                  <a:lnTo>
                    <a:pt x="24970" y="255086"/>
                  </a:lnTo>
                  <a:lnTo>
                    <a:pt x="27832" y="259555"/>
                  </a:lnTo>
                  <a:lnTo>
                    <a:pt x="30835" y="263930"/>
                  </a:lnTo>
                  <a:lnTo>
                    <a:pt x="33975" y="268208"/>
                  </a:lnTo>
                  <a:lnTo>
                    <a:pt x="37249" y="272384"/>
                  </a:lnTo>
                  <a:lnTo>
                    <a:pt x="40654" y="276454"/>
                  </a:lnTo>
                  <a:lnTo>
                    <a:pt x="44186" y="280414"/>
                  </a:lnTo>
                  <a:lnTo>
                    <a:pt x="47843" y="284259"/>
                  </a:lnTo>
                  <a:lnTo>
                    <a:pt x="51619" y="287987"/>
                  </a:lnTo>
                  <a:lnTo>
                    <a:pt x="55512" y="291593"/>
                  </a:lnTo>
                  <a:lnTo>
                    <a:pt x="59518" y="295074"/>
                  </a:lnTo>
                  <a:lnTo>
                    <a:pt x="63632" y="298426"/>
                  </a:lnTo>
                  <a:lnTo>
                    <a:pt x="67850" y="301645"/>
                  </a:lnTo>
                  <a:lnTo>
                    <a:pt x="72168" y="304729"/>
                  </a:lnTo>
                  <a:lnTo>
                    <a:pt x="76582" y="307674"/>
                  </a:lnTo>
                  <a:lnTo>
                    <a:pt x="81087" y="310478"/>
                  </a:lnTo>
                  <a:lnTo>
                    <a:pt x="85679" y="313138"/>
                  </a:lnTo>
                  <a:lnTo>
                    <a:pt x="90353" y="315650"/>
                  </a:lnTo>
                  <a:lnTo>
                    <a:pt x="95105" y="318013"/>
                  </a:lnTo>
                  <a:lnTo>
                    <a:pt x="99929" y="320223"/>
                  </a:lnTo>
                  <a:lnTo>
                    <a:pt x="104821" y="322280"/>
                  </a:lnTo>
                  <a:lnTo>
                    <a:pt x="109775" y="324180"/>
                  </a:lnTo>
                  <a:lnTo>
                    <a:pt x="114788" y="325922"/>
                  </a:lnTo>
                  <a:lnTo>
                    <a:pt x="119853" y="327504"/>
                  </a:lnTo>
                  <a:lnTo>
                    <a:pt x="124966" y="328924"/>
                  </a:lnTo>
                  <a:lnTo>
                    <a:pt x="130121" y="330182"/>
                  </a:lnTo>
                  <a:lnTo>
                    <a:pt x="135314" y="331275"/>
                  </a:lnTo>
                  <a:lnTo>
                    <a:pt x="140539" y="332203"/>
                  </a:lnTo>
                  <a:lnTo>
                    <a:pt x="145790" y="332964"/>
                  </a:lnTo>
                  <a:lnTo>
                    <a:pt x="151063" y="333559"/>
                  </a:lnTo>
                  <a:lnTo>
                    <a:pt x="156353" y="333985"/>
                  </a:lnTo>
                  <a:lnTo>
                    <a:pt x="161653" y="334244"/>
                  </a:lnTo>
                  <a:lnTo>
                    <a:pt x="166958" y="334334"/>
                  </a:lnTo>
                  <a:lnTo>
                    <a:pt x="172264" y="334256"/>
                  </a:lnTo>
                  <a:lnTo>
                    <a:pt x="177565" y="334010"/>
                  </a:lnTo>
                  <a:lnTo>
                    <a:pt x="182855" y="333595"/>
                  </a:lnTo>
                  <a:lnTo>
                    <a:pt x="188130" y="333013"/>
                  </a:lnTo>
                  <a:lnTo>
                    <a:pt x="193383" y="332263"/>
                  </a:lnTo>
                  <a:lnTo>
                    <a:pt x="198610" y="331347"/>
                  </a:lnTo>
                  <a:lnTo>
                    <a:pt x="203805" y="330266"/>
                  </a:lnTo>
                  <a:lnTo>
                    <a:pt x="208963" y="329021"/>
                  </a:lnTo>
                  <a:lnTo>
                    <a:pt x="214079" y="327612"/>
                  </a:lnTo>
                  <a:lnTo>
                    <a:pt x="219148" y="326042"/>
                  </a:lnTo>
                  <a:lnTo>
                    <a:pt x="224165" y="324311"/>
                  </a:lnTo>
                  <a:lnTo>
                    <a:pt x="229124" y="322422"/>
                  </a:lnTo>
                  <a:lnTo>
                    <a:pt x="234020" y="320377"/>
                  </a:lnTo>
                  <a:lnTo>
                    <a:pt x="238849" y="318178"/>
                  </a:lnTo>
                  <a:lnTo>
                    <a:pt x="243606" y="315826"/>
                  </a:lnTo>
                  <a:lnTo>
                    <a:pt x="248286" y="313324"/>
                  </a:lnTo>
                  <a:lnTo>
                    <a:pt x="252884" y="310675"/>
                  </a:lnTo>
                  <a:lnTo>
                    <a:pt x="257396" y="307882"/>
                  </a:lnTo>
                  <a:lnTo>
                    <a:pt x="261816" y="304947"/>
                  </a:lnTo>
                  <a:lnTo>
                    <a:pt x="266142" y="301873"/>
                  </a:lnTo>
                  <a:lnTo>
                    <a:pt x="270367" y="298663"/>
                  </a:lnTo>
                  <a:lnTo>
                    <a:pt x="274489" y="295320"/>
                  </a:lnTo>
                  <a:lnTo>
                    <a:pt x="278503" y="291849"/>
                  </a:lnTo>
                  <a:lnTo>
                    <a:pt x="282404" y="288252"/>
                  </a:lnTo>
                  <a:lnTo>
                    <a:pt x="286189" y="284533"/>
                  </a:lnTo>
                  <a:lnTo>
                    <a:pt x="289854" y="280695"/>
                  </a:lnTo>
                  <a:lnTo>
                    <a:pt x="293396" y="276744"/>
                  </a:lnTo>
                  <a:lnTo>
                    <a:pt x="296810" y="272682"/>
                  </a:lnTo>
                  <a:lnTo>
                    <a:pt x="300094" y="268513"/>
                  </a:lnTo>
                  <a:lnTo>
                    <a:pt x="303243" y="264242"/>
                  </a:lnTo>
                  <a:lnTo>
                    <a:pt x="306256" y="259874"/>
                  </a:lnTo>
                  <a:lnTo>
                    <a:pt x="309128" y="255412"/>
                  </a:lnTo>
                  <a:lnTo>
                    <a:pt x="311857" y="250861"/>
                  </a:lnTo>
                  <a:lnTo>
                    <a:pt x="314441" y="246226"/>
                  </a:lnTo>
                  <a:lnTo>
                    <a:pt x="316876" y="241511"/>
                  </a:lnTo>
                  <a:lnTo>
                    <a:pt x="319160" y="236722"/>
                  </a:lnTo>
                  <a:lnTo>
                    <a:pt x="321291" y="231862"/>
                  </a:lnTo>
                  <a:lnTo>
                    <a:pt x="323267" y="226937"/>
                  </a:lnTo>
                  <a:lnTo>
                    <a:pt x="325086" y="221952"/>
                  </a:lnTo>
                  <a:lnTo>
                    <a:pt x="326745" y="216911"/>
                  </a:lnTo>
                  <a:lnTo>
                    <a:pt x="328243" y="211821"/>
                  </a:lnTo>
                  <a:lnTo>
                    <a:pt x="329579" y="206685"/>
                  </a:lnTo>
                  <a:lnTo>
                    <a:pt x="330752" y="201510"/>
                  </a:lnTo>
                  <a:lnTo>
                    <a:pt x="331759" y="196300"/>
                  </a:lnTo>
                  <a:lnTo>
                    <a:pt x="332601" y="191061"/>
                  </a:lnTo>
                  <a:lnTo>
                    <a:pt x="333276" y="185798"/>
                  </a:lnTo>
                  <a:lnTo>
                    <a:pt x="333784" y="180515"/>
                  </a:lnTo>
                  <a:lnTo>
                    <a:pt x="334124" y="175220"/>
                  </a:lnTo>
                  <a:lnTo>
                    <a:pt x="334295" y="169916"/>
                  </a:lnTo>
                  <a:lnTo>
                    <a:pt x="334298" y="164610"/>
                  </a:lnTo>
                  <a:lnTo>
                    <a:pt x="334133" y="159306"/>
                  </a:lnTo>
                  <a:lnTo>
                    <a:pt x="333799" y="154010"/>
                  </a:lnTo>
                  <a:lnTo>
                    <a:pt x="333297" y="148727"/>
                  </a:lnTo>
                  <a:lnTo>
                    <a:pt x="332629" y="143463"/>
                  </a:lnTo>
                  <a:lnTo>
                    <a:pt x="331793" y="138223"/>
                  </a:lnTo>
                  <a:lnTo>
                    <a:pt x="330791" y="133011"/>
                  </a:lnTo>
                  <a:lnTo>
                    <a:pt x="329625" y="127835"/>
                  </a:lnTo>
                  <a:lnTo>
                    <a:pt x="328294" y="122698"/>
                  </a:lnTo>
                  <a:lnTo>
                    <a:pt x="326802" y="117606"/>
                  </a:lnTo>
                  <a:lnTo>
                    <a:pt x="325148" y="112563"/>
                  </a:lnTo>
                  <a:lnTo>
                    <a:pt x="323336" y="107576"/>
                  </a:lnTo>
                  <a:lnTo>
                    <a:pt x="321365" y="102649"/>
                  </a:lnTo>
                  <a:lnTo>
                    <a:pt x="319240" y="97787"/>
                  </a:lnTo>
                  <a:lnTo>
                    <a:pt x="316961" y="92994"/>
                  </a:lnTo>
                  <a:lnTo>
                    <a:pt x="314532" y="88277"/>
                  </a:lnTo>
                  <a:lnTo>
                    <a:pt x="311953" y="83639"/>
                  </a:lnTo>
                  <a:lnTo>
                    <a:pt x="309229" y="79085"/>
                  </a:lnTo>
                  <a:lnTo>
                    <a:pt x="306362" y="74620"/>
                  </a:lnTo>
                  <a:lnTo>
                    <a:pt x="303354" y="70248"/>
                  </a:lnTo>
                  <a:lnTo>
                    <a:pt x="300210" y="65973"/>
                  </a:lnTo>
                  <a:lnTo>
                    <a:pt x="296931" y="61801"/>
                  </a:lnTo>
                  <a:lnTo>
                    <a:pt x="293521" y="57735"/>
                  </a:lnTo>
                  <a:lnTo>
                    <a:pt x="289984" y="53779"/>
                  </a:lnTo>
                  <a:lnTo>
                    <a:pt x="286323" y="49938"/>
                  </a:lnTo>
                  <a:lnTo>
                    <a:pt x="282543" y="46214"/>
                  </a:lnTo>
                  <a:lnTo>
                    <a:pt x="278645" y="42613"/>
                  </a:lnTo>
                  <a:lnTo>
                    <a:pt x="274636" y="39137"/>
                  </a:lnTo>
                  <a:lnTo>
                    <a:pt x="270518" y="35790"/>
                  </a:lnTo>
                  <a:lnTo>
                    <a:pt x="266296" y="32575"/>
                  </a:lnTo>
                  <a:lnTo>
                    <a:pt x="261974" y="29496"/>
                  </a:lnTo>
                  <a:lnTo>
                    <a:pt x="257557" y="26556"/>
                  </a:lnTo>
                  <a:lnTo>
                    <a:pt x="253049" y="23757"/>
                  </a:lnTo>
                  <a:lnTo>
                    <a:pt x="248454" y="21103"/>
                  </a:lnTo>
                  <a:lnTo>
                    <a:pt x="243777" y="18596"/>
                  </a:lnTo>
                  <a:lnTo>
                    <a:pt x="239022" y="16239"/>
                  </a:lnTo>
                  <a:lnTo>
                    <a:pt x="234196" y="14034"/>
                  </a:lnTo>
                  <a:lnTo>
                    <a:pt x="229302" y="11983"/>
                  </a:lnTo>
                  <a:lnTo>
                    <a:pt x="224345" y="10088"/>
                  </a:lnTo>
                  <a:lnTo>
                    <a:pt x="219330" y="8352"/>
                  </a:lnTo>
                  <a:lnTo>
                    <a:pt x="214263" y="6776"/>
                  </a:lnTo>
                  <a:lnTo>
                    <a:pt x="209149" y="5361"/>
                  </a:lnTo>
                  <a:lnTo>
                    <a:pt x="203992" y="4110"/>
                  </a:lnTo>
                  <a:lnTo>
                    <a:pt x="198798" y="3023"/>
                  </a:lnTo>
                  <a:lnTo>
                    <a:pt x="193572" y="2101"/>
                  </a:lnTo>
                  <a:lnTo>
                    <a:pt x="188320" y="1345"/>
                  </a:lnTo>
                  <a:lnTo>
                    <a:pt x="183046" y="757"/>
                  </a:lnTo>
                  <a:lnTo>
                    <a:pt x="177756" y="336"/>
                  </a:lnTo>
                  <a:lnTo>
                    <a:pt x="172456" y="84"/>
                  </a:lnTo>
                  <a:lnTo>
                    <a:pt x="167150" y="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479009" y="5399291"/>
              <a:ext cx="7206" cy="167167"/>
            </a:xfrm>
            <a:custGeom>
              <a:avLst/>
              <a:pathLst>
                <a:path w="7206" h="167167">
                  <a:moveTo>
                    <a:pt x="7206" y="0"/>
                  </a:moveTo>
                  <a:lnTo>
                    <a:pt x="0" y="155"/>
                  </a:lnTo>
                  <a:lnTo>
                    <a:pt x="7206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479009" y="5399447"/>
              <a:ext cx="7206" cy="167012"/>
            </a:xfrm>
            <a:custGeom>
              <a:avLst/>
              <a:pathLst>
                <a:path w="7206" h="167012">
                  <a:moveTo>
                    <a:pt x="0" y="0"/>
                  </a:moveTo>
                  <a:lnTo>
                    <a:pt x="7206" y="1670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479009" y="5399447"/>
              <a:ext cx="7206" cy="167012"/>
            </a:xfrm>
            <a:custGeom>
              <a:avLst/>
              <a:pathLst>
                <a:path w="7206" h="167012">
                  <a:moveTo>
                    <a:pt x="0" y="0"/>
                  </a:moveTo>
                  <a:lnTo>
                    <a:pt x="7206" y="1670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479009" y="5399447"/>
              <a:ext cx="7206" cy="167012"/>
            </a:xfrm>
            <a:custGeom>
              <a:avLst/>
              <a:pathLst>
                <a:path w="7206" h="167012">
                  <a:moveTo>
                    <a:pt x="0" y="0"/>
                  </a:moveTo>
                  <a:lnTo>
                    <a:pt x="7206" y="1670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479009" y="5399447"/>
              <a:ext cx="7206" cy="167012"/>
            </a:xfrm>
            <a:custGeom>
              <a:avLst/>
              <a:pathLst>
                <a:path w="7206" h="167012">
                  <a:moveTo>
                    <a:pt x="0" y="0"/>
                  </a:moveTo>
                  <a:lnTo>
                    <a:pt x="7206" y="1670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479009" y="5399447"/>
              <a:ext cx="7206" cy="167012"/>
            </a:xfrm>
            <a:custGeom>
              <a:avLst/>
              <a:pathLst>
                <a:path w="7206" h="167012">
                  <a:moveTo>
                    <a:pt x="0" y="0"/>
                  </a:moveTo>
                  <a:lnTo>
                    <a:pt x="7206" y="16701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479009" y="5399447"/>
              <a:ext cx="7206" cy="167012"/>
            </a:xfrm>
            <a:custGeom>
              <a:avLst/>
              <a:pathLst>
                <a:path w="7206" h="167012">
                  <a:moveTo>
                    <a:pt x="0" y="0"/>
                  </a:moveTo>
                  <a:lnTo>
                    <a:pt x="7206" y="16701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319058" y="5399447"/>
              <a:ext cx="334320" cy="334178"/>
            </a:xfrm>
            <a:custGeom>
              <a:avLst/>
              <a:pathLst>
                <a:path w="334320" h="334178">
                  <a:moveTo>
                    <a:pt x="159950" y="0"/>
                  </a:moveTo>
                  <a:lnTo>
                    <a:pt x="154678" y="310"/>
                  </a:lnTo>
                  <a:lnTo>
                    <a:pt x="149419" y="788"/>
                  </a:lnTo>
                  <a:lnTo>
                    <a:pt x="144177" y="1431"/>
                  </a:lnTo>
                  <a:lnTo>
                    <a:pt x="138958" y="2240"/>
                  </a:lnTo>
                  <a:lnTo>
                    <a:pt x="133767" y="3212"/>
                  </a:lnTo>
                  <a:lnTo>
                    <a:pt x="128610" y="4349"/>
                  </a:lnTo>
                  <a:lnTo>
                    <a:pt x="123491" y="5648"/>
                  </a:lnTo>
                  <a:lnTo>
                    <a:pt x="118416" y="7107"/>
                  </a:lnTo>
                  <a:lnTo>
                    <a:pt x="113389" y="8727"/>
                  </a:lnTo>
                  <a:lnTo>
                    <a:pt x="108416" y="10504"/>
                  </a:lnTo>
                  <a:lnTo>
                    <a:pt x="103502" y="12438"/>
                  </a:lnTo>
                  <a:lnTo>
                    <a:pt x="98651" y="14525"/>
                  </a:lnTo>
                  <a:lnTo>
                    <a:pt x="93869" y="16765"/>
                  </a:lnTo>
                  <a:lnTo>
                    <a:pt x="89160" y="19155"/>
                  </a:lnTo>
                  <a:lnTo>
                    <a:pt x="84528" y="21693"/>
                  </a:lnTo>
                  <a:lnTo>
                    <a:pt x="79979" y="24375"/>
                  </a:lnTo>
                  <a:lnTo>
                    <a:pt x="75517" y="27200"/>
                  </a:lnTo>
                  <a:lnTo>
                    <a:pt x="71147" y="30165"/>
                  </a:lnTo>
                  <a:lnTo>
                    <a:pt x="66872" y="33266"/>
                  </a:lnTo>
                  <a:lnTo>
                    <a:pt x="62697" y="36500"/>
                  </a:lnTo>
                  <a:lnTo>
                    <a:pt x="58627" y="39865"/>
                  </a:lnTo>
                  <a:lnTo>
                    <a:pt x="54665" y="43356"/>
                  </a:lnTo>
                  <a:lnTo>
                    <a:pt x="50815" y="46971"/>
                  </a:lnTo>
                  <a:lnTo>
                    <a:pt x="47081" y="50706"/>
                  </a:lnTo>
                  <a:lnTo>
                    <a:pt x="43467" y="54557"/>
                  </a:lnTo>
                  <a:lnTo>
                    <a:pt x="39977" y="58520"/>
                  </a:lnTo>
                  <a:lnTo>
                    <a:pt x="36614" y="62592"/>
                  </a:lnTo>
                  <a:lnTo>
                    <a:pt x="33380" y="66767"/>
                  </a:lnTo>
                  <a:lnTo>
                    <a:pt x="30281" y="71043"/>
                  </a:lnTo>
                  <a:lnTo>
                    <a:pt x="27318" y="75414"/>
                  </a:lnTo>
                  <a:lnTo>
                    <a:pt x="24494" y="79877"/>
                  </a:lnTo>
                  <a:lnTo>
                    <a:pt x="21813" y="84427"/>
                  </a:lnTo>
                  <a:lnTo>
                    <a:pt x="19277" y="89059"/>
                  </a:lnTo>
                  <a:lnTo>
                    <a:pt x="16888" y="93769"/>
                  </a:lnTo>
                  <a:lnTo>
                    <a:pt x="14650" y="98552"/>
                  </a:lnTo>
                  <a:lnTo>
                    <a:pt x="12563" y="103404"/>
                  </a:lnTo>
                  <a:lnTo>
                    <a:pt x="10631" y="108319"/>
                  </a:lnTo>
                  <a:lnTo>
                    <a:pt x="8855" y="113292"/>
                  </a:lnTo>
                  <a:lnTo>
                    <a:pt x="7238" y="118319"/>
                  </a:lnTo>
                  <a:lnTo>
                    <a:pt x="5779" y="123395"/>
                  </a:lnTo>
                  <a:lnTo>
                    <a:pt x="4482" y="128514"/>
                  </a:lnTo>
                  <a:lnTo>
                    <a:pt x="3347" y="133672"/>
                  </a:lnTo>
                  <a:lnTo>
                    <a:pt x="2376" y="138863"/>
                  </a:lnTo>
                  <a:lnTo>
                    <a:pt x="1569" y="144082"/>
                  </a:lnTo>
                  <a:lnTo>
                    <a:pt x="927" y="149324"/>
                  </a:lnTo>
                  <a:lnTo>
                    <a:pt x="452" y="154583"/>
                  </a:lnTo>
                  <a:lnTo>
                    <a:pt x="142" y="159855"/>
                  </a:lnTo>
                  <a:lnTo>
                    <a:pt x="0" y="165134"/>
                  </a:lnTo>
                  <a:lnTo>
                    <a:pt x="24" y="170415"/>
                  </a:lnTo>
                  <a:lnTo>
                    <a:pt x="215" y="175693"/>
                  </a:lnTo>
                  <a:lnTo>
                    <a:pt x="572" y="180962"/>
                  </a:lnTo>
                  <a:lnTo>
                    <a:pt x="1096" y="186217"/>
                  </a:lnTo>
                  <a:lnTo>
                    <a:pt x="1785" y="191453"/>
                  </a:lnTo>
                  <a:lnTo>
                    <a:pt x="2640" y="196664"/>
                  </a:lnTo>
                  <a:lnTo>
                    <a:pt x="3659" y="201846"/>
                  </a:lnTo>
                  <a:lnTo>
                    <a:pt x="4841" y="206993"/>
                  </a:lnTo>
                  <a:lnTo>
                    <a:pt x="6184" y="212100"/>
                  </a:lnTo>
                  <a:lnTo>
                    <a:pt x="7689" y="217162"/>
                  </a:lnTo>
                  <a:lnTo>
                    <a:pt x="9353" y="222174"/>
                  </a:lnTo>
                  <a:lnTo>
                    <a:pt x="11174" y="227132"/>
                  </a:lnTo>
                  <a:lnTo>
                    <a:pt x="13151" y="232029"/>
                  </a:lnTo>
                  <a:lnTo>
                    <a:pt x="15281" y="236861"/>
                  </a:lnTo>
                  <a:lnTo>
                    <a:pt x="17563" y="241623"/>
                  </a:lnTo>
                  <a:lnTo>
                    <a:pt x="19995" y="246311"/>
                  </a:lnTo>
                  <a:lnTo>
                    <a:pt x="22573" y="250920"/>
                  </a:lnTo>
                  <a:lnTo>
                    <a:pt x="25296" y="255445"/>
                  </a:lnTo>
                  <a:lnTo>
                    <a:pt x="28160" y="259882"/>
                  </a:lnTo>
                  <a:lnTo>
                    <a:pt x="31163" y="264226"/>
                  </a:lnTo>
                  <a:lnTo>
                    <a:pt x="34301" y="268473"/>
                  </a:lnTo>
                  <a:lnTo>
                    <a:pt x="37573" y="272619"/>
                  </a:lnTo>
                  <a:lnTo>
                    <a:pt x="40973" y="276660"/>
                  </a:lnTo>
                  <a:lnTo>
                    <a:pt x="44500" y="280591"/>
                  </a:lnTo>
                  <a:lnTo>
                    <a:pt x="48149" y="284409"/>
                  </a:lnTo>
                  <a:lnTo>
                    <a:pt x="51916" y="288109"/>
                  </a:lnTo>
                  <a:lnTo>
                    <a:pt x="55799" y="291689"/>
                  </a:lnTo>
                  <a:lnTo>
                    <a:pt x="59793" y="295144"/>
                  </a:lnTo>
                  <a:lnTo>
                    <a:pt x="63894" y="298472"/>
                  </a:lnTo>
                  <a:lnTo>
                    <a:pt x="68098" y="301668"/>
                  </a:lnTo>
                  <a:lnTo>
                    <a:pt x="72400" y="304730"/>
                  </a:lnTo>
                  <a:lnTo>
                    <a:pt x="76798" y="307654"/>
                  </a:lnTo>
                  <a:lnTo>
                    <a:pt x="81286" y="310438"/>
                  </a:lnTo>
                  <a:lnTo>
                    <a:pt x="85859" y="313079"/>
                  </a:lnTo>
                  <a:lnTo>
                    <a:pt x="90513" y="315574"/>
                  </a:lnTo>
                  <a:lnTo>
                    <a:pt x="95244" y="317921"/>
                  </a:lnTo>
                  <a:lnTo>
                    <a:pt x="100047" y="320117"/>
                  </a:lnTo>
                  <a:lnTo>
                    <a:pt x="104917" y="322160"/>
                  </a:lnTo>
                  <a:lnTo>
                    <a:pt x="109848" y="324049"/>
                  </a:lnTo>
                  <a:lnTo>
                    <a:pt x="114837" y="325781"/>
                  </a:lnTo>
                  <a:lnTo>
                    <a:pt x="119879" y="327354"/>
                  </a:lnTo>
                  <a:lnTo>
                    <a:pt x="124967" y="328768"/>
                  </a:lnTo>
                  <a:lnTo>
                    <a:pt x="130097" y="330019"/>
                  </a:lnTo>
                  <a:lnTo>
                    <a:pt x="135265" y="331109"/>
                  </a:lnTo>
                  <a:lnTo>
                    <a:pt x="140464" y="332034"/>
                  </a:lnTo>
                  <a:lnTo>
                    <a:pt x="145690" y="332795"/>
                  </a:lnTo>
                  <a:lnTo>
                    <a:pt x="150938" y="333390"/>
                  </a:lnTo>
                  <a:lnTo>
                    <a:pt x="156201" y="333820"/>
                  </a:lnTo>
                  <a:lnTo>
                    <a:pt x="161476" y="334082"/>
                  </a:lnTo>
                  <a:lnTo>
                    <a:pt x="166756" y="334178"/>
                  </a:lnTo>
                  <a:lnTo>
                    <a:pt x="172036" y="334108"/>
                  </a:lnTo>
                  <a:lnTo>
                    <a:pt x="177312" y="333870"/>
                  </a:lnTo>
                  <a:lnTo>
                    <a:pt x="182578" y="333466"/>
                  </a:lnTo>
                  <a:lnTo>
                    <a:pt x="187828" y="332896"/>
                  </a:lnTo>
                  <a:lnTo>
                    <a:pt x="193057" y="332160"/>
                  </a:lnTo>
                  <a:lnTo>
                    <a:pt x="198261" y="331260"/>
                  </a:lnTo>
                  <a:lnTo>
                    <a:pt x="203434" y="330195"/>
                  </a:lnTo>
                  <a:lnTo>
                    <a:pt x="208570" y="328968"/>
                  </a:lnTo>
                  <a:lnTo>
                    <a:pt x="213665" y="327579"/>
                  </a:lnTo>
                  <a:lnTo>
                    <a:pt x="218714" y="326030"/>
                  </a:lnTo>
                  <a:lnTo>
                    <a:pt x="223711" y="324322"/>
                  </a:lnTo>
                  <a:lnTo>
                    <a:pt x="228652" y="322457"/>
                  </a:lnTo>
                  <a:lnTo>
                    <a:pt x="233531" y="320437"/>
                  </a:lnTo>
                  <a:lnTo>
                    <a:pt x="238344" y="318264"/>
                  </a:lnTo>
                  <a:lnTo>
                    <a:pt x="243086" y="315940"/>
                  </a:lnTo>
                  <a:lnTo>
                    <a:pt x="247753" y="313467"/>
                  </a:lnTo>
                  <a:lnTo>
                    <a:pt x="252339" y="310848"/>
                  </a:lnTo>
                  <a:lnTo>
                    <a:pt x="256840" y="308086"/>
                  </a:lnTo>
                  <a:lnTo>
                    <a:pt x="261251" y="305182"/>
                  </a:lnTo>
                  <a:lnTo>
                    <a:pt x="265569" y="302141"/>
                  </a:lnTo>
                  <a:lnTo>
                    <a:pt x="269788" y="298965"/>
                  </a:lnTo>
                  <a:lnTo>
                    <a:pt x="273905" y="295657"/>
                  </a:lnTo>
                  <a:lnTo>
                    <a:pt x="277915" y="292221"/>
                  </a:lnTo>
                  <a:lnTo>
                    <a:pt x="281815" y="288660"/>
                  </a:lnTo>
                  <a:lnTo>
                    <a:pt x="285600" y="284978"/>
                  </a:lnTo>
                  <a:lnTo>
                    <a:pt x="289267" y="281178"/>
                  </a:lnTo>
                  <a:lnTo>
                    <a:pt x="292812" y="277264"/>
                  </a:lnTo>
                  <a:lnTo>
                    <a:pt x="296232" y="273239"/>
                  </a:lnTo>
                  <a:lnTo>
                    <a:pt x="299523" y="269109"/>
                  </a:lnTo>
                  <a:lnTo>
                    <a:pt x="302682" y="264877"/>
                  </a:lnTo>
                  <a:lnTo>
                    <a:pt x="305706" y="260547"/>
                  </a:lnTo>
                  <a:lnTo>
                    <a:pt x="308591" y="256124"/>
                  </a:lnTo>
                  <a:lnTo>
                    <a:pt x="311336" y="251612"/>
                  </a:lnTo>
                  <a:lnTo>
                    <a:pt x="313936" y="247016"/>
                  </a:lnTo>
                  <a:lnTo>
                    <a:pt x="316390" y="242340"/>
                  </a:lnTo>
                  <a:lnTo>
                    <a:pt x="318695" y="237588"/>
                  </a:lnTo>
                  <a:lnTo>
                    <a:pt x="320849" y="232766"/>
                  </a:lnTo>
                  <a:lnTo>
                    <a:pt x="322849" y="227879"/>
                  </a:lnTo>
                  <a:lnTo>
                    <a:pt x="324694" y="222930"/>
                  </a:lnTo>
                  <a:lnTo>
                    <a:pt x="326382" y="217926"/>
                  </a:lnTo>
                  <a:lnTo>
                    <a:pt x="327910" y="212871"/>
                  </a:lnTo>
                  <a:lnTo>
                    <a:pt x="329279" y="207771"/>
                  </a:lnTo>
                  <a:lnTo>
                    <a:pt x="330485" y="202629"/>
                  </a:lnTo>
                  <a:lnTo>
                    <a:pt x="331529" y="197452"/>
                  </a:lnTo>
                  <a:lnTo>
                    <a:pt x="332408" y="192245"/>
                  </a:lnTo>
                  <a:lnTo>
                    <a:pt x="333123" y="187013"/>
                  </a:lnTo>
                  <a:lnTo>
                    <a:pt x="333672" y="181760"/>
                  </a:lnTo>
                  <a:lnTo>
                    <a:pt x="334055" y="176493"/>
                  </a:lnTo>
                  <a:lnTo>
                    <a:pt x="334271" y="171217"/>
                  </a:lnTo>
                  <a:lnTo>
                    <a:pt x="334320" y="165936"/>
                  </a:lnTo>
                  <a:lnTo>
                    <a:pt x="334203" y="160656"/>
                  </a:lnTo>
                  <a:lnTo>
                    <a:pt x="333919" y="155383"/>
                  </a:lnTo>
                  <a:lnTo>
                    <a:pt x="333468" y="150121"/>
                  </a:lnTo>
                  <a:lnTo>
                    <a:pt x="332852" y="144876"/>
                  </a:lnTo>
                  <a:lnTo>
                    <a:pt x="332070" y="139653"/>
                  </a:lnTo>
                  <a:lnTo>
                    <a:pt x="331123" y="134458"/>
                  </a:lnTo>
                  <a:lnTo>
                    <a:pt x="330013" y="129295"/>
                  </a:lnTo>
                  <a:lnTo>
                    <a:pt x="328741" y="124169"/>
                  </a:lnTo>
                  <a:lnTo>
                    <a:pt x="327307" y="119087"/>
                  </a:lnTo>
                  <a:lnTo>
                    <a:pt x="325713" y="114052"/>
                  </a:lnTo>
                  <a:lnTo>
                    <a:pt x="323961" y="109070"/>
                  </a:lnTo>
                  <a:lnTo>
                    <a:pt x="322053" y="104146"/>
                  </a:lnTo>
                  <a:lnTo>
                    <a:pt x="319990" y="99284"/>
                  </a:lnTo>
                  <a:lnTo>
                    <a:pt x="317774" y="94490"/>
                  </a:lnTo>
                  <a:lnTo>
                    <a:pt x="315408" y="89769"/>
                  </a:lnTo>
                  <a:lnTo>
                    <a:pt x="312894" y="85125"/>
                  </a:lnTo>
                  <a:lnTo>
                    <a:pt x="310235" y="80562"/>
                  </a:lnTo>
                  <a:lnTo>
                    <a:pt x="307433" y="76086"/>
                  </a:lnTo>
                  <a:lnTo>
                    <a:pt x="304491" y="71700"/>
                  </a:lnTo>
                  <a:lnTo>
                    <a:pt x="301412" y="67410"/>
                  </a:lnTo>
                  <a:lnTo>
                    <a:pt x="298198" y="63219"/>
                  </a:lnTo>
                  <a:lnTo>
                    <a:pt x="294854" y="59131"/>
                  </a:lnTo>
                  <a:lnTo>
                    <a:pt x="291383" y="55151"/>
                  </a:lnTo>
                  <a:lnTo>
                    <a:pt x="287788" y="51283"/>
                  </a:lnTo>
                  <a:lnTo>
                    <a:pt x="284072" y="47531"/>
                  </a:lnTo>
                  <a:lnTo>
                    <a:pt x="280240" y="43897"/>
                  </a:lnTo>
                  <a:lnTo>
                    <a:pt x="276294" y="40387"/>
                  </a:lnTo>
                  <a:lnTo>
                    <a:pt x="272240" y="37002"/>
                  </a:lnTo>
                  <a:lnTo>
                    <a:pt x="268081" y="33748"/>
                  </a:lnTo>
                  <a:lnTo>
                    <a:pt x="263821" y="30627"/>
                  </a:lnTo>
                  <a:lnTo>
                    <a:pt x="259465" y="27641"/>
                  </a:lnTo>
                  <a:lnTo>
                    <a:pt x="255017" y="24795"/>
                  </a:lnTo>
                  <a:lnTo>
                    <a:pt x="250480" y="22091"/>
                  </a:lnTo>
                  <a:lnTo>
                    <a:pt x="245861" y="19531"/>
                  </a:lnTo>
                  <a:lnTo>
                    <a:pt x="241163" y="17119"/>
                  </a:lnTo>
                  <a:lnTo>
                    <a:pt x="236392" y="14856"/>
                  </a:lnTo>
                  <a:lnTo>
                    <a:pt x="231551" y="12745"/>
                  </a:lnTo>
                  <a:lnTo>
                    <a:pt x="226646" y="10788"/>
                  </a:lnTo>
                  <a:lnTo>
                    <a:pt x="221682" y="8986"/>
                  </a:lnTo>
                  <a:lnTo>
                    <a:pt x="216663" y="7343"/>
                  </a:lnTo>
                  <a:lnTo>
                    <a:pt x="211595" y="5859"/>
                  </a:lnTo>
                  <a:lnTo>
                    <a:pt x="206482" y="4536"/>
                  </a:lnTo>
                  <a:lnTo>
                    <a:pt x="201330" y="3374"/>
                  </a:lnTo>
                  <a:lnTo>
                    <a:pt x="196144" y="2377"/>
                  </a:lnTo>
                  <a:lnTo>
                    <a:pt x="190929" y="1543"/>
                  </a:lnTo>
                  <a:lnTo>
                    <a:pt x="167156" y="1670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486215" y="5399291"/>
              <a:ext cx="23773" cy="167167"/>
            </a:xfrm>
            <a:custGeom>
              <a:avLst/>
              <a:pathLst>
                <a:path w="23773" h="167167">
                  <a:moveTo>
                    <a:pt x="23773" y="1699"/>
                  </a:moveTo>
                  <a:lnTo>
                    <a:pt x="15878" y="755"/>
                  </a:lnTo>
                  <a:lnTo>
                    <a:pt x="7948" y="1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937595" y="5399291"/>
              <a:ext cx="85948" cy="167167"/>
            </a:xfrm>
            <a:custGeom>
              <a:avLst/>
              <a:pathLst>
                <a:path w="85948" h="167167">
                  <a:moveTo>
                    <a:pt x="85948" y="0"/>
                  </a:moveTo>
                  <a:lnTo>
                    <a:pt x="80307" y="95"/>
                  </a:lnTo>
                  <a:lnTo>
                    <a:pt x="74673" y="380"/>
                  </a:lnTo>
                  <a:lnTo>
                    <a:pt x="69051" y="856"/>
                  </a:lnTo>
                  <a:lnTo>
                    <a:pt x="63448" y="1521"/>
                  </a:lnTo>
                  <a:lnTo>
                    <a:pt x="57872" y="2374"/>
                  </a:lnTo>
                  <a:lnTo>
                    <a:pt x="52327" y="3415"/>
                  </a:lnTo>
                  <a:lnTo>
                    <a:pt x="46820" y="4643"/>
                  </a:lnTo>
                  <a:lnTo>
                    <a:pt x="41358" y="6056"/>
                  </a:lnTo>
                  <a:lnTo>
                    <a:pt x="35947" y="7653"/>
                  </a:lnTo>
                  <a:lnTo>
                    <a:pt x="30593" y="9431"/>
                  </a:lnTo>
                  <a:lnTo>
                    <a:pt x="25302" y="11388"/>
                  </a:lnTo>
                  <a:lnTo>
                    <a:pt x="20080" y="13524"/>
                  </a:lnTo>
                  <a:lnTo>
                    <a:pt x="14932" y="15834"/>
                  </a:lnTo>
                  <a:lnTo>
                    <a:pt x="9866" y="18316"/>
                  </a:lnTo>
                  <a:lnTo>
                    <a:pt x="4887" y="20968"/>
                  </a:lnTo>
                  <a:lnTo>
                    <a:pt x="0" y="23787"/>
                  </a:lnTo>
                  <a:lnTo>
                    <a:pt x="8594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937595" y="5423079"/>
              <a:ext cx="85948" cy="143379"/>
            </a:xfrm>
            <a:custGeom>
              <a:avLst/>
              <a:pathLst>
                <a:path w="85948" h="143379">
                  <a:moveTo>
                    <a:pt x="0" y="0"/>
                  </a:moveTo>
                  <a:lnTo>
                    <a:pt x="85948" y="1433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937595" y="5423079"/>
              <a:ext cx="85948" cy="143379"/>
            </a:xfrm>
            <a:custGeom>
              <a:avLst/>
              <a:pathLst>
                <a:path w="85948" h="143379">
                  <a:moveTo>
                    <a:pt x="0" y="0"/>
                  </a:moveTo>
                  <a:lnTo>
                    <a:pt x="85948" y="1433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937595" y="5423079"/>
              <a:ext cx="85948" cy="143379"/>
            </a:xfrm>
            <a:custGeom>
              <a:avLst/>
              <a:pathLst>
                <a:path w="85948" h="143379">
                  <a:moveTo>
                    <a:pt x="0" y="0"/>
                  </a:moveTo>
                  <a:lnTo>
                    <a:pt x="85948" y="1433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937595" y="5423079"/>
              <a:ext cx="85948" cy="143379"/>
            </a:xfrm>
            <a:custGeom>
              <a:avLst/>
              <a:pathLst>
                <a:path w="85948" h="143379">
                  <a:moveTo>
                    <a:pt x="0" y="0"/>
                  </a:moveTo>
                  <a:lnTo>
                    <a:pt x="85948" y="14337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937595" y="5423079"/>
              <a:ext cx="85948" cy="143379"/>
            </a:xfrm>
            <a:custGeom>
              <a:avLst/>
              <a:pathLst>
                <a:path w="85948" h="143379">
                  <a:moveTo>
                    <a:pt x="0" y="0"/>
                  </a:moveTo>
                  <a:lnTo>
                    <a:pt x="85948" y="14337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856390" y="5423079"/>
              <a:ext cx="220570" cy="310543"/>
            </a:xfrm>
            <a:custGeom>
              <a:avLst/>
              <a:pathLst>
                <a:path w="220570" h="310543">
                  <a:moveTo>
                    <a:pt x="81205" y="0"/>
                  </a:moveTo>
                  <a:lnTo>
                    <a:pt x="76688" y="2806"/>
                  </a:lnTo>
                  <a:lnTo>
                    <a:pt x="72262" y="5755"/>
                  </a:lnTo>
                  <a:lnTo>
                    <a:pt x="67933" y="8842"/>
                  </a:lnTo>
                  <a:lnTo>
                    <a:pt x="63703" y="12067"/>
                  </a:lnTo>
                  <a:lnTo>
                    <a:pt x="59579" y="15424"/>
                  </a:lnTo>
                  <a:lnTo>
                    <a:pt x="55563" y="18910"/>
                  </a:lnTo>
                  <a:lnTo>
                    <a:pt x="51661" y="22522"/>
                  </a:lnTo>
                  <a:lnTo>
                    <a:pt x="47875" y="26257"/>
                  </a:lnTo>
                  <a:lnTo>
                    <a:pt x="44210" y="30110"/>
                  </a:lnTo>
                  <a:lnTo>
                    <a:pt x="40669" y="34078"/>
                  </a:lnTo>
                  <a:lnTo>
                    <a:pt x="37257" y="38157"/>
                  </a:lnTo>
                  <a:lnTo>
                    <a:pt x="33975" y="42342"/>
                  </a:lnTo>
                  <a:lnTo>
                    <a:pt x="30829" y="46629"/>
                  </a:lnTo>
                  <a:lnTo>
                    <a:pt x="27821" y="51014"/>
                  </a:lnTo>
                  <a:lnTo>
                    <a:pt x="24953" y="55493"/>
                  </a:lnTo>
                  <a:lnTo>
                    <a:pt x="22230" y="60060"/>
                  </a:lnTo>
                  <a:lnTo>
                    <a:pt x="19653" y="64712"/>
                  </a:lnTo>
                  <a:lnTo>
                    <a:pt x="17225" y="69444"/>
                  </a:lnTo>
                  <a:lnTo>
                    <a:pt x="14949" y="74250"/>
                  </a:lnTo>
                  <a:lnTo>
                    <a:pt x="12827" y="79126"/>
                  </a:lnTo>
                  <a:lnTo>
                    <a:pt x="10862" y="84068"/>
                  </a:lnTo>
                  <a:lnTo>
                    <a:pt x="9054" y="89069"/>
                  </a:lnTo>
                  <a:lnTo>
                    <a:pt x="7407" y="94125"/>
                  </a:lnTo>
                  <a:lnTo>
                    <a:pt x="5921" y="99231"/>
                  </a:lnTo>
                  <a:lnTo>
                    <a:pt x="4598" y="104382"/>
                  </a:lnTo>
                  <a:lnTo>
                    <a:pt x="3440" y="109573"/>
                  </a:lnTo>
                  <a:lnTo>
                    <a:pt x="2448" y="114797"/>
                  </a:lnTo>
                  <a:lnTo>
                    <a:pt x="1622" y="120050"/>
                  </a:lnTo>
                  <a:lnTo>
                    <a:pt x="963" y="125327"/>
                  </a:lnTo>
                  <a:lnTo>
                    <a:pt x="473" y="130623"/>
                  </a:lnTo>
                  <a:lnTo>
                    <a:pt x="152" y="135931"/>
                  </a:lnTo>
                  <a:lnTo>
                    <a:pt x="0" y="141247"/>
                  </a:lnTo>
                  <a:lnTo>
                    <a:pt x="16" y="146565"/>
                  </a:lnTo>
                  <a:lnTo>
                    <a:pt x="202" y="151879"/>
                  </a:lnTo>
                  <a:lnTo>
                    <a:pt x="557" y="157185"/>
                  </a:lnTo>
                  <a:lnTo>
                    <a:pt x="1080" y="162477"/>
                  </a:lnTo>
                  <a:lnTo>
                    <a:pt x="1772" y="167750"/>
                  </a:lnTo>
                  <a:lnTo>
                    <a:pt x="2631" y="172998"/>
                  </a:lnTo>
                  <a:lnTo>
                    <a:pt x="3656" y="178216"/>
                  </a:lnTo>
                  <a:lnTo>
                    <a:pt x="4847" y="183399"/>
                  </a:lnTo>
                  <a:lnTo>
                    <a:pt x="6202" y="188542"/>
                  </a:lnTo>
                  <a:lnTo>
                    <a:pt x="7720" y="193638"/>
                  </a:lnTo>
                  <a:lnTo>
                    <a:pt x="9399" y="198684"/>
                  </a:lnTo>
                  <a:lnTo>
                    <a:pt x="11238" y="203674"/>
                  </a:lnTo>
                  <a:lnTo>
                    <a:pt x="13235" y="208603"/>
                  </a:lnTo>
                  <a:lnTo>
                    <a:pt x="15387" y="213466"/>
                  </a:lnTo>
                  <a:lnTo>
                    <a:pt x="17694" y="218258"/>
                  </a:lnTo>
                  <a:lnTo>
                    <a:pt x="20151" y="222974"/>
                  </a:lnTo>
                  <a:lnTo>
                    <a:pt x="22757" y="227609"/>
                  </a:lnTo>
                  <a:lnTo>
                    <a:pt x="25509" y="232160"/>
                  </a:lnTo>
                  <a:lnTo>
                    <a:pt x="28405" y="236620"/>
                  </a:lnTo>
                  <a:lnTo>
                    <a:pt x="31441" y="240986"/>
                  </a:lnTo>
                  <a:lnTo>
                    <a:pt x="34614" y="245254"/>
                  </a:lnTo>
                  <a:lnTo>
                    <a:pt x="37922" y="249418"/>
                  </a:lnTo>
                  <a:lnTo>
                    <a:pt x="41360" y="253475"/>
                  </a:lnTo>
                  <a:lnTo>
                    <a:pt x="44925" y="257420"/>
                  </a:lnTo>
                  <a:lnTo>
                    <a:pt x="48615" y="261250"/>
                  </a:lnTo>
                  <a:lnTo>
                    <a:pt x="52424" y="264961"/>
                  </a:lnTo>
                  <a:lnTo>
                    <a:pt x="56349" y="268549"/>
                  </a:lnTo>
                  <a:lnTo>
                    <a:pt x="60387" y="272010"/>
                  </a:lnTo>
                  <a:lnTo>
                    <a:pt x="64532" y="275341"/>
                  </a:lnTo>
                  <a:lnTo>
                    <a:pt x="68782" y="278538"/>
                  </a:lnTo>
                  <a:lnTo>
                    <a:pt x="73130" y="281599"/>
                  </a:lnTo>
                  <a:lnTo>
                    <a:pt x="77575" y="284520"/>
                  </a:lnTo>
                  <a:lnTo>
                    <a:pt x="82109" y="287298"/>
                  </a:lnTo>
                  <a:lnTo>
                    <a:pt x="86730" y="289930"/>
                  </a:lnTo>
                  <a:lnTo>
                    <a:pt x="91432" y="292414"/>
                  </a:lnTo>
                  <a:lnTo>
                    <a:pt x="96211" y="294747"/>
                  </a:lnTo>
                  <a:lnTo>
                    <a:pt x="101062" y="296927"/>
                  </a:lnTo>
                  <a:lnTo>
                    <a:pt x="105979" y="298951"/>
                  </a:lnTo>
                  <a:lnTo>
                    <a:pt x="110958" y="300819"/>
                  </a:lnTo>
                  <a:lnTo>
                    <a:pt x="115995" y="302526"/>
                  </a:lnTo>
                  <a:lnTo>
                    <a:pt x="121083" y="304073"/>
                  </a:lnTo>
                  <a:lnTo>
                    <a:pt x="126217" y="305457"/>
                  </a:lnTo>
                  <a:lnTo>
                    <a:pt x="131393" y="306677"/>
                  </a:lnTo>
                  <a:lnTo>
                    <a:pt x="136606" y="307732"/>
                  </a:lnTo>
                  <a:lnTo>
                    <a:pt x="141849" y="308621"/>
                  </a:lnTo>
                  <a:lnTo>
                    <a:pt x="147118" y="309342"/>
                  </a:lnTo>
                  <a:lnTo>
                    <a:pt x="152407" y="309895"/>
                  </a:lnTo>
                  <a:lnTo>
                    <a:pt x="157711" y="310280"/>
                  </a:lnTo>
                  <a:lnTo>
                    <a:pt x="163024" y="310496"/>
                  </a:lnTo>
                  <a:lnTo>
                    <a:pt x="168342" y="310543"/>
                  </a:lnTo>
                  <a:lnTo>
                    <a:pt x="173658" y="310420"/>
                  </a:lnTo>
                  <a:lnTo>
                    <a:pt x="178968" y="310129"/>
                  </a:lnTo>
                  <a:lnTo>
                    <a:pt x="184266" y="309669"/>
                  </a:lnTo>
                  <a:lnTo>
                    <a:pt x="189547" y="309040"/>
                  </a:lnTo>
                  <a:lnTo>
                    <a:pt x="194805" y="308244"/>
                  </a:lnTo>
                  <a:lnTo>
                    <a:pt x="200035" y="307281"/>
                  </a:lnTo>
                  <a:lnTo>
                    <a:pt x="205232" y="306152"/>
                  </a:lnTo>
                  <a:lnTo>
                    <a:pt x="210390" y="304859"/>
                  </a:lnTo>
                  <a:lnTo>
                    <a:pt x="215504" y="303402"/>
                  </a:lnTo>
                  <a:lnTo>
                    <a:pt x="220570" y="301783"/>
                  </a:lnTo>
                  <a:lnTo>
                    <a:pt x="167153" y="14337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5023544" y="5399291"/>
              <a:ext cx="167166" cy="325570"/>
            </a:xfrm>
            <a:custGeom>
              <a:avLst/>
              <a:pathLst>
                <a:path w="167166" h="325570">
                  <a:moveTo>
                    <a:pt x="53416" y="325570"/>
                  </a:moveTo>
                  <a:lnTo>
                    <a:pt x="58457" y="323780"/>
                  </a:lnTo>
                  <a:lnTo>
                    <a:pt x="63439" y="321829"/>
                  </a:lnTo>
                  <a:lnTo>
                    <a:pt x="68355" y="319720"/>
                  </a:lnTo>
                  <a:lnTo>
                    <a:pt x="73202" y="317455"/>
                  </a:lnTo>
                  <a:lnTo>
                    <a:pt x="77973" y="315035"/>
                  </a:lnTo>
                  <a:lnTo>
                    <a:pt x="82665" y="312465"/>
                  </a:lnTo>
                  <a:lnTo>
                    <a:pt x="87272" y="309745"/>
                  </a:lnTo>
                  <a:lnTo>
                    <a:pt x="91789" y="306879"/>
                  </a:lnTo>
                  <a:lnTo>
                    <a:pt x="96213" y="303871"/>
                  </a:lnTo>
                  <a:lnTo>
                    <a:pt x="100538" y="300722"/>
                  </a:lnTo>
                  <a:lnTo>
                    <a:pt x="104760" y="297437"/>
                  </a:lnTo>
                  <a:lnTo>
                    <a:pt x="108875" y="294018"/>
                  </a:lnTo>
                  <a:lnTo>
                    <a:pt x="112878" y="290469"/>
                  </a:lnTo>
                  <a:lnTo>
                    <a:pt x="116766" y="286794"/>
                  </a:lnTo>
                  <a:lnTo>
                    <a:pt x="120534" y="282996"/>
                  </a:lnTo>
                  <a:lnTo>
                    <a:pt x="124179" y="279080"/>
                  </a:lnTo>
                  <a:lnTo>
                    <a:pt x="127696" y="275049"/>
                  </a:lnTo>
                  <a:lnTo>
                    <a:pt x="131083" y="270908"/>
                  </a:lnTo>
                  <a:lnTo>
                    <a:pt x="134335" y="266660"/>
                  </a:lnTo>
                  <a:lnTo>
                    <a:pt x="137450" y="262311"/>
                  </a:lnTo>
                  <a:lnTo>
                    <a:pt x="140424" y="257864"/>
                  </a:lnTo>
                  <a:lnTo>
                    <a:pt x="143254" y="253324"/>
                  </a:lnTo>
                  <a:lnTo>
                    <a:pt x="145938" y="248696"/>
                  </a:lnTo>
                  <a:lnTo>
                    <a:pt x="148472" y="243984"/>
                  </a:lnTo>
                  <a:lnTo>
                    <a:pt x="150854" y="239194"/>
                  </a:lnTo>
                  <a:lnTo>
                    <a:pt x="153081" y="234330"/>
                  </a:lnTo>
                  <a:lnTo>
                    <a:pt x="155152" y="229397"/>
                  </a:lnTo>
                  <a:lnTo>
                    <a:pt x="157064" y="224401"/>
                  </a:lnTo>
                  <a:lnTo>
                    <a:pt x="158815" y="219346"/>
                  </a:lnTo>
                  <a:lnTo>
                    <a:pt x="160403" y="214237"/>
                  </a:lnTo>
                  <a:lnTo>
                    <a:pt x="161827" y="209080"/>
                  </a:lnTo>
                  <a:lnTo>
                    <a:pt x="163086" y="203880"/>
                  </a:lnTo>
                  <a:lnTo>
                    <a:pt x="164177" y="198643"/>
                  </a:lnTo>
                  <a:lnTo>
                    <a:pt x="165100" y="193374"/>
                  </a:lnTo>
                  <a:lnTo>
                    <a:pt x="165854" y="188077"/>
                  </a:lnTo>
                  <a:lnTo>
                    <a:pt x="166438" y="182759"/>
                  </a:lnTo>
                  <a:lnTo>
                    <a:pt x="166852" y="177426"/>
                  </a:lnTo>
                  <a:lnTo>
                    <a:pt x="167095" y="172081"/>
                  </a:lnTo>
                  <a:lnTo>
                    <a:pt x="167166" y="166732"/>
                  </a:lnTo>
                  <a:lnTo>
                    <a:pt x="167067" y="161383"/>
                  </a:lnTo>
                  <a:lnTo>
                    <a:pt x="166796" y="156040"/>
                  </a:lnTo>
                  <a:lnTo>
                    <a:pt x="166355" y="150709"/>
                  </a:lnTo>
                  <a:lnTo>
                    <a:pt x="165743" y="145394"/>
                  </a:lnTo>
                  <a:lnTo>
                    <a:pt x="164961" y="140102"/>
                  </a:lnTo>
                  <a:lnTo>
                    <a:pt x="164011" y="134837"/>
                  </a:lnTo>
                  <a:lnTo>
                    <a:pt x="162892" y="129605"/>
                  </a:lnTo>
                  <a:lnTo>
                    <a:pt x="161607" y="124412"/>
                  </a:lnTo>
                  <a:lnTo>
                    <a:pt x="160156" y="119263"/>
                  </a:lnTo>
                  <a:lnTo>
                    <a:pt x="158541" y="114163"/>
                  </a:lnTo>
                  <a:lnTo>
                    <a:pt x="156764" y="109117"/>
                  </a:lnTo>
                  <a:lnTo>
                    <a:pt x="154826" y="104130"/>
                  </a:lnTo>
                  <a:lnTo>
                    <a:pt x="152730" y="99208"/>
                  </a:lnTo>
                  <a:lnTo>
                    <a:pt x="150477" y="94356"/>
                  </a:lnTo>
                  <a:lnTo>
                    <a:pt x="148070" y="89578"/>
                  </a:lnTo>
                  <a:lnTo>
                    <a:pt x="145512" y="84880"/>
                  </a:lnTo>
                  <a:lnTo>
                    <a:pt x="142804" y="80266"/>
                  </a:lnTo>
                  <a:lnTo>
                    <a:pt x="139950" y="75741"/>
                  </a:lnTo>
                  <a:lnTo>
                    <a:pt x="136953" y="71309"/>
                  </a:lnTo>
                  <a:lnTo>
                    <a:pt x="133816" y="66976"/>
                  </a:lnTo>
                  <a:lnTo>
                    <a:pt x="130541" y="62746"/>
                  </a:lnTo>
                  <a:lnTo>
                    <a:pt x="127133" y="58622"/>
                  </a:lnTo>
                  <a:lnTo>
                    <a:pt x="123595" y="54609"/>
                  </a:lnTo>
                  <a:lnTo>
                    <a:pt x="119930" y="50712"/>
                  </a:lnTo>
                  <a:lnTo>
                    <a:pt x="116142" y="46934"/>
                  </a:lnTo>
                  <a:lnTo>
                    <a:pt x="112235" y="43279"/>
                  </a:lnTo>
                  <a:lnTo>
                    <a:pt x="108213" y="39751"/>
                  </a:lnTo>
                  <a:lnTo>
                    <a:pt x="104081" y="36354"/>
                  </a:lnTo>
                  <a:lnTo>
                    <a:pt x="99842" y="33091"/>
                  </a:lnTo>
                  <a:lnTo>
                    <a:pt x="95500" y="29964"/>
                  </a:lnTo>
                  <a:lnTo>
                    <a:pt x="91061" y="26979"/>
                  </a:lnTo>
                  <a:lnTo>
                    <a:pt x="86529" y="24137"/>
                  </a:lnTo>
                  <a:lnTo>
                    <a:pt x="81908" y="21441"/>
                  </a:lnTo>
                  <a:lnTo>
                    <a:pt x="77203" y="18895"/>
                  </a:lnTo>
                  <a:lnTo>
                    <a:pt x="72419" y="16500"/>
                  </a:lnTo>
                  <a:lnTo>
                    <a:pt x="67561" y="14260"/>
                  </a:lnTo>
                  <a:lnTo>
                    <a:pt x="62633" y="12177"/>
                  </a:lnTo>
                  <a:lnTo>
                    <a:pt x="57642" y="10252"/>
                  </a:lnTo>
                  <a:lnTo>
                    <a:pt x="52591" y="8488"/>
                  </a:lnTo>
                  <a:lnTo>
                    <a:pt x="47487" y="6886"/>
                  </a:lnTo>
                  <a:lnTo>
                    <a:pt x="42334" y="5449"/>
                  </a:lnTo>
                  <a:lnTo>
                    <a:pt x="37137" y="4177"/>
                  </a:lnTo>
                  <a:lnTo>
                    <a:pt x="31903" y="3072"/>
                  </a:lnTo>
                  <a:lnTo>
                    <a:pt x="26636" y="2135"/>
                  </a:lnTo>
                  <a:lnTo>
                    <a:pt x="21341" y="1367"/>
                  </a:lnTo>
                  <a:lnTo>
                    <a:pt x="16025" y="769"/>
                  </a:lnTo>
                  <a:lnTo>
                    <a:pt x="10692" y="342"/>
                  </a:lnTo>
                  <a:lnTo>
                    <a:pt x="5349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513220" y="5269756"/>
              <a:ext cx="32037" cy="167167"/>
            </a:xfrm>
            <a:custGeom>
              <a:avLst/>
              <a:pathLst>
                <a:path w="32037" h="167167">
                  <a:moveTo>
                    <a:pt x="32037" y="0"/>
                  </a:moveTo>
                  <a:lnTo>
                    <a:pt x="25591" y="124"/>
                  </a:lnTo>
                  <a:lnTo>
                    <a:pt x="19155" y="497"/>
                  </a:lnTo>
                  <a:lnTo>
                    <a:pt x="12738" y="1117"/>
                  </a:lnTo>
                  <a:lnTo>
                    <a:pt x="6350" y="1985"/>
                  </a:lnTo>
                  <a:lnTo>
                    <a:pt x="0" y="3098"/>
                  </a:lnTo>
                  <a:lnTo>
                    <a:pt x="3203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513220" y="5272855"/>
              <a:ext cx="32037" cy="164068"/>
            </a:xfrm>
            <a:custGeom>
              <a:avLst/>
              <a:pathLst>
                <a:path w="32037" h="164068">
                  <a:moveTo>
                    <a:pt x="0" y="0"/>
                  </a:moveTo>
                  <a:lnTo>
                    <a:pt x="32037" y="1640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513220" y="5272855"/>
              <a:ext cx="32037" cy="164068"/>
            </a:xfrm>
            <a:custGeom>
              <a:avLst/>
              <a:pathLst>
                <a:path w="32037" h="164068">
                  <a:moveTo>
                    <a:pt x="0" y="0"/>
                  </a:moveTo>
                  <a:lnTo>
                    <a:pt x="32037" y="16406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513220" y="5272855"/>
              <a:ext cx="32037" cy="164068"/>
            </a:xfrm>
            <a:custGeom>
              <a:avLst/>
              <a:pathLst>
                <a:path w="32037" h="164068">
                  <a:moveTo>
                    <a:pt x="0" y="0"/>
                  </a:moveTo>
                  <a:lnTo>
                    <a:pt x="32037" y="16406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513220" y="5272855"/>
              <a:ext cx="32037" cy="164068"/>
            </a:xfrm>
            <a:custGeom>
              <a:avLst/>
              <a:pathLst>
                <a:path w="32037" h="164068">
                  <a:moveTo>
                    <a:pt x="0" y="0"/>
                  </a:moveTo>
                  <a:lnTo>
                    <a:pt x="32037" y="16406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381337" y="5272855"/>
              <a:ext cx="163921" cy="164068"/>
            </a:xfrm>
            <a:custGeom>
              <a:avLst/>
              <a:pathLst>
                <a:path w="163921" h="164068">
                  <a:moveTo>
                    <a:pt x="131883" y="0"/>
                  </a:moveTo>
                  <a:lnTo>
                    <a:pt x="126521" y="1138"/>
                  </a:lnTo>
                  <a:lnTo>
                    <a:pt x="121199" y="2452"/>
                  </a:lnTo>
                  <a:lnTo>
                    <a:pt x="115923" y="3940"/>
                  </a:lnTo>
                  <a:lnTo>
                    <a:pt x="110698" y="5599"/>
                  </a:lnTo>
                  <a:lnTo>
                    <a:pt x="105531" y="7430"/>
                  </a:lnTo>
                  <a:lnTo>
                    <a:pt x="100427" y="9428"/>
                  </a:lnTo>
                  <a:lnTo>
                    <a:pt x="95391" y="11593"/>
                  </a:lnTo>
                  <a:lnTo>
                    <a:pt x="90428" y="13922"/>
                  </a:lnTo>
                  <a:lnTo>
                    <a:pt x="85545" y="16413"/>
                  </a:lnTo>
                  <a:lnTo>
                    <a:pt x="80746" y="19062"/>
                  </a:lnTo>
                  <a:lnTo>
                    <a:pt x="76036" y="21867"/>
                  </a:lnTo>
                  <a:lnTo>
                    <a:pt x="71421" y="24825"/>
                  </a:lnTo>
                  <a:lnTo>
                    <a:pt x="66905" y="27933"/>
                  </a:lnTo>
                  <a:lnTo>
                    <a:pt x="62494" y="31187"/>
                  </a:lnTo>
                  <a:lnTo>
                    <a:pt x="58191" y="34584"/>
                  </a:lnTo>
                  <a:lnTo>
                    <a:pt x="54003" y="38120"/>
                  </a:lnTo>
                  <a:lnTo>
                    <a:pt x="49932" y="41792"/>
                  </a:lnTo>
                  <a:lnTo>
                    <a:pt x="45984" y="45595"/>
                  </a:lnTo>
                  <a:lnTo>
                    <a:pt x="42163" y="49525"/>
                  </a:lnTo>
                  <a:lnTo>
                    <a:pt x="38473" y="53579"/>
                  </a:lnTo>
                  <a:lnTo>
                    <a:pt x="34918" y="57752"/>
                  </a:lnTo>
                  <a:lnTo>
                    <a:pt x="31502" y="62038"/>
                  </a:lnTo>
                  <a:lnTo>
                    <a:pt x="28227" y="66435"/>
                  </a:lnTo>
                  <a:lnTo>
                    <a:pt x="25099" y="70937"/>
                  </a:lnTo>
                  <a:lnTo>
                    <a:pt x="22120" y="75538"/>
                  </a:lnTo>
                  <a:lnTo>
                    <a:pt x="19294" y="80235"/>
                  </a:lnTo>
                  <a:lnTo>
                    <a:pt x="16623" y="85022"/>
                  </a:lnTo>
                  <a:lnTo>
                    <a:pt x="14110" y="89894"/>
                  </a:lnTo>
                  <a:lnTo>
                    <a:pt x="11759" y="94846"/>
                  </a:lnTo>
                  <a:lnTo>
                    <a:pt x="9571" y="99872"/>
                  </a:lnTo>
                  <a:lnTo>
                    <a:pt x="7549" y="104968"/>
                  </a:lnTo>
                  <a:lnTo>
                    <a:pt x="5696" y="110126"/>
                  </a:lnTo>
                  <a:lnTo>
                    <a:pt x="4012" y="115343"/>
                  </a:lnTo>
                  <a:lnTo>
                    <a:pt x="2501" y="120612"/>
                  </a:lnTo>
                  <a:lnTo>
                    <a:pt x="1163" y="125928"/>
                  </a:lnTo>
                  <a:lnTo>
                    <a:pt x="0" y="131285"/>
                  </a:lnTo>
                  <a:lnTo>
                    <a:pt x="163921" y="16406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378095" y="5269756"/>
              <a:ext cx="334316" cy="334332"/>
            </a:xfrm>
            <a:custGeom>
              <a:avLst/>
              <a:pathLst>
                <a:path w="334316" h="334332">
                  <a:moveTo>
                    <a:pt x="3241" y="134384"/>
                  </a:moveTo>
                  <a:lnTo>
                    <a:pt x="2285" y="139592"/>
                  </a:lnTo>
                  <a:lnTo>
                    <a:pt x="1494" y="144828"/>
                  </a:lnTo>
                  <a:lnTo>
                    <a:pt x="870" y="150086"/>
                  </a:lnTo>
                  <a:lnTo>
                    <a:pt x="412" y="155361"/>
                  </a:lnTo>
                  <a:lnTo>
                    <a:pt x="122" y="160648"/>
                  </a:lnTo>
                  <a:lnTo>
                    <a:pt x="0" y="165941"/>
                  </a:lnTo>
                  <a:lnTo>
                    <a:pt x="45" y="171236"/>
                  </a:lnTo>
                  <a:lnTo>
                    <a:pt x="257" y="176527"/>
                  </a:lnTo>
                  <a:lnTo>
                    <a:pt x="637" y="181808"/>
                  </a:lnTo>
                  <a:lnTo>
                    <a:pt x="1185" y="187075"/>
                  </a:lnTo>
                  <a:lnTo>
                    <a:pt x="1898" y="192321"/>
                  </a:lnTo>
                  <a:lnTo>
                    <a:pt x="2778" y="197543"/>
                  </a:lnTo>
                  <a:lnTo>
                    <a:pt x="3822" y="202734"/>
                  </a:lnTo>
                  <a:lnTo>
                    <a:pt x="5031" y="207889"/>
                  </a:lnTo>
                  <a:lnTo>
                    <a:pt x="6402" y="213003"/>
                  </a:lnTo>
                  <a:lnTo>
                    <a:pt x="7934" y="218072"/>
                  </a:lnTo>
                  <a:lnTo>
                    <a:pt x="9626" y="223089"/>
                  </a:lnTo>
                  <a:lnTo>
                    <a:pt x="11476" y="228050"/>
                  </a:lnTo>
                  <a:lnTo>
                    <a:pt x="13483" y="232951"/>
                  </a:lnTo>
                  <a:lnTo>
                    <a:pt x="15643" y="237785"/>
                  </a:lnTo>
                  <a:lnTo>
                    <a:pt x="17956" y="242548"/>
                  </a:lnTo>
                  <a:lnTo>
                    <a:pt x="20418" y="247236"/>
                  </a:lnTo>
                  <a:lnTo>
                    <a:pt x="23027" y="251843"/>
                  </a:lnTo>
                  <a:lnTo>
                    <a:pt x="25781" y="256365"/>
                  </a:lnTo>
                  <a:lnTo>
                    <a:pt x="28677" y="260798"/>
                  </a:lnTo>
                  <a:lnTo>
                    <a:pt x="31712" y="265137"/>
                  </a:lnTo>
                  <a:lnTo>
                    <a:pt x="34883" y="269378"/>
                  </a:lnTo>
                  <a:lnTo>
                    <a:pt x="38186" y="273516"/>
                  </a:lnTo>
                  <a:lnTo>
                    <a:pt x="41619" y="277547"/>
                  </a:lnTo>
                  <a:lnTo>
                    <a:pt x="45178" y="281468"/>
                  </a:lnTo>
                  <a:lnTo>
                    <a:pt x="48859" y="285274"/>
                  </a:lnTo>
                  <a:lnTo>
                    <a:pt x="52659" y="288962"/>
                  </a:lnTo>
                  <a:lnTo>
                    <a:pt x="56574" y="292527"/>
                  </a:lnTo>
                  <a:lnTo>
                    <a:pt x="60600" y="295966"/>
                  </a:lnTo>
                  <a:lnTo>
                    <a:pt x="64732" y="299277"/>
                  </a:lnTo>
                  <a:lnTo>
                    <a:pt x="68968" y="302454"/>
                  </a:lnTo>
                  <a:lnTo>
                    <a:pt x="73301" y="305496"/>
                  </a:lnTo>
                  <a:lnTo>
                    <a:pt x="77730" y="308400"/>
                  </a:lnTo>
                  <a:lnTo>
                    <a:pt x="82247" y="311161"/>
                  </a:lnTo>
                  <a:lnTo>
                    <a:pt x="86850" y="313778"/>
                  </a:lnTo>
                  <a:lnTo>
                    <a:pt x="91534" y="316248"/>
                  </a:lnTo>
                  <a:lnTo>
                    <a:pt x="96293" y="318569"/>
                  </a:lnTo>
                  <a:lnTo>
                    <a:pt x="101124" y="320737"/>
                  </a:lnTo>
                  <a:lnTo>
                    <a:pt x="106021" y="322752"/>
                  </a:lnTo>
                  <a:lnTo>
                    <a:pt x="110979" y="324610"/>
                  </a:lnTo>
                  <a:lnTo>
                    <a:pt x="115993" y="326311"/>
                  </a:lnTo>
                  <a:lnTo>
                    <a:pt x="121059" y="327851"/>
                  </a:lnTo>
                  <a:lnTo>
                    <a:pt x="126171" y="329231"/>
                  </a:lnTo>
                  <a:lnTo>
                    <a:pt x="131325" y="330448"/>
                  </a:lnTo>
                  <a:lnTo>
                    <a:pt x="136514" y="331501"/>
                  </a:lnTo>
                  <a:lnTo>
                    <a:pt x="141734" y="332389"/>
                  </a:lnTo>
                  <a:lnTo>
                    <a:pt x="146979" y="333111"/>
                  </a:lnTo>
                  <a:lnTo>
                    <a:pt x="152245" y="333667"/>
                  </a:lnTo>
                  <a:lnTo>
                    <a:pt x="157525" y="334056"/>
                  </a:lnTo>
                  <a:lnTo>
                    <a:pt x="162816" y="334278"/>
                  </a:lnTo>
                  <a:lnTo>
                    <a:pt x="168111" y="334332"/>
                  </a:lnTo>
                  <a:lnTo>
                    <a:pt x="173404" y="334218"/>
                  </a:lnTo>
                  <a:lnTo>
                    <a:pt x="178692" y="333936"/>
                  </a:lnTo>
                  <a:lnTo>
                    <a:pt x="183968" y="333488"/>
                  </a:lnTo>
                  <a:lnTo>
                    <a:pt x="189227" y="332872"/>
                  </a:lnTo>
                  <a:lnTo>
                    <a:pt x="194464" y="332090"/>
                  </a:lnTo>
                  <a:lnTo>
                    <a:pt x="199673" y="331143"/>
                  </a:lnTo>
                  <a:lnTo>
                    <a:pt x="204850" y="330031"/>
                  </a:lnTo>
                  <a:lnTo>
                    <a:pt x="209989" y="328755"/>
                  </a:lnTo>
                  <a:lnTo>
                    <a:pt x="215085" y="327318"/>
                  </a:lnTo>
                  <a:lnTo>
                    <a:pt x="220133" y="325720"/>
                  </a:lnTo>
                  <a:lnTo>
                    <a:pt x="225128" y="323963"/>
                  </a:lnTo>
                  <a:lnTo>
                    <a:pt x="230065" y="322048"/>
                  </a:lnTo>
                  <a:lnTo>
                    <a:pt x="234939" y="319978"/>
                  </a:lnTo>
                  <a:lnTo>
                    <a:pt x="239744" y="317755"/>
                  </a:lnTo>
                  <a:lnTo>
                    <a:pt x="244477" y="315381"/>
                  </a:lnTo>
                  <a:lnTo>
                    <a:pt x="249132" y="312858"/>
                  </a:lnTo>
                  <a:lnTo>
                    <a:pt x="253705" y="310189"/>
                  </a:lnTo>
                  <a:lnTo>
                    <a:pt x="258192" y="307376"/>
                  </a:lnTo>
                  <a:lnTo>
                    <a:pt x="262586" y="304423"/>
                  </a:lnTo>
                  <a:lnTo>
                    <a:pt x="266886" y="301332"/>
                  </a:lnTo>
                  <a:lnTo>
                    <a:pt x="271085" y="298106"/>
                  </a:lnTo>
                  <a:lnTo>
                    <a:pt x="275179" y="294749"/>
                  </a:lnTo>
                  <a:lnTo>
                    <a:pt x="279166" y="291264"/>
                  </a:lnTo>
                  <a:lnTo>
                    <a:pt x="283040" y="287655"/>
                  </a:lnTo>
                  <a:lnTo>
                    <a:pt x="286798" y="283925"/>
                  </a:lnTo>
                  <a:lnTo>
                    <a:pt x="290436" y="280077"/>
                  </a:lnTo>
                  <a:lnTo>
                    <a:pt x="293950" y="276116"/>
                  </a:lnTo>
                  <a:lnTo>
                    <a:pt x="297337" y="272046"/>
                  </a:lnTo>
                  <a:lnTo>
                    <a:pt x="300593" y="267871"/>
                  </a:lnTo>
                  <a:lnTo>
                    <a:pt x="303715" y="263595"/>
                  </a:lnTo>
                  <a:lnTo>
                    <a:pt x="306701" y="259221"/>
                  </a:lnTo>
                  <a:lnTo>
                    <a:pt x="309546" y="254756"/>
                  </a:lnTo>
                  <a:lnTo>
                    <a:pt x="312249" y="250203"/>
                  </a:lnTo>
                  <a:lnTo>
                    <a:pt x="314806" y="245566"/>
                  </a:lnTo>
                  <a:lnTo>
                    <a:pt x="317215" y="240851"/>
                  </a:lnTo>
                  <a:lnTo>
                    <a:pt x="319473" y="236062"/>
                  </a:lnTo>
                  <a:lnTo>
                    <a:pt x="321578" y="231203"/>
                  </a:lnTo>
                  <a:lnTo>
                    <a:pt x="323529" y="226281"/>
                  </a:lnTo>
                  <a:lnTo>
                    <a:pt x="325323" y="221299"/>
                  </a:lnTo>
                  <a:lnTo>
                    <a:pt x="326958" y="216263"/>
                  </a:lnTo>
                  <a:lnTo>
                    <a:pt x="328433" y="211177"/>
                  </a:lnTo>
                  <a:lnTo>
                    <a:pt x="329746" y="206047"/>
                  </a:lnTo>
                  <a:lnTo>
                    <a:pt x="330895" y="200879"/>
                  </a:lnTo>
                  <a:lnTo>
                    <a:pt x="331881" y="195676"/>
                  </a:lnTo>
                  <a:lnTo>
                    <a:pt x="332701" y="190445"/>
                  </a:lnTo>
                  <a:lnTo>
                    <a:pt x="333355" y="185191"/>
                  </a:lnTo>
                  <a:lnTo>
                    <a:pt x="333843" y="179918"/>
                  </a:lnTo>
                  <a:lnTo>
                    <a:pt x="334163" y="174633"/>
                  </a:lnTo>
                  <a:lnTo>
                    <a:pt x="334316" y="169340"/>
                  </a:lnTo>
                  <a:lnTo>
                    <a:pt x="334301" y="164045"/>
                  </a:lnTo>
                  <a:lnTo>
                    <a:pt x="334118" y="158754"/>
                  </a:lnTo>
                  <a:lnTo>
                    <a:pt x="333768" y="153470"/>
                  </a:lnTo>
                  <a:lnTo>
                    <a:pt x="333250" y="148201"/>
                  </a:lnTo>
                  <a:lnTo>
                    <a:pt x="332566" y="142950"/>
                  </a:lnTo>
                  <a:lnTo>
                    <a:pt x="331717" y="137724"/>
                  </a:lnTo>
                  <a:lnTo>
                    <a:pt x="330702" y="132527"/>
                  </a:lnTo>
                  <a:lnTo>
                    <a:pt x="329522" y="127365"/>
                  </a:lnTo>
                  <a:lnTo>
                    <a:pt x="328180" y="122243"/>
                  </a:lnTo>
                  <a:lnTo>
                    <a:pt x="326677" y="117166"/>
                  </a:lnTo>
                  <a:lnTo>
                    <a:pt x="325013" y="112139"/>
                  </a:lnTo>
                  <a:lnTo>
                    <a:pt x="323191" y="107167"/>
                  </a:lnTo>
                  <a:lnTo>
                    <a:pt x="321213" y="102256"/>
                  </a:lnTo>
                  <a:lnTo>
                    <a:pt x="319080" y="97410"/>
                  </a:lnTo>
                  <a:lnTo>
                    <a:pt x="316794" y="92633"/>
                  </a:lnTo>
                  <a:lnTo>
                    <a:pt x="314359" y="87932"/>
                  </a:lnTo>
                  <a:lnTo>
                    <a:pt x="311775" y="83310"/>
                  </a:lnTo>
                  <a:lnTo>
                    <a:pt x="309047" y="78772"/>
                  </a:lnTo>
                  <a:lnTo>
                    <a:pt x="306176" y="74323"/>
                  </a:lnTo>
                  <a:lnTo>
                    <a:pt x="303166" y="69966"/>
                  </a:lnTo>
                  <a:lnTo>
                    <a:pt x="300020" y="65708"/>
                  </a:lnTo>
                  <a:lnTo>
                    <a:pt x="296740" y="61551"/>
                  </a:lnTo>
                  <a:lnTo>
                    <a:pt x="293330" y="57500"/>
                  </a:lnTo>
                  <a:lnTo>
                    <a:pt x="289793" y="53559"/>
                  </a:lnTo>
                  <a:lnTo>
                    <a:pt x="286134" y="49733"/>
                  </a:lnTo>
                  <a:lnTo>
                    <a:pt x="282355" y="46024"/>
                  </a:lnTo>
                  <a:lnTo>
                    <a:pt x="278460" y="42436"/>
                  </a:lnTo>
                  <a:lnTo>
                    <a:pt x="274454" y="38974"/>
                  </a:lnTo>
                  <a:lnTo>
                    <a:pt x="270340" y="35640"/>
                  </a:lnTo>
                  <a:lnTo>
                    <a:pt x="266123" y="32439"/>
                  </a:lnTo>
                  <a:lnTo>
                    <a:pt x="261806" y="29372"/>
                  </a:lnTo>
                  <a:lnTo>
                    <a:pt x="257395" y="26444"/>
                  </a:lnTo>
                  <a:lnTo>
                    <a:pt x="252893" y="23656"/>
                  </a:lnTo>
                  <a:lnTo>
                    <a:pt x="248305" y="21013"/>
                  </a:lnTo>
                  <a:lnTo>
                    <a:pt x="243635" y="18517"/>
                  </a:lnTo>
                  <a:lnTo>
                    <a:pt x="238889" y="16169"/>
                  </a:lnTo>
                  <a:lnTo>
                    <a:pt x="234071" y="13974"/>
                  </a:lnTo>
                  <a:lnTo>
                    <a:pt x="229186" y="11931"/>
                  </a:lnTo>
                  <a:lnTo>
                    <a:pt x="224238" y="10045"/>
                  </a:lnTo>
                  <a:lnTo>
                    <a:pt x="219233" y="8316"/>
                  </a:lnTo>
                  <a:lnTo>
                    <a:pt x="214176" y="6747"/>
                  </a:lnTo>
                  <a:lnTo>
                    <a:pt x="209072" y="5338"/>
                  </a:lnTo>
                  <a:lnTo>
                    <a:pt x="203926" y="4092"/>
                  </a:lnTo>
                  <a:lnTo>
                    <a:pt x="198743" y="3010"/>
                  </a:lnTo>
                  <a:lnTo>
                    <a:pt x="193528" y="2092"/>
                  </a:lnTo>
                  <a:lnTo>
                    <a:pt x="188287" y="1340"/>
                  </a:lnTo>
                  <a:lnTo>
                    <a:pt x="183024" y="754"/>
                  </a:lnTo>
                  <a:lnTo>
                    <a:pt x="177746" y="335"/>
                  </a:lnTo>
                  <a:lnTo>
                    <a:pt x="172457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976234" y="5018213"/>
              <a:ext cx="44804" cy="167167"/>
            </a:xfrm>
            <a:custGeom>
              <a:avLst/>
              <a:pathLst>
                <a:path w="44804" h="167167">
                  <a:moveTo>
                    <a:pt x="44804" y="0"/>
                  </a:moveTo>
                  <a:lnTo>
                    <a:pt x="38326" y="125"/>
                  </a:lnTo>
                  <a:lnTo>
                    <a:pt x="31857" y="502"/>
                  </a:lnTo>
                  <a:lnTo>
                    <a:pt x="25408" y="1129"/>
                  </a:lnTo>
                  <a:lnTo>
                    <a:pt x="18988" y="2005"/>
                  </a:lnTo>
                  <a:lnTo>
                    <a:pt x="12607" y="3129"/>
                  </a:lnTo>
                  <a:lnTo>
                    <a:pt x="6274" y="4500"/>
                  </a:lnTo>
                  <a:lnTo>
                    <a:pt x="0" y="6116"/>
                  </a:lnTo>
                  <a:lnTo>
                    <a:pt x="4480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976234" y="5024329"/>
              <a:ext cx="44804" cy="161051"/>
            </a:xfrm>
            <a:custGeom>
              <a:avLst/>
              <a:pathLst>
                <a:path w="44804" h="161051">
                  <a:moveTo>
                    <a:pt x="0" y="0"/>
                  </a:moveTo>
                  <a:lnTo>
                    <a:pt x="44804" y="1610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976234" y="5024329"/>
              <a:ext cx="44804" cy="161051"/>
            </a:xfrm>
            <a:custGeom>
              <a:avLst/>
              <a:pathLst>
                <a:path w="44804" h="161051">
                  <a:moveTo>
                    <a:pt x="0" y="0"/>
                  </a:moveTo>
                  <a:lnTo>
                    <a:pt x="44804" y="16105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976234" y="5024329"/>
              <a:ext cx="44804" cy="161051"/>
            </a:xfrm>
            <a:custGeom>
              <a:avLst/>
              <a:pathLst>
                <a:path w="44804" h="161051">
                  <a:moveTo>
                    <a:pt x="0" y="0"/>
                  </a:moveTo>
                  <a:lnTo>
                    <a:pt x="44804" y="16105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853871" y="5024329"/>
              <a:ext cx="167167" cy="214189"/>
            </a:xfrm>
            <a:custGeom>
              <a:avLst/>
              <a:pathLst>
                <a:path w="167167" h="214189">
                  <a:moveTo>
                    <a:pt x="122362" y="0"/>
                  </a:moveTo>
                  <a:lnTo>
                    <a:pt x="117159" y="1538"/>
                  </a:lnTo>
                  <a:lnTo>
                    <a:pt x="112009" y="3245"/>
                  </a:lnTo>
                  <a:lnTo>
                    <a:pt x="106917" y="5118"/>
                  </a:lnTo>
                  <a:lnTo>
                    <a:pt x="101888" y="7156"/>
                  </a:lnTo>
                  <a:lnTo>
                    <a:pt x="96928" y="9355"/>
                  </a:lnTo>
                  <a:lnTo>
                    <a:pt x="92042" y="11715"/>
                  </a:lnTo>
                  <a:lnTo>
                    <a:pt x="87235" y="14232"/>
                  </a:lnTo>
                  <a:lnTo>
                    <a:pt x="82513" y="16903"/>
                  </a:lnTo>
                  <a:lnTo>
                    <a:pt x="77879" y="19726"/>
                  </a:lnTo>
                  <a:lnTo>
                    <a:pt x="73340" y="22698"/>
                  </a:lnTo>
                  <a:lnTo>
                    <a:pt x="68899" y="25816"/>
                  </a:lnTo>
                  <a:lnTo>
                    <a:pt x="64562" y="29076"/>
                  </a:lnTo>
                  <a:lnTo>
                    <a:pt x="60333" y="32476"/>
                  </a:lnTo>
                  <a:lnTo>
                    <a:pt x="56217" y="36011"/>
                  </a:lnTo>
                  <a:lnTo>
                    <a:pt x="52217" y="39677"/>
                  </a:lnTo>
                  <a:lnTo>
                    <a:pt x="48339" y="43472"/>
                  </a:lnTo>
                  <a:lnTo>
                    <a:pt x="44586" y="47390"/>
                  </a:lnTo>
                  <a:lnTo>
                    <a:pt x="40962" y="51428"/>
                  </a:lnTo>
                  <a:lnTo>
                    <a:pt x="37470" y="55581"/>
                  </a:lnTo>
                  <a:lnTo>
                    <a:pt x="34116" y="59846"/>
                  </a:lnTo>
                  <a:lnTo>
                    <a:pt x="30902" y="64217"/>
                  </a:lnTo>
                  <a:lnTo>
                    <a:pt x="27831" y="68691"/>
                  </a:lnTo>
                  <a:lnTo>
                    <a:pt x="24907" y="73261"/>
                  </a:lnTo>
                  <a:lnTo>
                    <a:pt x="22133" y="77924"/>
                  </a:lnTo>
                  <a:lnTo>
                    <a:pt x="19511" y="82675"/>
                  </a:lnTo>
                  <a:lnTo>
                    <a:pt x="17046" y="87508"/>
                  </a:lnTo>
                  <a:lnTo>
                    <a:pt x="14738" y="92419"/>
                  </a:lnTo>
                  <a:lnTo>
                    <a:pt x="12591" y="97402"/>
                  </a:lnTo>
                  <a:lnTo>
                    <a:pt x="10607" y="102452"/>
                  </a:lnTo>
                  <a:lnTo>
                    <a:pt x="8787" y="107563"/>
                  </a:lnTo>
                  <a:lnTo>
                    <a:pt x="7135" y="112731"/>
                  </a:lnTo>
                  <a:lnTo>
                    <a:pt x="5651" y="117950"/>
                  </a:lnTo>
                  <a:lnTo>
                    <a:pt x="4338" y="123215"/>
                  </a:lnTo>
                  <a:lnTo>
                    <a:pt x="3195" y="128519"/>
                  </a:lnTo>
                  <a:lnTo>
                    <a:pt x="2226" y="133858"/>
                  </a:lnTo>
                  <a:lnTo>
                    <a:pt x="1430" y="139225"/>
                  </a:lnTo>
                  <a:lnTo>
                    <a:pt x="809" y="144615"/>
                  </a:lnTo>
                  <a:lnTo>
                    <a:pt x="364" y="150022"/>
                  </a:lnTo>
                  <a:lnTo>
                    <a:pt x="94" y="155441"/>
                  </a:lnTo>
                  <a:lnTo>
                    <a:pt x="0" y="160867"/>
                  </a:lnTo>
                  <a:lnTo>
                    <a:pt x="82" y="166292"/>
                  </a:lnTo>
                  <a:lnTo>
                    <a:pt x="340" y="171711"/>
                  </a:lnTo>
                  <a:lnTo>
                    <a:pt x="774" y="177120"/>
                  </a:lnTo>
                  <a:lnTo>
                    <a:pt x="1383" y="182511"/>
                  </a:lnTo>
                  <a:lnTo>
                    <a:pt x="2166" y="187880"/>
                  </a:lnTo>
                  <a:lnTo>
                    <a:pt x="3124" y="193221"/>
                  </a:lnTo>
                  <a:lnTo>
                    <a:pt x="4254" y="198528"/>
                  </a:lnTo>
                  <a:lnTo>
                    <a:pt x="5557" y="203795"/>
                  </a:lnTo>
                  <a:lnTo>
                    <a:pt x="7029" y="209017"/>
                  </a:lnTo>
                  <a:lnTo>
                    <a:pt x="8670" y="214189"/>
                  </a:lnTo>
                  <a:lnTo>
                    <a:pt x="167167" y="1610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862542" y="5018213"/>
              <a:ext cx="325651" cy="334330"/>
            </a:xfrm>
            <a:custGeom>
              <a:avLst/>
              <a:pathLst>
                <a:path w="325651" h="334330">
                  <a:moveTo>
                    <a:pt x="0" y="220305"/>
                  </a:moveTo>
                  <a:lnTo>
                    <a:pt x="1769" y="225318"/>
                  </a:lnTo>
                  <a:lnTo>
                    <a:pt x="3698" y="230272"/>
                  </a:lnTo>
                  <a:lnTo>
                    <a:pt x="5783" y="235163"/>
                  </a:lnTo>
                  <a:lnTo>
                    <a:pt x="8022" y="239985"/>
                  </a:lnTo>
                  <a:lnTo>
                    <a:pt x="10414" y="244733"/>
                  </a:lnTo>
                  <a:lnTo>
                    <a:pt x="12955" y="249402"/>
                  </a:lnTo>
                  <a:lnTo>
                    <a:pt x="15643" y="253988"/>
                  </a:lnTo>
                  <a:lnTo>
                    <a:pt x="18476" y="258487"/>
                  </a:lnTo>
                  <a:lnTo>
                    <a:pt x="21451" y="262893"/>
                  </a:lnTo>
                  <a:lnTo>
                    <a:pt x="24564" y="267203"/>
                  </a:lnTo>
                  <a:lnTo>
                    <a:pt x="27813" y="271411"/>
                  </a:lnTo>
                  <a:lnTo>
                    <a:pt x="31194" y="275514"/>
                  </a:lnTo>
                  <a:lnTo>
                    <a:pt x="34704" y="279507"/>
                  </a:lnTo>
                  <a:lnTo>
                    <a:pt x="38338" y="283386"/>
                  </a:lnTo>
                  <a:lnTo>
                    <a:pt x="42095" y="287149"/>
                  </a:lnTo>
                  <a:lnTo>
                    <a:pt x="45969" y="290789"/>
                  </a:lnTo>
                  <a:lnTo>
                    <a:pt x="49957" y="294305"/>
                  </a:lnTo>
                  <a:lnTo>
                    <a:pt x="54054" y="297692"/>
                  </a:lnTo>
                  <a:lnTo>
                    <a:pt x="58258" y="300947"/>
                  </a:lnTo>
                  <a:lnTo>
                    <a:pt x="62562" y="304067"/>
                  </a:lnTo>
                  <a:lnTo>
                    <a:pt x="66964" y="307048"/>
                  </a:lnTo>
                  <a:lnTo>
                    <a:pt x="71458" y="309888"/>
                  </a:lnTo>
                  <a:lnTo>
                    <a:pt x="76041" y="312583"/>
                  </a:lnTo>
                  <a:lnTo>
                    <a:pt x="80706" y="315132"/>
                  </a:lnTo>
                  <a:lnTo>
                    <a:pt x="85451" y="317531"/>
                  </a:lnTo>
                  <a:lnTo>
                    <a:pt x="90269" y="319777"/>
                  </a:lnTo>
                  <a:lnTo>
                    <a:pt x="95156" y="321870"/>
                  </a:lnTo>
                  <a:lnTo>
                    <a:pt x="100107" y="323806"/>
                  </a:lnTo>
                  <a:lnTo>
                    <a:pt x="105118" y="325583"/>
                  </a:lnTo>
                  <a:lnTo>
                    <a:pt x="110182" y="327200"/>
                  </a:lnTo>
                  <a:lnTo>
                    <a:pt x="115295" y="328656"/>
                  </a:lnTo>
                  <a:lnTo>
                    <a:pt x="120452" y="329948"/>
                  </a:lnTo>
                  <a:lnTo>
                    <a:pt x="125648" y="331075"/>
                  </a:lnTo>
                  <a:lnTo>
                    <a:pt x="130876" y="332037"/>
                  </a:lnTo>
                  <a:lnTo>
                    <a:pt x="136133" y="332832"/>
                  </a:lnTo>
                  <a:lnTo>
                    <a:pt x="141412" y="333459"/>
                  </a:lnTo>
                  <a:lnTo>
                    <a:pt x="146708" y="333918"/>
                  </a:lnTo>
                  <a:lnTo>
                    <a:pt x="152017" y="334209"/>
                  </a:lnTo>
                  <a:lnTo>
                    <a:pt x="157332" y="334330"/>
                  </a:lnTo>
                  <a:lnTo>
                    <a:pt x="162648" y="334283"/>
                  </a:lnTo>
                  <a:lnTo>
                    <a:pt x="167960" y="334066"/>
                  </a:lnTo>
                  <a:lnTo>
                    <a:pt x="173262" y="333681"/>
                  </a:lnTo>
                  <a:lnTo>
                    <a:pt x="178549" y="333127"/>
                  </a:lnTo>
                  <a:lnTo>
                    <a:pt x="183817" y="332406"/>
                  </a:lnTo>
                  <a:lnTo>
                    <a:pt x="189058" y="331517"/>
                  </a:lnTo>
                  <a:lnTo>
                    <a:pt x="194269" y="330462"/>
                  </a:lnTo>
                  <a:lnTo>
                    <a:pt x="199443" y="329242"/>
                  </a:lnTo>
                  <a:lnTo>
                    <a:pt x="204576" y="327858"/>
                  </a:lnTo>
                  <a:lnTo>
                    <a:pt x="209662" y="326312"/>
                  </a:lnTo>
                  <a:lnTo>
                    <a:pt x="214697" y="324604"/>
                  </a:lnTo>
                  <a:lnTo>
                    <a:pt x="219675" y="322737"/>
                  </a:lnTo>
                  <a:lnTo>
                    <a:pt x="224591" y="320713"/>
                  </a:lnTo>
                  <a:lnTo>
                    <a:pt x="229440" y="318534"/>
                  </a:lnTo>
                  <a:lnTo>
                    <a:pt x="234217" y="316202"/>
                  </a:lnTo>
                  <a:lnTo>
                    <a:pt x="238918" y="313718"/>
                  </a:lnTo>
                  <a:lnTo>
                    <a:pt x="243537" y="311087"/>
                  </a:lnTo>
                  <a:lnTo>
                    <a:pt x="248071" y="308310"/>
                  </a:lnTo>
                  <a:lnTo>
                    <a:pt x="252514" y="305390"/>
                  </a:lnTo>
                  <a:lnTo>
                    <a:pt x="256861" y="302331"/>
                  </a:lnTo>
                  <a:lnTo>
                    <a:pt x="261110" y="299135"/>
                  </a:lnTo>
                  <a:lnTo>
                    <a:pt x="265254" y="295805"/>
                  </a:lnTo>
                  <a:lnTo>
                    <a:pt x="269291" y="292345"/>
                  </a:lnTo>
                  <a:lnTo>
                    <a:pt x="273215" y="288759"/>
                  </a:lnTo>
                  <a:lnTo>
                    <a:pt x="277023" y="285050"/>
                  </a:lnTo>
                  <a:lnTo>
                    <a:pt x="280712" y="281221"/>
                  </a:lnTo>
                  <a:lnTo>
                    <a:pt x="284277" y="277277"/>
                  </a:lnTo>
                  <a:lnTo>
                    <a:pt x="287715" y="273222"/>
                  </a:lnTo>
                  <a:lnTo>
                    <a:pt x="291022" y="269059"/>
                  </a:lnTo>
                  <a:lnTo>
                    <a:pt x="294195" y="264794"/>
                  </a:lnTo>
                  <a:lnTo>
                    <a:pt x="297230" y="260429"/>
                  </a:lnTo>
                  <a:lnTo>
                    <a:pt x="300126" y="255971"/>
                  </a:lnTo>
                  <a:lnTo>
                    <a:pt x="302878" y="251422"/>
                  </a:lnTo>
                  <a:lnTo>
                    <a:pt x="305484" y="246789"/>
                  </a:lnTo>
                  <a:lnTo>
                    <a:pt x="307942" y="242074"/>
                  </a:lnTo>
                  <a:lnTo>
                    <a:pt x="310248" y="237284"/>
                  </a:lnTo>
                  <a:lnTo>
                    <a:pt x="312401" y="232423"/>
                  </a:lnTo>
                  <a:lnTo>
                    <a:pt x="314398" y="227497"/>
                  </a:lnTo>
                  <a:lnTo>
                    <a:pt x="316238" y="222509"/>
                  </a:lnTo>
                  <a:lnTo>
                    <a:pt x="317918" y="217465"/>
                  </a:lnTo>
                  <a:lnTo>
                    <a:pt x="319436" y="212370"/>
                  </a:lnTo>
                  <a:lnTo>
                    <a:pt x="320792" y="207230"/>
                  </a:lnTo>
                  <a:lnTo>
                    <a:pt x="321984" y="202049"/>
                  </a:lnTo>
                  <a:lnTo>
                    <a:pt x="323011" y="196832"/>
                  </a:lnTo>
                  <a:lnTo>
                    <a:pt x="323871" y="191586"/>
                  </a:lnTo>
                  <a:lnTo>
                    <a:pt x="324564" y="186315"/>
                  </a:lnTo>
                  <a:lnTo>
                    <a:pt x="325089" y="181025"/>
                  </a:lnTo>
                  <a:lnTo>
                    <a:pt x="325445" y="175720"/>
                  </a:lnTo>
                  <a:lnTo>
                    <a:pt x="325632" y="170407"/>
                  </a:lnTo>
                  <a:lnTo>
                    <a:pt x="325651" y="165091"/>
                  </a:lnTo>
                  <a:lnTo>
                    <a:pt x="325500" y="159777"/>
                  </a:lnTo>
                  <a:lnTo>
                    <a:pt x="325181" y="154470"/>
                  </a:lnTo>
                  <a:lnTo>
                    <a:pt x="324693" y="149176"/>
                  </a:lnTo>
                  <a:lnTo>
                    <a:pt x="324037" y="143901"/>
                  </a:lnTo>
                  <a:lnTo>
                    <a:pt x="323213" y="138649"/>
                  </a:lnTo>
                  <a:lnTo>
                    <a:pt x="322223" y="133425"/>
                  </a:lnTo>
                  <a:lnTo>
                    <a:pt x="321067" y="128236"/>
                  </a:lnTo>
                  <a:lnTo>
                    <a:pt x="319747" y="123086"/>
                  </a:lnTo>
                  <a:lnTo>
                    <a:pt x="318264" y="117981"/>
                  </a:lnTo>
                  <a:lnTo>
                    <a:pt x="316619" y="112926"/>
                  </a:lnTo>
                  <a:lnTo>
                    <a:pt x="314815" y="107925"/>
                  </a:lnTo>
                  <a:lnTo>
                    <a:pt x="312852" y="102984"/>
                  </a:lnTo>
                  <a:lnTo>
                    <a:pt x="310733" y="98109"/>
                  </a:lnTo>
                  <a:lnTo>
                    <a:pt x="308460" y="93303"/>
                  </a:lnTo>
                  <a:lnTo>
                    <a:pt x="306035" y="88571"/>
                  </a:lnTo>
                  <a:lnTo>
                    <a:pt x="303461" y="83920"/>
                  </a:lnTo>
                  <a:lnTo>
                    <a:pt x="300741" y="79352"/>
                  </a:lnTo>
                  <a:lnTo>
                    <a:pt x="297877" y="74873"/>
                  </a:lnTo>
                  <a:lnTo>
                    <a:pt x="294871" y="70488"/>
                  </a:lnTo>
                  <a:lnTo>
                    <a:pt x="291728" y="66200"/>
                  </a:lnTo>
                  <a:lnTo>
                    <a:pt x="288450" y="62015"/>
                  </a:lnTo>
                  <a:lnTo>
                    <a:pt x="285041" y="57936"/>
                  </a:lnTo>
                  <a:lnTo>
                    <a:pt x="281504" y="53967"/>
                  </a:lnTo>
                  <a:lnTo>
                    <a:pt x="277842" y="50113"/>
                  </a:lnTo>
                  <a:lnTo>
                    <a:pt x="274059" y="46377"/>
                  </a:lnTo>
                  <a:lnTo>
                    <a:pt x="270160" y="42764"/>
                  </a:lnTo>
                  <a:lnTo>
                    <a:pt x="266148" y="39276"/>
                  </a:lnTo>
                  <a:lnTo>
                    <a:pt x="262027" y="35917"/>
                  </a:lnTo>
                  <a:lnTo>
                    <a:pt x="257801" y="32692"/>
                  </a:lnTo>
                  <a:lnTo>
                    <a:pt x="253474" y="29602"/>
                  </a:lnTo>
                  <a:lnTo>
                    <a:pt x="249052" y="26651"/>
                  </a:lnTo>
                  <a:lnTo>
                    <a:pt x="244538" y="23843"/>
                  </a:lnTo>
                  <a:lnTo>
                    <a:pt x="239937" y="21179"/>
                  </a:lnTo>
                  <a:lnTo>
                    <a:pt x="235254" y="18664"/>
                  </a:lnTo>
                  <a:lnTo>
                    <a:pt x="230493" y="16298"/>
                  </a:lnTo>
                  <a:lnTo>
                    <a:pt x="225659" y="14085"/>
                  </a:lnTo>
                  <a:lnTo>
                    <a:pt x="220757" y="12027"/>
                  </a:lnTo>
                  <a:lnTo>
                    <a:pt x="215793" y="10125"/>
                  </a:lnTo>
                  <a:lnTo>
                    <a:pt x="210770" y="8383"/>
                  </a:lnTo>
                  <a:lnTo>
                    <a:pt x="205695" y="6801"/>
                  </a:lnTo>
                  <a:lnTo>
                    <a:pt x="200571" y="5381"/>
                  </a:lnTo>
                  <a:lnTo>
                    <a:pt x="195406" y="4125"/>
                  </a:lnTo>
                  <a:lnTo>
                    <a:pt x="190202" y="3034"/>
                  </a:lnTo>
                  <a:lnTo>
                    <a:pt x="184967" y="2109"/>
                  </a:lnTo>
                  <a:lnTo>
                    <a:pt x="179705" y="1350"/>
                  </a:lnTo>
                  <a:lnTo>
                    <a:pt x="174422" y="760"/>
                  </a:lnTo>
                  <a:lnTo>
                    <a:pt x="169122" y="338"/>
                  </a:lnTo>
                  <a:lnTo>
                    <a:pt x="163812" y="84"/>
                  </a:lnTo>
                  <a:lnTo>
                    <a:pt x="158496" y="0"/>
                  </a:lnTo>
                  <a:lnTo>
                    <a:pt x="15849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318273" y="4659281"/>
              <a:ext cx="104961" cy="167167"/>
            </a:xfrm>
            <a:custGeom>
              <a:avLst/>
              <a:pathLst>
                <a:path w="104961" h="167167">
                  <a:moveTo>
                    <a:pt x="104961" y="0"/>
                  </a:moveTo>
                  <a:lnTo>
                    <a:pt x="99288" y="96"/>
                  </a:lnTo>
                  <a:lnTo>
                    <a:pt x="93622" y="385"/>
                  </a:lnTo>
                  <a:lnTo>
                    <a:pt x="87969" y="865"/>
                  </a:lnTo>
                  <a:lnTo>
                    <a:pt x="82335" y="1538"/>
                  </a:lnTo>
                  <a:lnTo>
                    <a:pt x="76728" y="2401"/>
                  </a:lnTo>
                  <a:lnTo>
                    <a:pt x="71153" y="3454"/>
                  </a:lnTo>
                  <a:lnTo>
                    <a:pt x="65616" y="4696"/>
                  </a:lnTo>
                  <a:lnTo>
                    <a:pt x="60126" y="6124"/>
                  </a:lnTo>
                  <a:lnTo>
                    <a:pt x="54686" y="7739"/>
                  </a:lnTo>
                  <a:lnTo>
                    <a:pt x="49305" y="9537"/>
                  </a:lnTo>
                  <a:lnTo>
                    <a:pt x="43988" y="11516"/>
                  </a:lnTo>
                  <a:lnTo>
                    <a:pt x="38741" y="13675"/>
                  </a:lnTo>
                  <a:lnTo>
                    <a:pt x="33570" y="16010"/>
                  </a:lnTo>
                  <a:lnTo>
                    <a:pt x="28482" y="18520"/>
                  </a:lnTo>
                  <a:lnTo>
                    <a:pt x="23482" y="21201"/>
                  </a:lnTo>
                  <a:lnTo>
                    <a:pt x="18575" y="24050"/>
                  </a:lnTo>
                  <a:lnTo>
                    <a:pt x="13768" y="27064"/>
                  </a:lnTo>
                  <a:lnTo>
                    <a:pt x="9067" y="30239"/>
                  </a:lnTo>
                  <a:lnTo>
                    <a:pt x="4475" y="33572"/>
                  </a:lnTo>
                  <a:lnTo>
                    <a:pt x="0" y="37059"/>
                  </a:lnTo>
                  <a:lnTo>
                    <a:pt x="10496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318273" y="4696341"/>
              <a:ext cx="104961" cy="130107"/>
            </a:xfrm>
            <a:custGeom>
              <a:avLst/>
              <a:pathLst>
                <a:path w="104961" h="130107">
                  <a:moveTo>
                    <a:pt x="0" y="0"/>
                  </a:moveTo>
                  <a:lnTo>
                    <a:pt x="104961" y="13010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318273" y="4696341"/>
              <a:ext cx="104961" cy="130107"/>
            </a:xfrm>
            <a:custGeom>
              <a:avLst/>
              <a:pathLst>
                <a:path w="104961" h="130107">
                  <a:moveTo>
                    <a:pt x="0" y="0"/>
                  </a:moveTo>
                  <a:lnTo>
                    <a:pt x="104961" y="13010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256068" y="4696341"/>
              <a:ext cx="280602" cy="297255"/>
            </a:xfrm>
            <a:custGeom>
              <a:avLst/>
              <a:pathLst>
                <a:path w="280602" h="297255">
                  <a:moveTo>
                    <a:pt x="62205" y="0"/>
                  </a:moveTo>
                  <a:lnTo>
                    <a:pt x="58125" y="3399"/>
                  </a:lnTo>
                  <a:lnTo>
                    <a:pt x="54156" y="6926"/>
                  </a:lnTo>
                  <a:lnTo>
                    <a:pt x="50300" y="10578"/>
                  </a:lnTo>
                  <a:lnTo>
                    <a:pt x="46562" y="14350"/>
                  </a:lnTo>
                  <a:lnTo>
                    <a:pt x="42946" y="18240"/>
                  </a:lnTo>
                  <a:lnTo>
                    <a:pt x="39456" y="22242"/>
                  </a:lnTo>
                  <a:lnTo>
                    <a:pt x="36094" y="26352"/>
                  </a:lnTo>
                  <a:lnTo>
                    <a:pt x="32865" y="30568"/>
                  </a:lnTo>
                  <a:lnTo>
                    <a:pt x="29771" y="34884"/>
                  </a:lnTo>
                  <a:lnTo>
                    <a:pt x="26816" y="39296"/>
                  </a:lnTo>
                  <a:lnTo>
                    <a:pt x="24002" y="43800"/>
                  </a:lnTo>
                  <a:lnTo>
                    <a:pt x="21333" y="48391"/>
                  </a:lnTo>
                  <a:lnTo>
                    <a:pt x="18811" y="53064"/>
                  </a:lnTo>
                  <a:lnTo>
                    <a:pt x="16439" y="57815"/>
                  </a:lnTo>
                  <a:lnTo>
                    <a:pt x="14219" y="62639"/>
                  </a:lnTo>
                  <a:lnTo>
                    <a:pt x="12153" y="67531"/>
                  </a:lnTo>
                  <a:lnTo>
                    <a:pt x="10244" y="72486"/>
                  </a:lnTo>
                  <a:lnTo>
                    <a:pt x="8493" y="77500"/>
                  </a:lnTo>
                  <a:lnTo>
                    <a:pt x="6902" y="82566"/>
                  </a:lnTo>
                  <a:lnTo>
                    <a:pt x="5472" y="87681"/>
                  </a:lnTo>
                  <a:lnTo>
                    <a:pt x="4206" y="92838"/>
                  </a:lnTo>
                  <a:lnTo>
                    <a:pt x="3105" y="98033"/>
                  </a:lnTo>
                  <a:lnTo>
                    <a:pt x="2169" y="103260"/>
                  </a:lnTo>
                  <a:lnTo>
                    <a:pt x="1399" y="108514"/>
                  </a:lnTo>
                  <a:lnTo>
                    <a:pt x="797" y="113790"/>
                  </a:lnTo>
                  <a:lnTo>
                    <a:pt x="363" y="119083"/>
                  </a:lnTo>
                  <a:lnTo>
                    <a:pt x="97" y="124387"/>
                  </a:lnTo>
                  <a:lnTo>
                    <a:pt x="0" y="129696"/>
                  </a:lnTo>
                  <a:lnTo>
                    <a:pt x="71" y="135006"/>
                  </a:lnTo>
                  <a:lnTo>
                    <a:pt x="311" y="140311"/>
                  </a:lnTo>
                  <a:lnTo>
                    <a:pt x="719" y="145606"/>
                  </a:lnTo>
                  <a:lnTo>
                    <a:pt x="1295" y="150885"/>
                  </a:lnTo>
                  <a:lnTo>
                    <a:pt x="2039" y="156143"/>
                  </a:lnTo>
                  <a:lnTo>
                    <a:pt x="2949" y="161375"/>
                  </a:lnTo>
                  <a:lnTo>
                    <a:pt x="4025" y="166575"/>
                  </a:lnTo>
                  <a:lnTo>
                    <a:pt x="5266" y="171738"/>
                  </a:lnTo>
                  <a:lnTo>
                    <a:pt x="6670" y="176860"/>
                  </a:lnTo>
                  <a:lnTo>
                    <a:pt x="8236" y="181934"/>
                  </a:lnTo>
                  <a:lnTo>
                    <a:pt x="9962" y="186956"/>
                  </a:lnTo>
                  <a:lnTo>
                    <a:pt x="11847" y="191920"/>
                  </a:lnTo>
                  <a:lnTo>
                    <a:pt x="13889" y="196822"/>
                  </a:lnTo>
                  <a:lnTo>
                    <a:pt x="16085" y="201657"/>
                  </a:lnTo>
                  <a:lnTo>
                    <a:pt x="18434" y="206420"/>
                  </a:lnTo>
                  <a:lnTo>
                    <a:pt x="20933" y="211106"/>
                  </a:lnTo>
                  <a:lnTo>
                    <a:pt x="23580" y="215710"/>
                  </a:lnTo>
                  <a:lnTo>
                    <a:pt x="26371" y="220227"/>
                  </a:lnTo>
                  <a:lnTo>
                    <a:pt x="29305" y="224654"/>
                  </a:lnTo>
                  <a:lnTo>
                    <a:pt x="32377" y="228985"/>
                  </a:lnTo>
                  <a:lnTo>
                    <a:pt x="35586" y="233216"/>
                  </a:lnTo>
                  <a:lnTo>
                    <a:pt x="38927" y="237344"/>
                  </a:lnTo>
                  <a:lnTo>
                    <a:pt x="42398" y="241363"/>
                  </a:lnTo>
                  <a:lnTo>
                    <a:pt x="45995" y="245270"/>
                  </a:lnTo>
                  <a:lnTo>
                    <a:pt x="49714" y="249060"/>
                  </a:lnTo>
                  <a:lnTo>
                    <a:pt x="53551" y="252731"/>
                  </a:lnTo>
                  <a:lnTo>
                    <a:pt x="57504" y="256278"/>
                  </a:lnTo>
                  <a:lnTo>
                    <a:pt x="61566" y="259697"/>
                  </a:lnTo>
                  <a:lnTo>
                    <a:pt x="65736" y="262986"/>
                  </a:lnTo>
                  <a:lnTo>
                    <a:pt x="70008" y="266141"/>
                  </a:lnTo>
                  <a:lnTo>
                    <a:pt x="74377" y="269158"/>
                  </a:lnTo>
                  <a:lnTo>
                    <a:pt x="78841" y="272035"/>
                  </a:lnTo>
                  <a:lnTo>
                    <a:pt x="83393" y="274769"/>
                  </a:lnTo>
                  <a:lnTo>
                    <a:pt x="88031" y="277357"/>
                  </a:lnTo>
                  <a:lnTo>
                    <a:pt x="92748" y="279796"/>
                  </a:lnTo>
                  <a:lnTo>
                    <a:pt x="97540" y="282084"/>
                  </a:lnTo>
                  <a:lnTo>
                    <a:pt x="102402" y="284219"/>
                  </a:lnTo>
                  <a:lnTo>
                    <a:pt x="107330" y="286198"/>
                  </a:lnTo>
                  <a:lnTo>
                    <a:pt x="112318" y="288020"/>
                  </a:lnTo>
                  <a:lnTo>
                    <a:pt x="117361" y="289683"/>
                  </a:lnTo>
                  <a:lnTo>
                    <a:pt x="122455" y="291184"/>
                  </a:lnTo>
                  <a:lnTo>
                    <a:pt x="127594" y="292523"/>
                  </a:lnTo>
                  <a:lnTo>
                    <a:pt x="132772" y="293698"/>
                  </a:lnTo>
                  <a:lnTo>
                    <a:pt x="137986" y="294708"/>
                  </a:lnTo>
                  <a:lnTo>
                    <a:pt x="143229" y="295552"/>
                  </a:lnTo>
                  <a:lnTo>
                    <a:pt x="148496" y="296229"/>
                  </a:lnTo>
                  <a:lnTo>
                    <a:pt x="153782" y="296738"/>
                  </a:lnTo>
                  <a:lnTo>
                    <a:pt x="159081" y="297079"/>
                  </a:lnTo>
                  <a:lnTo>
                    <a:pt x="164389" y="297251"/>
                  </a:lnTo>
                  <a:lnTo>
                    <a:pt x="169699" y="297255"/>
                  </a:lnTo>
                  <a:lnTo>
                    <a:pt x="175007" y="297091"/>
                  </a:lnTo>
                  <a:lnTo>
                    <a:pt x="180307" y="296757"/>
                  </a:lnTo>
                  <a:lnTo>
                    <a:pt x="185593" y="296256"/>
                  </a:lnTo>
                  <a:lnTo>
                    <a:pt x="190862" y="295587"/>
                  </a:lnTo>
                  <a:lnTo>
                    <a:pt x="196106" y="294751"/>
                  </a:lnTo>
                  <a:lnTo>
                    <a:pt x="201321" y="293748"/>
                  </a:lnTo>
                  <a:lnTo>
                    <a:pt x="206501" y="292581"/>
                  </a:lnTo>
                  <a:lnTo>
                    <a:pt x="211642" y="291250"/>
                  </a:lnTo>
                  <a:lnTo>
                    <a:pt x="216738" y="289756"/>
                  </a:lnTo>
                  <a:lnTo>
                    <a:pt x="221784" y="288101"/>
                  </a:lnTo>
                  <a:lnTo>
                    <a:pt x="226774" y="286286"/>
                  </a:lnTo>
                  <a:lnTo>
                    <a:pt x="231705" y="284314"/>
                  </a:lnTo>
                  <a:lnTo>
                    <a:pt x="236570" y="282186"/>
                  </a:lnTo>
                  <a:lnTo>
                    <a:pt x="241366" y="279905"/>
                  </a:lnTo>
                  <a:lnTo>
                    <a:pt x="246086" y="277473"/>
                  </a:lnTo>
                  <a:lnTo>
                    <a:pt x="250727" y="274892"/>
                  </a:lnTo>
                  <a:lnTo>
                    <a:pt x="255284" y="272164"/>
                  </a:lnTo>
                  <a:lnTo>
                    <a:pt x="259752" y="269294"/>
                  </a:lnTo>
                  <a:lnTo>
                    <a:pt x="264126" y="266283"/>
                  </a:lnTo>
                  <a:lnTo>
                    <a:pt x="268402" y="263134"/>
                  </a:lnTo>
                  <a:lnTo>
                    <a:pt x="272576" y="259852"/>
                  </a:lnTo>
                  <a:lnTo>
                    <a:pt x="276644" y="256438"/>
                  </a:lnTo>
                  <a:lnTo>
                    <a:pt x="280602" y="252897"/>
                  </a:lnTo>
                  <a:lnTo>
                    <a:pt x="167166" y="1301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423235" y="4659281"/>
              <a:ext cx="167164" cy="289957"/>
            </a:xfrm>
            <a:custGeom>
              <a:avLst/>
              <a:pathLst>
                <a:path w="167164" h="289957">
                  <a:moveTo>
                    <a:pt x="113435" y="289957"/>
                  </a:moveTo>
                  <a:lnTo>
                    <a:pt x="117299" y="286271"/>
                  </a:lnTo>
                  <a:lnTo>
                    <a:pt x="121043" y="282464"/>
                  </a:lnTo>
                  <a:lnTo>
                    <a:pt x="124663" y="278540"/>
                  </a:lnTo>
                  <a:lnTo>
                    <a:pt x="128157" y="274501"/>
                  </a:lnTo>
                  <a:lnTo>
                    <a:pt x="131520" y="270353"/>
                  </a:lnTo>
                  <a:lnTo>
                    <a:pt x="134748" y="266100"/>
                  </a:lnTo>
                  <a:lnTo>
                    <a:pt x="137839" y="261746"/>
                  </a:lnTo>
                  <a:lnTo>
                    <a:pt x="140789" y="257295"/>
                  </a:lnTo>
                  <a:lnTo>
                    <a:pt x="143596" y="252753"/>
                  </a:lnTo>
                  <a:lnTo>
                    <a:pt x="146256" y="248123"/>
                  </a:lnTo>
                  <a:lnTo>
                    <a:pt x="148767" y="243411"/>
                  </a:lnTo>
                  <a:lnTo>
                    <a:pt x="151127" y="238620"/>
                  </a:lnTo>
                  <a:lnTo>
                    <a:pt x="153332" y="233757"/>
                  </a:lnTo>
                  <a:lnTo>
                    <a:pt x="155380" y="228826"/>
                  </a:lnTo>
                  <a:lnTo>
                    <a:pt x="157270" y="223832"/>
                  </a:lnTo>
                  <a:lnTo>
                    <a:pt x="159000" y="218780"/>
                  </a:lnTo>
                  <a:lnTo>
                    <a:pt x="160567" y="213676"/>
                  </a:lnTo>
                  <a:lnTo>
                    <a:pt x="161970" y="208524"/>
                  </a:lnTo>
                  <a:lnTo>
                    <a:pt x="163209" y="203329"/>
                  </a:lnTo>
                  <a:lnTo>
                    <a:pt x="164280" y="198098"/>
                  </a:lnTo>
                  <a:lnTo>
                    <a:pt x="165184" y="192836"/>
                  </a:lnTo>
                  <a:lnTo>
                    <a:pt x="165920" y="187547"/>
                  </a:lnTo>
                  <a:lnTo>
                    <a:pt x="166486" y="182237"/>
                  </a:lnTo>
                  <a:lnTo>
                    <a:pt x="166883" y="176912"/>
                  </a:lnTo>
                  <a:lnTo>
                    <a:pt x="167109" y="171577"/>
                  </a:lnTo>
                  <a:lnTo>
                    <a:pt x="167164" y="166238"/>
                  </a:lnTo>
                  <a:lnTo>
                    <a:pt x="167049" y="160900"/>
                  </a:lnTo>
                  <a:lnTo>
                    <a:pt x="166764" y="155567"/>
                  </a:lnTo>
                  <a:lnTo>
                    <a:pt x="166308" y="150247"/>
                  </a:lnTo>
                  <a:lnTo>
                    <a:pt x="165683" y="144944"/>
                  </a:lnTo>
                  <a:lnTo>
                    <a:pt x="164889" y="139664"/>
                  </a:lnTo>
                  <a:lnTo>
                    <a:pt x="163926" y="134412"/>
                  </a:lnTo>
                  <a:lnTo>
                    <a:pt x="162797" y="129193"/>
                  </a:lnTo>
                  <a:lnTo>
                    <a:pt x="161501" y="124013"/>
                  </a:lnTo>
                  <a:lnTo>
                    <a:pt x="160040" y="118877"/>
                  </a:lnTo>
                  <a:lnTo>
                    <a:pt x="158416" y="113790"/>
                  </a:lnTo>
                  <a:lnTo>
                    <a:pt x="156631" y="108758"/>
                  </a:lnTo>
                  <a:lnTo>
                    <a:pt x="154685" y="103785"/>
                  </a:lnTo>
                  <a:lnTo>
                    <a:pt x="152582" y="98877"/>
                  </a:lnTo>
                  <a:lnTo>
                    <a:pt x="150323" y="94038"/>
                  </a:lnTo>
                  <a:lnTo>
                    <a:pt x="147911" y="89275"/>
                  </a:lnTo>
                  <a:lnTo>
                    <a:pt x="145348" y="84590"/>
                  </a:lnTo>
                  <a:lnTo>
                    <a:pt x="142636" y="79990"/>
                  </a:lnTo>
                  <a:lnTo>
                    <a:pt x="139779" y="75479"/>
                  </a:lnTo>
                  <a:lnTo>
                    <a:pt x="136779" y="71062"/>
                  </a:lnTo>
                  <a:lnTo>
                    <a:pt x="133640" y="66742"/>
                  </a:lnTo>
                  <a:lnTo>
                    <a:pt x="130365" y="62525"/>
                  </a:lnTo>
                  <a:lnTo>
                    <a:pt x="126956" y="58415"/>
                  </a:lnTo>
                  <a:lnTo>
                    <a:pt x="123418" y="54416"/>
                  </a:lnTo>
                  <a:lnTo>
                    <a:pt x="119754" y="50531"/>
                  </a:lnTo>
                  <a:lnTo>
                    <a:pt x="115968" y="46766"/>
                  </a:lnTo>
                  <a:lnTo>
                    <a:pt x="112063" y="43124"/>
                  </a:lnTo>
                  <a:lnTo>
                    <a:pt x="108044" y="39608"/>
                  </a:lnTo>
                  <a:lnTo>
                    <a:pt x="103915" y="36222"/>
                  </a:lnTo>
                  <a:lnTo>
                    <a:pt x="99680" y="32970"/>
                  </a:lnTo>
                  <a:lnTo>
                    <a:pt x="95343" y="29855"/>
                  </a:lnTo>
                  <a:lnTo>
                    <a:pt x="90909" y="26880"/>
                  </a:lnTo>
                  <a:lnTo>
                    <a:pt x="86382" y="24048"/>
                  </a:lnTo>
                  <a:lnTo>
                    <a:pt x="81767" y="21362"/>
                  </a:lnTo>
                  <a:lnTo>
                    <a:pt x="77069" y="18825"/>
                  </a:lnTo>
                  <a:lnTo>
                    <a:pt x="72292" y="16439"/>
                  </a:lnTo>
                  <a:lnTo>
                    <a:pt x="67441" y="14207"/>
                  </a:lnTo>
                  <a:lnTo>
                    <a:pt x="62521" y="12131"/>
                  </a:lnTo>
                  <a:lnTo>
                    <a:pt x="57538" y="10214"/>
                  </a:lnTo>
                  <a:lnTo>
                    <a:pt x="52495" y="8456"/>
                  </a:lnTo>
                  <a:lnTo>
                    <a:pt x="47400" y="6860"/>
                  </a:lnTo>
                  <a:lnTo>
                    <a:pt x="42256" y="5428"/>
                  </a:lnTo>
                  <a:lnTo>
                    <a:pt x="37068" y="4161"/>
                  </a:lnTo>
                  <a:lnTo>
                    <a:pt x="31843" y="3061"/>
                  </a:lnTo>
                  <a:lnTo>
                    <a:pt x="26586" y="2127"/>
                  </a:lnTo>
                  <a:lnTo>
                    <a:pt x="21301" y="1362"/>
                  </a:lnTo>
                  <a:lnTo>
                    <a:pt x="15995" y="767"/>
                  </a:lnTo>
                  <a:lnTo>
                    <a:pt x="10672" y="341"/>
                  </a:lnTo>
                  <a:lnTo>
                    <a:pt x="5339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599819" y="4213821"/>
              <a:ext cx="128652" cy="167167"/>
            </a:xfrm>
            <a:custGeom>
              <a:avLst/>
              <a:pathLst>
                <a:path w="128652" h="167167">
                  <a:moveTo>
                    <a:pt x="128652" y="0"/>
                  </a:moveTo>
                  <a:lnTo>
                    <a:pt x="123006" y="95"/>
                  </a:lnTo>
                  <a:lnTo>
                    <a:pt x="117367" y="381"/>
                  </a:lnTo>
                  <a:lnTo>
                    <a:pt x="111741" y="857"/>
                  </a:lnTo>
                  <a:lnTo>
                    <a:pt x="106134" y="1523"/>
                  </a:lnTo>
                  <a:lnTo>
                    <a:pt x="100553" y="2378"/>
                  </a:lnTo>
                  <a:lnTo>
                    <a:pt x="95004" y="3421"/>
                  </a:lnTo>
                  <a:lnTo>
                    <a:pt x="89493" y="4651"/>
                  </a:lnTo>
                  <a:lnTo>
                    <a:pt x="84027" y="6066"/>
                  </a:lnTo>
                  <a:lnTo>
                    <a:pt x="78612" y="7665"/>
                  </a:lnTo>
                  <a:lnTo>
                    <a:pt x="73254" y="9445"/>
                  </a:lnTo>
                  <a:lnTo>
                    <a:pt x="67959" y="11406"/>
                  </a:lnTo>
                  <a:lnTo>
                    <a:pt x="62734" y="13545"/>
                  </a:lnTo>
                  <a:lnTo>
                    <a:pt x="57583" y="15858"/>
                  </a:lnTo>
                  <a:lnTo>
                    <a:pt x="52514" y="18345"/>
                  </a:lnTo>
                  <a:lnTo>
                    <a:pt x="47532" y="21001"/>
                  </a:lnTo>
                  <a:lnTo>
                    <a:pt x="42642" y="23824"/>
                  </a:lnTo>
                  <a:lnTo>
                    <a:pt x="37850" y="26810"/>
                  </a:lnTo>
                  <a:lnTo>
                    <a:pt x="33162" y="29957"/>
                  </a:lnTo>
                  <a:lnTo>
                    <a:pt x="28582" y="33260"/>
                  </a:lnTo>
                  <a:lnTo>
                    <a:pt x="24117" y="36716"/>
                  </a:lnTo>
                  <a:lnTo>
                    <a:pt x="19772" y="40320"/>
                  </a:lnTo>
                  <a:lnTo>
                    <a:pt x="15550" y="44070"/>
                  </a:lnTo>
                  <a:lnTo>
                    <a:pt x="11457" y="47960"/>
                  </a:lnTo>
                  <a:lnTo>
                    <a:pt x="7498" y="51985"/>
                  </a:lnTo>
                  <a:lnTo>
                    <a:pt x="3678" y="56143"/>
                  </a:lnTo>
                  <a:lnTo>
                    <a:pt x="0" y="60426"/>
                  </a:lnTo>
                  <a:lnTo>
                    <a:pt x="128652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599819" y="4274248"/>
              <a:ext cx="128652" cy="106740"/>
            </a:xfrm>
            <a:custGeom>
              <a:avLst/>
              <a:pathLst>
                <a:path w="128652" h="106740">
                  <a:moveTo>
                    <a:pt x="0" y="0"/>
                  </a:moveTo>
                  <a:lnTo>
                    <a:pt x="128652" y="10674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561306" y="4274248"/>
              <a:ext cx="334254" cy="273894"/>
            </a:xfrm>
            <a:custGeom>
              <a:avLst/>
              <a:pathLst>
                <a:path w="334254" h="273894">
                  <a:moveTo>
                    <a:pt x="38513" y="0"/>
                  </a:moveTo>
                  <a:lnTo>
                    <a:pt x="35195" y="4130"/>
                  </a:lnTo>
                  <a:lnTo>
                    <a:pt x="32009" y="8364"/>
                  </a:lnTo>
                  <a:lnTo>
                    <a:pt x="28959" y="12697"/>
                  </a:lnTo>
                  <a:lnTo>
                    <a:pt x="26048" y="17124"/>
                  </a:lnTo>
                  <a:lnTo>
                    <a:pt x="23279" y="21641"/>
                  </a:lnTo>
                  <a:lnTo>
                    <a:pt x="20655" y="26244"/>
                  </a:lnTo>
                  <a:lnTo>
                    <a:pt x="18177" y="30927"/>
                  </a:lnTo>
                  <a:lnTo>
                    <a:pt x="15849" y="35687"/>
                  </a:lnTo>
                  <a:lnTo>
                    <a:pt x="13674" y="40518"/>
                  </a:lnTo>
                  <a:lnTo>
                    <a:pt x="11652" y="45416"/>
                  </a:lnTo>
                  <a:lnTo>
                    <a:pt x="9787" y="50375"/>
                  </a:lnTo>
                  <a:lnTo>
                    <a:pt x="8080" y="55391"/>
                  </a:lnTo>
                  <a:lnTo>
                    <a:pt x="6532" y="60458"/>
                  </a:lnTo>
                  <a:lnTo>
                    <a:pt x="5146" y="65572"/>
                  </a:lnTo>
                  <a:lnTo>
                    <a:pt x="3923" y="70727"/>
                  </a:lnTo>
                  <a:lnTo>
                    <a:pt x="2864" y="75919"/>
                  </a:lnTo>
                  <a:lnTo>
                    <a:pt x="1969" y="81141"/>
                  </a:lnTo>
                  <a:lnTo>
                    <a:pt x="1241" y="86389"/>
                  </a:lnTo>
                  <a:lnTo>
                    <a:pt x="679" y="91658"/>
                  </a:lnTo>
                  <a:lnTo>
                    <a:pt x="285" y="96942"/>
                  </a:lnTo>
                  <a:lnTo>
                    <a:pt x="58" y="102235"/>
                  </a:lnTo>
                  <a:lnTo>
                    <a:pt x="0" y="107533"/>
                  </a:lnTo>
                  <a:lnTo>
                    <a:pt x="109" y="112830"/>
                  </a:lnTo>
                  <a:lnTo>
                    <a:pt x="386" y="118122"/>
                  </a:lnTo>
                  <a:lnTo>
                    <a:pt x="830" y="123401"/>
                  </a:lnTo>
                  <a:lnTo>
                    <a:pt x="1442" y="128664"/>
                  </a:lnTo>
                  <a:lnTo>
                    <a:pt x="2220" y="133905"/>
                  </a:lnTo>
                  <a:lnTo>
                    <a:pt x="3163" y="139119"/>
                  </a:lnTo>
                  <a:lnTo>
                    <a:pt x="4272" y="144300"/>
                  </a:lnTo>
                  <a:lnTo>
                    <a:pt x="5544" y="149444"/>
                  </a:lnTo>
                  <a:lnTo>
                    <a:pt x="6979" y="154544"/>
                  </a:lnTo>
                  <a:lnTo>
                    <a:pt x="8574" y="159597"/>
                  </a:lnTo>
                  <a:lnTo>
                    <a:pt x="10329" y="164596"/>
                  </a:lnTo>
                  <a:lnTo>
                    <a:pt x="12241" y="169537"/>
                  </a:lnTo>
                  <a:lnTo>
                    <a:pt x="14309" y="174415"/>
                  </a:lnTo>
                  <a:lnTo>
                    <a:pt x="16530" y="179226"/>
                  </a:lnTo>
                  <a:lnTo>
                    <a:pt x="18903" y="183963"/>
                  </a:lnTo>
                  <a:lnTo>
                    <a:pt x="21425" y="188623"/>
                  </a:lnTo>
                  <a:lnTo>
                    <a:pt x="24093" y="193200"/>
                  </a:lnTo>
                  <a:lnTo>
                    <a:pt x="26905" y="197691"/>
                  </a:lnTo>
                  <a:lnTo>
                    <a:pt x="29858" y="202090"/>
                  </a:lnTo>
                  <a:lnTo>
                    <a:pt x="32949" y="206394"/>
                  </a:lnTo>
                  <a:lnTo>
                    <a:pt x="36174" y="210597"/>
                  </a:lnTo>
                  <a:lnTo>
                    <a:pt x="39531" y="214697"/>
                  </a:lnTo>
                  <a:lnTo>
                    <a:pt x="43017" y="218687"/>
                  </a:lnTo>
                  <a:lnTo>
                    <a:pt x="46627" y="222565"/>
                  </a:lnTo>
                  <a:lnTo>
                    <a:pt x="50358" y="226327"/>
                  </a:lnTo>
                  <a:lnTo>
                    <a:pt x="54207" y="229969"/>
                  </a:lnTo>
                  <a:lnTo>
                    <a:pt x="58169" y="233487"/>
                  </a:lnTo>
                  <a:lnTo>
                    <a:pt x="62240" y="236877"/>
                  </a:lnTo>
                  <a:lnTo>
                    <a:pt x="66417" y="240137"/>
                  </a:lnTo>
                  <a:lnTo>
                    <a:pt x="70695" y="243263"/>
                  </a:lnTo>
                  <a:lnTo>
                    <a:pt x="75070" y="246252"/>
                  </a:lnTo>
                  <a:lnTo>
                    <a:pt x="79538" y="249100"/>
                  </a:lnTo>
                  <a:lnTo>
                    <a:pt x="84093" y="251806"/>
                  </a:lnTo>
                  <a:lnTo>
                    <a:pt x="88732" y="254365"/>
                  </a:lnTo>
                  <a:lnTo>
                    <a:pt x="93450" y="256777"/>
                  </a:lnTo>
                  <a:lnTo>
                    <a:pt x="98242" y="259038"/>
                  </a:lnTo>
                  <a:lnTo>
                    <a:pt x="103103" y="261145"/>
                  </a:lnTo>
                  <a:lnTo>
                    <a:pt x="108029" y="263098"/>
                  </a:lnTo>
                  <a:lnTo>
                    <a:pt x="113014" y="264894"/>
                  </a:lnTo>
                  <a:lnTo>
                    <a:pt x="118053" y="266530"/>
                  </a:lnTo>
                  <a:lnTo>
                    <a:pt x="123141" y="268007"/>
                  </a:lnTo>
                  <a:lnTo>
                    <a:pt x="128274" y="269321"/>
                  </a:lnTo>
                  <a:lnTo>
                    <a:pt x="133446" y="270472"/>
                  </a:lnTo>
                  <a:lnTo>
                    <a:pt x="138652" y="271458"/>
                  </a:lnTo>
                  <a:lnTo>
                    <a:pt x="143886" y="272279"/>
                  </a:lnTo>
                  <a:lnTo>
                    <a:pt x="149144" y="272933"/>
                  </a:lnTo>
                  <a:lnTo>
                    <a:pt x="154420" y="273421"/>
                  </a:lnTo>
                  <a:lnTo>
                    <a:pt x="159709" y="273741"/>
                  </a:lnTo>
                  <a:lnTo>
                    <a:pt x="165005" y="273894"/>
                  </a:lnTo>
                  <a:lnTo>
                    <a:pt x="170304" y="273878"/>
                  </a:lnTo>
                  <a:lnTo>
                    <a:pt x="175599" y="273695"/>
                  </a:lnTo>
                  <a:lnTo>
                    <a:pt x="180886" y="273343"/>
                  </a:lnTo>
                  <a:lnTo>
                    <a:pt x="186159" y="272825"/>
                  </a:lnTo>
                  <a:lnTo>
                    <a:pt x="191412" y="272140"/>
                  </a:lnTo>
                  <a:lnTo>
                    <a:pt x="196642" y="271288"/>
                  </a:lnTo>
                  <a:lnTo>
                    <a:pt x="201842" y="270271"/>
                  </a:lnTo>
                  <a:lnTo>
                    <a:pt x="207007" y="269090"/>
                  </a:lnTo>
                  <a:lnTo>
                    <a:pt x="212132" y="267746"/>
                  </a:lnTo>
                  <a:lnTo>
                    <a:pt x="217212" y="266240"/>
                  </a:lnTo>
                  <a:lnTo>
                    <a:pt x="222242" y="264574"/>
                  </a:lnTo>
                  <a:lnTo>
                    <a:pt x="227216" y="262749"/>
                  </a:lnTo>
                  <a:lnTo>
                    <a:pt x="232130" y="260768"/>
                  </a:lnTo>
                  <a:lnTo>
                    <a:pt x="236979" y="258632"/>
                  </a:lnTo>
                  <a:lnTo>
                    <a:pt x="241757" y="256343"/>
                  </a:lnTo>
                  <a:lnTo>
                    <a:pt x="246461" y="253904"/>
                  </a:lnTo>
                  <a:lnTo>
                    <a:pt x="251085" y="251317"/>
                  </a:lnTo>
                  <a:lnTo>
                    <a:pt x="255624" y="248585"/>
                  </a:lnTo>
                  <a:lnTo>
                    <a:pt x="260075" y="245710"/>
                  </a:lnTo>
                  <a:lnTo>
                    <a:pt x="264433" y="242696"/>
                  </a:lnTo>
                  <a:lnTo>
                    <a:pt x="268692" y="239545"/>
                  </a:lnTo>
                  <a:lnTo>
                    <a:pt x="272850" y="236261"/>
                  </a:lnTo>
                  <a:lnTo>
                    <a:pt x="276902" y="232846"/>
                  </a:lnTo>
                  <a:lnTo>
                    <a:pt x="280843" y="229305"/>
                  </a:lnTo>
                  <a:lnTo>
                    <a:pt x="284670" y="225641"/>
                  </a:lnTo>
                  <a:lnTo>
                    <a:pt x="288379" y="221858"/>
                  </a:lnTo>
                  <a:lnTo>
                    <a:pt x="291967" y="217958"/>
                  </a:lnTo>
                  <a:lnTo>
                    <a:pt x="295429" y="213947"/>
                  </a:lnTo>
                  <a:lnTo>
                    <a:pt x="298762" y="209829"/>
                  </a:lnTo>
                  <a:lnTo>
                    <a:pt x="301963" y="205606"/>
                  </a:lnTo>
                  <a:lnTo>
                    <a:pt x="305028" y="201285"/>
                  </a:lnTo>
                  <a:lnTo>
                    <a:pt x="307955" y="196868"/>
                  </a:lnTo>
                  <a:lnTo>
                    <a:pt x="310741" y="192361"/>
                  </a:lnTo>
                  <a:lnTo>
                    <a:pt x="313382" y="187768"/>
                  </a:lnTo>
                  <a:lnTo>
                    <a:pt x="315876" y="183094"/>
                  </a:lnTo>
                  <a:lnTo>
                    <a:pt x="318221" y="178342"/>
                  </a:lnTo>
                  <a:lnTo>
                    <a:pt x="320415" y="173519"/>
                  </a:lnTo>
                  <a:lnTo>
                    <a:pt x="322454" y="168629"/>
                  </a:lnTo>
                  <a:lnTo>
                    <a:pt x="324337" y="163677"/>
                  </a:lnTo>
                  <a:lnTo>
                    <a:pt x="326063" y="158667"/>
                  </a:lnTo>
                  <a:lnTo>
                    <a:pt x="327629" y="153605"/>
                  </a:lnTo>
                  <a:lnTo>
                    <a:pt x="329033" y="148497"/>
                  </a:lnTo>
                  <a:lnTo>
                    <a:pt x="330275" y="143346"/>
                  </a:lnTo>
                  <a:lnTo>
                    <a:pt x="331354" y="138158"/>
                  </a:lnTo>
                  <a:lnTo>
                    <a:pt x="332267" y="132939"/>
                  </a:lnTo>
                  <a:lnTo>
                    <a:pt x="333014" y="127694"/>
                  </a:lnTo>
                  <a:lnTo>
                    <a:pt x="333595" y="122427"/>
                  </a:lnTo>
                  <a:lnTo>
                    <a:pt x="334008" y="117145"/>
                  </a:lnTo>
                  <a:lnTo>
                    <a:pt x="334254" y="111852"/>
                  </a:lnTo>
                  <a:lnTo>
                    <a:pt x="167165" y="1067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728472" y="4213821"/>
              <a:ext cx="167167" cy="172279"/>
            </a:xfrm>
            <a:custGeom>
              <a:avLst/>
              <a:pathLst>
                <a:path w="167167" h="172279">
                  <a:moveTo>
                    <a:pt x="167089" y="172279"/>
                  </a:moveTo>
                  <a:lnTo>
                    <a:pt x="167167" y="166817"/>
                  </a:lnTo>
                  <a:lnTo>
                    <a:pt x="167066" y="161355"/>
                  </a:lnTo>
                  <a:lnTo>
                    <a:pt x="166787" y="155899"/>
                  </a:lnTo>
                  <a:lnTo>
                    <a:pt x="166329" y="150455"/>
                  </a:lnTo>
                  <a:lnTo>
                    <a:pt x="165695" y="145029"/>
                  </a:lnTo>
                  <a:lnTo>
                    <a:pt x="164883" y="139627"/>
                  </a:lnTo>
                  <a:lnTo>
                    <a:pt x="163895" y="134254"/>
                  </a:lnTo>
                  <a:lnTo>
                    <a:pt x="162732" y="128916"/>
                  </a:lnTo>
                  <a:lnTo>
                    <a:pt x="161395" y="123619"/>
                  </a:lnTo>
                  <a:lnTo>
                    <a:pt x="159886" y="118369"/>
                  </a:lnTo>
                  <a:lnTo>
                    <a:pt x="158206" y="113170"/>
                  </a:lnTo>
                  <a:lnTo>
                    <a:pt x="156357" y="108030"/>
                  </a:lnTo>
                  <a:lnTo>
                    <a:pt x="154341" y="102952"/>
                  </a:lnTo>
                  <a:lnTo>
                    <a:pt x="152161" y="97943"/>
                  </a:lnTo>
                  <a:lnTo>
                    <a:pt x="149818" y="93008"/>
                  </a:lnTo>
                  <a:lnTo>
                    <a:pt x="147314" y="88152"/>
                  </a:lnTo>
                  <a:lnTo>
                    <a:pt x="144654" y="83381"/>
                  </a:lnTo>
                  <a:lnTo>
                    <a:pt x="141839" y="78699"/>
                  </a:lnTo>
                  <a:lnTo>
                    <a:pt x="138872" y="74112"/>
                  </a:lnTo>
                  <a:lnTo>
                    <a:pt x="135758" y="69624"/>
                  </a:lnTo>
                  <a:lnTo>
                    <a:pt x="132498" y="65240"/>
                  </a:lnTo>
                  <a:lnTo>
                    <a:pt x="129097" y="60965"/>
                  </a:lnTo>
                  <a:lnTo>
                    <a:pt x="125557" y="56803"/>
                  </a:lnTo>
                  <a:lnTo>
                    <a:pt x="121884" y="52759"/>
                  </a:lnTo>
                  <a:lnTo>
                    <a:pt x="118081" y="48838"/>
                  </a:lnTo>
                  <a:lnTo>
                    <a:pt x="114151" y="45043"/>
                  </a:lnTo>
                  <a:lnTo>
                    <a:pt x="110100" y="41378"/>
                  </a:lnTo>
                  <a:lnTo>
                    <a:pt x="105931" y="37848"/>
                  </a:lnTo>
                  <a:lnTo>
                    <a:pt x="101649" y="34455"/>
                  </a:lnTo>
                  <a:lnTo>
                    <a:pt x="97258" y="31205"/>
                  </a:lnTo>
                  <a:lnTo>
                    <a:pt x="92764" y="28099"/>
                  </a:lnTo>
                  <a:lnTo>
                    <a:pt x="88170" y="25143"/>
                  </a:lnTo>
                  <a:lnTo>
                    <a:pt x="83482" y="22337"/>
                  </a:lnTo>
                  <a:lnTo>
                    <a:pt x="78705" y="19687"/>
                  </a:lnTo>
                  <a:lnTo>
                    <a:pt x="73844" y="17194"/>
                  </a:lnTo>
                  <a:lnTo>
                    <a:pt x="68904" y="14861"/>
                  </a:lnTo>
                  <a:lnTo>
                    <a:pt x="63891" y="12691"/>
                  </a:lnTo>
                  <a:lnTo>
                    <a:pt x="58809" y="10686"/>
                  </a:lnTo>
                  <a:lnTo>
                    <a:pt x="53665" y="8848"/>
                  </a:lnTo>
                  <a:lnTo>
                    <a:pt x="48463" y="7179"/>
                  </a:lnTo>
                  <a:lnTo>
                    <a:pt x="43209" y="5680"/>
                  </a:lnTo>
                  <a:lnTo>
                    <a:pt x="37910" y="4355"/>
                  </a:lnTo>
                  <a:lnTo>
                    <a:pt x="32569" y="3203"/>
                  </a:lnTo>
                  <a:lnTo>
                    <a:pt x="27194" y="2226"/>
                  </a:lnTo>
                  <a:lnTo>
                    <a:pt x="21790" y="1426"/>
                  </a:lnTo>
                  <a:lnTo>
                    <a:pt x="16363" y="802"/>
                  </a:lnTo>
                  <a:lnTo>
                    <a:pt x="10918" y="356"/>
                  </a:lnTo>
                  <a:lnTo>
                    <a:pt x="5462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51878" y="3707720"/>
              <a:ext cx="167133" cy="167167"/>
            </a:xfrm>
            <a:custGeom>
              <a:avLst/>
              <a:pathLst>
                <a:path w="167133" h="167167">
                  <a:moveTo>
                    <a:pt x="167133" y="0"/>
                  </a:moveTo>
                  <a:lnTo>
                    <a:pt x="161734" y="87"/>
                  </a:lnTo>
                  <a:lnTo>
                    <a:pt x="156340" y="348"/>
                  </a:lnTo>
                  <a:lnTo>
                    <a:pt x="150958" y="784"/>
                  </a:lnTo>
                  <a:lnTo>
                    <a:pt x="145593" y="1393"/>
                  </a:lnTo>
                  <a:lnTo>
                    <a:pt x="140250" y="2175"/>
                  </a:lnTo>
                  <a:lnTo>
                    <a:pt x="134936" y="3129"/>
                  </a:lnTo>
                  <a:lnTo>
                    <a:pt x="129655" y="4255"/>
                  </a:lnTo>
                  <a:lnTo>
                    <a:pt x="124413" y="5550"/>
                  </a:lnTo>
                  <a:lnTo>
                    <a:pt x="119215" y="7014"/>
                  </a:lnTo>
                  <a:lnTo>
                    <a:pt x="114068" y="8645"/>
                  </a:lnTo>
                  <a:lnTo>
                    <a:pt x="108976" y="10442"/>
                  </a:lnTo>
                  <a:lnTo>
                    <a:pt x="103945" y="12402"/>
                  </a:lnTo>
                  <a:lnTo>
                    <a:pt x="98979" y="14523"/>
                  </a:lnTo>
                  <a:lnTo>
                    <a:pt x="94085" y="16804"/>
                  </a:lnTo>
                  <a:lnTo>
                    <a:pt x="89267" y="19242"/>
                  </a:lnTo>
                  <a:lnTo>
                    <a:pt x="84530" y="21834"/>
                  </a:lnTo>
                  <a:lnTo>
                    <a:pt x="79879" y="24577"/>
                  </a:lnTo>
                  <a:lnTo>
                    <a:pt x="75320" y="27470"/>
                  </a:lnTo>
                  <a:lnTo>
                    <a:pt x="70856" y="30508"/>
                  </a:lnTo>
                  <a:lnTo>
                    <a:pt x="66492" y="33689"/>
                  </a:lnTo>
                  <a:lnTo>
                    <a:pt x="62234" y="37008"/>
                  </a:lnTo>
                  <a:lnTo>
                    <a:pt x="58085" y="40464"/>
                  </a:lnTo>
                  <a:lnTo>
                    <a:pt x="54050" y="44052"/>
                  </a:lnTo>
                  <a:lnTo>
                    <a:pt x="50133" y="47769"/>
                  </a:lnTo>
                  <a:lnTo>
                    <a:pt x="46337" y="51610"/>
                  </a:lnTo>
                  <a:lnTo>
                    <a:pt x="42668" y="55571"/>
                  </a:lnTo>
                  <a:lnTo>
                    <a:pt x="39129" y="59649"/>
                  </a:lnTo>
                  <a:lnTo>
                    <a:pt x="35723" y="63839"/>
                  </a:lnTo>
                  <a:lnTo>
                    <a:pt x="32455" y="68137"/>
                  </a:lnTo>
                  <a:lnTo>
                    <a:pt x="29327" y="72539"/>
                  </a:lnTo>
                  <a:lnTo>
                    <a:pt x="26342" y="77039"/>
                  </a:lnTo>
                  <a:lnTo>
                    <a:pt x="23505" y="81633"/>
                  </a:lnTo>
                  <a:lnTo>
                    <a:pt x="20818" y="86316"/>
                  </a:lnTo>
                  <a:lnTo>
                    <a:pt x="18283" y="91084"/>
                  </a:lnTo>
                  <a:lnTo>
                    <a:pt x="15903" y="95931"/>
                  </a:lnTo>
                  <a:lnTo>
                    <a:pt x="13681" y="100852"/>
                  </a:lnTo>
                  <a:lnTo>
                    <a:pt x="11620" y="105843"/>
                  </a:lnTo>
                  <a:lnTo>
                    <a:pt x="9720" y="110897"/>
                  </a:lnTo>
                  <a:lnTo>
                    <a:pt x="7985" y="116010"/>
                  </a:lnTo>
                  <a:lnTo>
                    <a:pt x="6416" y="121177"/>
                  </a:lnTo>
                  <a:lnTo>
                    <a:pt x="5014" y="126392"/>
                  </a:lnTo>
                  <a:lnTo>
                    <a:pt x="3782" y="131649"/>
                  </a:lnTo>
                  <a:lnTo>
                    <a:pt x="2720" y="136943"/>
                  </a:lnTo>
                  <a:lnTo>
                    <a:pt x="1830" y="142269"/>
                  </a:lnTo>
                  <a:lnTo>
                    <a:pt x="1112" y="147620"/>
                  </a:lnTo>
                  <a:lnTo>
                    <a:pt x="567" y="152992"/>
                  </a:lnTo>
                  <a:lnTo>
                    <a:pt x="196" y="158379"/>
                  </a:lnTo>
                  <a:lnTo>
                    <a:pt x="0" y="163775"/>
                  </a:lnTo>
                  <a:lnTo>
                    <a:pt x="167133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51855" y="3713090"/>
              <a:ext cx="334306" cy="328964"/>
            </a:xfrm>
            <a:custGeom>
              <a:avLst/>
              <a:pathLst>
                <a:path w="334306" h="328964">
                  <a:moveTo>
                    <a:pt x="23" y="158406"/>
                  </a:moveTo>
                  <a:lnTo>
                    <a:pt x="0" y="163715"/>
                  </a:lnTo>
                  <a:lnTo>
                    <a:pt x="145" y="169023"/>
                  </a:lnTo>
                  <a:lnTo>
                    <a:pt x="458" y="174323"/>
                  </a:lnTo>
                  <a:lnTo>
                    <a:pt x="940" y="179611"/>
                  </a:lnTo>
                  <a:lnTo>
                    <a:pt x="1590" y="184880"/>
                  </a:lnTo>
                  <a:lnTo>
                    <a:pt x="2406" y="190127"/>
                  </a:lnTo>
                  <a:lnTo>
                    <a:pt x="3389" y="195344"/>
                  </a:lnTo>
                  <a:lnTo>
                    <a:pt x="4537" y="200528"/>
                  </a:lnTo>
                  <a:lnTo>
                    <a:pt x="5849" y="205673"/>
                  </a:lnTo>
                  <a:lnTo>
                    <a:pt x="7324" y="210774"/>
                  </a:lnTo>
                  <a:lnTo>
                    <a:pt x="8960" y="215825"/>
                  </a:lnTo>
                  <a:lnTo>
                    <a:pt x="10755" y="220821"/>
                  </a:lnTo>
                  <a:lnTo>
                    <a:pt x="12709" y="225758"/>
                  </a:lnTo>
                  <a:lnTo>
                    <a:pt x="14818" y="230631"/>
                  </a:lnTo>
                  <a:lnTo>
                    <a:pt x="17081" y="235434"/>
                  </a:lnTo>
                  <a:lnTo>
                    <a:pt x="19495" y="240163"/>
                  </a:lnTo>
                  <a:lnTo>
                    <a:pt x="22058" y="244813"/>
                  </a:lnTo>
                  <a:lnTo>
                    <a:pt x="24767" y="249379"/>
                  </a:lnTo>
                  <a:lnTo>
                    <a:pt x="27621" y="253857"/>
                  </a:lnTo>
                  <a:lnTo>
                    <a:pt x="30615" y="258241"/>
                  </a:lnTo>
                  <a:lnTo>
                    <a:pt x="33746" y="262529"/>
                  </a:lnTo>
                  <a:lnTo>
                    <a:pt x="37012" y="266715"/>
                  </a:lnTo>
                  <a:lnTo>
                    <a:pt x="40410" y="270795"/>
                  </a:lnTo>
                  <a:lnTo>
                    <a:pt x="43935" y="274765"/>
                  </a:lnTo>
                  <a:lnTo>
                    <a:pt x="47585" y="278621"/>
                  </a:lnTo>
                  <a:lnTo>
                    <a:pt x="51355" y="282360"/>
                  </a:lnTo>
                  <a:lnTo>
                    <a:pt x="55243" y="285976"/>
                  </a:lnTo>
                  <a:lnTo>
                    <a:pt x="59243" y="289468"/>
                  </a:lnTo>
                  <a:lnTo>
                    <a:pt x="63352" y="292830"/>
                  </a:lnTo>
                  <a:lnTo>
                    <a:pt x="67565" y="296061"/>
                  </a:lnTo>
                  <a:lnTo>
                    <a:pt x="71879" y="299156"/>
                  </a:lnTo>
                  <a:lnTo>
                    <a:pt x="76289" y="302112"/>
                  </a:lnTo>
                  <a:lnTo>
                    <a:pt x="80791" y="304927"/>
                  </a:lnTo>
                  <a:lnTo>
                    <a:pt x="85380" y="307598"/>
                  </a:lnTo>
                  <a:lnTo>
                    <a:pt x="90052" y="310121"/>
                  </a:lnTo>
                  <a:lnTo>
                    <a:pt x="94801" y="312495"/>
                  </a:lnTo>
                  <a:lnTo>
                    <a:pt x="99623" y="314717"/>
                  </a:lnTo>
                  <a:lnTo>
                    <a:pt x="104514" y="316784"/>
                  </a:lnTo>
                  <a:lnTo>
                    <a:pt x="109467" y="318696"/>
                  </a:lnTo>
                  <a:lnTo>
                    <a:pt x="114479" y="320448"/>
                  </a:lnTo>
                  <a:lnTo>
                    <a:pt x="119544" y="322041"/>
                  </a:lnTo>
                  <a:lnTo>
                    <a:pt x="124657" y="323473"/>
                  </a:lnTo>
                  <a:lnTo>
                    <a:pt x="129813" y="324741"/>
                  </a:lnTo>
                  <a:lnTo>
                    <a:pt x="135006" y="325844"/>
                  </a:lnTo>
                  <a:lnTo>
                    <a:pt x="140232" y="326783"/>
                  </a:lnTo>
                  <a:lnTo>
                    <a:pt x="145485" y="327554"/>
                  </a:lnTo>
                  <a:lnTo>
                    <a:pt x="150760" y="328159"/>
                  </a:lnTo>
                  <a:lnTo>
                    <a:pt x="156051" y="328596"/>
                  </a:lnTo>
                  <a:lnTo>
                    <a:pt x="161354" y="328864"/>
                  </a:lnTo>
                  <a:lnTo>
                    <a:pt x="166663" y="328964"/>
                  </a:lnTo>
                  <a:lnTo>
                    <a:pt x="171972" y="328896"/>
                  </a:lnTo>
                  <a:lnTo>
                    <a:pt x="177276" y="328658"/>
                  </a:lnTo>
                  <a:lnTo>
                    <a:pt x="182570" y="328253"/>
                  </a:lnTo>
                  <a:lnTo>
                    <a:pt x="187848" y="327679"/>
                  </a:lnTo>
                  <a:lnTo>
                    <a:pt x="193106" y="326939"/>
                  </a:lnTo>
                  <a:lnTo>
                    <a:pt x="198337" y="326031"/>
                  </a:lnTo>
                  <a:lnTo>
                    <a:pt x="203537" y="324958"/>
                  </a:lnTo>
                  <a:lnTo>
                    <a:pt x="208700" y="323721"/>
                  </a:lnTo>
                  <a:lnTo>
                    <a:pt x="213821" y="322320"/>
                  </a:lnTo>
                  <a:lnTo>
                    <a:pt x="218896" y="320757"/>
                  </a:lnTo>
                  <a:lnTo>
                    <a:pt x="223918" y="319033"/>
                  </a:lnTo>
                  <a:lnTo>
                    <a:pt x="228882" y="317151"/>
                  </a:lnTo>
                  <a:lnTo>
                    <a:pt x="233785" y="315113"/>
                  </a:lnTo>
                  <a:lnTo>
                    <a:pt x="238620" y="312919"/>
                  </a:lnTo>
                  <a:lnTo>
                    <a:pt x="243383" y="310574"/>
                  </a:lnTo>
                  <a:lnTo>
                    <a:pt x="248070" y="308078"/>
                  </a:lnTo>
                  <a:lnTo>
                    <a:pt x="252674" y="305434"/>
                  </a:lnTo>
                  <a:lnTo>
                    <a:pt x="257193" y="302646"/>
                  </a:lnTo>
                  <a:lnTo>
                    <a:pt x="261620" y="299716"/>
                  </a:lnTo>
                  <a:lnTo>
                    <a:pt x="265953" y="296646"/>
                  </a:lnTo>
                  <a:lnTo>
                    <a:pt x="270185" y="293441"/>
                  </a:lnTo>
                  <a:lnTo>
                    <a:pt x="274314" y="290102"/>
                  </a:lnTo>
                  <a:lnTo>
                    <a:pt x="278334" y="286635"/>
                  </a:lnTo>
                  <a:lnTo>
                    <a:pt x="282243" y="283041"/>
                  </a:lnTo>
                  <a:lnTo>
                    <a:pt x="286035" y="279325"/>
                  </a:lnTo>
                  <a:lnTo>
                    <a:pt x="289708" y="275490"/>
                  </a:lnTo>
                  <a:lnTo>
                    <a:pt x="293256" y="271541"/>
                  </a:lnTo>
                  <a:lnTo>
                    <a:pt x="296678" y="267481"/>
                  </a:lnTo>
                  <a:lnTo>
                    <a:pt x="299969" y="263315"/>
                  </a:lnTo>
                  <a:lnTo>
                    <a:pt x="303126" y="259046"/>
                  </a:lnTo>
                  <a:lnTo>
                    <a:pt x="306145" y="254678"/>
                  </a:lnTo>
                  <a:lnTo>
                    <a:pt x="309025" y="250218"/>
                  </a:lnTo>
                  <a:lnTo>
                    <a:pt x="311761" y="245668"/>
                  </a:lnTo>
                  <a:lnTo>
                    <a:pt x="314352" y="241033"/>
                  </a:lnTo>
                  <a:lnTo>
                    <a:pt x="316794" y="236319"/>
                  </a:lnTo>
                  <a:lnTo>
                    <a:pt x="319085" y="231529"/>
                  </a:lnTo>
                  <a:lnTo>
                    <a:pt x="321223" y="226669"/>
                  </a:lnTo>
                  <a:lnTo>
                    <a:pt x="323205" y="221743"/>
                  </a:lnTo>
                  <a:lnTo>
                    <a:pt x="325030" y="216757"/>
                  </a:lnTo>
                  <a:lnTo>
                    <a:pt x="326696" y="211716"/>
                  </a:lnTo>
                  <a:lnTo>
                    <a:pt x="328201" y="206624"/>
                  </a:lnTo>
                  <a:lnTo>
                    <a:pt x="329543" y="201487"/>
                  </a:lnTo>
                  <a:lnTo>
                    <a:pt x="330722" y="196310"/>
                  </a:lnTo>
                  <a:lnTo>
                    <a:pt x="331735" y="191098"/>
                  </a:lnTo>
                  <a:lnTo>
                    <a:pt x="332583" y="185857"/>
                  </a:lnTo>
                  <a:lnTo>
                    <a:pt x="333264" y="180591"/>
                  </a:lnTo>
                  <a:lnTo>
                    <a:pt x="333777" y="175307"/>
                  </a:lnTo>
                  <a:lnTo>
                    <a:pt x="334122" y="170009"/>
                  </a:lnTo>
                  <a:lnTo>
                    <a:pt x="334298" y="164702"/>
                  </a:lnTo>
                  <a:lnTo>
                    <a:pt x="334306" y="159393"/>
                  </a:lnTo>
                  <a:lnTo>
                    <a:pt x="334145" y="154085"/>
                  </a:lnTo>
                  <a:lnTo>
                    <a:pt x="333816" y="148786"/>
                  </a:lnTo>
                  <a:lnTo>
                    <a:pt x="333319" y="143500"/>
                  </a:lnTo>
                  <a:lnTo>
                    <a:pt x="332654" y="138232"/>
                  </a:lnTo>
                  <a:lnTo>
                    <a:pt x="331822" y="132989"/>
                  </a:lnTo>
                  <a:lnTo>
                    <a:pt x="330824" y="127774"/>
                  </a:lnTo>
                  <a:lnTo>
                    <a:pt x="329661" y="122593"/>
                  </a:lnTo>
                  <a:lnTo>
                    <a:pt x="328334" y="117452"/>
                  </a:lnTo>
                  <a:lnTo>
                    <a:pt x="326845" y="112356"/>
                  </a:lnTo>
                  <a:lnTo>
                    <a:pt x="325194" y="107310"/>
                  </a:lnTo>
                  <a:lnTo>
                    <a:pt x="323384" y="102318"/>
                  </a:lnTo>
                  <a:lnTo>
                    <a:pt x="321416" y="97387"/>
                  </a:lnTo>
                  <a:lnTo>
                    <a:pt x="319293" y="92520"/>
                  </a:lnTo>
                  <a:lnTo>
                    <a:pt x="317016" y="87724"/>
                  </a:lnTo>
                  <a:lnTo>
                    <a:pt x="314588" y="83002"/>
                  </a:lnTo>
                  <a:lnTo>
                    <a:pt x="312011" y="78360"/>
                  </a:lnTo>
                  <a:lnTo>
                    <a:pt x="309289" y="73802"/>
                  </a:lnTo>
                  <a:lnTo>
                    <a:pt x="306422" y="69332"/>
                  </a:lnTo>
                  <a:lnTo>
                    <a:pt x="303416" y="64956"/>
                  </a:lnTo>
                  <a:lnTo>
                    <a:pt x="300271" y="60678"/>
                  </a:lnTo>
                  <a:lnTo>
                    <a:pt x="296993" y="56501"/>
                  </a:lnTo>
                  <a:lnTo>
                    <a:pt x="293584" y="52431"/>
                  </a:lnTo>
                  <a:lnTo>
                    <a:pt x="290047" y="48471"/>
                  </a:lnTo>
                  <a:lnTo>
                    <a:pt x="286386" y="44626"/>
                  </a:lnTo>
                  <a:lnTo>
                    <a:pt x="282605" y="40899"/>
                  </a:lnTo>
                  <a:lnTo>
                    <a:pt x="278707" y="37293"/>
                  </a:lnTo>
                  <a:lnTo>
                    <a:pt x="274697" y="33813"/>
                  </a:lnTo>
                  <a:lnTo>
                    <a:pt x="270578" y="30463"/>
                  </a:lnTo>
                  <a:lnTo>
                    <a:pt x="266355" y="27245"/>
                  </a:lnTo>
                  <a:lnTo>
                    <a:pt x="262032" y="24162"/>
                  </a:lnTo>
                  <a:lnTo>
                    <a:pt x="257613" y="21219"/>
                  </a:lnTo>
                  <a:lnTo>
                    <a:pt x="253103" y="18417"/>
                  </a:lnTo>
                  <a:lnTo>
                    <a:pt x="248506" y="15760"/>
                  </a:lnTo>
                  <a:lnTo>
                    <a:pt x="243827" y="13250"/>
                  </a:lnTo>
                  <a:lnTo>
                    <a:pt x="239071" y="10890"/>
                  </a:lnTo>
                  <a:lnTo>
                    <a:pt x="234243" y="8682"/>
                  </a:lnTo>
                  <a:lnTo>
                    <a:pt x="229346" y="6629"/>
                  </a:lnTo>
                  <a:lnTo>
                    <a:pt x="224387" y="4732"/>
                  </a:lnTo>
                  <a:lnTo>
                    <a:pt x="219370" y="2994"/>
                  </a:lnTo>
                  <a:lnTo>
                    <a:pt x="214301" y="1416"/>
                  </a:lnTo>
                  <a:lnTo>
                    <a:pt x="209184" y="0"/>
                  </a:lnTo>
                  <a:lnTo>
                    <a:pt x="167156" y="1617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919011" y="3707720"/>
              <a:ext cx="42027" cy="167167"/>
            </a:xfrm>
            <a:custGeom>
              <a:avLst/>
              <a:pathLst>
                <a:path w="42027" h="167167">
                  <a:moveTo>
                    <a:pt x="42027" y="5369"/>
                  </a:moveTo>
                  <a:lnTo>
                    <a:pt x="36127" y="3950"/>
                  </a:lnTo>
                  <a:lnTo>
                    <a:pt x="30179" y="2746"/>
                  </a:lnTo>
                  <a:lnTo>
                    <a:pt x="24191" y="1759"/>
                  </a:lnTo>
                  <a:lnTo>
                    <a:pt x="18171" y="990"/>
                  </a:lnTo>
                  <a:lnTo>
                    <a:pt x="12127" y="440"/>
                  </a:lnTo>
                  <a:lnTo>
                    <a:pt x="6067" y="11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tx768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788" name="tx788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789" name="tx789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790" name="tx790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791" name="tx791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792" name="tx792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793" name="tx793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2025-06-05T16:22:30Z</dcterms:modified>
  <cp:category/>
</cp:coreProperties>
</file>