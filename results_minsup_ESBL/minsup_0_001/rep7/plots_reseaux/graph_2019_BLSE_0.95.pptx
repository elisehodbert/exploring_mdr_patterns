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732" y="3170392"/>
              <a:ext cx="37046" cy="167167"/>
            </a:xfrm>
            <a:custGeom>
              <a:avLst/>
              <a:pathLst>
                <a:path w="37046" h="167167">
                  <a:moveTo>
                    <a:pt x="37046" y="0"/>
                  </a:moveTo>
                  <a:lnTo>
                    <a:pt x="30822" y="115"/>
                  </a:lnTo>
                  <a:lnTo>
                    <a:pt x="24606" y="463"/>
                  </a:lnTo>
                  <a:lnTo>
                    <a:pt x="18407" y="1042"/>
                  </a:lnTo>
                  <a:lnTo>
                    <a:pt x="12234" y="1851"/>
                  </a:lnTo>
                  <a:lnTo>
                    <a:pt x="6095" y="2890"/>
                  </a:lnTo>
                  <a:lnTo>
                    <a:pt x="0" y="4156"/>
                  </a:lnTo>
                  <a:lnTo>
                    <a:pt x="370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6732" y="3174549"/>
              <a:ext cx="37046" cy="163010"/>
            </a:xfrm>
            <a:custGeom>
              <a:avLst/>
              <a:pathLst>
                <a:path w="37046" h="163010">
                  <a:moveTo>
                    <a:pt x="0" y="0"/>
                  </a:moveTo>
                  <a:lnTo>
                    <a:pt x="37046" y="163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29" y="3170838"/>
              <a:ext cx="334309" cy="333887"/>
            </a:xfrm>
            <a:custGeom>
              <a:avLst/>
              <a:pathLst>
                <a:path w="334309" h="333887">
                  <a:moveTo>
                    <a:pt x="130102" y="3710"/>
                  </a:moveTo>
                  <a:lnTo>
                    <a:pt x="124958" y="4966"/>
                  </a:lnTo>
                  <a:lnTo>
                    <a:pt x="119856" y="6383"/>
                  </a:lnTo>
                  <a:lnTo>
                    <a:pt x="114802" y="7961"/>
                  </a:lnTo>
                  <a:lnTo>
                    <a:pt x="109800" y="9699"/>
                  </a:lnTo>
                  <a:lnTo>
                    <a:pt x="104856" y="11594"/>
                  </a:lnTo>
                  <a:lnTo>
                    <a:pt x="99974" y="13644"/>
                  </a:lnTo>
                  <a:lnTo>
                    <a:pt x="95160" y="15848"/>
                  </a:lnTo>
                  <a:lnTo>
                    <a:pt x="90418" y="18204"/>
                  </a:lnTo>
                  <a:lnTo>
                    <a:pt x="85753" y="20709"/>
                  </a:lnTo>
                  <a:lnTo>
                    <a:pt x="81170" y="23360"/>
                  </a:lnTo>
                  <a:lnTo>
                    <a:pt x="76672" y="26155"/>
                  </a:lnTo>
                  <a:lnTo>
                    <a:pt x="72266" y="29090"/>
                  </a:lnTo>
                  <a:lnTo>
                    <a:pt x="67955" y="32164"/>
                  </a:lnTo>
                  <a:lnTo>
                    <a:pt x="63743" y="35373"/>
                  </a:lnTo>
                  <a:lnTo>
                    <a:pt x="59635" y="38714"/>
                  </a:lnTo>
                  <a:lnTo>
                    <a:pt x="55635" y="42183"/>
                  </a:lnTo>
                  <a:lnTo>
                    <a:pt x="51747" y="45777"/>
                  </a:lnTo>
                  <a:lnTo>
                    <a:pt x="47975" y="49493"/>
                  </a:lnTo>
                  <a:lnTo>
                    <a:pt x="44322" y="53326"/>
                  </a:lnTo>
                  <a:lnTo>
                    <a:pt x="40792" y="57273"/>
                  </a:lnTo>
                  <a:lnTo>
                    <a:pt x="37389" y="61330"/>
                  </a:lnTo>
                  <a:lnTo>
                    <a:pt x="34117" y="65492"/>
                  </a:lnTo>
                  <a:lnTo>
                    <a:pt x="30977" y="69756"/>
                  </a:lnTo>
                  <a:lnTo>
                    <a:pt x="27975" y="74117"/>
                  </a:lnTo>
                  <a:lnTo>
                    <a:pt x="25112" y="78571"/>
                  </a:lnTo>
                  <a:lnTo>
                    <a:pt x="22391" y="83114"/>
                  </a:lnTo>
                  <a:lnTo>
                    <a:pt x="19816" y="87740"/>
                  </a:lnTo>
                  <a:lnTo>
                    <a:pt x="17389" y="92446"/>
                  </a:lnTo>
                  <a:lnTo>
                    <a:pt x="15111" y="97226"/>
                  </a:lnTo>
                  <a:lnTo>
                    <a:pt x="12987" y="102076"/>
                  </a:lnTo>
                  <a:lnTo>
                    <a:pt x="11017" y="106991"/>
                  </a:lnTo>
                  <a:lnTo>
                    <a:pt x="9203" y="111965"/>
                  </a:lnTo>
                  <a:lnTo>
                    <a:pt x="7548" y="116995"/>
                  </a:lnTo>
                  <a:lnTo>
                    <a:pt x="6054" y="122075"/>
                  </a:lnTo>
                  <a:lnTo>
                    <a:pt x="4721" y="127199"/>
                  </a:lnTo>
                  <a:lnTo>
                    <a:pt x="3550" y="132363"/>
                  </a:lnTo>
                  <a:lnTo>
                    <a:pt x="2544" y="137561"/>
                  </a:lnTo>
                  <a:lnTo>
                    <a:pt x="1703" y="142789"/>
                  </a:lnTo>
                  <a:lnTo>
                    <a:pt x="1028" y="148041"/>
                  </a:lnTo>
                  <a:lnTo>
                    <a:pt x="520" y="153311"/>
                  </a:lnTo>
                  <a:lnTo>
                    <a:pt x="179" y="158595"/>
                  </a:lnTo>
                  <a:lnTo>
                    <a:pt x="5" y="163887"/>
                  </a:lnTo>
                  <a:lnTo>
                    <a:pt x="0" y="169182"/>
                  </a:lnTo>
                  <a:lnTo>
                    <a:pt x="161" y="174474"/>
                  </a:lnTo>
                  <a:lnTo>
                    <a:pt x="491" y="179759"/>
                  </a:lnTo>
                  <a:lnTo>
                    <a:pt x="987" y="185031"/>
                  </a:lnTo>
                  <a:lnTo>
                    <a:pt x="1650" y="190284"/>
                  </a:lnTo>
                  <a:lnTo>
                    <a:pt x="2480" y="195513"/>
                  </a:lnTo>
                  <a:lnTo>
                    <a:pt x="3474" y="200714"/>
                  </a:lnTo>
                  <a:lnTo>
                    <a:pt x="4633" y="205881"/>
                  </a:lnTo>
                  <a:lnTo>
                    <a:pt x="5954" y="211008"/>
                  </a:lnTo>
                  <a:lnTo>
                    <a:pt x="7438" y="216091"/>
                  </a:lnTo>
                  <a:lnTo>
                    <a:pt x="9081" y="221124"/>
                  </a:lnTo>
                  <a:lnTo>
                    <a:pt x="10884" y="226103"/>
                  </a:lnTo>
                  <a:lnTo>
                    <a:pt x="12843" y="231022"/>
                  </a:lnTo>
                  <a:lnTo>
                    <a:pt x="14957" y="235876"/>
                  </a:lnTo>
                  <a:lnTo>
                    <a:pt x="17223" y="240662"/>
                  </a:lnTo>
                  <a:lnTo>
                    <a:pt x="19640" y="245373"/>
                  </a:lnTo>
                  <a:lnTo>
                    <a:pt x="22205" y="250005"/>
                  </a:lnTo>
                  <a:lnTo>
                    <a:pt x="24915" y="254554"/>
                  </a:lnTo>
                  <a:lnTo>
                    <a:pt x="27768" y="259014"/>
                  </a:lnTo>
                  <a:lnTo>
                    <a:pt x="30761" y="263382"/>
                  </a:lnTo>
                  <a:lnTo>
                    <a:pt x="33891" y="267653"/>
                  </a:lnTo>
                  <a:lnTo>
                    <a:pt x="37154" y="271823"/>
                  </a:lnTo>
                  <a:lnTo>
                    <a:pt x="40548" y="275887"/>
                  </a:lnTo>
                  <a:lnTo>
                    <a:pt x="44069" y="279842"/>
                  </a:lnTo>
                  <a:lnTo>
                    <a:pt x="47713" y="283683"/>
                  </a:lnTo>
                  <a:lnTo>
                    <a:pt x="51477" y="287407"/>
                  </a:lnTo>
                  <a:lnTo>
                    <a:pt x="55357" y="291010"/>
                  </a:lnTo>
                  <a:lnTo>
                    <a:pt x="59350" y="294488"/>
                  </a:lnTo>
                  <a:lnTo>
                    <a:pt x="63450" y="297838"/>
                  </a:lnTo>
                  <a:lnTo>
                    <a:pt x="67655" y="301056"/>
                  </a:lnTo>
                  <a:lnTo>
                    <a:pt x="71959" y="304140"/>
                  </a:lnTo>
                  <a:lnTo>
                    <a:pt x="76359" y="307085"/>
                  </a:lnTo>
                  <a:lnTo>
                    <a:pt x="80850" y="309890"/>
                  </a:lnTo>
                  <a:lnTo>
                    <a:pt x="85427" y="312552"/>
                  </a:lnTo>
                  <a:lnTo>
                    <a:pt x="90087" y="315067"/>
                  </a:lnTo>
                  <a:lnTo>
                    <a:pt x="94823" y="317433"/>
                  </a:lnTo>
                  <a:lnTo>
                    <a:pt x="99633" y="319648"/>
                  </a:lnTo>
                  <a:lnTo>
                    <a:pt x="104510" y="321709"/>
                  </a:lnTo>
                  <a:lnTo>
                    <a:pt x="109450" y="323615"/>
                  </a:lnTo>
                  <a:lnTo>
                    <a:pt x="114448" y="325364"/>
                  </a:lnTo>
                  <a:lnTo>
                    <a:pt x="119498" y="326953"/>
                  </a:lnTo>
                  <a:lnTo>
                    <a:pt x="124597" y="328382"/>
                  </a:lnTo>
                  <a:lnTo>
                    <a:pt x="129738" y="329649"/>
                  </a:lnTo>
                  <a:lnTo>
                    <a:pt x="134917" y="330752"/>
                  </a:lnTo>
                  <a:lnTo>
                    <a:pt x="140128" y="331690"/>
                  </a:lnTo>
                  <a:lnTo>
                    <a:pt x="145366" y="332463"/>
                  </a:lnTo>
                  <a:lnTo>
                    <a:pt x="150626" y="333070"/>
                  </a:lnTo>
                  <a:lnTo>
                    <a:pt x="155902" y="333510"/>
                  </a:lnTo>
                  <a:lnTo>
                    <a:pt x="161190" y="333782"/>
                  </a:lnTo>
                  <a:lnTo>
                    <a:pt x="166484" y="333887"/>
                  </a:lnTo>
                  <a:lnTo>
                    <a:pt x="171779" y="333824"/>
                  </a:lnTo>
                  <a:lnTo>
                    <a:pt x="177069" y="333594"/>
                  </a:lnTo>
                  <a:lnTo>
                    <a:pt x="182348" y="333196"/>
                  </a:lnTo>
                  <a:lnTo>
                    <a:pt x="187613" y="332631"/>
                  </a:lnTo>
                  <a:lnTo>
                    <a:pt x="192857" y="331900"/>
                  </a:lnTo>
                  <a:lnTo>
                    <a:pt x="198076" y="331003"/>
                  </a:lnTo>
                  <a:lnTo>
                    <a:pt x="203263" y="329941"/>
                  </a:lnTo>
                  <a:lnTo>
                    <a:pt x="208414" y="328715"/>
                  </a:lnTo>
                  <a:lnTo>
                    <a:pt x="213524" y="327327"/>
                  </a:lnTo>
                  <a:lnTo>
                    <a:pt x="218587" y="325778"/>
                  </a:lnTo>
                  <a:lnTo>
                    <a:pt x="223598" y="324069"/>
                  </a:lnTo>
                  <a:lnTo>
                    <a:pt x="228553" y="322202"/>
                  </a:lnTo>
                  <a:lnTo>
                    <a:pt x="233447" y="320180"/>
                  </a:lnTo>
                  <a:lnTo>
                    <a:pt x="238273" y="318003"/>
                  </a:lnTo>
                  <a:lnTo>
                    <a:pt x="243029" y="315675"/>
                  </a:lnTo>
                  <a:lnTo>
                    <a:pt x="247708" y="313197"/>
                  </a:lnTo>
                  <a:lnTo>
                    <a:pt x="252307" y="310572"/>
                  </a:lnTo>
                  <a:lnTo>
                    <a:pt x="256820" y="307803"/>
                  </a:lnTo>
                  <a:lnTo>
                    <a:pt x="261243" y="304892"/>
                  </a:lnTo>
                  <a:lnTo>
                    <a:pt x="265572" y="301843"/>
                  </a:lnTo>
                  <a:lnTo>
                    <a:pt x="269802" y="298658"/>
                  </a:lnTo>
                  <a:lnTo>
                    <a:pt x="273929" y="295341"/>
                  </a:lnTo>
                  <a:lnTo>
                    <a:pt x="277948" y="291895"/>
                  </a:lnTo>
                  <a:lnTo>
                    <a:pt x="281857" y="288323"/>
                  </a:lnTo>
                  <a:lnTo>
                    <a:pt x="285651" y="284629"/>
                  </a:lnTo>
                  <a:lnTo>
                    <a:pt x="289325" y="280817"/>
                  </a:lnTo>
                  <a:lnTo>
                    <a:pt x="292878" y="276890"/>
                  </a:lnTo>
                  <a:lnTo>
                    <a:pt x="296304" y="272853"/>
                  </a:lnTo>
                  <a:lnTo>
                    <a:pt x="299600" y="268710"/>
                  </a:lnTo>
                  <a:lnTo>
                    <a:pt x="302764" y="264464"/>
                  </a:lnTo>
                  <a:lnTo>
                    <a:pt x="305791" y="260120"/>
                  </a:lnTo>
                  <a:lnTo>
                    <a:pt x="308679" y="255682"/>
                  </a:lnTo>
                  <a:lnTo>
                    <a:pt x="311426" y="251155"/>
                  </a:lnTo>
                  <a:lnTo>
                    <a:pt x="314028" y="246543"/>
                  </a:lnTo>
                  <a:lnTo>
                    <a:pt x="316482" y="241852"/>
                  </a:lnTo>
                  <a:lnTo>
                    <a:pt x="318786" y="237085"/>
                  </a:lnTo>
                  <a:lnTo>
                    <a:pt x="320939" y="232247"/>
                  </a:lnTo>
                  <a:lnTo>
                    <a:pt x="322937" y="227343"/>
                  </a:lnTo>
                  <a:lnTo>
                    <a:pt x="324779" y="222379"/>
                  </a:lnTo>
                  <a:lnTo>
                    <a:pt x="326462" y="217359"/>
                  </a:lnTo>
                  <a:lnTo>
                    <a:pt x="327986" y="212288"/>
                  </a:lnTo>
                  <a:lnTo>
                    <a:pt x="329348" y="207172"/>
                  </a:lnTo>
                  <a:lnTo>
                    <a:pt x="330548" y="202014"/>
                  </a:lnTo>
                  <a:lnTo>
                    <a:pt x="331584" y="196822"/>
                  </a:lnTo>
                  <a:lnTo>
                    <a:pt x="332455" y="191599"/>
                  </a:lnTo>
                  <a:lnTo>
                    <a:pt x="333160" y="186351"/>
                  </a:lnTo>
                  <a:lnTo>
                    <a:pt x="333698" y="181084"/>
                  </a:lnTo>
                  <a:lnTo>
                    <a:pt x="334069" y="175802"/>
                  </a:lnTo>
                  <a:lnTo>
                    <a:pt x="334273" y="170511"/>
                  </a:lnTo>
                  <a:lnTo>
                    <a:pt x="334309" y="165216"/>
                  </a:lnTo>
                  <a:lnTo>
                    <a:pt x="334178" y="159923"/>
                  </a:lnTo>
                  <a:lnTo>
                    <a:pt x="333879" y="154637"/>
                  </a:lnTo>
                  <a:lnTo>
                    <a:pt x="333413" y="149362"/>
                  </a:lnTo>
                  <a:lnTo>
                    <a:pt x="332779" y="144105"/>
                  </a:lnTo>
                  <a:lnTo>
                    <a:pt x="331980" y="138871"/>
                  </a:lnTo>
                  <a:lnTo>
                    <a:pt x="331015" y="133665"/>
                  </a:lnTo>
                  <a:lnTo>
                    <a:pt x="329886" y="128492"/>
                  </a:lnTo>
                  <a:lnTo>
                    <a:pt x="328594" y="123357"/>
                  </a:lnTo>
                  <a:lnTo>
                    <a:pt x="327140" y="118266"/>
                  </a:lnTo>
                  <a:lnTo>
                    <a:pt x="325525" y="113223"/>
                  </a:lnTo>
                  <a:lnTo>
                    <a:pt x="323751" y="108234"/>
                  </a:lnTo>
                  <a:lnTo>
                    <a:pt x="321820" y="103304"/>
                  </a:lnTo>
                  <a:lnTo>
                    <a:pt x="319734" y="98437"/>
                  </a:lnTo>
                  <a:lnTo>
                    <a:pt x="317495" y="93639"/>
                  </a:lnTo>
                  <a:lnTo>
                    <a:pt x="315105" y="88914"/>
                  </a:lnTo>
                  <a:lnTo>
                    <a:pt x="312567" y="84268"/>
                  </a:lnTo>
                  <a:lnTo>
                    <a:pt x="309882" y="79703"/>
                  </a:lnTo>
                  <a:lnTo>
                    <a:pt x="307055" y="75227"/>
                  </a:lnTo>
                  <a:lnTo>
                    <a:pt x="304087" y="70842"/>
                  </a:lnTo>
                  <a:lnTo>
                    <a:pt x="300982" y="66553"/>
                  </a:lnTo>
                  <a:lnTo>
                    <a:pt x="297742" y="62365"/>
                  </a:lnTo>
                  <a:lnTo>
                    <a:pt x="294372" y="58281"/>
                  </a:lnTo>
                  <a:lnTo>
                    <a:pt x="290874" y="54306"/>
                  </a:lnTo>
                  <a:lnTo>
                    <a:pt x="287252" y="50444"/>
                  </a:lnTo>
                  <a:lnTo>
                    <a:pt x="283509" y="46699"/>
                  </a:lnTo>
                  <a:lnTo>
                    <a:pt x="279649" y="43074"/>
                  </a:lnTo>
                  <a:lnTo>
                    <a:pt x="275677" y="39573"/>
                  </a:lnTo>
                  <a:lnTo>
                    <a:pt x="271596" y="36200"/>
                  </a:lnTo>
                  <a:lnTo>
                    <a:pt x="267410" y="32957"/>
                  </a:lnTo>
                  <a:lnTo>
                    <a:pt x="263123" y="29849"/>
                  </a:lnTo>
                  <a:lnTo>
                    <a:pt x="258740" y="26878"/>
                  </a:lnTo>
                  <a:lnTo>
                    <a:pt x="254265" y="24048"/>
                  </a:lnTo>
                  <a:lnTo>
                    <a:pt x="249703" y="21360"/>
                  </a:lnTo>
                  <a:lnTo>
                    <a:pt x="245058" y="18819"/>
                  </a:lnTo>
                  <a:lnTo>
                    <a:pt x="240335" y="16426"/>
                  </a:lnTo>
                  <a:lnTo>
                    <a:pt x="235538" y="14183"/>
                  </a:lnTo>
                  <a:lnTo>
                    <a:pt x="230673" y="12094"/>
                  </a:lnTo>
                  <a:lnTo>
                    <a:pt x="225744" y="10160"/>
                  </a:lnTo>
                  <a:lnTo>
                    <a:pt x="220756" y="8382"/>
                  </a:lnTo>
                  <a:lnTo>
                    <a:pt x="215715" y="6764"/>
                  </a:lnTo>
                  <a:lnTo>
                    <a:pt x="210625" y="5306"/>
                  </a:lnTo>
                  <a:lnTo>
                    <a:pt x="205491" y="4010"/>
                  </a:lnTo>
                  <a:lnTo>
                    <a:pt x="200319" y="2878"/>
                  </a:lnTo>
                  <a:lnTo>
                    <a:pt x="195113" y="1909"/>
                  </a:lnTo>
                  <a:lnTo>
                    <a:pt x="189879" y="1106"/>
                  </a:lnTo>
                  <a:lnTo>
                    <a:pt x="184623" y="470"/>
                  </a:lnTo>
                  <a:lnTo>
                    <a:pt x="179349" y="0"/>
                  </a:lnTo>
                  <a:lnTo>
                    <a:pt x="167149" y="166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12200" cy="167167"/>
            </a:xfrm>
            <a:custGeom>
              <a:avLst/>
              <a:pathLst>
                <a:path w="12200" h="167167">
                  <a:moveTo>
                    <a:pt x="12200" y="4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7057" y="2633064"/>
              <a:ext cx="161954" cy="167167"/>
            </a:xfrm>
            <a:custGeom>
              <a:avLst/>
              <a:pathLst>
                <a:path w="161954" h="167167">
                  <a:moveTo>
                    <a:pt x="161954" y="0"/>
                  </a:moveTo>
                  <a:lnTo>
                    <a:pt x="156571" y="86"/>
                  </a:lnTo>
                  <a:lnTo>
                    <a:pt x="151194" y="346"/>
                  </a:lnTo>
                  <a:lnTo>
                    <a:pt x="145828" y="779"/>
                  </a:lnTo>
                  <a:lnTo>
                    <a:pt x="140479" y="1385"/>
                  </a:lnTo>
                  <a:lnTo>
                    <a:pt x="135152" y="2162"/>
                  </a:lnTo>
                  <a:lnTo>
                    <a:pt x="129853" y="3111"/>
                  </a:lnTo>
                  <a:lnTo>
                    <a:pt x="124587" y="4229"/>
                  </a:lnTo>
                  <a:lnTo>
                    <a:pt x="119360" y="5517"/>
                  </a:lnTo>
                  <a:lnTo>
                    <a:pt x="114177" y="6972"/>
                  </a:lnTo>
                  <a:lnTo>
                    <a:pt x="109043" y="8594"/>
                  </a:lnTo>
                  <a:lnTo>
                    <a:pt x="103965" y="10380"/>
                  </a:lnTo>
                  <a:lnTo>
                    <a:pt x="98947" y="12328"/>
                  </a:lnTo>
                  <a:lnTo>
                    <a:pt x="93994" y="14437"/>
                  </a:lnTo>
                  <a:lnTo>
                    <a:pt x="89111" y="16705"/>
                  </a:lnTo>
                  <a:lnTo>
                    <a:pt x="84304" y="19128"/>
                  </a:lnTo>
                  <a:lnTo>
                    <a:pt x="79578" y="21705"/>
                  </a:lnTo>
                  <a:lnTo>
                    <a:pt x="74936" y="24433"/>
                  </a:lnTo>
                  <a:lnTo>
                    <a:pt x="70386" y="27309"/>
                  </a:lnTo>
                  <a:lnTo>
                    <a:pt x="65930" y="30330"/>
                  </a:lnTo>
                  <a:lnTo>
                    <a:pt x="61574" y="33493"/>
                  </a:lnTo>
                  <a:lnTo>
                    <a:pt x="57321" y="36794"/>
                  </a:lnTo>
                  <a:lnTo>
                    <a:pt x="53178" y="40231"/>
                  </a:lnTo>
                  <a:lnTo>
                    <a:pt x="49147" y="43799"/>
                  </a:lnTo>
                  <a:lnTo>
                    <a:pt x="45233" y="47495"/>
                  </a:lnTo>
                  <a:lnTo>
                    <a:pt x="41440" y="51316"/>
                  </a:lnTo>
                  <a:lnTo>
                    <a:pt x="37772" y="55256"/>
                  </a:lnTo>
                  <a:lnTo>
                    <a:pt x="34233" y="59313"/>
                  </a:lnTo>
                  <a:lnTo>
                    <a:pt x="30827" y="63481"/>
                  </a:lnTo>
                  <a:lnTo>
                    <a:pt x="27556" y="67757"/>
                  </a:lnTo>
                  <a:lnTo>
                    <a:pt x="24425" y="72136"/>
                  </a:lnTo>
                  <a:lnTo>
                    <a:pt x="21436" y="76614"/>
                  </a:lnTo>
                  <a:lnTo>
                    <a:pt x="18593" y="81185"/>
                  </a:lnTo>
                  <a:lnTo>
                    <a:pt x="15899" y="85846"/>
                  </a:lnTo>
                  <a:lnTo>
                    <a:pt x="13357" y="90591"/>
                  </a:lnTo>
                  <a:lnTo>
                    <a:pt x="10968" y="95416"/>
                  </a:lnTo>
                  <a:lnTo>
                    <a:pt x="8736" y="100314"/>
                  </a:lnTo>
                  <a:lnTo>
                    <a:pt x="6663" y="105283"/>
                  </a:lnTo>
                  <a:lnTo>
                    <a:pt x="4751" y="110315"/>
                  </a:lnTo>
                  <a:lnTo>
                    <a:pt x="3001" y="115406"/>
                  </a:lnTo>
                  <a:lnTo>
                    <a:pt x="1417" y="120551"/>
                  </a:lnTo>
                  <a:lnTo>
                    <a:pt x="0" y="125744"/>
                  </a:lnTo>
                  <a:lnTo>
                    <a:pt x="1619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057" y="2758809"/>
              <a:ext cx="161954" cy="41422"/>
            </a:xfrm>
            <a:custGeom>
              <a:avLst/>
              <a:pathLst>
                <a:path w="161954" h="41422">
                  <a:moveTo>
                    <a:pt x="0" y="0"/>
                  </a:moveTo>
                  <a:lnTo>
                    <a:pt x="161954" y="41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1844" y="2693118"/>
              <a:ext cx="334333" cy="274262"/>
            </a:xfrm>
            <a:custGeom>
              <a:avLst/>
              <a:pathLst>
                <a:path w="334333" h="274262">
                  <a:moveTo>
                    <a:pt x="5212" y="65691"/>
                  </a:moveTo>
                  <a:lnTo>
                    <a:pt x="3981" y="70842"/>
                  </a:lnTo>
                  <a:lnTo>
                    <a:pt x="2914" y="76030"/>
                  </a:lnTo>
                  <a:lnTo>
                    <a:pt x="2012" y="81249"/>
                  </a:lnTo>
                  <a:lnTo>
                    <a:pt x="1275" y="86495"/>
                  </a:lnTo>
                  <a:lnTo>
                    <a:pt x="705" y="91761"/>
                  </a:lnTo>
                  <a:lnTo>
                    <a:pt x="302" y="97042"/>
                  </a:lnTo>
                  <a:lnTo>
                    <a:pt x="67" y="102333"/>
                  </a:lnTo>
                  <a:lnTo>
                    <a:pt x="0" y="107629"/>
                  </a:lnTo>
                  <a:lnTo>
                    <a:pt x="100" y="112925"/>
                  </a:lnTo>
                  <a:lnTo>
                    <a:pt x="368" y="118215"/>
                  </a:lnTo>
                  <a:lnTo>
                    <a:pt x="803" y="123494"/>
                  </a:lnTo>
                  <a:lnTo>
                    <a:pt x="1406" y="128756"/>
                  </a:lnTo>
                  <a:lnTo>
                    <a:pt x="2174" y="133996"/>
                  </a:lnTo>
                  <a:lnTo>
                    <a:pt x="3109" y="139210"/>
                  </a:lnTo>
                  <a:lnTo>
                    <a:pt x="4208" y="144391"/>
                  </a:lnTo>
                  <a:lnTo>
                    <a:pt x="5471" y="149535"/>
                  </a:lnTo>
                  <a:lnTo>
                    <a:pt x="6896" y="154636"/>
                  </a:lnTo>
                  <a:lnTo>
                    <a:pt x="8482" y="159690"/>
                  </a:lnTo>
                  <a:lnTo>
                    <a:pt x="10227" y="164691"/>
                  </a:lnTo>
                  <a:lnTo>
                    <a:pt x="12130" y="169634"/>
                  </a:lnTo>
                  <a:lnTo>
                    <a:pt x="14189" y="174514"/>
                  </a:lnTo>
                  <a:lnTo>
                    <a:pt x="16401" y="179327"/>
                  </a:lnTo>
                  <a:lnTo>
                    <a:pt x="18764" y="184067"/>
                  </a:lnTo>
                  <a:lnTo>
                    <a:pt x="21277" y="188730"/>
                  </a:lnTo>
                  <a:lnTo>
                    <a:pt x="23936" y="193310"/>
                  </a:lnTo>
                  <a:lnTo>
                    <a:pt x="26738" y="197805"/>
                  </a:lnTo>
                  <a:lnTo>
                    <a:pt x="29682" y="202208"/>
                  </a:lnTo>
                  <a:lnTo>
                    <a:pt x="32764" y="206516"/>
                  </a:lnTo>
                  <a:lnTo>
                    <a:pt x="35980" y="210724"/>
                  </a:lnTo>
                  <a:lnTo>
                    <a:pt x="39328" y="214828"/>
                  </a:lnTo>
                  <a:lnTo>
                    <a:pt x="42805" y="218824"/>
                  </a:lnTo>
                  <a:lnTo>
                    <a:pt x="46407" y="222708"/>
                  </a:lnTo>
                  <a:lnTo>
                    <a:pt x="50129" y="226475"/>
                  </a:lnTo>
                  <a:lnTo>
                    <a:pt x="53970" y="230123"/>
                  </a:lnTo>
                  <a:lnTo>
                    <a:pt x="57923" y="233648"/>
                  </a:lnTo>
                  <a:lnTo>
                    <a:pt x="61987" y="237045"/>
                  </a:lnTo>
                  <a:lnTo>
                    <a:pt x="66156" y="240312"/>
                  </a:lnTo>
                  <a:lnTo>
                    <a:pt x="70426" y="243445"/>
                  </a:lnTo>
                  <a:lnTo>
                    <a:pt x="74794" y="246441"/>
                  </a:lnTo>
                  <a:lnTo>
                    <a:pt x="79254" y="249298"/>
                  </a:lnTo>
                  <a:lnTo>
                    <a:pt x="83803" y="252012"/>
                  </a:lnTo>
                  <a:lnTo>
                    <a:pt x="88435" y="254580"/>
                  </a:lnTo>
                  <a:lnTo>
                    <a:pt x="93147" y="257000"/>
                  </a:lnTo>
                  <a:lnTo>
                    <a:pt x="97932" y="259270"/>
                  </a:lnTo>
                  <a:lnTo>
                    <a:pt x="102788" y="261387"/>
                  </a:lnTo>
                  <a:lnTo>
                    <a:pt x="107707" y="263349"/>
                  </a:lnTo>
                  <a:lnTo>
                    <a:pt x="112687" y="265154"/>
                  </a:lnTo>
                  <a:lnTo>
                    <a:pt x="117721" y="266801"/>
                  </a:lnTo>
                  <a:lnTo>
                    <a:pt x="122805" y="268287"/>
                  </a:lnTo>
                  <a:lnTo>
                    <a:pt x="127933" y="269612"/>
                  </a:lnTo>
                  <a:lnTo>
                    <a:pt x="133101" y="270773"/>
                  </a:lnTo>
                  <a:lnTo>
                    <a:pt x="138303" y="271770"/>
                  </a:lnTo>
                  <a:lnTo>
                    <a:pt x="143534" y="272602"/>
                  </a:lnTo>
                  <a:lnTo>
                    <a:pt x="148788" y="273267"/>
                  </a:lnTo>
                  <a:lnTo>
                    <a:pt x="154061" y="273766"/>
                  </a:lnTo>
                  <a:lnTo>
                    <a:pt x="159348" y="274098"/>
                  </a:lnTo>
                  <a:lnTo>
                    <a:pt x="164642" y="274262"/>
                  </a:lnTo>
                  <a:lnTo>
                    <a:pt x="169938" y="274258"/>
                  </a:lnTo>
                  <a:lnTo>
                    <a:pt x="175232" y="274086"/>
                  </a:lnTo>
                  <a:lnTo>
                    <a:pt x="180518" y="273747"/>
                  </a:lnTo>
                  <a:lnTo>
                    <a:pt x="185790" y="273240"/>
                  </a:lnTo>
                  <a:lnTo>
                    <a:pt x="191044" y="272567"/>
                  </a:lnTo>
                  <a:lnTo>
                    <a:pt x="196274" y="271727"/>
                  </a:lnTo>
                  <a:lnTo>
                    <a:pt x="201474" y="270722"/>
                  </a:lnTo>
                  <a:lnTo>
                    <a:pt x="206640" y="269553"/>
                  </a:lnTo>
                  <a:lnTo>
                    <a:pt x="211766" y="268221"/>
                  </a:lnTo>
                  <a:lnTo>
                    <a:pt x="216848" y="266727"/>
                  </a:lnTo>
                  <a:lnTo>
                    <a:pt x="221880" y="265073"/>
                  </a:lnTo>
                  <a:lnTo>
                    <a:pt x="226857" y="263261"/>
                  </a:lnTo>
                  <a:lnTo>
                    <a:pt x="231773" y="261291"/>
                  </a:lnTo>
                  <a:lnTo>
                    <a:pt x="236625" y="259167"/>
                  </a:lnTo>
                  <a:lnTo>
                    <a:pt x="241408" y="256890"/>
                  </a:lnTo>
                  <a:lnTo>
                    <a:pt x="246115" y="254463"/>
                  </a:lnTo>
                  <a:lnTo>
                    <a:pt x="250744" y="251888"/>
                  </a:lnTo>
                  <a:lnTo>
                    <a:pt x="255289" y="249167"/>
                  </a:lnTo>
                  <a:lnTo>
                    <a:pt x="259745" y="246304"/>
                  </a:lnTo>
                  <a:lnTo>
                    <a:pt x="264108" y="243301"/>
                  </a:lnTo>
                  <a:lnTo>
                    <a:pt x="268374" y="240162"/>
                  </a:lnTo>
                  <a:lnTo>
                    <a:pt x="272538" y="236889"/>
                  </a:lnTo>
                  <a:lnTo>
                    <a:pt x="276596" y="233485"/>
                  </a:lnTo>
                  <a:lnTo>
                    <a:pt x="280545" y="229955"/>
                  </a:lnTo>
                  <a:lnTo>
                    <a:pt x="284380" y="226302"/>
                  </a:lnTo>
                  <a:lnTo>
                    <a:pt x="288097" y="222528"/>
                  </a:lnTo>
                  <a:lnTo>
                    <a:pt x="291693" y="218639"/>
                  </a:lnTo>
                  <a:lnTo>
                    <a:pt x="295163" y="214638"/>
                  </a:lnTo>
                  <a:lnTo>
                    <a:pt x="298506" y="210529"/>
                  </a:lnTo>
                  <a:lnTo>
                    <a:pt x="301716" y="206317"/>
                  </a:lnTo>
                  <a:lnTo>
                    <a:pt x="304791" y="202004"/>
                  </a:lnTo>
                  <a:lnTo>
                    <a:pt x="307728" y="197596"/>
                  </a:lnTo>
                  <a:lnTo>
                    <a:pt x="310524" y="193098"/>
                  </a:lnTo>
                  <a:lnTo>
                    <a:pt x="313176" y="188513"/>
                  </a:lnTo>
                  <a:lnTo>
                    <a:pt x="315682" y="183847"/>
                  </a:lnTo>
                  <a:lnTo>
                    <a:pt x="318038" y="179103"/>
                  </a:lnTo>
                  <a:lnTo>
                    <a:pt x="320243" y="174287"/>
                  </a:lnTo>
                  <a:lnTo>
                    <a:pt x="322295" y="169404"/>
                  </a:lnTo>
                  <a:lnTo>
                    <a:pt x="324190" y="164458"/>
                  </a:lnTo>
                  <a:lnTo>
                    <a:pt x="325928" y="159455"/>
                  </a:lnTo>
                  <a:lnTo>
                    <a:pt x="327507" y="154399"/>
                  </a:lnTo>
                  <a:lnTo>
                    <a:pt x="328924" y="149295"/>
                  </a:lnTo>
                  <a:lnTo>
                    <a:pt x="330179" y="144150"/>
                  </a:lnTo>
                  <a:lnTo>
                    <a:pt x="331271" y="138967"/>
                  </a:lnTo>
                  <a:lnTo>
                    <a:pt x="332197" y="133752"/>
                  </a:lnTo>
                  <a:lnTo>
                    <a:pt x="332959" y="128510"/>
                  </a:lnTo>
                  <a:lnTo>
                    <a:pt x="333553" y="123247"/>
                  </a:lnTo>
                  <a:lnTo>
                    <a:pt x="333981" y="117968"/>
                  </a:lnTo>
                  <a:lnTo>
                    <a:pt x="334241" y="112677"/>
                  </a:lnTo>
                  <a:lnTo>
                    <a:pt x="334333" y="107382"/>
                  </a:lnTo>
                  <a:lnTo>
                    <a:pt x="334258" y="102085"/>
                  </a:lnTo>
                  <a:lnTo>
                    <a:pt x="334015" y="96794"/>
                  </a:lnTo>
                  <a:lnTo>
                    <a:pt x="333604" y="91514"/>
                  </a:lnTo>
                  <a:lnTo>
                    <a:pt x="333026" y="86249"/>
                  </a:lnTo>
                  <a:lnTo>
                    <a:pt x="332282" y="81005"/>
                  </a:lnTo>
                  <a:lnTo>
                    <a:pt x="331372" y="75787"/>
                  </a:lnTo>
                  <a:lnTo>
                    <a:pt x="330297" y="70600"/>
                  </a:lnTo>
                  <a:lnTo>
                    <a:pt x="329059" y="65451"/>
                  </a:lnTo>
                  <a:lnTo>
                    <a:pt x="327657" y="60343"/>
                  </a:lnTo>
                  <a:lnTo>
                    <a:pt x="326095" y="55282"/>
                  </a:lnTo>
                  <a:lnTo>
                    <a:pt x="324373" y="50273"/>
                  </a:lnTo>
                  <a:lnTo>
                    <a:pt x="322494" y="45321"/>
                  </a:lnTo>
                  <a:lnTo>
                    <a:pt x="320458" y="40431"/>
                  </a:lnTo>
                  <a:lnTo>
                    <a:pt x="318269" y="35608"/>
                  </a:lnTo>
                  <a:lnTo>
                    <a:pt x="315928" y="30857"/>
                  </a:lnTo>
                  <a:lnTo>
                    <a:pt x="313437" y="26182"/>
                  </a:lnTo>
                  <a:lnTo>
                    <a:pt x="310800" y="21589"/>
                  </a:lnTo>
                  <a:lnTo>
                    <a:pt x="308018" y="17082"/>
                  </a:lnTo>
                  <a:lnTo>
                    <a:pt x="305095" y="12665"/>
                  </a:lnTo>
                  <a:lnTo>
                    <a:pt x="302034" y="8342"/>
                  </a:lnTo>
                  <a:lnTo>
                    <a:pt x="298837" y="4119"/>
                  </a:lnTo>
                  <a:lnTo>
                    <a:pt x="295508" y="0"/>
                  </a:lnTo>
                  <a:lnTo>
                    <a:pt x="167166" y="10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919011" y="2633064"/>
              <a:ext cx="128341" cy="167167"/>
            </a:xfrm>
            <a:custGeom>
              <a:avLst/>
              <a:pathLst>
                <a:path w="128341" h="167167">
                  <a:moveTo>
                    <a:pt x="128341" y="60053"/>
                  </a:moveTo>
                  <a:lnTo>
                    <a:pt x="124663" y="55794"/>
                  </a:lnTo>
                  <a:lnTo>
                    <a:pt x="120844" y="51661"/>
                  </a:lnTo>
                  <a:lnTo>
                    <a:pt x="116887" y="47659"/>
                  </a:lnTo>
                  <a:lnTo>
                    <a:pt x="112799" y="43792"/>
                  </a:lnTo>
                  <a:lnTo>
                    <a:pt x="108582" y="40065"/>
                  </a:lnTo>
                  <a:lnTo>
                    <a:pt x="104242" y="36483"/>
                  </a:lnTo>
                  <a:lnTo>
                    <a:pt x="99784" y="33048"/>
                  </a:lnTo>
                  <a:lnTo>
                    <a:pt x="95213" y="29765"/>
                  </a:lnTo>
                  <a:lnTo>
                    <a:pt x="90535" y="26638"/>
                  </a:lnTo>
                  <a:lnTo>
                    <a:pt x="85753" y="23670"/>
                  </a:lnTo>
                  <a:lnTo>
                    <a:pt x="80875" y="20865"/>
                  </a:lnTo>
                  <a:lnTo>
                    <a:pt x="75904" y="18226"/>
                  </a:lnTo>
                  <a:lnTo>
                    <a:pt x="70848" y="15755"/>
                  </a:lnTo>
                  <a:lnTo>
                    <a:pt x="65711" y="13457"/>
                  </a:lnTo>
                  <a:lnTo>
                    <a:pt x="60500" y="11332"/>
                  </a:lnTo>
                  <a:lnTo>
                    <a:pt x="55221" y="9384"/>
                  </a:lnTo>
                  <a:lnTo>
                    <a:pt x="49879" y="7614"/>
                  </a:lnTo>
                  <a:lnTo>
                    <a:pt x="44480" y="6026"/>
                  </a:lnTo>
                  <a:lnTo>
                    <a:pt x="39031" y="4620"/>
                  </a:lnTo>
                  <a:lnTo>
                    <a:pt x="33537" y="3398"/>
                  </a:lnTo>
                  <a:lnTo>
                    <a:pt x="28006" y="2362"/>
                  </a:lnTo>
                  <a:lnTo>
                    <a:pt x="22443" y="1513"/>
                  </a:lnTo>
                  <a:lnTo>
                    <a:pt x="16854" y="851"/>
                  </a:lnTo>
                  <a:lnTo>
                    <a:pt x="11247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64822" y="2126963"/>
              <a:ext cx="63649" cy="167167"/>
            </a:xfrm>
            <a:custGeom>
              <a:avLst/>
              <a:pathLst>
                <a:path w="63649" h="167167">
                  <a:moveTo>
                    <a:pt x="63649" y="0"/>
                  </a:moveTo>
                  <a:lnTo>
                    <a:pt x="57714" y="105"/>
                  </a:lnTo>
                  <a:lnTo>
                    <a:pt x="51787" y="421"/>
                  </a:lnTo>
                  <a:lnTo>
                    <a:pt x="45874" y="947"/>
                  </a:lnTo>
                  <a:lnTo>
                    <a:pt x="39984" y="1683"/>
                  </a:lnTo>
                  <a:lnTo>
                    <a:pt x="34124" y="2627"/>
                  </a:lnTo>
                  <a:lnTo>
                    <a:pt x="28301" y="3779"/>
                  </a:lnTo>
                  <a:lnTo>
                    <a:pt x="22523" y="5137"/>
                  </a:lnTo>
                  <a:lnTo>
                    <a:pt x="16796" y="6700"/>
                  </a:lnTo>
                  <a:lnTo>
                    <a:pt x="11129" y="8464"/>
                  </a:lnTo>
                  <a:lnTo>
                    <a:pt x="5527" y="10429"/>
                  </a:lnTo>
                  <a:lnTo>
                    <a:pt x="0" y="12591"/>
                  </a:lnTo>
                  <a:lnTo>
                    <a:pt x="636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4822" y="2139555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561305" y="2139555"/>
              <a:ext cx="248425" cy="321742"/>
            </a:xfrm>
            <a:custGeom>
              <a:avLst/>
              <a:pathLst>
                <a:path w="248425" h="321742">
                  <a:moveTo>
                    <a:pt x="103517" y="0"/>
                  </a:moveTo>
                  <a:lnTo>
                    <a:pt x="98612" y="2111"/>
                  </a:lnTo>
                  <a:lnTo>
                    <a:pt x="93777" y="4379"/>
                  </a:lnTo>
                  <a:lnTo>
                    <a:pt x="89017" y="6800"/>
                  </a:lnTo>
                  <a:lnTo>
                    <a:pt x="84337" y="9371"/>
                  </a:lnTo>
                  <a:lnTo>
                    <a:pt x="79741" y="12091"/>
                  </a:lnTo>
                  <a:lnTo>
                    <a:pt x="75235" y="14956"/>
                  </a:lnTo>
                  <a:lnTo>
                    <a:pt x="70822" y="17964"/>
                  </a:lnTo>
                  <a:lnTo>
                    <a:pt x="66508" y="21111"/>
                  </a:lnTo>
                  <a:lnTo>
                    <a:pt x="62296" y="24394"/>
                  </a:lnTo>
                  <a:lnTo>
                    <a:pt x="58191" y="27811"/>
                  </a:lnTo>
                  <a:lnTo>
                    <a:pt x="54198" y="31356"/>
                  </a:lnTo>
                  <a:lnTo>
                    <a:pt x="50320" y="35027"/>
                  </a:lnTo>
                  <a:lnTo>
                    <a:pt x="46561" y="38821"/>
                  </a:lnTo>
                  <a:lnTo>
                    <a:pt x="42925" y="42732"/>
                  </a:lnTo>
                  <a:lnTo>
                    <a:pt x="39416" y="46758"/>
                  </a:lnTo>
                  <a:lnTo>
                    <a:pt x="36037" y="50893"/>
                  </a:lnTo>
                  <a:lnTo>
                    <a:pt x="32792" y="55135"/>
                  </a:lnTo>
                  <a:lnTo>
                    <a:pt x="29685" y="59477"/>
                  </a:lnTo>
                  <a:lnTo>
                    <a:pt x="26717" y="63917"/>
                  </a:lnTo>
                  <a:lnTo>
                    <a:pt x="23893" y="68450"/>
                  </a:lnTo>
                  <a:lnTo>
                    <a:pt x="21215" y="73070"/>
                  </a:lnTo>
                  <a:lnTo>
                    <a:pt x="18686" y="77774"/>
                  </a:lnTo>
                  <a:lnTo>
                    <a:pt x="16309" y="82556"/>
                  </a:lnTo>
                  <a:lnTo>
                    <a:pt x="14085" y="87411"/>
                  </a:lnTo>
                  <a:lnTo>
                    <a:pt x="12018" y="92335"/>
                  </a:lnTo>
                  <a:lnTo>
                    <a:pt x="10109" y="97322"/>
                  </a:lnTo>
                  <a:lnTo>
                    <a:pt x="8361" y="102368"/>
                  </a:lnTo>
                  <a:lnTo>
                    <a:pt x="6774" y="107467"/>
                  </a:lnTo>
                  <a:lnTo>
                    <a:pt x="5351" y="112615"/>
                  </a:lnTo>
                  <a:lnTo>
                    <a:pt x="4093" y="117805"/>
                  </a:lnTo>
                  <a:lnTo>
                    <a:pt x="3002" y="123032"/>
                  </a:lnTo>
                  <a:lnTo>
                    <a:pt x="2078" y="128292"/>
                  </a:lnTo>
                  <a:lnTo>
                    <a:pt x="1323" y="133578"/>
                  </a:lnTo>
                  <a:lnTo>
                    <a:pt x="737" y="138886"/>
                  </a:lnTo>
                  <a:lnTo>
                    <a:pt x="321" y="144210"/>
                  </a:lnTo>
                  <a:lnTo>
                    <a:pt x="75" y="149545"/>
                  </a:lnTo>
                  <a:lnTo>
                    <a:pt x="0" y="154885"/>
                  </a:lnTo>
                  <a:lnTo>
                    <a:pt x="95" y="160224"/>
                  </a:lnTo>
                  <a:lnTo>
                    <a:pt x="360" y="165558"/>
                  </a:lnTo>
                  <a:lnTo>
                    <a:pt x="796" y="170880"/>
                  </a:lnTo>
                  <a:lnTo>
                    <a:pt x="1402" y="176186"/>
                  </a:lnTo>
                  <a:lnTo>
                    <a:pt x="2177" y="181470"/>
                  </a:lnTo>
                  <a:lnTo>
                    <a:pt x="3120" y="186726"/>
                  </a:lnTo>
                  <a:lnTo>
                    <a:pt x="4231" y="191950"/>
                  </a:lnTo>
                  <a:lnTo>
                    <a:pt x="5508" y="197135"/>
                  </a:lnTo>
                  <a:lnTo>
                    <a:pt x="6950" y="202277"/>
                  </a:lnTo>
                  <a:lnTo>
                    <a:pt x="8555" y="207370"/>
                  </a:lnTo>
                  <a:lnTo>
                    <a:pt x="10322" y="212410"/>
                  </a:lnTo>
                  <a:lnTo>
                    <a:pt x="12250" y="217390"/>
                  </a:lnTo>
                  <a:lnTo>
                    <a:pt x="14335" y="222306"/>
                  </a:lnTo>
                  <a:lnTo>
                    <a:pt x="16576" y="227153"/>
                  </a:lnTo>
                  <a:lnTo>
                    <a:pt x="18972" y="231926"/>
                  </a:lnTo>
                  <a:lnTo>
                    <a:pt x="21518" y="236620"/>
                  </a:lnTo>
                  <a:lnTo>
                    <a:pt x="24213" y="241231"/>
                  </a:lnTo>
                  <a:lnTo>
                    <a:pt x="27054" y="245753"/>
                  </a:lnTo>
                  <a:lnTo>
                    <a:pt x="30038" y="250182"/>
                  </a:lnTo>
                  <a:lnTo>
                    <a:pt x="33161" y="254513"/>
                  </a:lnTo>
                  <a:lnTo>
                    <a:pt x="36422" y="258742"/>
                  </a:lnTo>
                  <a:lnTo>
                    <a:pt x="39816" y="262865"/>
                  </a:lnTo>
                  <a:lnTo>
                    <a:pt x="43340" y="266878"/>
                  </a:lnTo>
                  <a:lnTo>
                    <a:pt x="46990" y="270776"/>
                  </a:lnTo>
                  <a:lnTo>
                    <a:pt x="50763" y="274555"/>
                  </a:lnTo>
                  <a:lnTo>
                    <a:pt x="54655" y="278212"/>
                  </a:lnTo>
                  <a:lnTo>
                    <a:pt x="58661" y="281743"/>
                  </a:lnTo>
                  <a:lnTo>
                    <a:pt x="62779" y="285144"/>
                  </a:lnTo>
                  <a:lnTo>
                    <a:pt x="67002" y="288411"/>
                  </a:lnTo>
                  <a:lnTo>
                    <a:pt x="71328" y="291542"/>
                  </a:lnTo>
                  <a:lnTo>
                    <a:pt x="75752" y="294534"/>
                  </a:lnTo>
                  <a:lnTo>
                    <a:pt x="80269" y="297382"/>
                  </a:lnTo>
                  <a:lnTo>
                    <a:pt x="84875" y="300085"/>
                  </a:lnTo>
                  <a:lnTo>
                    <a:pt x="89565" y="302639"/>
                  </a:lnTo>
                  <a:lnTo>
                    <a:pt x="94334" y="305042"/>
                  </a:lnTo>
                  <a:lnTo>
                    <a:pt x="99177" y="307292"/>
                  </a:lnTo>
                  <a:lnTo>
                    <a:pt x="104090" y="309386"/>
                  </a:lnTo>
                  <a:lnTo>
                    <a:pt x="109067" y="311322"/>
                  </a:lnTo>
                  <a:lnTo>
                    <a:pt x="114103" y="313097"/>
                  </a:lnTo>
                  <a:lnTo>
                    <a:pt x="119194" y="314711"/>
                  </a:lnTo>
                  <a:lnTo>
                    <a:pt x="124333" y="316162"/>
                  </a:lnTo>
                  <a:lnTo>
                    <a:pt x="129517" y="317448"/>
                  </a:lnTo>
                  <a:lnTo>
                    <a:pt x="134738" y="318567"/>
                  </a:lnTo>
                  <a:lnTo>
                    <a:pt x="139993" y="319519"/>
                  </a:lnTo>
                  <a:lnTo>
                    <a:pt x="145275" y="320303"/>
                  </a:lnTo>
                  <a:lnTo>
                    <a:pt x="150580" y="320918"/>
                  </a:lnTo>
                  <a:lnTo>
                    <a:pt x="155902" y="321363"/>
                  </a:lnTo>
                  <a:lnTo>
                    <a:pt x="161235" y="321638"/>
                  </a:lnTo>
                  <a:lnTo>
                    <a:pt x="166574" y="321742"/>
                  </a:lnTo>
                  <a:lnTo>
                    <a:pt x="171914" y="321675"/>
                  </a:lnTo>
                  <a:lnTo>
                    <a:pt x="177249" y="321439"/>
                  </a:lnTo>
                  <a:lnTo>
                    <a:pt x="182574" y="321031"/>
                  </a:lnTo>
                  <a:lnTo>
                    <a:pt x="187883" y="320454"/>
                  </a:lnTo>
                  <a:lnTo>
                    <a:pt x="193171" y="319708"/>
                  </a:lnTo>
                  <a:lnTo>
                    <a:pt x="198432" y="318793"/>
                  </a:lnTo>
                  <a:lnTo>
                    <a:pt x="203661" y="317711"/>
                  </a:lnTo>
                  <a:lnTo>
                    <a:pt x="208853" y="316462"/>
                  </a:lnTo>
                  <a:lnTo>
                    <a:pt x="214003" y="315048"/>
                  </a:lnTo>
                  <a:lnTo>
                    <a:pt x="219105" y="313470"/>
                  </a:lnTo>
                  <a:lnTo>
                    <a:pt x="224154" y="311730"/>
                  </a:lnTo>
                  <a:lnTo>
                    <a:pt x="229144" y="309829"/>
                  </a:lnTo>
                  <a:lnTo>
                    <a:pt x="234072" y="307770"/>
                  </a:lnTo>
                  <a:lnTo>
                    <a:pt x="238931" y="305555"/>
                  </a:lnTo>
                  <a:lnTo>
                    <a:pt x="243717" y="303186"/>
                  </a:lnTo>
                  <a:lnTo>
                    <a:pt x="248425" y="300665"/>
                  </a:lnTo>
                  <a:lnTo>
                    <a:pt x="167167" y="154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728472" y="2126963"/>
              <a:ext cx="167166" cy="313256"/>
            </a:xfrm>
            <a:custGeom>
              <a:avLst/>
              <a:pathLst>
                <a:path w="167166" h="313256">
                  <a:moveTo>
                    <a:pt x="81257" y="313256"/>
                  </a:moveTo>
                  <a:lnTo>
                    <a:pt x="85907" y="310571"/>
                  </a:lnTo>
                  <a:lnTo>
                    <a:pt x="90469" y="307738"/>
                  </a:lnTo>
                  <a:lnTo>
                    <a:pt x="94937" y="304760"/>
                  </a:lnTo>
                  <a:lnTo>
                    <a:pt x="99307" y="301640"/>
                  </a:lnTo>
                  <a:lnTo>
                    <a:pt x="103574" y="298381"/>
                  </a:lnTo>
                  <a:lnTo>
                    <a:pt x="107735" y="294987"/>
                  </a:lnTo>
                  <a:lnTo>
                    <a:pt x="111784" y="291461"/>
                  </a:lnTo>
                  <a:lnTo>
                    <a:pt x="115719" y="287807"/>
                  </a:lnTo>
                  <a:lnTo>
                    <a:pt x="119533" y="284028"/>
                  </a:lnTo>
                  <a:lnTo>
                    <a:pt x="123225" y="280129"/>
                  </a:lnTo>
                  <a:lnTo>
                    <a:pt x="126789" y="276113"/>
                  </a:lnTo>
                  <a:lnTo>
                    <a:pt x="130223" y="271985"/>
                  </a:lnTo>
                  <a:lnTo>
                    <a:pt x="133522" y="267749"/>
                  </a:lnTo>
                  <a:lnTo>
                    <a:pt x="136683" y="263409"/>
                  </a:lnTo>
                  <a:lnTo>
                    <a:pt x="139704" y="258969"/>
                  </a:lnTo>
                  <a:lnTo>
                    <a:pt x="142580" y="254435"/>
                  </a:lnTo>
                  <a:lnTo>
                    <a:pt x="145309" y="249811"/>
                  </a:lnTo>
                  <a:lnTo>
                    <a:pt x="147889" y="245101"/>
                  </a:lnTo>
                  <a:lnTo>
                    <a:pt x="150315" y="240312"/>
                  </a:lnTo>
                  <a:lnTo>
                    <a:pt x="152587" y="235446"/>
                  </a:lnTo>
                  <a:lnTo>
                    <a:pt x="154701" y="230510"/>
                  </a:lnTo>
                  <a:lnTo>
                    <a:pt x="156656" y="225509"/>
                  </a:lnTo>
                  <a:lnTo>
                    <a:pt x="158448" y="220448"/>
                  </a:lnTo>
                  <a:lnTo>
                    <a:pt x="160078" y="215332"/>
                  </a:lnTo>
                  <a:lnTo>
                    <a:pt x="161542" y="210166"/>
                  </a:lnTo>
                  <a:lnTo>
                    <a:pt x="162840" y="204956"/>
                  </a:lnTo>
                  <a:lnTo>
                    <a:pt x="163969" y="199706"/>
                  </a:lnTo>
                  <a:lnTo>
                    <a:pt x="164930" y="194423"/>
                  </a:lnTo>
                  <a:lnTo>
                    <a:pt x="165720" y="189112"/>
                  </a:lnTo>
                  <a:lnTo>
                    <a:pt x="166340" y="183779"/>
                  </a:lnTo>
                  <a:lnTo>
                    <a:pt x="166787" y="178428"/>
                  </a:lnTo>
                  <a:lnTo>
                    <a:pt x="167063" y="173065"/>
                  </a:lnTo>
                  <a:lnTo>
                    <a:pt x="167166" y="167697"/>
                  </a:lnTo>
                  <a:lnTo>
                    <a:pt x="167097" y="162328"/>
                  </a:lnTo>
                  <a:lnTo>
                    <a:pt x="166855" y="156964"/>
                  </a:lnTo>
                  <a:lnTo>
                    <a:pt x="166442" y="151610"/>
                  </a:lnTo>
                  <a:lnTo>
                    <a:pt x="165856" y="146273"/>
                  </a:lnTo>
                  <a:lnTo>
                    <a:pt x="165099" y="140957"/>
                  </a:lnTo>
                  <a:lnTo>
                    <a:pt x="164173" y="135668"/>
                  </a:lnTo>
                  <a:lnTo>
                    <a:pt x="163076" y="130412"/>
                  </a:lnTo>
                  <a:lnTo>
                    <a:pt x="161812" y="125193"/>
                  </a:lnTo>
                  <a:lnTo>
                    <a:pt x="160380" y="120018"/>
                  </a:lnTo>
                  <a:lnTo>
                    <a:pt x="158783" y="114892"/>
                  </a:lnTo>
                  <a:lnTo>
                    <a:pt x="157022" y="109819"/>
                  </a:lnTo>
                  <a:lnTo>
                    <a:pt x="155100" y="104806"/>
                  </a:lnTo>
                  <a:lnTo>
                    <a:pt x="153017" y="99857"/>
                  </a:lnTo>
                  <a:lnTo>
                    <a:pt x="150776" y="94977"/>
                  </a:lnTo>
                  <a:lnTo>
                    <a:pt x="148380" y="90172"/>
                  </a:lnTo>
                  <a:lnTo>
                    <a:pt x="145830" y="85446"/>
                  </a:lnTo>
                  <a:lnTo>
                    <a:pt x="143131" y="80805"/>
                  </a:lnTo>
                  <a:lnTo>
                    <a:pt x="140283" y="76252"/>
                  </a:lnTo>
                  <a:lnTo>
                    <a:pt x="137291" y="71794"/>
                  </a:lnTo>
                  <a:lnTo>
                    <a:pt x="134157" y="67434"/>
                  </a:lnTo>
                  <a:lnTo>
                    <a:pt x="130885" y="63177"/>
                  </a:lnTo>
                  <a:lnTo>
                    <a:pt x="127478" y="59027"/>
                  </a:lnTo>
                  <a:lnTo>
                    <a:pt x="123939" y="54988"/>
                  </a:lnTo>
                  <a:lnTo>
                    <a:pt x="120272" y="51066"/>
                  </a:lnTo>
                  <a:lnTo>
                    <a:pt x="116481" y="47263"/>
                  </a:lnTo>
                  <a:lnTo>
                    <a:pt x="112570" y="43584"/>
                  </a:lnTo>
                  <a:lnTo>
                    <a:pt x="108543" y="40032"/>
                  </a:lnTo>
                  <a:lnTo>
                    <a:pt x="104404" y="36612"/>
                  </a:lnTo>
                  <a:lnTo>
                    <a:pt x="100157" y="33326"/>
                  </a:lnTo>
                  <a:lnTo>
                    <a:pt x="95807" y="30179"/>
                  </a:lnTo>
                  <a:lnTo>
                    <a:pt x="91358" y="27172"/>
                  </a:lnTo>
                  <a:lnTo>
                    <a:pt x="86815" y="24310"/>
                  </a:lnTo>
                  <a:lnTo>
                    <a:pt x="82182" y="21596"/>
                  </a:lnTo>
                  <a:lnTo>
                    <a:pt x="77465" y="19032"/>
                  </a:lnTo>
                  <a:lnTo>
                    <a:pt x="72667" y="16620"/>
                  </a:lnTo>
                  <a:lnTo>
                    <a:pt x="67795" y="14364"/>
                  </a:lnTo>
                  <a:lnTo>
                    <a:pt x="62852" y="12265"/>
                  </a:lnTo>
                  <a:lnTo>
                    <a:pt x="57845" y="10327"/>
                  </a:lnTo>
                  <a:lnTo>
                    <a:pt x="52778" y="8550"/>
                  </a:lnTo>
                  <a:lnTo>
                    <a:pt x="47657" y="6937"/>
                  </a:lnTo>
                  <a:lnTo>
                    <a:pt x="42486" y="5489"/>
                  </a:lnTo>
                  <a:lnTo>
                    <a:pt x="37272" y="4208"/>
                  </a:lnTo>
                  <a:lnTo>
                    <a:pt x="32019" y="3095"/>
                  </a:lnTo>
                  <a:lnTo>
                    <a:pt x="26733" y="2151"/>
                  </a:lnTo>
                  <a:lnTo>
                    <a:pt x="21419" y="1377"/>
                  </a:lnTo>
                  <a:lnTo>
                    <a:pt x="16084" y="775"/>
                  </a:lnTo>
                  <a:lnTo>
                    <a:pt x="10732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3697" y="1681503"/>
              <a:ext cx="49537" cy="167167"/>
            </a:xfrm>
            <a:custGeom>
              <a:avLst/>
              <a:pathLst>
                <a:path w="49537" h="167167">
                  <a:moveTo>
                    <a:pt x="49537" y="0"/>
                  </a:moveTo>
                  <a:lnTo>
                    <a:pt x="43252" y="118"/>
                  </a:lnTo>
                  <a:lnTo>
                    <a:pt x="36975" y="472"/>
                  </a:lnTo>
                  <a:lnTo>
                    <a:pt x="30717" y="1062"/>
                  </a:lnTo>
                  <a:lnTo>
                    <a:pt x="24485" y="1887"/>
                  </a:lnTo>
                  <a:lnTo>
                    <a:pt x="18289" y="2946"/>
                  </a:lnTo>
                  <a:lnTo>
                    <a:pt x="12137" y="4237"/>
                  </a:lnTo>
                  <a:lnTo>
                    <a:pt x="6037" y="5758"/>
                  </a:lnTo>
                  <a:lnTo>
                    <a:pt x="0" y="7508"/>
                  </a:lnTo>
                  <a:lnTo>
                    <a:pt x="4953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3697" y="1689011"/>
              <a:ext cx="49537" cy="159659"/>
            </a:xfrm>
            <a:custGeom>
              <a:avLst/>
              <a:pathLst>
                <a:path w="49537" h="159659">
                  <a:moveTo>
                    <a:pt x="0" y="0"/>
                  </a:moveTo>
                  <a:lnTo>
                    <a:pt x="49537" y="159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256067" y="1689011"/>
              <a:ext cx="334334" cy="326810"/>
            </a:xfrm>
            <a:custGeom>
              <a:avLst/>
              <a:pathLst>
                <a:path w="334334" h="326810">
                  <a:moveTo>
                    <a:pt x="117630" y="0"/>
                  </a:moveTo>
                  <a:lnTo>
                    <a:pt x="112591" y="1651"/>
                  </a:lnTo>
                  <a:lnTo>
                    <a:pt x="107608" y="3461"/>
                  </a:lnTo>
                  <a:lnTo>
                    <a:pt x="102684" y="5428"/>
                  </a:lnTo>
                  <a:lnTo>
                    <a:pt x="97826" y="7551"/>
                  </a:lnTo>
                  <a:lnTo>
                    <a:pt x="93037" y="9826"/>
                  </a:lnTo>
                  <a:lnTo>
                    <a:pt x="88323" y="12253"/>
                  </a:lnTo>
                  <a:lnTo>
                    <a:pt x="83687" y="14827"/>
                  </a:lnTo>
                  <a:lnTo>
                    <a:pt x="79136" y="17547"/>
                  </a:lnTo>
                  <a:lnTo>
                    <a:pt x="74674" y="20411"/>
                  </a:lnTo>
                  <a:lnTo>
                    <a:pt x="70305" y="23414"/>
                  </a:lnTo>
                  <a:lnTo>
                    <a:pt x="66033" y="26554"/>
                  </a:lnTo>
                  <a:lnTo>
                    <a:pt x="61862" y="29828"/>
                  </a:lnTo>
                  <a:lnTo>
                    <a:pt x="57798" y="33233"/>
                  </a:lnTo>
                  <a:lnTo>
                    <a:pt x="53844" y="36765"/>
                  </a:lnTo>
                  <a:lnTo>
                    <a:pt x="50003" y="40421"/>
                  </a:lnTo>
                  <a:lnTo>
                    <a:pt x="46281" y="44196"/>
                  </a:lnTo>
                  <a:lnTo>
                    <a:pt x="42680" y="48088"/>
                  </a:lnTo>
                  <a:lnTo>
                    <a:pt x="39204" y="52092"/>
                  </a:lnTo>
                  <a:lnTo>
                    <a:pt x="35858" y="56204"/>
                  </a:lnTo>
                  <a:lnTo>
                    <a:pt x="32643" y="60420"/>
                  </a:lnTo>
                  <a:lnTo>
                    <a:pt x="29563" y="64736"/>
                  </a:lnTo>
                  <a:lnTo>
                    <a:pt x="26622" y="69148"/>
                  </a:lnTo>
                  <a:lnTo>
                    <a:pt x="23823" y="73651"/>
                  </a:lnTo>
                  <a:lnTo>
                    <a:pt x="21167" y="78240"/>
                  </a:lnTo>
                  <a:lnTo>
                    <a:pt x="18658" y="82911"/>
                  </a:lnTo>
                  <a:lnTo>
                    <a:pt x="16299" y="87659"/>
                  </a:lnTo>
                  <a:lnTo>
                    <a:pt x="14092" y="92480"/>
                  </a:lnTo>
                  <a:lnTo>
                    <a:pt x="12038" y="97368"/>
                  </a:lnTo>
                  <a:lnTo>
                    <a:pt x="10141" y="102319"/>
                  </a:lnTo>
                  <a:lnTo>
                    <a:pt x="8402" y="107327"/>
                  </a:lnTo>
                  <a:lnTo>
                    <a:pt x="6822" y="112389"/>
                  </a:lnTo>
                  <a:lnTo>
                    <a:pt x="5403" y="117497"/>
                  </a:lnTo>
                  <a:lnTo>
                    <a:pt x="4148" y="122649"/>
                  </a:lnTo>
                  <a:lnTo>
                    <a:pt x="3056" y="127837"/>
                  </a:lnTo>
                  <a:lnTo>
                    <a:pt x="2129" y="133058"/>
                  </a:lnTo>
                  <a:lnTo>
                    <a:pt x="1369" y="138305"/>
                  </a:lnTo>
                  <a:lnTo>
                    <a:pt x="775" y="143573"/>
                  </a:lnTo>
                  <a:lnTo>
                    <a:pt x="349" y="148858"/>
                  </a:lnTo>
                  <a:lnTo>
                    <a:pt x="90" y="154154"/>
                  </a:lnTo>
                  <a:lnTo>
                    <a:pt x="0" y="159455"/>
                  </a:lnTo>
                  <a:lnTo>
                    <a:pt x="77" y="164757"/>
                  </a:lnTo>
                  <a:lnTo>
                    <a:pt x="323" y="170053"/>
                  </a:lnTo>
                  <a:lnTo>
                    <a:pt x="736" y="175339"/>
                  </a:lnTo>
                  <a:lnTo>
                    <a:pt x="1317" y="180609"/>
                  </a:lnTo>
                  <a:lnTo>
                    <a:pt x="2065" y="185858"/>
                  </a:lnTo>
                  <a:lnTo>
                    <a:pt x="2979" y="191081"/>
                  </a:lnTo>
                  <a:lnTo>
                    <a:pt x="4058" y="196272"/>
                  </a:lnTo>
                  <a:lnTo>
                    <a:pt x="5301" y="201426"/>
                  </a:lnTo>
                  <a:lnTo>
                    <a:pt x="6707" y="206538"/>
                  </a:lnTo>
                  <a:lnTo>
                    <a:pt x="8275" y="211603"/>
                  </a:lnTo>
                  <a:lnTo>
                    <a:pt x="10002" y="216616"/>
                  </a:lnTo>
                  <a:lnTo>
                    <a:pt x="11887" y="221572"/>
                  </a:lnTo>
                  <a:lnTo>
                    <a:pt x="13929" y="226465"/>
                  </a:lnTo>
                  <a:lnTo>
                    <a:pt x="16125" y="231291"/>
                  </a:lnTo>
                  <a:lnTo>
                    <a:pt x="18472" y="236045"/>
                  </a:lnTo>
                  <a:lnTo>
                    <a:pt x="20969" y="240722"/>
                  </a:lnTo>
                  <a:lnTo>
                    <a:pt x="23614" y="245318"/>
                  </a:lnTo>
                  <a:lnTo>
                    <a:pt x="26402" y="249827"/>
                  </a:lnTo>
                  <a:lnTo>
                    <a:pt x="29333" y="254246"/>
                  </a:lnTo>
                  <a:lnTo>
                    <a:pt x="32402" y="258569"/>
                  </a:lnTo>
                  <a:lnTo>
                    <a:pt x="35606" y="262793"/>
                  </a:lnTo>
                  <a:lnTo>
                    <a:pt x="38943" y="266914"/>
                  </a:lnTo>
                  <a:lnTo>
                    <a:pt x="42409" y="270926"/>
                  </a:lnTo>
                  <a:lnTo>
                    <a:pt x="46000" y="274826"/>
                  </a:lnTo>
                  <a:lnTo>
                    <a:pt x="49714" y="278611"/>
                  </a:lnTo>
                  <a:lnTo>
                    <a:pt x="53545" y="282276"/>
                  </a:lnTo>
                  <a:lnTo>
                    <a:pt x="57491" y="285818"/>
                  </a:lnTo>
                  <a:lnTo>
                    <a:pt x="61547" y="289232"/>
                  </a:lnTo>
                  <a:lnTo>
                    <a:pt x="65709" y="292517"/>
                  </a:lnTo>
                  <a:lnTo>
                    <a:pt x="69973" y="295667"/>
                  </a:lnTo>
                  <a:lnTo>
                    <a:pt x="74335" y="298681"/>
                  </a:lnTo>
                  <a:lnTo>
                    <a:pt x="78791" y="301555"/>
                  </a:lnTo>
                  <a:lnTo>
                    <a:pt x="83335" y="304287"/>
                  </a:lnTo>
                  <a:lnTo>
                    <a:pt x="87964" y="306872"/>
                  </a:lnTo>
                  <a:lnTo>
                    <a:pt x="92673" y="309310"/>
                  </a:lnTo>
                  <a:lnTo>
                    <a:pt x="97456" y="311597"/>
                  </a:lnTo>
                  <a:lnTo>
                    <a:pt x="102309" y="313732"/>
                  </a:lnTo>
                  <a:lnTo>
                    <a:pt x="107228" y="315711"/>
                  </a:lnTo>
                  <a:lnTo>
                    <a:pt x="112207" y="317533"/>
                  </a:lnTo>
                  <a:lnTo>
                    <a:pt x="117241" y="319197"/>
                  </a:lnTo>
                  <a:lnTo>
                    <a:pt x="122326" y="320700"/>
                  </a:lnTo>
                  <a:lnTo>
                    <a:pt x="127456" y="322041"/>
                  </a:lnTo>
                  <a:lnTo>
                    <a:pt x="132625" y="323218"/>
                  </a:lnTo>
                  <a:lnTo>
                    <a:pt x="137830" y="324232"/>
                  </a:lnTo>
                  <a:lnTo>
                    <a:pt x="143063" y="325079"/>
                  </a:lnTo>
                  <a:lnTo>
                    <a:pt x="148321" y="325760"/>
                  </a:lnTo>
                  <a:lnTo>
                    <a:pt x="153599" y="326274"/>
                  </a:lnTo>
                  <a:lnTo>
                    <a:pt x="158889" y="326621"/>
                  </a:lnTo>
                  <a:lnTo>
                    <a:pt x="164188" y="326800"/>
                  </a:lnTo>
                  <a:lnTo>
                    <a:pt x="169490" y="326810"/>
                  </a:lnTo>
                  <a:lnTo>
                    <a:pt x="174790" y="326652"/>
                  </a:lnTo>
                  <a:lnTo>
                    <a:pt x="180082" y="326326"/>
                  </a:lnTo>
                  <a:lnTo>
                    <a:pt x="185361" y="325833"/>
                  </a:lnTo>
                  <a:lnTo>
                    <a:pt x="190622" y="325172"/>
                  </a:lnTo>
                  <a:lnTo>
                    <a:pt x="195859" y="324345"/>
                  </a:lnTo>
                  <a:lnTo>
                    <a:pt x="201067" y="323353"/>
                  </a:lnTo>
                  <a:lnTo>
                    <a:pt x="206241" y="322195"/>
                  </a:lnTo>
                  <a:lnTo>
                    <a:pt x="211376" y="320874"/>
                  </a:lnTo>
                  <a:lnTo>
                    <a:pt x="216467" y="319391"/>
                  </a:lnTo>
                  <a:lnTo>
                    <a:pt x="221507" y="317747"/>
                  </a:lnTo>
                  <a:lnTo>
                    <a:pt x="226493" y="315945"/>
                  </a:lnTo>
                  <a:lnTo>
                    <a:pt x="231420" y="313985"/>
                  </a:lnTo>
                  <a:lnTo>
                    <a:pt x="236282" y="311869"/>
                  </a:lnTo>
                  <a:lnTo>
                    <a:pt x="241074" y="309601"/>
                  </a:lnTo>
                  <a:lnTo>
                    <a:pt x="245792" y="307182"/>
                  </a:lnTo>
                  <a:lnTo>
                    <a:pt x="250431" y="304614"/>
                  </a:lnTo>
                  <a:lnTo>
                    <a:pt x="254986" y="301901"/>
                  </a:lnTo>
                  <a:lnTo>
                    <a:pt x="259453" y="299044"/>
                  </a:lnTo>
                  <a:lnTo>
                    <a:pt x="263826" y="296047"/>
                  </a:lnTo>
                  <a:lnTo>
                    <a:pt x="268103" y="292913"/>
                  </a:lnTo>
                  <a:lnTo>
                    <a:pt x="272278" y="289645"/>
                  </a:lnTo>
                  <a:lnTo>
                    <a:pt x="276348" y="286247"/>
                  </a:lnTo>
                  <a:lnTo>
                    <a:pt x="280307" y="282720"/>
                  </a:lnTo>
                  <a:lnTo>
                    <a:pt x="284153" y="279070"/>
                  </a:lnTo>
                  <a:lnTo>
                    <a:pt x="287881" y="275300"/>
                  </a:lnTo>
                  <a:lnTo>
                    <a:pt x="291488" y="271414"/>
                  </a:lnTo>
                  <a:lnTo>
                    <a:pt x="294969" y="267415"/>
                  </a:lnTo>
                  <a:lnTo>
                    <a:pt x="298322" y="263308"/>
                  </a:lnTo>
                  <a:lnTo>
                    <a:pt x="301543" y="259097"/>
                  </a:lnTo>
                  <a:lnTo>
                    <a:pt x="304629" y="254785"/>
                  </a:lnTo>
                  <a:lnTo>
                    <a:pt x="307577" y="250378"/>
                  </a:lnTo>
                  <a:lnTo>
                    <a:pt x="310383" y="245880"/>
                  </a:lnTo>
                  <a:lnTo>
                    <a:pt x="313045" y="241294"/>
                  </a:lnTo>
                  <a:lnTo>
                    <a:pt x="315561" y="236627"/>
                  </a:lnTo>
                  <a:lnTo>
                    <a:pt x="317927" y="231882"/>
                  </a:lnTo>
                  <a:lnTo>
                    <a:pt x="320142" y="227065"/>
                  </a:lnTo>
                  <a:lnTo>
                    <a:pt x="322202" y="222180"/>
                  </a:lnTo>
                  <a:lnTo>
                    <a:pt x="324107" y="217232"/>
                  </a:lnTo>
                  <a:lnTo>
                    <a:pt x="325854" y="212226"/>
                  </a:lnTo>
                  <a:lnTo>
                    <a:pt x="327441" y="207167"/>
                  </a:lnTo>
                  <a:lnTo>
                    <a:pt x="328867" y="202060"/>
                  </a:lnTo>
                  <a:lnTo>
                    <a:pt x="330131" y="196911"/>
                  </a:lnTo>
                  <a:lnTo>
                    <a:pt x="331230" y="191724"/>
                  </a:lnTo>
                  <a:lnTo>
                    <a:pt x="332164" y="186505"/>
                  </a:lnTo>
                  <a:lnTo>
                    <a:pt x="332933" y="181259"/>
                  </a:lnTo>
                  <a:lnTo>
                    <a:pt x="333534" y="175991"/>
                  </a:lnTo>
                  <a:lnTo>
                    <a:pt x="333969" y="170707"/>
                  </a:lnTo>
                  <a:lnTo>
                    <a:pt x="334235" y="165412"/>
                  </a:lnTo>
                  <a:lnTo>
                    <a:pt x="334334" y="160110"/>
                  </a:lnTo>
                  <a:lnTo>
                    <a:pt x="334264" y="154809"/>
                  </a:lnTo>
                  <a:lnTo>
                    <a:pt x="334026" y="149512"/>
                  </a:lnTo>
                  <a:lnTo>
                    <a:pt x="333620" y="144226"/>
                  </a:lnTo>
                  <a:lnTo>
                    <a:pt x="333047" y="138955"/>
                  </a:lnTo>
                  <a:lnTo>
                    <a:pt x="332307" y="133705"/>
                  </a:lnTo>
                  <a:lnTo>
                    <a:pt x="331401" y="128481"/>
                  </a:lnTo>
                  <a:lnTo>
                    <a:pt x="330330" y="123288"/>
                  </a:lnTo>
                  <a:lnTo>
                    <a:pt x="329094" y="118132"/>
                  </a:lnTo>
                  <a:lnTo>
                    <a:pt x="327696" y="113017"/>
                  </a:lnTo>
                  <a:lnTo>
                    <a:pt x="326136" y="107950"/>
                  </a:lnTo>
                  <a:lnTo>
                    <a:pt x="324416" y="102935"/>
                  </a:lnTo>
                  <a:lnTo>
                    <a:pt x="322538" y="97976"/>
                  </a:lnTo>
                  <a:lnTo>
                    <a:pt x="320504" y="93080"/>
                  </a:lnTo>
                  <a:lnTo>
                    <a:pt x="318315" y="88251"/>
                  </a:lnTo>
                  <a:lnTo>
                    <a:pt x="315975" y="83493"/>
                  </a:lnTo>
                  <a:lnTo>
                    <a:pt x="313485" y="78813"/>
                  </a:lnTo>
                  <a:lnTo>
                    <a:pt x="310847" y="74213"/>
                  </a:lnTo>
                  <a:lnTo>
                    <a:pt x="308065" y="69700"/>
                  </a:lnTo>
                  <a:lnTo>
                    <a:pt x="305141" y="65277"/>
                  </a:lnTo>
                  <a:lnTo>
                    <a:pt x="302079" y="60948"/>
                  </a:lnTo>
                  <a:lnTo>
                    <a:pt x="298881" y="56720"/>
                  </a:lnTo>
                  <a:lnTo>
                    <a:pt x="295550" y="52594"/>
                  </a:lnTo>
                  <a:lnTo>
                    <a:pt x="292090" y="48577"/>
                  </a:lnTo>
                  <a:lnTo>
                    <a:pt x="288504" y="44671"/>
                  </a:lnTo>
                  <a:lnTo>
                    <a:pt x="284797" y="40881"/>
                  </a:lnTo>
                  <a:lnTo>
                    <a:pt x="280971" y="37210"/>
                  </a:lnTo>
                  <a:lnTo>
                    <a:pt x="277030" y="33663"/>
                  </a:lnTo>
                  <a:lnTo>
                    <a:pt x="272979" y="30242"/>
                  </a:lnTo>
                  <a:lnTo>
                    <a:pt x="268822" y="26952"/>
                  </a:lnTo>
                  <a:lnTo>
                    <a:pt x="264562" y="23794"/>
                  </a:lnTo>
                  <a:lnTo>
                    <a:pt x="260205" y="20774"/>
                  </a:lnTo>
                  <a:lnTo>
                    <a:pt x="255753" y="17893"/>
                  </a:lnTo>
                  <a:lnTo>
                    <a:pt x="251213" y="15155"/>
                  </a:lnTo>
                  <a:lnTo>
                    <a:pt x="167167" y="159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23235" y="1681503"/>
              <a:ext cx="84046" cy="167167"/>
            </a:xfrm>
            <a:custGeom>
              <a:avLst/>
              <a:pathLst>
                <a:path w="84046" h="167167">
                  <a:moveTo>
                    <a:pt x="84046" y="22664"/>
                  </a:moveTo>
                  <a:lnTo>
                    <a:pt x="78920" y="19802"/>
                  </a:lnTo>
                  <a:lnTo>
                    <a:pt x="73697" y="17122"/>
                  </a:lnTo>
                  <a:lnTo>
                    <a:pt x="68383" y="14626"/>
                  </a:lnTo>
                  <a:lnTo>
                    <a:pt x="62985" y="12319"/>
                  </a:lnTo>
                  <a:lnTo>
                    <a:pt x="57509" y="10203"/>
                  </a:lnTo>
                  <a:lnTo>
                    <a:pt x="51962" y="8281"/>
                  </a:lnTo>
                  <a:lnTo>
                    <a:pt x="46351" y="6554"/>
                  </a:lnTo>
                  <a:lnTo>
                    <a:pt x="40683" y="5026"/>
                  </a:lnTo>
                  <a:lnTo>
                    <a:pt x="34965" y="3697"/>
                  </a:lnTo>
                  <a:lnTo>
                    <a:pt x="29203" y="2570"/>
                  </a:lnTo>
                  <a:lnTo>
                    <a:pt x="23406" y="1646"/>
                  </a:lnTo>
                  <a:lnTo>
                    <a:pt x="17580" y="926"/>
                  </a:lnTo>
                  <a:lnTo>
                    <a:pt x="11732" y="412"/>
                  </a:lnTo>
                  <a:lnTo>
                    <a:pt x="586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853885" y="1322571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8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8" y="4092"/>
                  </a:lnTo>
                  <a:lnTo>
                    <a:pt x="125242" y="5339"/>
                  </a:lnTo>
                  <a:lnTo>
                    <a:pt x="120137" y="6747"/>
                  </a:lnTo>
                  <a:lnTo>
                    <a:pt x="115080" y="8317"/>
                  </a:lnTo>
                  <a:lnTo>
                    <a:pt x="110075" y="10046"/>
                  </a:lnTo>
                  <a:lnTo>
                    <a:pt x="105127" y="11932"/>
                  </a:lnTo>
                  <a:lnTo>
                    <a:pt x="100242" y="13975"/>
                  </a:lnTo>
                  <a:lnTo>
                    <a:pt x="95423" y="16171"/>
                  </a:lnTo>
                  <a:lnTo>
                    <a:pt x="90677" y="18518"/>
                  </a:lnTo>
                  <a:lnTo>
                    <a:pt x="86008" y="21015"/>
                  </a:lnTo>
                  <a:lnTo>
                    <a:pt x="81419" y="23658"/>
                  </a:lnTo>
                  <a:lnTo>
                    <a:pt x="76917" y="26446"/>
                  </a:lnTo>
                  <a:lnTo>
                    <a:pt x="72505" y="29374"/>
                  </a:lnTo>
                  <a:lnTo>
                    <a:pt x="68189" y="32441"/>
                  </a:lnTo>
                  <a:lnTo>
                    <a:pt x="63971" y="35643"/>
                  </a:lnTo>
                  <a:lnTo>
                    <a:pt x="59858" y="38977"/>
                  </a:lnTo>
                  <a:lnTo>
                    <a:pt x="55851" y="42439"/>
                  </a:lnTo>
                  <a:lnTo>
                    <a:pt x="51957" y="46027"/>
                  </a:lnTo>
                  <a:lnTo>
                    <a:pt x="48178" y="49736"/>
                  </a:lnTo>
                  <a:lnTo>
                    <a:pt x="44518" y="53563"/>
                  </a:lnTo>
                  <a:lnTo>
                    <a:pt x="40982" y="57504"/>
                  </a:lnTo>
                  <a:lnTo>
                    <a:pt x="37572" y="61555"/>
                  </a:lnTo>
                  <a:lnTo>
                    <a:pt x="34292" y="65713"/>
                  </a:lnTo>
                  <a:lnTo>
                    <a:pt x="31145" y="69971"/>
                  </a:lnTo>
                  <a:lnTo>
                    <a:pt x="28135" y="74328"/>
                  </a:lnTo>
                  <a:lnTo>
                    <a:pt x="25265" y="78777"/>
                  </a:lnTo>
                  <a:lnTo>
                    <a:pt x="22536" y="83315"/>
                  </a:lnTo>
                  <a:lnTo>
                    <a:pt x="19953" y="87938"/>
                  </a:lnTo>
                  <a:lnTo>
                    <a:pt x="17518" y="92640"/>
                  </a:lnTo>
                  <a:lnTo>
                    <a:pt x="15232" y="97416"/>
                  </a:lnTo>
                  <a:lnTo>
                    <a:pt x="13099" y="102263"/>
                  </a:lnTo>
                  <a:lnTo>
                    <a:pt x="11121" y="107175"/>
                  </a:lnTo>
                  <a:lnTo>
                    <a:pt x="9299" y="112146"/>
                  </a:lnTo>
                  <a:lnTo>
                    <a:pt x="7636" y="117174"/>
                  </a:lnTo>
                  <a:lnTo>
                    <a:pt x="6132" y="122251"/>
                  </a:lnTo>
                  <a:lnTo>
                    <a:pt x="4791" y="127373"/>
                  </a:lnTo>
                  <a:lnTo>
                    <a:pt x="3612" y="132536"/>
                  </a:lnTo>
                  <a:lnTo>
                    <a:pt x="2597" y="137733"/>
                  </a:lnTo>
                  <a:lnTo>
                    <a:pt x="1747" y="142959"/>
                  </a:lnTo>
                  <a:lnTo>
                    <a:pt x="1064" y="148210"/>
                  </a:lnTo>
                  <a:lnTo>
                    <a:pt x="547" y="153480"/>
                  </a:lnTo>
                  <a:lnTo>
                    <a:pt x="197" y="158763"/>
                  </a:lnTo>
                  <a:lnTo>
                    <a:pt x="14" y="164055"/>
                  </a:lnTo>
                  <a:lnTo>
                    <a:pt x="0" y="169351"/>
                  </a:lnTo>
                  <a:lnTo>
                    <a:pt x="153" y="174644"/>
                  </a:lnTo>
                  <a:lnTo>
                    <a:pt x="473" y="179929"/>
                  </a:lnTo>
                  <a:lnTo>
                    <a:pt x="961" y="185202"/>
                  </a:lnTo>
                  <a:lnTo>
                    <a:pt x="1615" y="190456"/>
                  </a:lnTo>
                  <a:lnTo>
                    <a:pt x="2436" y="195687"/>
                  </a:lnTo>
                  <a:lnTo>
                    <a:pt x="3422" y="200890"/>
                  </a:lnTo>
                  <a:lnTo>
                    <a:pt x="4572" y="206059"/>
                  </a:lnTo>
                  <a:lnTo>
                    <a:pt x="5886" y="211188"/>
                  </a:lnTo>
                  <a:lnTo>
                    <a:pt x="7361" y="216274"/>
                  </a:lnTo>
                  <a:lnTo>
                    <a:pt x="8996" y="221310"/>
                  </a:lnTo>
                  <a:lnTo>
                    <a:pt x="10790" y="226292"/>
                  </a:lnTo>
                  <a:lnTo>
                    <a:pt x="12741" y="231215"/>
                  </a:lnTo>
                  <a:lnTo>
                    <a:pt x="14847" y="236073"/>
                  </a:lnTo>
                  <a:lnTo>
                    <a:pt x="17106" y="240862"/>
                  </a:lnTo>
                  <a:lnTo>
                    <a:pt x="19516" y="245578"/>
                  </a:lnTo>
                  <a:lnTo>
                    <a:pt x="22073" y="250214"/>
                  </a:lnTo>
                  <a:lnTo>
                    <a:pt x="24776" y="254768"/>
                  </a:lnTo>
                  <a:lnTo>
                    <a:pt x="27622" y="259233"/>
                  </a:lnTo>
                  <a:lnTo>
                    <a:pt x="30608" y="263606"/>
                  </a:lnTo>
                  <a:lnTo>
                    <a:pt x="33731" y="267882"/>
                  </a:lnTo>
                  <a:lnTo>
                    <a:pt x="36988" y="272057"/>
                  </a:lnTo>
                  <a:lnTo>
                    <a:pt x="40375" y="276127"/>
                  </a:lnTo>
                  <a:lnTo>
                    <a:pt x="43890" y="280088"/>
                  </a:lnTo>
                  <a:lnTo>
                    <a:pt x="47528" y="283935"/>
                  </a:lnTo>
                  <a:lnTo>
                    <a:pt x="51286" y="287665"/>
                  </a:lnTo>
                  <a:lnTo>
                    <a:pt x="55161" y="291275"/>
                  </a:lnTo>
                  <a:lnTo>
                    <a:pt x="59148" y="294759"/>
                  </a:lnTo>
                  <a:lnTo>
                    <a:pt x="63243" y="298116"/>
                  </a:lnTo>
                  <a:lnTo>
                    <a:pt x="67442" y="301342"/>
                  </a:lnTo>
                  <a:lnTo>
                    <a:pt x="71742" y="304432"/>
                  </a:lnTo>
                  <a:lnTo>
                    <a:pt x="76137" y="307385"/>
                  </a:lnTo>
                  <a:lnTo>
                    <a:pt x="80624" y="310197"/>
                  </a:lnTo>
                  <a:lnTo>
                    <a:pt x="85197" y="312866"/>
                  </a:lnTo>
                  <a:lnTo>
                    <a:pt x="89853" y="315389"/>
                  </a:lnTo>
                  <a:lnTo>
                    <a:pt x="94586" y="317763"/>
                  </a:lnTo>
                  <a:lnTo>
                    <a:pt x="99392" y="319985"/>
                  </a:lnTo>
                  <a:lnTo>
                    <a:pt x="104266" y="322055"/>
                  </a:lnTo>
                  <a:lnTo>
                    <a:pt x="109204" y="323969"/>
                  </a:lnTo>
                  <a:lnTo>
                    <a:pt x="114199" y="325726"/>
                  </a:lnTo>
                  <a:lnTo>
                    <a:pt x="119247" y="327323"/>
                  </a:lnTo>
                  <a:lnTo>
                    <a:pt x="124344" y="328760"/>
                  </a:lnTo>
                  <a:lnTo>
                    <a:pt x="129483" y="330035"/>
                  </a:lnTo>
                  <a:lnTo>
                    <a:pt x="134660" y="331146"/>
                  </a:lnTo>
                  <a:lnTo>
                    <a:pt x="139870" y="332093"/>
                  </a:lnTo>
                  <a:lnTo>
                    <a:pt x="145108" y="332874"/>
                  </a:lnTo>
                  <a:lnTo>
                    <a:pt x="150367" y="333489"/>
                  </a:lnTo>
                  <a:lnTo>
                    <a:pt x="155643" y="333938"/>
                  </a:lnTo>
                  <a:lnTo>
                    <a:pt x="160931" y="334219"/>
                  </a:lnTo>
                  <a:lnTo>
                    <a:pt x="166225" y="334332"/>
                  </a:lnTo>
                  <a:lnTo>
                    <a:pt x="171520" y="334277"/>
                  </a:lnTo>
                  <a:lnTo>
                    <a:pt x="176810" y="334055"/>
                  </a:lnTo>
                  <a:lnTo>
                    <a:pt x="182091" y="333666"/>
                  </a:lnTo>
                  <a:lnTo>
                    <a:pt x="187357" y="333109"/>
                  </a:lnTo>
                  <a:lnTo>
                    <a:pt x="192602" y="332386"/>
                  </a:lnTo>
                  <a:lnTo>
                    <a:pt x="197822" y="331497"/>
                  </a:lnTo>
                  <a:lnTo>
                    <a:pt x="203012" y="330443"/>
                  </a:lnTo>
                  <a:lnTo>
                    <a:pt x="208165" y="329225"/>
                  </a:lnTo>
                  <a:lnTo>
                    <a:pt x="213277" y="327845"/>
                  </a:lnTo>
                  <a:lnTo>
                    <a:pt x="218343" y="326304"/>
                  </a:lnTo>
                  <a:lnTo>
                    <a:pt x="223357" y="324603"/>
                  </a:lnTo>
                  <a:lnTo>
                    <a:pt x="228315" y="322744"/>
                  </a:lnTo>
                  <a:lnTo>
                    <a:pt x="233212" y="320728"/>
                  </a:lnTo>
                  <a:lnTo>
                    <a:pt x="238043" y="318559"/>
                  </a:lnTo>
                  <a:lnTo>
                    <a:pt x="242802" y="316238"/>
                  </a:lnTo>
                  <a:lnTo>
                    <a:pt x="247485" y="313767"/>
                  </a:lnTo>
                  <a:lnTo>
                    <a:pt x="252088" y="311149"/>
                  </a:lnTo>
                  <a:lnTo>
                    <a:pt x="256606" y="308387"/>
                  </a:lnTo>
                  <a:lnTo>
                    <a:pt x="261033" y="305483"/>
                  </a:lnTo>
                  <a:lnTo>
                    <a:pt x="265367" y="302440"/>
                  </a:lnTo>
                  <a:lnTo>
                    <a:pt x="269602" y="299262"/>
                  </a:lnTo>
                  <a:lnTo>
                    <a:pt x="273735" y="295951"/>
                  </a:lnTo>
                  <a:lnTo>
                    <a:pt x="277760" y="292510"/>
                  </a:lnTo>
                  <a:lnTo>
                    <a:pt x="281674" y="288944"/>
                  </a:lnTo>
                  <a:lnTo>
                    <a:pt x="285474" y="285256"/>
                  </a:lnTo>
                  <a:lnTo>
                    <a:pt x="289154" y="281450"/>
                  </a:lnTo>
                  <a:lnTo>
                    <a:pt x="292713" y="277528"/>
                  </a:lnTo>
                  <a:lnTo>
                    <a:pt x="296145" y="273496"/>
                  </a:lnTo>
                  <a:lnTo>
                    <a:pt x="299448" y="269357"/>
                  </a:lnTo>
                  <a:lnTo>
                    <a:pt x="302618" y="265116"/>
                  </a:lnTo>
                  <a:lnTo>
                    <a:pt x="305653" y="260776"/>
                  </a:lnTo>
                  <a:lnTo>
                    <a:pt x="308548" y="256343"/>
                  </a:lnTo>
                  <a:lnTo>
                    <a:pt x="311301" y="251820"/>
                  </a:lnTo>
                  <a:lnTo>
                    <a:pt x="313910" y="247212"/>
                  </a:lnTo>
                  <a:lnTo>
                    <a:pt x="316372" y="242524"/>
                  </a:lnTo>
                  <a:lnTo>
                    <a:pt x="318683" y="237760"/>
                  </a:lnTo>
                  <a:lnTo>
                    <a:pt x="320843" y="232925"/>
                  </a:lnTo>
                  <a:lnTo>
                    <a:pt x="322849" y="228025"/>
                  </a:lnTo>
                  <a:lnTo>
                    <a:pt x="324698" y="223063"/>
                  </a:lnTo>
                  <a:lnTo>
                    <a:pt x="326390" y="218045"/>
                  </a:lnTo>
                  <a:lnTo>
                    <a:pt x="327921" y="212976"/>
                  </a:lnTo>
                  <a:lnTo>
                    <a:pt x="329291" y="207861"/>
                  </a:lnTo>
                  <a:lnTo>
                    <a:pt x="330499" y="202706"/>
                  </a:lnTo>
                  <a:lnTo>
                    <a:pt x="331542" y="197514"/>
                  </a:lnTo>
                  <a:lnTo>
                    <a:pt x="332421" y="192293"/>
                  </a:lnTo>
                  <a:lnTo>
                    <a:pt x="333134" y="187046"/>
                  </a:lnTo>
                  <a:lnTo>
                    <a:pt x="333680" y="181779"/>
                  </a:lnTo>
                  <a:lnTo>
                    <a:pt x="334060" y="176497"/>
                  </a:lnTo>
                  <a:lnTo>
                    <a:pt x="334271" y="171206"/>
                  </a:lnTo>
                  <a:lnTo>
                    <a:pt x="334315" y="165911"/>
                  </a:lnTo>
                  <a:lnTo>
                    <a:pt x="334192" y="160618"/>
                  </a:lnTo>
                  <a:lnTo>
                    <a:pt x="333901" y="155330"/>
                  </a:lnTo>
                  <a:lnTo>
                    <a:pt x="333442" y="150055"/>
                  </a:lnTo>
                  <a:lnTo>
                    <a:pt x="332817" y="144797"/>
                  </a:lnTo>
                  <a:lnTo>
                    <a:pt x="332025" y="139561"/>
                  </a:lnTo>
                  <a:lnTo>
                    <a:pt x="331068" y="134353"/>
                  </a:lnTo>
                  <a:lnTo>
                    <a:pt x="329946" y="129178"/>
                  </a:lnTo>
                  <a:lnTo>
                    <a:pt x="328662" y="124041"/>
                  </a:lnTo>
                  <a:lnTo>
                    <a:pt x="327215" y="118948"/>
                  </a:lnTo>
                  <a:lnTo>
                    <a:pt x="325607" y="113902"/>
                  </a:lnTo>
                  <a:lnTo>
                    <a:pt x="323841" y="108911"/>
                  </a:lnTo>
                  <a:lnTo>
                    <a:pt x="321917" y="103977"/>
                  </a:lnTo>
                  <a:lnTo>
                    <a:pt x="319838" y="99107"/>
                  </a:lnTo>
                  <a:lnTo>
                    <a:pt x="317606" y="94306"/>
                  </a:lnTo>
                  <a:lnTo>
                    <a:pt x="315223" y="89577"/>
                  </a:lnTo>
                  <a:lnTo>
                    <a:pt x="312691" y="84926"/>
                  </a:lnTo>
                  <a:lnTo>
                    <a:pt x="310013" y="80358"/>
                  </a:lnTo>
                  <a:lnTo>
                    <a:pt x="307192" y="75877"/>
                  </a:lnTo>
                  <a:lnTo>
                    <a:pt x="304231" y="71487"/>
                  </a:lnTo>
                  <a:lnTo>
                    <a:pt x="301132" y="67194"/>
                  </a:lnTo>
                  <a:lnTo>
                    <a:pt x="297898" y="63001"/>
                  </a:lnTo>
                  <a:lnTo>
                    <a:pt x="294533" y="58912"/>
                  </a:lnTo>
                  <a:lnTo>
                    <a:pt x="291041" y="54932"/>
                  </a:lnTo>
                  <a:lnTo>
                    <a:pt x="287424" y="51064"/>
                  </a:lnTo>
                  <a:lnTo>
                    <a:pt x="283686" y="47313"/>
                  </a:lnTo>
                  <a:lnTo>
                    <a:pt x="279832" y="43683"/>
                  </a:lnTo>
                  <a:lnTo>
                    <a:pt x="275864" y="40176"/>
                  </a:lnTo>
                  <a:lnTo>
                    <a:pt x="271788" y="36797"/>
                  </a:lnTo>
                  <a:lnTo>
                    <a:pt x="267606" y="33548"/>
                  </a:lnTo>
                  <a:lnTo>
                    <a:pt x="263324" y="30433"/>
                  </a:lnTo>
                  <a:lnTo>
                    <a:pt x="258945" y="27456"/>
                  </a:lnTo>
                  <a:lnTo>
                    <a:pt x="254474" y="24619"/>
                  </a:lnTo>
                  <a:lnTo>
                    <a:pt x="249915" y="21925"/>
                  </a:lnTo>
                  <a:lnTo>
                    <a:pt x="245274" y="19376"/>
                  </a:lnTo>
                  <a:lnTo>
                    <a:pt x="240554" y="16976"/>
                  </a:lnTo>
                  <a:lnTo>
                    <a:pt x="235760" y="14727"/>
                  </a:lnTo>
                  <a:lnTo>
                    <a:pt x="230898" y="1263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5202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35006"/>
              <a:ext cx="63745" cy="154733"/>
            </a:xfrm>
            <a:custGeom>
              <a:avLst/>
              <a:pathLst>
                <a:path w="63745" h="154733">
                  <a:moveTo>
                    <a:pt x="63745" y="196"/>
                  </a:moveTo>
                  <a:lnTo>
                    <a:pt x="63266" y="0"/>
                  </a:lnTo>
                  <a:lnTo>
                    <a:pt x="0" y="154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571"/>
              <a:ext cx="63266" cy="167167"/>
            </a:xfrm>
            <a:custGeom>
              <a:avLst/>
              <a:pathLst>
                <a:path w="63266" h="167167">
                  <a:moveTo>
                    <a:pt x="63266" y="12434"/>
                  </a:moveTo>
                  <a:lnTo>
                    <a:pt x="57768" y="10298"/>
                  </a:lnTo>
                  <a:lnTo>
                    <a:pt x="52198" y="8358"/>
                  </a:lnTo>
                  <a:lnTo>
                    <a:pt x="46563" y="6615"/>
                  </a:lnTo>
                  <a:lnTo>
                    <a:pt x="40870" y="5073"/>
                  </a:lnTo>
                  <a:lnTo>
                    <a:pt x="35127" y="3732"/>
                  </a:lnTo>
                  <a:lnTo>
                    <a:pt x="29339" y="2594"/>
                  </a:lnTo>
                  <a:lnTo>
                    <a:pt x="23515" y="1662"/>
                  </a:lnTo>
                  <a:lnTo>
                    <a:pt x="17662" y="935"/>
                  </a:lnTo>
                  <a:lnTo>
                    <a:pt x="11787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378103" y="1071028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0" y="2109"/>
                  </a:lnTo>
                  <a:lnTo>
                    <a:pt x="135444" y="3035"/>
                  </a:lnTo>
                  <a:lnTo>
                    <a:pt x="130240" y="4126"/>
                  </a:lnTo>
                  <a:lnTo>
                    <a:pt x="125074" y="5383"/>
                  </a:lnTo>
                  <a:lnTo>
                    <a:pt x="119950" y="6803"/>
                  </a:lnTo>
                  <a:lnTo>
                    <a:pt x="114874" y="8385"/>
                  </a:lnTo>
                  <a:lnTo>
                    <a:pt x="109850" y="10128"/>
                  </a:lnTo>
                  <a:lnTo>
                    <a:pt x="104885" y="12030"/>
                  </a:lnTo>
                  <a:lnTo>
                    <a:pt x="99983" y="14089"/>
                  </a:lnTo>
                  <a:lnTo>
                    <a:pt x="95149" y="16302"/>
                  </a:lnTo>
                  <a:lnTo>
                    <a:pt x="90387" y="18669"/>
                  </a:lnTo>
                  <a:lnTo>
                    <a:pt x="85703" y="21185"/>
                  </a:lnTo>
                  <a:lnTo>
                    <a:pt x="81102" y="23850"/>
                  </a:lnTo>
                  <a:lnTo>
                    <a:pt x="76587" y="26659"/>
                  </a:lnTo>
                  <a:lnTo>
                    <a:pt x="72165" y="29610"/>
                  </a:lnTo>
                  <a:lnTo>
                    <a:pt x="67838" y="32701"/>
                  </a:lnTo>
                  <a:lnTo>
                    <a:pt x="63612" y="35927"/>
                  </a:lnTo>
                  <a:lnTo>
                    <a:pt x="59490" y="39287"/>
                  </a:lnTo>
                  <a:lnTo>
                    <a:pt x="55478" y="42775"/>
                  </a:lnTo>
                  <a:lnTo>
                    <a:pt x="51578" y="46390"/>
                  </a:lnTo>
                  <a:lnTo>
                    <a:pt x="47796" y="50127"/>
                  </a:lnTo>
                  <a:lnTo>
                    <a:pt x="44134" y="53982"/>
                  </a:lnTo>
                  <a:lnTo>
                    <a:pt x="40597" y="57951"/>
                  </a:lnTo>
                  <a:lnTo>
                    <a:pt x="37187" y="62031"/>
                  </a:lnTo>
                  <a:lnTo>
                    <a:pt x="33909" y="66218"/>
                  </a:lnTo>
                  <a:lnTo>
                    <a:pt x="30766" y="70507"/>
                  </a:lnTo>
                  <a:lnTo>
                    <a:pt x="27761" y="74893"/>
                  </a:lnTo>
                  <a:lnTo>
                    <a:pt x="24897" y="79373"/>
                  </a:lnTo>
                  <a:lnTo>
                    <a:pt x="22177" y="83941"/>
                  </a:lnTo>
                  <a:lnTo>
                    <a:pt x="19604" y="88594"/>
                  </a:lnTo>
                  <a:lnTo>
                    <a:pt x="17179" y="93326"/>
                  </a:lnTo>
                  <a:lnTo>
                    <a:pt x="14907" y="98133"/>
                  </a:lnTo>
                  <a:lnTo>
                    <a:pt x="12788" y="103010"/>
                  </a:lnTo>
                  <a:lnTo>
                    <a:pt x="10826" y="107952"/>
                  </a:lnTo>
                  <a:lnTo>
                    <a:pt x="9022" y="112954"/>
                  </a:lnTo>
                  <a:lnTo>
                    <a:pt x="7378" y="118010"/>
                  </a:lnTo>
                  <a:lnTo>
                    <a:pt x="5895" y="123116"/>
                  </a:lnTo>
                  <a:lnTo>
                    <a:pt x="4576" y="128267"/>
                  </a:lnTo>
                  <a:lnTo>
                    <a:pt x="3421" y="133457"/>
                  </a:lnTo>
                  <a:lnTo>
                    <a:pt x="2432" y="138681"/>
                  </a:lnTo>
                  <a:lnTo>
                    <a:pt x="1609" y="143934"/>
                  </a:lnTo>
                  <a:lnTo>
                    <a:pt x="954" y="149211"/>
                  </a:lnTo>
                  <a:lnTo>
                    <a:pt x="467" y="154506"/>
                  </a:lnTo>
                  <a:lnTo>
                    <a:pt x="149" y="159813"/>
                  </a:lnTo>
                  <a:lnTo>
                    <a:pt x="0" y="165128"/>
                  </a:lnTo>
                  <a:lnTo>
                    <a:pt x="19" y="170445"/>
                  </a:lnTo>
                  <a:lnTo>
                    <a:pt x="208" y="175759"/>
                  </a:lnTo>
                  <a:lnTo>
                    <a:pt x="566" y="181064"/>
                  </a:lnTo>
                  <a:lnTo>
                    <a:pt x="1092" y="186355"/>
                  </a:lnTo>
                  <a:lnTo>
                    <a:pt x="1786" y="191627"/>
                  </a:lnTo>
                  <a:lnTo>
                    <a:pt x="2648" y="196873"/>
                  </a:lnTo>
                  <a:lnTo>
                    <a:pt x="3676" y="202090"/>
                  </a:lnTo>
                  <a:lnTo>
                    <a:pt x="4869" y="207272"/>
                  </a:lnTo>
                  <a:lnTo>
                    <a:pt x="6227" y="212412"/>
                  </a:lnTo>
                  <a:lnTo>
                    <a:pt x="7747" y="217507"/>
                  </a:lnTo>
                  <a:lnTo>
                    <a:pt x="9428" y="222552"/>
                  </a:lnTo>
                  <a:lnTo>
                    <a:pt x="11270" y="227540"/>
                  </a:lnTo>
                  <a:lnTo>
                    <a:pt x="13269" y="232467"/>
                  </a:lnTo>
                  <a:lnTo>
                    <a:pt x="15423" y="237328"/>
                  </a:lnTo>
                  <a:lnTo>
                    <a:pt x="17731" y="242118"/>
                  </a:lnTo>
                  <a:lnTo>
                    <a:pt x="20190" y="246832"/>
                  </a:lnTo>
                  <a:lnTo>
                    <a:pt x="22798" y="251465"/>
                  </a:lnTo>
                  <a:lnTo>
                    <a:pt x="25552" y="256014"/>
                  </a:lnTo>
                  <a:lnTo>
                    <a:pt x="28449" y="260472"/>
                  </a:lnTo>
                  <a:lnTo>
                    <a:pt x="31487" y="264836"/>
                  </a:lnTo>
                  <a:lnTo>
                    <a:pt x="34662" y="269101"/>
                  </a:lnTo>
                  <a:lnTo>
                    <a:pt x="37971" y="273263"/>
                  </a:lnTo>
                  <a:lnTo>
                    <a:pt x="41410" y="277318"/>
                  </a:lnTo>
                  <a:lnTo>
                    <a:pt x="44977" y="281262"/>
                  </a:lnTo>
                  <a:lnTo>
                    <a:pt x="48667" y="285089"/>
                  </a:lnTo>
                  <a:lnTo>
                    <a:pt x="52477" y="288798"/>
                  </a:lnTo>
                  <a:lnTo>
                    <a:pt x="56404" y="292383"/>
                  </a:lnTo>
                  <a:lnTo>
                    <a:pt x="60442" y="295842"/>
                  </a:lnTo>
                  <a:lnTo>
                    <a:pt x="64588" y="299171"/>
                  </a:lnTo>
                  <a:lnTo>
                    <a:pt x="68838" y="302366"/>
                  </a:lnTo>
                  <a:lnTo>
                    <a:pt x="73187" y="305425"/>
                  </a:lnTo>
                  <a:lnTo>
                    <a:pt x="77632" y="308343"/>
                  </a:lnTo>
                  <a:lnTo>
                    <a:pt x="82167" y="311119"/>
                  </a:lnTo>
                  <a:lnTo>
                    <a:pt x="86788" y="313749"/>
                  </a:lnTo>
                  <a:lnTo>
                    <a:pt x="91491" y="316230"/>
                  </a:lnTo>
                  <a:lnTo>
                    <a:pt x="96269" y="318561"/>
                  </a:lnTo>
                  <a:lnTo>
                    <a:pt x="101120" y="320739"/>
                  </a:lnTo>
                  <a:lnTo>
                    <a:pt x="106037" y="322761"/>
                  </a:lnTo>
                  <a:lnTo>
                    <a:pt x="111017" y="324626"/>
                  </a:lnTo>
                  <a:lnTo>
                    <a:pt x="116053" y="326332"/>
                  </a:lnTo>
                  <a:lnTo>
                    <a:pt x="121141" y="327877"/>
                  </a:lnTo>
                  <a:lnTo>
                    <a:pt x="126275" y="329259"/>
                  </a:lnTo>
                  <a:lnTo>
                    <a:pt x="131450" y="330477"/>
                  </a:lnTo>
                  <a:lnTo>
                    <a:pt x="136662" y="331530"/>
                  </a:lnTo>
                  <a:lnTo>
                    <a:pt x="141905" y="332416"/>
                  </a:lnTo>
                  <a:lnTo>
                    <a:pt x="147173" y="333136"/>
                  </a:lnTo>
                  <a:lnTo>
                    <a:pt x="152461" y="333687"/>
                  </a:lnTo>
                  <a:lnTo>
                    <a:pt x="157765" y="334070"/>
                  </a:lnTo>
                  <a:lnTo>
                    <a:pt x="163077" y="334285"/>
                  </a:lnTo>
                  <a:lnTo>
                    <a:pt x="168394" y="334330"/>
                  </a:lnTo>
                  <a:lnTo>
                    <a:pt x="173710" y="334206"/>
                  </a:lnTo>
                  <a:lnTo>
                    <a:pt x="179019" y="333913"/>
                  </a:lnTo>
                  <a:lnTo>
                    <a:pt x="184316" y="333451"/>
                  </a:lnTo>
                  <a:lnTo>
                    <a:pt x="189596" y="332821"/>
                  </a:lnTo>
                  <a:lnTo>
                    <a:pt x="194852" y="332024"/>
                  </a:lnTo>
                  <a:lnTo>
                    <a:pt x="200081" y="331060"/>
                  </a:lnTo>
                  <a:lnTo>
                    <a:pt x="205277" y="329929"/>
                  </a:lnTo>
                  <a:lnTo>
                    <a:pt x="210434" y="328635"/>
                  </a:lnTo>
                  <a:lnTo>
                    <a:pt x="215547" y="327177"/>
                  </a:lnTo>
                  <a:lnTo>
                    <a:pt x="220612" y="325557"/>
                  </a:lnTo>
                  <a:lnTo>
                    <a:pt x="225622" y="323776"/>
                  </a:lnTo>
                  <a:lnTo>
                    <a:pt x="230573" y="321838"/>
                  </a:lnTo>
                  <a:lnTo>
                    <a:pt x="235460" y="319743"/>
                  </a:lnTo>
                  <a:lnTo>
                    <a:pt x="240277" y="317493"/>
                  </a:lnTo>
                  <a:lnTo>
                    <a:pt x="245021" y="315092"/>
                  </a:lnTo>
                  <a:lnTo>
                    <a:pt x="249686" y="312540"/>
                  </a:lnTo>
                  <a:lnTo>
                    <a:pt x="254268" y="309842"/>
                  </a:lnTo>
                  <a:lnTo>
                    <a:pt x="258761" y="307000"/>
                  </a:lnTo>
                  <a:lnTo>
                    <a:pt x="263162" y="304015"/>
                  </a:lnTo>
                  <a:lnTo>
                    <a:pt x="267466" y="300893"/>
                  </a:lnTo>
                  <a:lnTo>
                    <a:pt x="271668" y="297635"/>
                  </a:lnTo>
                  <a:lnTo>
                    <a:pt x="275764" y="294245"/>
                  </a:lnTo>
                  <a:lnTo>
                    <a:pt x="279751" y="290727"/>
                  </a:lnTo>
                  <a:lnTo>
                    <a:pt x="283623" y="287084"/>
                  </a:lnTo>
                  <a:lnTo>
                    <a:pt x="287378" y="283319"/>
                  </a:lnTo>
                  <a:lnTo>
                    <a:pt x="291011" y="279437"/>
                  </a:lnTo>
                  <a:lnTo>
                    <a:pt x="294519" y="275441"/>
                  </a:lnTo>
                  <a:lnTo>
                    <a:pt x="297898" y="271336"/>
                  </a:lnTo>
                  <a:lnTo>
                    <a:pt x="301145" y="267125"/>
                  </a:lnTo>
                  <a:lnTo>
                    <a:pt x="304256" y="262813"/>
                  </a:lnTo>
                  <a:lnTo>
                    <a:pt x="307228" y="258404"/>
                  </a:lnTo>
                  <a:lnTo>
                    <a:pt x="310059" y="253904"/>
                  </a:lnTo>
                  <a:lnTo>
                    <a:pt x="312745" y="249315"/>
                  </a:lnTo>
                  <a:lnTo>
                    <a:pt x="315284" y="244643"/>
                  </a:lnTo>
                  <a:lnTo>
                    <a:pt x="317673" y="239893"/>
                  </a:lnTo>
                  <a:lnTo>
                    <a:pt x="319910" y="235069"/>
                  </a:lnTo>
                  <a:lnTo>
                    <a:pt x="321992" y="230177"/>
                  </a:lnTo>
                  <a:lnTo>
                    <a:pt x="323918" y="225221"/>
                  </a:lnTo>
                  <a:lnTo>
                    <a:pt x="325685" y="220206"/>
                  </a:lnTo>
                  <a:lnTo>
                    <a:pt x="327291" y="215137"/>
                  </a:lnTo>
                  <a:lnTo>
                    <a:pt x="328736" y="210020"/>
                  </a:lnTo>
                  <a:lnTo>
                    <a:pt x="330017" y="204860"/>
                  </a:lnTo>
                  <a:lnTo>
                    <a:pt x="331133" y="199661"/>
                  </a:lnTo>
                  <a:lnTo>
                    <a:pt x="332084" y="194430"/>
                  </a:lnTo>
                  <a:lnTo>
                    <a:pt x="332867" y="189171"/>
                  </a:lnTo>
                  <a:lnTo>
                    <a:pt x="333483" y="183890"/>
                  </a:lnTo>
                  <a:lnTo>
                    <a:pt x="333931" y="178592"/>
                  </a:lnTo>
                  <a:lnTo>
                    <a:pt x="334210" y="173282"/>
                  </a:lnTo>
                  <a:lnTo>
                    <a:pt x="334320" y="167966"/>
                  </a:lnTo>
                  <a:lnTo>
                    <a:pt x="334261" y="162649"/>
                  </a:lnTo>
                  <a:lnTo>
                    <a:pt x="334033" y="157337"/>
                  </a:lnTo>
                  <a:lnTo>
                    <a:pt x="333636" y="152035"/>
                  </a:lnTo>
                  <a:lnTo>
                    <a:pt x="333070" y="146748"/>
                  </a:lnTo>
                  <a:lnTo>
                    <a:pt x="332337" y="141482"/>
                  </a:lnTo>
                  <a:lnTo>
                    <a:pt x="331436" y="136241"/>
                  </a:lnTo>
                  <a:lnTo>
                    <a:pt x="330370" y="131032"/>
                  </a:lnTo>
                  <a:lnTo>
                    <a:pt x="329138" y="125860"/>
                  </a:lnTo>
                  <a:lnTo>
                    <a:pt x="327742" y="120729"/>
                  </a:lnTo>
                  <a:lnTo>
                    <a:pt x="326184" y="115646"/>
                  </a:lnTo>
                  <a:lnTo>
                    <a:pt x="324465" y="11061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81643"/>
              <a:ext cx="157310" cy="56552"/>
            </a:xfrm>
            <a:custGeom>
              <a:avLst/>
              <a:pathLst>
                <a:path w="157310" h="56552">
                  <a:moveTo>
                    <a:pt x="157310" y="0"/>
                  </a:moveTo>
                  <a:lnTo>
                    <a:pt x="0" y="565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80962"/>
              <a:ext cx="157310" cy="57234"/>
            </a:xfrm>
            <a:custGeom>
              <a:avLst/>
              <a:pathLst>
                <a:path w="157310" h="57234">
                  <a:moveTo>
                    <a:pt x="157310" y="681"/>
                  </a:moveTo>
                  <a:lnTo>
                    <a:pt x="157064" y="0"/>
                  </a:lnTo>
                  <a:lnTo>
                    <a:pt x="0" y="57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071028"/>
              <a:ext cx="157064" cy="167167"/>
            </a:xfrm>
            <a:custGeom>
              <a:avLst/>
              <a:pathLst>
                <a:path w="157064" h="167167">
                  <a:moveTo>
                    <a:pt x="157064" y="109933"/>
                  </a:moveTo>
                  <a:lnTo>
                    <a:pt x="155089" y="104780"/>
                  </a:lnTo>
                  <a:lnTo>
                    <a:pt x="152946" y="99696"/>
                  </a:lnTo>
                  <a:lnTo>
                    <a:pt x="150636" y="94685"/>
                  </a:lnTo>
                  <a:lnTo>
                    <a:pt x="148162" y="89753"/>
                  </a:lnTo>
                  <a:lnTo>
                    <a:pt x="145526" y="84905"/>
                  </a:lnTo>
                  <a:lnTo>
                    <a:pt x="142732" y="80147"/>
                  </a:lnTo>
                  <a:lnTo>
                    <a:pt x="139782" y="75484"/>
                  </a:lnTo>
                  <a:lnTo>
                    <a:pt x="136680" y="70920"/>
                  </a:lnTo>
                  <a:lnTo>
                    <a:pt x="133429" y="66462"/>
                  </a:lnTo>
                  <a:lnTo>
                    <a:pt x="130033" y="62113"/>
                  </a:lnTo>
                  <a:lnTo>
                    <a:pt x="126495" y="57879"/>
                  </a:lnTo>
                  <a:lnTo>
                    <a:pt x="122819" y="53764"/>
                  </a:lnTo>
                  <a:lnTo>
                    <a:pt x="119009" y="49772"/>
                  </a:lnTo>
                  <a:lnTo>
                    <a:pt x="115070" y="45908"/>
                  </a:lnTo>
                  <a:lnTo>
                    <a:pt x="111005" y="42176"/>
                  </a:lnTo>
                  <a:lnTo>
                    <a:pt x="106820" y="38581"/>
                  </a:lnTo>
                  <a:lnTo>
                    <a:pt x="102518" y="35125"/>
                  </a:lnTo>
                  <a:lnTo>
                    <a:pt x="98104" y="31814"/>
                  </a:lnTo>
                  <a:lnTo>
                    <a:pt x="93584" y="28650"/>
                  </a:lnTo>
                  <a:lnTo>
                    <a:pt x="88961" y="25637"/>
                  </a:lnTo>
                  <a:lnTo>
                    <a:pt x="84242" y="22778"/>
                  </a:lnTo>
                  <a:lnTo>
                    <a:pt x="79430" y="20076"/>
                  </a:lnTo>
                  <a:lnTo>
                    <a:pt x="74533" y="17535"/>
                  </a:lnTo>
                  <a:lnTo>
                    <a:pt x="69554" y="15156"/>
                  </a:lnTo>
                  <a:lnTo>
                    <a:pt x="64499" y="12944"/>
                  </a:lnTo>
                  <a:lnTo>
                    <a:pt x="59374" y="10899"/>
                  </a:lnTo>
                  <a:lnTo>
                    <a:pt x="54184" y="9025"/>
                  </a:lnTo>
                  <a:lnTo>
                    <a:pt x="48935" y="7322"/>
                  </a:lnTo>
                  <a:lnTo>
                    <a:pt x="43633" y="5795"/>
                  </a:lnTo>
                  <a:lnTo>
                    <a:pt x="38284" y="4442"/>
                  </a:lnTo>
                  <a:lnTo>
                    <a:pt x="32892" y="3268"/>
                  </a:lnTo>
                  <a:lnTo>
                    <a:pt x="27465" y="2271"/>
                  </a:lnTo>
                  <a:lnTo>
                    <a:pt x="22008" y="1455"/>
                  </a:lnTo>
                  <a:lnTo>
                    <a:pt x="16527" y="819"/>
                  </a:lnTo>
                  <a:lnTo>
                    <a:pt x="11028" y="364"/>
                  </a:lnTo>
                  <a:lnTo>
                    <a:pt x="551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42738" y="941493"/>
              <a:ext cx="80805" cy="167167"/>
            </a:xfrm>
            <a:custGeom>
              <a:avLst/>
              <a:pathLst>
                <a:path w="80805" h="167167">
                  <a:moveTo>
                    <a:pt x="80805" y="0"/>
                  </a:moveTo>
                  <a:lnTo>
                    <a:pt x="75183" y="94"/>
                  </a:lnTo>
                  <a:lnTo>
                    <a:pt x="69568" y="378"/>
                  </a:lnTo>
                  <a:lnTo>
                    <a:pt x="63966" y="850"/>
                  </a:lnTo>
                  <a:lnTo>
                    <a:pt x="58383" y="1510"/>
                  </a:lnTo>
                  <a:lnTo>
                    <a:pt x="52825" y="2358"/>
                  </a:lnTo>
                  <a:lnTo>
                    <a:pt x="47298" y="3392"/>
                  </a:lnTo>
                  <a:lnTo>
                    <a:pt x="41810" y="4611"/>
                  </a:lnTo>
                  <a:lnTo>
                    <a:pt x="36365" y="6015"/>
                  </a:lnTo>
                  <a:lnTo>
                    <a:pt x="30971" y="7600"/>
                  </a:lnTo>
                  <a:lnTo>
                    <a:pt x="25634" y="9366"/>
                  </a:lnTo>
                  <a:lnTo>
                    <a:pt x="20358" y="11311"/>
                  </a:lnTo>
                  <a:lnTo>
                    <a:pt x="15152" y="13432"/>
                  </a:lnTo>
                  <a:lnTo>
                    <a:pt x="10019" y="15726"/>
                  </a:lnTo>
                  <a:lnTo>
                    <a:pt x="4966" y="18192"/>
                  </a:lnTo>
                  <a:lnTo>
                    <a:pt x="0" y="20827"/>
                  </a:lnTo>
                  <a:lnTo>
                    <a:pt x="8080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42738" y="962320"/>
              <a:ext cx="80805" cy="146340"/>
            </a:xfrm>
            <a:custGeom>
              <a:avLst/>
              <a:pathLst>
                <a:path w="80805" h="146340">
                  <a:moveTo>
                    <a:pt x="0" y="0"/>
                  </a:moveTo>
                  <a:lnTo>
                    <a:pt x="80805" y="146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856391" y="962320"/>
              <a:ext cx="334299" cy="313507"/>
            </a:xfrm>
            <a:custGeom>
              <a:avLst/>
              <a:pathLst>
                <a:path w="334299" h="313507">
                  <a:moveTo>
                    <a:pt x="86347" y="0"/>
                  </a:moveTo>
                  <a:lnTo>
                    <a:pt x="81741" y="2639"/>
                  </a:lnTo>
                  <a:lnTo>
                    <a:pt x="77222" y="5423"/>
                  </a:lnTo>
                  <a:lnTo>
                    <a:pt x="72793" y="8349"/>
                  </a:lnTo>
                  <a:lnTo>
                    <a:pt x="68459" y="11415"/>
                  </a:lnTo>
                  <a:lnTo>
                    <a:pt x="64225" y="14616"/>
                  </a:lnTo>
                  <a:lnTo>
                    <a:pt x="60095" y="17951"/>
                  </a:lnTo>
                  <a:lnTo>
                    <a:pt x="56072" y="21414"/>
                  </a:lnTo>
                  <a:lnTo>
                    <a:pt x="52162" y="25004"/>
                  </a:lnTo>
                  <a:lnTo>
                    <a:pt x="48368" y="28716"/>
                  </a:lnTo>
                  <a:lnTo>
                    <a:pt x="44693" y="32547"/>
                  </a:lnTo>
                  <a:lnTo>
                    <a:pt x="41142" y="36492"/>
                  </a:lnTo>
                  <a:lnTo>
                    <a:pt x="37718" y="40549"/>
                  </a:lnTo>
                  <a:lnTo>
                    <a:pt x="34424" y="44711"/>
                  </a:lnTo>
                  <a:lnTo>
                    <a:pt x="31264" y="48977"/>
                  </a:lnTo>
                  <a:lnTo>
                    <a:pt x="28242" y="53340"/>
                  </a:lnTo>
                  <a:lnTo>
                    <a:pt x="25359" y="57797"/>
                  </a:lnTo>
                  <a:lnTo>
                    <a:pt x="22619" y="62344"/>
                  </a:lnTo>
                  <a:lnTo>
                    <a:pt x="20025" y="66975"/>
                  </a:lnTo>
                  <a:lnTo>
                    <a:pt x="17580" y="71686"/>
                  </a:lnTo>
                  <a:lnTo>
                    <a:pt x="15285" y="76473"/>
                  </a:lnTo>
                  <a:lnTo>
                    <a:pt x="13143" y="81330"/>
                  </a:lnTo>
                  <a:lnTo>
                    <a:pt x="11157" y="86252"/>
                  </a:lnTo>
                  <a:lnTo>
                    <a:pt x="9328" y="91236"/>
                  </a:lnTo>
                  <a:lnTo>
                    <a:pt x="7658" y="96274"/>
                  </a:lnTo>
                  <a:lnTo>
                    <a:pt x="6149" y="101363"/>
                  </a:lnTo>
                  <a:lnTo>
                    <a:pt x="4802" y="106498"/>
                  </a:lnTo>
                  <a:lnTo>
                    <a:pt x="3619" y="111673"/>
                  </a:lnTo>
                  <a:lnTo>
                    <a:pt x="2600" y="116882"/>
                  </a:lnTo>
                  <a:lnTo>
                    <a:pt x="1748" y="122122"/>
                  </a:lnTo>
                  <a:lnTo>
                    <a:pt x="1063" y="127385"/>
                  </a:lnTo>
                  <a:lnTo>
                    <a:pt x="544" y="132668"/>
                  </a:lnTo>
                  <a:lnTo>
                    <a:pt x="194" y="137965"/>
                  </a:lnTo>
                  <a:lnTo>
                    <a:pt x="13" y="143270"/>
                  </a:lnTo>
                  <a:lnTo>
                    <a:pt x="0" y="148578"/>
                  </a:lnTo>
                  <a:lnTo>
                    <a:pt x="155" y="153884"/>
                  </a:lnTo>
                  <a:lnTo>
                    <a:pt x="479" y="159182"/>
                  </a:lnTo>
                  <a:lnTo>
                    <a:pt x="970" y="164468"/>
                  </a:lnTo>
                  <a:lnTo>
                    <a:pt x="1630" y="169735"/>
                  </a:lnTo>
                  <a:lnTo>
                    <a:pt x="2456" y="174978"/>
                  </a:lnTo>
                  <a:lnTo>
                    <a:pt x="3448" y="180193"/>
                  </a:lnTo>
                  <a:lnTo>
                    <a:pt x="4606" y="185374"/>
                  </a:lnTo>
                  <a:lnTo>
                    <a:pt x="5927" y="190515"/>
                  </a:lnTo>
                  <a:lnTo>
                    <a:pt x="7411" y="195611"/>
                  </a:lnTo>
                  <a:lnTo>
                    <a:pt x="9056" y="200658"/>
                  </a:lnTo>
                  <a:lnTo>
                    <a:pt x="10860" y="205650"/>
                  </a:lnTo>
                  <a:lnTo>
                    <a:pt x="12822" y="210583"/>
                  </a:lnTo>
                  <a:lnTo>
                    <a:pt x="14939" y="215450"/>
                  </a:lnTo>
                  <a:lnTo>
                    <a:pt x="17210" y="220248"/>
                  </a:lnTo>
                  <a:lnTo>
                    <a:pt x="19632" y="224971"/>
                  </a:lnTo>
                  <a:lnTo>
                    <a:pt x="22203" y="229616"/>
                  </a:lnTo>
                  <a:lnTo>
                    <a:pt x="24920" y="234176"/>
                  </a:lnTo>
                  <a:lnTo>
                    <a:pt x="27781" y="238647"/>
                  </a:lnTo>
                  <a:lnTo>
                    <a:pt x="30782" y="243026"/>
                  </a:lnTo>
                  <a:lnTo>
                    <a:pt x="33921" y="247307"/>
                  </a:lnTo>
                  <a:lnTo>
                    <a:pt x="37193" y="251486"/>
                  </a:lnTo>
                  <a:lnTo>
                    <a:pt x="40597" y="255559"/>
                  </a:lnTo>
                  <a:lnTo>
                    <a:pt x="44129" y="259522"/>
                  </a:lnTo>
                  <a:lnTo>
                    <a:pt x="47784" y="263371"/>
                  </a:lnTo>
                  <a:lnTo>
                    <a:pt x="51560" y="267102"/>
                  </a:lnTo>
                  <a:lnTo>
                    <a:pt x="55453" y="270711"/>
                  </a:lnTo>
                  <a:lnTo>
                    <a:pt x="59458" y="274195"/>
                  </a:lnTo>
                  <a:lnTo>
                    <a:pt x="63571" y="277549"/>
                  </a:lnTo>
                  <a:lnTo>
                    <a:pt x="67790" y="280772"/>
                  </a:lnTo>
                  <a:lnTo>
                    <a:pt x="72108" y="283859"/>
                  </a:lnTo>
                  <a:lnTo>
                    <a:pt x="76522" y="286807"/>
                  </a:lnTo>
                  <a:lnTo>
                    <a:pt x="81027" y="289614"/>
                  </a:lnTo>
                  <a:lnTo>
                    <a:pt x="85620" y="292276"/>
                  </a:lnTo>
                  <a:lnTo>
                    <a:pt x="90294" y="294791"/>
                  </a:lnTo>
                  <a:lnTo>
                    <a:pt x="95046" y="297157"/>
                  </a:lnTo>
                  <a:lnTo>
                    <a:pt x="99871" y="299370"/>
                  </a:lnTo>
                  <a:lnTo>
                    <a:pt x="104764" y="301429"/>
                  </a:lnTo>
                  <a:lnTo>
                    <a:pt x="109719" y="303331"/>
                  </a:lnTo>
                  <a:lnTo>
                    <a:pt x="114733" y="305076"/>
                  </a:lnTo>
                  <a:lnTo>
                    <a:pt x="119799" y="306660"/>
                  </a:lnTo>
                  <a:lnTo>
                    <a:pt x="124913" y="308083"/>
                  </a:lnTo>
                  <a:lnTo>
                    <a:pt x="130070" y="309342"/>
                  </a:lnTo>
                  <a:lnTo>
                    <a:pt x="135264" y="310437"/>
                  </a:lnTo>
                  <a:lnTo>
                    <a:pt x="140490" y="311367"/>
                  </a:lnTo>
                  <a:lnTo>
                    <a:pt x="145743" y="312130"/>
                  </a:lnTo>
                  <a:lnTo>
                    <a:pt x="151017" y="312727"/>
                  </a:lnTo>
                  <a:lnTo>
                    <a:pt x="156308" y="313155"/>
                  </a:lnTo>
                  <a:lnTo>
                    <a:pt x="161610" y="313415"/>
                  </a:lnTo>
                  <a:lnTo>
                    <a:pt x="166918" y="313507"/>
                  </a:lnTo>
                  <a:lnTo>
                    <a:pt x="172225" y="313430"/>
                  </a:lnTo>
                  <a:lnTo>
                    <a:pt x="177528" y="313185"/>
                  </a:lnTo>
                  <a:lnTo>
                    <a:pt x="182820" y="312771"/>
                  </a:lnTo>
                  <a:lnTo>
                    <a:pt x="188096" y="312190"/>
                  </a:lnTo>
                  <a:lnTo>
                    <a:pt x="193351" y="311441"/>
                  </a:lnTo>
                  <a:lnTo>
                    <a:pt x="198580" y="310526"/>
                  </a:lnTo>
                  <a:lnTo>
                    <a:pt x="203777" y="309446"/>
                  </a:lnTo>
                  <a:lnTo>
                    <a:pt x="208937" y="308201"/>
                  </a:lnTo>
                  <a:lnTo>
                    <a:pt x="214055" y="306792"/>
                  </a:lnTo>
                  <a:lnTo>
                    <a:pt x="219126" y="305222"/>
                  </a:lnTo>
                  <a:lnTo>
                    <a:pt x="224144" y="303492"/>
                  </a:lnTo>
                  <a:lnTo>
                    <a:pt x="229105" y="301603"/>
                  </a:lnTo>
                  <a:lnTo>
                    <a:pt x="234003" y="299558"/>
                  </a:lnTo>
                  <a:lnTo>
                    <a:pt x="238834" y="297358"/>
                  </a:lnTo>
                  <a:lnTo>
                    <a:pt x="243593" y="295006"/>
                  </a:lnTo>
                  <a:lnTo>
                    <a:pt x="248275" y="292504"/>
                  </a:lnTo>
                  <a:lnTo>
                    <a:pt x="252874" y="289855"/>
                  </a:lnTo>
                  <a:lnTo>
                    <a:pt x="257388" y="287061"/>
                  </a:lnTo>
                  <a:lnTo>
                    <a:pt x="261810" y="284125"/>
                  </a:lnTo>
                  <a:lnTo>
                    <a:pt x="266137" y="281050"/>
                  </a:lnTo>
                  <a:lnTo>
                    <a:pt x="270364" y="277839"/>
                  </a:lnTo>
                  <a:lnTo>
                    <a:pt x="274487" y="274496"/>
                  </a:lnTo>
                  <a:lnTo>
                    <a:pt x="278502" y="271024"/>
                  </a:lnTo>
                  <a:lnTo>
                    <a:pt x="282405" y="267425"/>
                  </a:lnTo>
                  <a:lnTo>
                    <a:pt x="286191" y="263705"/>
                  </a:lnTo>
                  <a:lnTo>
                    <a:pt x="289857" y="259867"/>
                  </a:lnTo>
                  <a:lnTo>
                    <a:pt x="293400" y="255913"/>
                  </a:lnTo>
                  <a:lnTo>
                    <a:pt x="296815" y="251850"/>
                  </a:lnTo>
                  <a:lnTo>
                    <a:pt x="300100" y="247680"/>
                  </a:lnTo>
                  <a:lnTo>
                    <a:pt x="303250" y="243408"/>
                  </a:lnTo>
                  <a:lnTo>
                    <a:pt x="306264" y="239038"/>
                  </a:lnTo>
                  <a:lnTo>
                    <a:pt x="309137" y="234574"/>
                  </a:lnTo>
                  <a:lnTo>
                    <a:pt x="311866" y="230022"/>
                  </a:lnTo>
                  <a:lnTo>
                    <a:pt x="314450" y="225385"/>
                  </a:lnTo>
                  <a:lnTo>
                    <a:pt x="316886" y="220668"/>
                  </a:lnTo>
                  <a:lnTo>
                    <a:pt x="319170" y="215877"/>
                  </a:lnTo>
                  <a:lnTo>
                    <a:pt x="321301" y="211015"/>
                  </a:lnTo>
                  <a:lnTo>
                    <a:pt x="323277" y="206088"/>
                  </a:lnTo>
                  <a:lnTo>
                    <a:pt x="325095" y="201101"/>
                  </a:lnTo>
                  <a:lnTo>
                    <a:pt x="326754" y="196059"/>
                  </a:lnTo>
                  <a:lnTo>
                    <a:pt x="328253" y="190967"/>
                  </a:lnTo>
                  <a:lnTo>
                    <a:pt x="329588" y="185829"/>
                  </a:lnTo>
                  <a:lnTo>
                    <a:pt x="330760" y="180652"/>
                  </a:lnTo>
                  <a:lnTo>
                    <a:pt x="331767" y="175440"/>
                  </a:lnTo>
                  <a:lnTo>
                    <a:pt x="332608" y="170199"/>
                  </a:lnTo>
                  <a:lnTo>
                    <a:pt x="333282" y="164934"/>
                  </a:lnTo>
                  <a:lnTo>
                    <a:pt x="333789" y="159650"/>
                  </a:lnTo>
                  <a:lnTo>
                    <a:pt x="334127" y="154352"/>
                  </a:lnTo>
                  <a:lnTo>
                    <a:pt x="334297" y="149047"/>
                  </a:lnTo>
                  <a:lnTo>
                    <a:pt x="334299" y="143739"/>
                  </a:lnTo>
                  <a:lnTo>
                    <a:pt x="334132" y="138433"/>
                  </a:lnTo>
                  <a:lnTo>
                    <a:pt x="333797" y="133135"/>
                  </a:lnTo>
                  <a:lnTo>
                    <a:pt x="333294" y="127851"/>
                  </a:lnTo>
                  <a:lnTo>
                    <a:pt x="332623" y="122585"/>
                  </a:lnTo>
                  <a:lnTo>
                    <a:pt x="331785" y="117344"/>
                  </a:lnTo>
                  <a:lnTo>
                    <a:pt x="330782" y="112131"/>
                  </a:lnTo>
                  <a:lnTo>
                    <a:pt x="329613" y="106953"/>
                  </a:lnTo>
                  <a:lnTo>
                    <a:pt x="328281" y="101815"/>
                  </a:lnTo>
                  <a:lnTo>
                    <a:pt x="326786" y="96722"/>
                  </a:lnTo>
                  <a:lnTo>
                    <a:pt x="325130" y="91678"/>
                  </a:lnTo>
                  <a:lnTo>
                    <a:pt x="323315" y="86690"/>
                  </a:lnTo>
                  <a:lnTo>
                    <a:pt x="321342" y="81762"/>
                  </a:lnTo>
                  <a:lnTo>
                    <a:pt x="319214" y="76899"/>
                  </a:lnTo>
                  <a:lnTo>
                    <a:pt x="316933" y="72106"/>
                  </a:lnTo>
                  <a:lnTo>
                    <a:pt x="314501" y="67388"/>
                  </a:lnTo>
                  <a:lnTo>
                    <a:pt x="311920" y="62750"/>
                  </a:lnTo>
                  <a:lnTo>
                    <a:pt x="309193" y="58195"/>
                  </a:lnTo>
                  <a:lnTo>
                    <a:pt x="306322" y="53730"/>
                  </a:lnTo>
                  <a:lnTo>
                    <a:pt x="167152" y="146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023544" y="941493"/>
              <a:ext cx="139170" cy="167167"/>
            </a:xfrm>
            <a:custGeom>
              <a:avLst/>
              <a:pathLst>
                <a:path w="139170" h="167167">
                  <a:moveTo>
                    <a:pt x="139170" y="74557"/>
                  </a:moveTo>
                  <a:lnTo>
                    <a:pt x="136059" y="70045"/>
                  </a:lnTo>
                  <a:lnTo>
                    <a:pt x="132802" y="65637"/>
                  </a:lnTo>
                  <a:lnTo>
                    <a:pt x="129402" y="61338"/>
                  </a:lnTo>
                  <a:lnTo>
                    <a:pt x="125864" y="57152"/>
                  </a:lnTo>
                  <a:lnTo>
                    <a:pt x="122189" y="53085"/>
                  </a:lnTo>
                  <a:lnTo>
                    <a:pt x="118384" y="49141"/>
                  </a:lnTo>
                  <a:lnTo>
                    <a:pt x="114451" y="45324"/>
                  </a:lnTo>
                  <a:lnTo>
                    <a:pt x="110395" y="41637"/>
                  </a:lnTo>
                  <a:lnTo>
                    <a:pt x="106221" y="38086"/>
                  </a:lnTo>
                  <a:lnTo>
                    <a:pt x="101932" y="34673"/>
                  </a:lnTo>
                  <a:lnTo>
                    <a:pt x="97534" y="31402"/>
                  </a:lnTo>
                  <a:lnTo>
                    <a:pt x="93031" y="28278"/>
                  </a:lnTo>
                  <a:lnTo>
                    <a:pt x="88428" y="25303"/>
                  </a:lnTo>
                  <a:lnTo>
                    <a:pt x="83730" y="22480"/>
                  </a:lnTo>
                  <a:lnTo>
                    <a:pt x="78941" y="19813"/>
                  </a:lnTo>
                  <a:lnTo>
                    <a:pt x="74068" y="17304"/>
                  </a:lnTo>
                  <a:lnTo>
                    <a:pt x="69116" y="14957"/>
                  </a:lnTo>
                  <a:lnTo>
                    <a:pt x="64089" y="12773"/>
                  </a:lnTo>
                  <a:lnTo>
                    <a:pt x="58993" y="10755"/>
                  </a:lnTo>
                  <a:lnTo>
                    <a:pt x="53834" y="8905"/>
                  </a:lnTo>
                  <a:lnTo>
                    <a:pt x="48617" y="7225"/>
                  </a:lnTo>
                  <a:lnTo>
                    <a:pt x="43347" y="5717"/>
                  </a:lnTo>
                  <a:lnTo>
                    <a:pt x="38031" y="4383"/>
                  </a:lnTo>
                  <a:lnTo>
                    <a:pt x="32674" y="3224"/>
                  </a:lnTo>
                  <a:lnTo>
                    <a:pt x="27282" y="2241"/>
                  </a:lnTo>
                  <a:lnTo>
                    <a:pt x="21861" y="1435"/>
                  </a:lnTo>
                  <a:lnTo>
                    <a:pt x="16416" y="808"/>
                  </a:lnTo>
                  <a:lnTo>
                    <a:pt x="10954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88796" y="941493"/>
              <a:ext cx="97419" cy="167167"/>
            </a:xfrm>
            <a:custGeom>
              <a:avLst/>
              <a:pathLst>
                <a:path w="97419" h="167167">
                  <a:moveTo>
                    <a:pt x="97419" y="0"/>
                  </a:moveTo>
                  <a:lnTo>
                    <a:pt x="91642" y="99"/>
                  </a:lnTo>
                  <a:lnTo>
                    <a:pt x="85873" y="399"/>
                  </a:lnTo>
                  <a:lnTo>
                    <a:pt x="80117" y="897"/>
                  </a:lnTo>
                  <a:lnTo>
                    <a:pt x="74382" y="1595"/>
                  </a:lnTo>
                  <a:lnTo>
                    <a:pt x="68674" y="2489"/>
                  </a:lnTo>
                  <a:lnTo>
                    <a:pt x="63000" y="3581"/>
                  </a:lnTo>
                  <a:lnTo>
                    <a:pt x="57368" y="4868"/>
                  </a:lnTo>
                  <a:lnTo>
                    <a:pt x="51784" y="6349"/>
                  </a:lnTo>
                  <a:lnTo>
                    <a:pt x="46254" y="8022"/>
                  </a:lnTo>
                  <a:lnTo>
                    <a:pt x="40785" y="9885"/>
                  </a:lnTo>
                  <a:lnTo>
                    <a:pt x="35384" y="11936"/>
                  </a:lnTo>
                  <a:lnTo>
                    <a:pt x="30057" y="14173"/>
                  </a:lnTo>
                  <a:lnTo>
                    <a:pt x="24810" y="16592"/>
                  </a:lnTo>
                  <a:lnTo>
                    <a:pt x="19650" y="19191"/>
                  </a:lnTo>
                  <a:lnTo>
                    <a:pt x="14583" y="21966"/>
                  </a:lnTo>
                  <a:lnTo>
                    <a:pt x="9615" y="24916"/>
                  </a:lnTo>
                  <a:lnTo>
                    <a:pt x="4752" y="28035"/>
                  </a:lnTo>
                  <a:lnTo>
                    <a:pt x="0" y="31320"/>
                  </a:lnTo>
                  <a:lnTo>
                    <a:pt x="9741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88796" y="972813"/>
              <a:ext cx="97419" cy="135846"/>
            </a:xfrm>
            <a:custGeom>
              <a:avLst/>
              <a:pathLst>
                <a:path w="97419" h="135846">
                  <a:moveTo>
                    <a:pt x="0" y="0"/>
                  </a:moveTo>
                  <a:lnTo>
                    <a:pt x="97419" y="1358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19050" y="972813"/>
              <a:ext cx="167165" cy="260433"/>
            </a:xfrm>
            <a:custGeom>
              <a:avLst/>
              <a:pathLst>
                <a:path w="167165" h="260433">
                  <a:moveTo>
                    <a:pt x="69745" y="0"/>
                  </a:moveTo>
                  <a:lnTo>
                    <a:pt x="65377" y="3241"/>
                  </a:lnTo>
                  <a:lnTo>
                    <a:pt x="61117" y="6622"/>
                  </a:lnTo>
                  <a:lnTo>
                    <a:pt x="56969" y="10141"/>
                  </a:lnTo>
                  <a:lnTo>
                    <a:pt x="52938" y="13792"/>
                  </a:lnTo>
                  <a:lnTo>
                    <a:pt x="49028" y="17573"/>
                  </a:lnTo>
                  <a:lnTo>
                    <a:pt x="45243" y="21479"/>
                  </a:lnTo>
                  <a:lnTo>
                    <a:pt x="41586" y="25506"/>
                  </a:lnTo>
                  <a:lnTo>
                    <a:pt x="38063" y="29650"/>
                  </a:lnTo>
                  <a:lnTo>
                    <a:pt x="34677" y="33906"/>
                  </a:lnTo>
                  <a:lnTo>
                    <a:pt x="31430" y="38270"/>
                  </a:lnTo>
                  <a:lnTo>
                    <a:pt x="28328" y="42738"/>
                  </a:lnTo>
                  <a:lnTo>
                    <a:pt x="25372" y="47304"/>
                  </a:lnTo>
                  <a:lnTo>
                    <a:pt x="22567" y="51964"/>
                  </a:lnTo>
                  <a:lnTo>
                    <a:pt x="19914" y="56712"/>
                  </a:lnTo>
                  <a:lnTo>
                    <a:pt x="17418" y="61545"/>
                  </a:lnTo>
                  <a:lnTo>
                    <a:pt x="15080" y="66456"/>
                  </a:lnTo>
                  <a:lnTo>
                    <a:pt x="12903" y="71440"/>
                  </a:lnTo>
                  <a:lnTo>
                    <a:pt x="10889" y="76493"/>
                  </a:lnTo>
                  <a:lnTo>
                    <a:pt x="9041" y="81608"/>
                  </a:lnTo>
                  <a:lnTo>
                    <a:pt x="7360" y="86781"/>
                  </a:lnTo>
                  <a:lnTo>
                    <a:pt x="5848" y="92006"/>
                  </a:lnTo>
                  <a:lnTo>
                    <a:pt x="4508" y="97277"/>
                  </a:lnTo>
                  <a:lnTo>
                    <a:pt x="3339" y="102590"/>
                  </a:lnTo>
                  <a:lnTo>
                    <a:pt x="2344" y="107937"/>
                  </a:lnTo>
                  <a:lnTo>
                    <a:pt x="1523" y="113314"/>
                  </a:lnTo>
                  <a:lnTo>
                    <a:pt x="878" y="118715"/>
                  </a:lnTo>
                  <a:lnTo>
                    <a:pt x="408" y="124133"/>
                  </a:lnTo>
                  <a:lnTo>
                    <a:pt x="115" y="129565"/>
                  </a:lnTo>
                  <a:lnTo>
                    <a:pt x="0" y="135003"/>
                  </a:lnTo>
                  <a:lnTo>
                    <a:pt x="61" y="140441"/>
                  </a:lnTo>
                  <a:lnTo>
                    <a:pt x="298" y="145875"/>
                  </a:lnTo>
                  <a:lnTo>
                    <a:pt x="713" y="151299"/>
                  </a:lnTo>
                  <a:lnTo>
                    <a:pt x="1304" y="156706"/>
                  </a:lnTo>
                  <a:lnTo>
                    <a:pt x="2070" y="162091"/>
                  </a:lnTo>
                  <a:lnTo>
                    <a:pt x="3011" y="167448"/>
                  </a:lnTo>
                  <a:lnTo>
                    <a:pt x="4126" y="172771"/>
                  </a:lnTo>
                  <a:lnTo>
                    <a:pt x="5414" y="178056"/>
                  </a:lnTo>
                  <a:lnTo>
                    <a:pt x="6873" y="183296"/>
                  </a:lnTo>
                  <a:lnTo>
                    <a:pt x="8501" y="188485"/>
                  </a:lnTo>
                  <a:lnTo>
                    <a:pt x="10298" y="193619"/>
                  </a:lnTo>
                  <a:lnTo>
                    <a:pt x="12260" y="198692"/>
                  </a:lnTo>
                  <a:lnTo>
                    <a:pt x="14387" y="203698"/>
                  </a:lnTo>
                  <a:lnTo>
                    <a:pt x="16675" y="208633"/>
                  </a:lnTo>
                  <a:lnTo>
                    <a:pt x="19123" y="213490"/>
                  </a:lnTo>
                  <a:lnTo>
                    <a:pt x="21727" y="218265"/>
                  </a:lnTo>
                  <a:lnTo>
                    <a:pt x="24485" y="222953"/>
                  </a:lnTo>
                  <a:lnTo>
                    <a:pt x="27395" y="227549"/>
                  </a:lnTo>
                  <a:lnTo>
                    <a:pt x="30452" y="232047"/>
                  </a:lnTo>
                  <a:lnTo>
                    <a:pt x="33654" y="236444"/>
                  </a:lnTo>
                  <a:lnTo>
                    <a:pt x="36998" y="240734"/>
                  </a:lnTo>
                  <a:lnTo>
                    <a:pt x="40479" y="244913"/>
                  </a:lnTo>
                  <a:lnTo>
                    <a:pt x="44094" y="248977"/>
                  </a:lnTo>
                  <a:lnTo>
                    <a:pt x="47840" y="252921"/>
                  </a:lnTo>
                  <a:lnTo>
                    <a:pt x="51712" y="256741"/>
                  </a:lnTo>
                  <a:lnTo>
                    <a:pt x="55706" y="260433"/>
                  </a:lnTo>
                  <a:lnTo>
                    <a:pt x="167165" y="135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4756" y="941493"/>
              <a:ext cx="278605" cy="334334"/>
            </a:xfrm>
            <a:custGeom>
              <a:avLst/>
              <a:pathLst>
                <a:path w="278605" h="334334">
                  <a:moveTo>
                    <a:pt x="0" y="291754"/>
                  </a:moveTo>
                  <a:lnTo>
                    <a:pt x="4008" y="295227"/>
                  </a:lnTo>
                  <a:lnTo>
                    <a:pt x="8126" y="298572"/>
                  </a:lnTo>
                  <a:lnTo>
                    <a:pt x="12347" y="301784"/>
                  </a:lnTo>
                  <a:lnTo>
                    <a:pt x="16668" y="304861"/>
                  </a:lnTo>
                  <a:lnTo>
                    <a:pt x="21084" y="307799"/>
                  </a:lnTo>
                  <a:lnTo>
                    <a:pt x="25592" y="310596"/>
                  </a:lnTo>
                  <a:lnTo>
                    <a:pt x="30186" y="313248"/>
                  </a:lnTo>
                  <a:lnTo>
                    <a:pt x="34861" y="315753"/>
                  </a:lnTo>
                  <a:lnTo>
                    <a:pt x="39614" y="318109"/>
                  </a:lnTo>
                  <a:lnTo>
                    <a:pt x="44439" y="320312"/>
                  </a:lnTo>
                  <a:lnTo>
                    <a:pt x="49332" y="322361"/>
                  </a:lnTo>
                  <a:lnTo>
                    <a:pt x="54287" y="324254"/>
                  </a:lnTo>
                  <a:lnTo>
                    <a:pt x="59300" y="325989"/>
                  </a:lnTo>
                  <a:lnTo>
                    <a:pt x="64365" y="327564"/>
                  </a:lnTo>
                  <a:lnTo>
                    <a:pt x="69478" y="328977"/>
                  </a:lnTo>
                  <a:lnTo>
                    <a:pt x="74633" y="330228"/>
                  </a:lnTo>
                  <a:lnTo>
                    <a:pt x="79825" y="331314"/>
                  </a:lnTo>
                  <a:lnTo>
                    <a:pt x="85049" y="332235"/>
                  </a:lnTo>
                  <a:lnTo>
                    <a:pt x="90300" y="332990"/>
                  </a:lnTo>
                  <a:lnTo>
                    <a:pt x="95572" y="333578"/>
                  </a:lnTo>
                  <a:lnTo>
                    <a:pt x="100859" y="333998"/>
                  </a:lnTo>
                  <a:lnTo>
                    <a:pt x="106158" y="334250"/>
                  </a:lnTo>
                  <a:lnTo>
                    <a:pt x="111462" y="334334"/>
                  </a:lnTo>
                  <a:lnTo>
                    <a:pt x="116766" y="334250"/>
                  </a:lnTo>
                  <a:lnTo>
                    <a:pt x="122064" y="333998"/>
                  </a:lnTo>
                  <a:lnTo>
                    <a:pt x="127352" y="333577"/>
                  </a:lnTo>
                  <a:lnTo>
                    <a:pt x="132624" y="332989"/>
                  </a:lnTo>
                  <a:lnTo>
                    <a:pt x="137874" y="332234"/>
                  </a:lnTo>
                  <a:lnTo>
                    <a:pt x="143098" y="331313"/>
                  </a:lnTo>
                  <a:lnTo>
                    <a:pt x="148290" y="330226"/>
                  </a:lnTo>
                  <a:lnTo>
                    <a:pt x="153445" y="328976"/>
                  </a:lnTo>
                  <a:lnTo>
                    <a:pt x="158558" y="327562"/>
                  </a:lnTo>
                  <a:lnTo>
                    <a:pt x="163623" y="325987"/>
                  </a:lnTo>
                  <a:lnTo>
                    <a:pt x="168636" y="324252"/>
                  </a:lnTo>
                  <a:lnTo>
                    <a:pt x="173591" y="322359"/>
                  </a:lnTo>
                  <a:lnTo>
                    <a:pt x="178484" y="320309"/>
                  </a:lnTo>
                  <a:lnTo>
                    <a:pt x="183309" y="318106"/>
                  </a:lnTo>
                  <a:lnTo>
                    <a:pt x="188062" y="315750"/>
                  </a:lnTo>
                  <a:lnTo>
                    <a:pt x="192737" y="313245"/>
                  </a:lnTo>
                  <a:lnTo>
                    <a:pt x="197331" y="310592"/>
                  </a:lnTo>
                  <a:lnTo>
                    <a:pt x="201838" y="307796"/>
                  </a:lnTo>
                  <a:lnTo>
                    <a:pt x="206255" y="304857"/>
                  </a:lnTo>
                  <a:lnTo>
                    <a:pt x="210576" y="301780"/>
                  </a:lnTo>
                  <a:lnTo>
                    <a:pt x="214797" y="298568"/>
                  </a:lnTo>
                  <a:lnTo>
                    <a:pt x="218914" y="295223"/>
                  </a:lnTo>
                  <a:lnTo>
                    <a:pt x="222922" y="291749"/>
                  </a:lnTo>
                  <a:lnTo>
                    <a:pt x="226819" y="288150"/>
                  </a:lnTo>
                  <a:lnTo>
                    <a:pt x="230599" y="284429"/>
                  </a:lnTo>
                  <a:lnTo>
                    <a:pt x="234260" y="280590"/>
                  </a:lnTo>
                  <a:lnTo>
                    <a:pt x="237797" y="276636"/>
                  </a:lnTo>
                  <a:lnTo>
                    <a:pt x="241206" y="272573"/>
                  </a:lnTo>
                  <a:lnTo>
                    <a:pt x="244485" y="268403"/>
                  </a:lnTo>
                  <a:lnTo>
                    <a:pt x="247630" y="264132"/>
                  </a:lnTo>
                  <a:lnTo>
                    <a:pt x="250638" y="259762"/>
                  </a:lnTo>
                  <a:lnTo>
                    <a:pt x="253506" y="255300"/>
                  </a:lnTo>
                  <a:lnTo>
                    <a:pt x="256231" y="250749"/>
                  </a:lnTo>
                  <a:lnTo>
                    <a:pt x="258810" y="246113"/>
                  </a:lnTo>
                  <a:lnTo>
                    <a:pt x="261240" y="241398"/>
                  </a:lnTo>
                  <a:lnTo>
                    <a:pt x="263520" y="236609"/>
                  </a:lnTo>
                  <a:lnTo>
                    <a:pt x="265647" y="231749"/>
                  </a:lnTo>
                  <a:lnTo>
                    <a:pt x="267618" y="226825"/>
                  </a:lnTo>
                  <a:lnTo>
                    <a:pt x="269432" y="221840"/>
                  </a:lnTo>
                  <a:lnTo>
                    <a:pt x="271088" y="216800"/>
                  </a:lnTo>
                  <a:lnTo>
                    <a:pt x="272582" y="211711"/>
                  </a:lnTo>
                  <a:lnTo>
                    <a:pt x="273914" y="206576"/>
                  </a:lnTo>
                  <a:lnTo>
                    <a:pt x="275083" y="201402"/>
                  </a:lnTo>
                  <a:lnTo>
                    <a:pt x="276087" y="196193"/>
                  </a:lnTo>
                  <a:lnTo>
                    <a:pt x="276925" y="190956"/>
                  </a:lnTo>
                  <a:lnTo>
                    <a:pt x="277596" y="185694"/>
                  </a:lnTo>
                  <a:lnTo>
                    <a:pt x="278100" y="180413"/>
                  </a:lnTo>
                  <a:lnTo>
                    <a:pt x="278437" y="175119"/>
                  </a:lnTo>
                  <a:lnTo>
                    <a:pt x="278605" y="169818"/>
                  </a:lnTo>
                  <a:lnTo>
                    <a:pt x="278605" y="164513"/>
                  </a:lnTo>
                  <a:lnTo>
                    <a:pt x="278436" y="159211"/>
                  </a:lnTo>
                  <a:lnTo>
                    <a:pt x="278100" y="153917"/>
                  </a:lnTo>
                  <a:lnTo>
                    <a:pt x="277596" y="148637"/>
                  </a:lnTo>
                  <a:lnTo>
                    <a:pt x="276924" y="143375"/>
                  </a:lnTo>
                  <a:lnTo>
                    <a:pt x="276086" y="138137"/>
                  </a:lnTo>
                  <a:lnTo>
                    <a:pt x="275082" y="132928"/>
                  </a:lnTo>
                  <a:lnTo>
                    <a:pt x="273913" y="127754"/>
                  </a:lnTo>
                  <a:lnTo>
                    <a:pt x="272581" y="122620"/>
                  </a:lnTo>
                  <a:lnTo>
                    <a:pt x="271087" y="117530"/>
                  </a:lnTo>
                  <a:lnTo>
                    <a:pt x="269431" y="112491"/>
                  </a:lnTo>
                  <a:lnTo>
                    <a:pt x="267617" y="107506"/>
                  </a:lnTo>
                  <a:lnTo>
                    <a:pt x="265646" y="102581"/>
                  </a:lnTo>
                  <a:lnTo>
                    <a:pt x="263519" y="97722"/>
                  </a:lnTo>
                  <a:lnTo>
                    <a:pt x="261239" y="92932"/>
                  </a:lnTo>
                  <a:lnTo>
                    <a:pt x="258808" y="88218"/>
                  </a:lnTo>
                  <a:lnTo>
                    <a:pt x="256229" y="83582"/>
                  </a:lnTo>
                  <a:lnTo>
                    <a:pt x="253504" y="79031"/>
                  </a:lnTo>
                  <a:lnTo>
                    <a:pt x="250636" y="74569"/>
                  </a:lnTo>
                  <a:lnTo>
                    <a:pt x="247628" y="70199"/>
                  </a:lnTo>
                  <a:lnTo>
                    <a:pt x="244483" y="65928"/>
                  </a:lnTo>
                  <a:lnTo>
                    <a:pt x="241204" y="61758"/>
                  </a:lnTo>
                  <a:lnTo>
                    <a:pt x="237795" y="57695"/>
                  </a:lnTo>
                  <a:lnTo>
                    <a:pt x="234258" y="53742"/>
                  </a:lnTo>
                  <a:lnTo>
                    <a:pt x="230597" y="49903"/>
                  </a:lnTo>
                  <a:lnTo>
                    <a:pt x="226817" y="46182"/>
                  </a:lnTo>
                  <a:lnTo>
                    <a:pt x="222920" y="42582"/>
                  </a:lnTo>
                  <a:lnTo>
                    <a:pt x="218911" y="39109"/>
                  </a:lnTo>
                  <a:lnTo>
                    <a:pt x="214794" y="35764"/>
                  </a:lnTo>
                  <a:lnTo>
                    <a:pt x="210573" y="32552"/>
                  </a:lnTo>
                  <a:lnTo>
                    <a:pt x="206252" y="29475"/>
                  </a:lnTo>
                  <a:lnTo>
                    <a:pt x="201835" y="26536"/>
                  </a:lnTo>
                  <a:lnTo>
                    <a:pt x="197328" y="23740"/>
                  </a:lnTo>
                  <a:lnTo>
                    <a:pt x="192734" y="21088"/>
                  </a:lnTo>
                  <a:lnTo>
                    <a:pt x="188059" y="18582"/>
                  </a:lnTo>
                  <a:lnTo>
                    <a:pt x="183306" y="16227"/>
                  </a:lnTo>
                  <a:lnTo>
                    <a:pt x="178481" y="14023"/>
                  </a:lnTo>
                  <a:lnTo>
                    <a:pt x="173588" y="11974"/>
                  </a:lnTo>
                  <a:lnTo>
                    <a:pt x="168633" y="10081"/>
                  </a:lnTo>
                  <a:lnTo>
                    <a:pt x="163620" y="8346"/>
                  </a:lnTo>
                  <a:lnTo>
                    <a:pt x="158555" y="6771"/>
                  </a:lnTo>
                  <a:lnTo>
                    <a:pt x="153442" y="5357"/>
                  </a:lnTo>
                  <a:lnTo>
                    <a:pt x="148287" y="4107"/>
                  </a:lnTo>
                  <a:lnTo>
                    <a:pt x="143095" y="3020"/>
                  </a:lnTo>
                  <a:lnTo>
                    <a:pt x="137871" y="2099"/>
                  </a:lnTo>
                  <a:lnTo>
                    <a:pt x="132620" y="1344"/>
                  </a:lnTo>
                  <a:lnTo>
                    <a:pt x="127349" y="756"/>
                  </a:lnTo>
                  <a:lnTo>
                    <a:pt x="122061" y="336"/>
                  </a:lnTo>
                  <a:lnTo>
                    <a:pt x="116762" y="84"/>
                  </a:lnTo>
                  <a:lnTo>
                    <a:pt x="111458" y="0"/>
                  </a:lnTo>
                  <a:lnTo>
                    <a:pt x="1114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797343" y="1071028"/>
              <a:ext cx="179564" cy="334325"/>
            </a:xfrm>
            <a:custGeom>
              <a:avLst/>
              <a:pathLst>
                <a:path w="179564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7" y="4134"/>
                  </a:lnTo>
                  <a:lnTo>
                    <a:pt x="125035" y="5393"/>
                  </a:lnTo>
                  <a:lnTo>
                    <a:pt x="119906" y="6816"/>
                  </a:lnTo>
                  <a:lnTo>
                    <a:pt x="114826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4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4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5" y="50223"/>
                  </a:lnTo>
                  <a:lnTo>
                    <a:pt x="44042" y="54085"/>
                  </a:lnTo>
                  <a:lnTo>
                    <a:pt x="40505" y="58061"/>
                  </a:lnTo>
                  <a:lnTo>
                    <a:pt x="37096" y="62149"/>
                  </a:lnTo>
                  <a:lnTo>
                    <a:pt x="33818" y="66342"/>
                  </a:lnTo>
                  <a:lnTo>
                    <a:pt x="30676" y="70638"/>
                  </a:lnTo>
                  <a:lnTo>
                    <a:pt x="27672" y="75032"/>
                  </a:lnTo>
                  <a:lnTo>
                    <a:pt x="24810" y="79519"/>
                  </a:lnTo>
                  <a:lnTo>
                    <a:pt x="22092" y="84095"/>
                  </a:lnTo>
                  <a:lnTo>
                    <a:pt x="19521" y="88756"/>
                  </a:lnTo>
                  <a:lnTo>
                    <a:pt x="17099" y="93495"/>
                  </a:lnTo>
                  <a:lnTo>
                    <a:pt x="14830" y="98310"/>
                  </a:lnTo>
                  <a:lnTo>
                    <a:pt x="12715" y="103194"/>
                  </a:lnTo>
                  <a:lnTo>
                    <a:pt x="10757" y="108143"/>
                  </a:lnTo>
                  <a:lnTo>
                    <a:pt x="8957" y="113152"/>
                  </a:lnTo>
                  <a:lnTo>
                    <a:pt x="7318" y="118216"/>
                  </a:lnTo>
                  <a:lnTo>
                    <a:pt x="5840" y="123329"/>
                  </a:lnTo>
                  <a:lnTo>
                    <a:pt x="4527" y="128487"/>
                  </a:lnTo>
                  <a:lnTo>
                    <a:pt x="3378" y="133684"/>
                  </a:lnTo>
                  <a:lnTo>
                    <a:pt x="2395" y="138915"/>
                  </a:lnTo>
                  <a:lnTo>
                    <a:pt x="1579" y="144174"/>
                  </a:lnTo>
                  <a:lnTo>
                    <a:pt x="931" y="149457"/>
                  </a:lnTo>
                  <a:lnTo>
                    <a:pt x="451" y="154758"/>
                  </a:lnTo>
                  <a:lnTo>
                    <a:pt x="141" y="160071"/>
                  </a:lnTo>
                  <a:lnTo>
                    <a:pt x="0" y="165392"/>
                  </a:lnTo>
                  <a:lnTo>
                    <a:pt x="28" y="170714"/>
                  </a:lnTo>
                  <a:lnTo>
                    <a:pt x="225" y="176033"/>
                  </a:lnTo>
                  <a:lnTo>
                    <a:pt x="592" y="181343"/>
                  </a:lnTo>
                  <a:lnTo>
                    <a:pt x="1128" y="186638"/>
                  </a:lnTo>
                  <a:lnTo>
                    <a:pt x="1832" y="191914"/>
                  </a:lnTo>
                  <a:lnTo>
                    <a:pt x="2704" y="197165"/>
                  </a:lnTo>
                  <a:lnTo>
                    <a:pt x="3742" y="202385"/>
                  </a:lnTo>
                  <a:lnTo>
                    <a:pt x="4946" y="207569"/>
                  </a:lnTo>
                  <a:lnTo>
                    <a:pt x="6314" y="212713"/>
                  </a:lnTo>
                  <a:lnTo>
                    <a:pt x="7846" y="217810"/>
                  </a:lnTo>
                  <a:lnTo>
                    <a:pt x="9539" y="222856"/>
                  </a:lnTo>
                  <a:lnTo>
                    <a:pt x="11392" y="227846"/>
                  </a:lnTo>
                  <a:lnTo>
                    <a:pt x="13402" y="232774"/>
                  </a:lnTo>
                  <a:lnTo>
                    <a:pt x="15569" y="237635"/>
                  </a:lnTo>
                  <a:lnTo>
                    <a:pt x="17889" y="242425"/>
                  </a:lnTo>
                  <a:lnTo>
                    <a:pt x="20360" y="247139"/>
                  </a:lnTo>
                  <a:lnTo>
                    <a:pt x="22981" y="251772"/>
                  </a:lnTo>
                  <a:lnTo>
                    <a:pt x="25747" y="256319"/>
                  </a:lnTo>
                  <a:lnTo>
                    <a:pt x="28657" y="260776"/>
                  </a:lnTo>
                  <a:lnTo>
                    <a:pt x="31707" y="265137"/>
                  </a:lnTo>
                  <a:lnTo>
                    <a:pt x="34895" y="269400"/>
                  </a:lnTo>
                  <a:lnTo>
                    <a:pt x="38216" y="273558"/>
                  </a:lnTo>
                  <a:lnTo>
                    <a:pt x="41669" y="277609"/>
                  </a:lnTo>
                  <a:lnTo>
                    <a:pt x="45248" y="281548"/>
                  </a:lnTo>
                  <a:lnTo>
                    <a:pt x="48951" y="285371"/>
                  </a:lnTo>
                  <a:lnTo>
                    <a:pt x="52774" y="289074"/>
                  </a:lnTo>
                  <a:lnTo>
                    <a:pt x="56713" y="292654"/>
                  </a:lnTo>
                  <a:lnTo>
                    <a:pt x="60764" y="296106"/>
                  </a:lnTo>
                  <a:lnTo>
                    <a:pt x="64923" y="299428"/>
                  </a:lnTo>
                  <a:lnTo>
                    <a:pt x="69185" y="302616"/>
                  </a:lnTo>
                  <a:lnTo>
                    <a:pt x="73547" y="305666"/>
                  </a:lnTo>
                  <a:lnTo>
                    <a:pt x="78003" y="308576"/>
                  </a:lnTo>
                  <a:lnTo>
                    <a:pt x="82550" y="311342"/>
                  </a:lnTo>
                  <a:lnTo>
                    <a:pt x="87183" y="313963"/>
                  </a:lnTo>
                  <a:lnTo>
                    <a:pt x="91897" y="316434"/>
                  </a:lnTo>
                  <a:lnTo>
                    <a:pt x="96687" y="318755"/>
                  </a:lnTo>
                  <a:lnTo>
                    <a:pt x="101548" y="320921"/>
                  </a:lnTo>
                  <a:lnTo>
                    <a:pt x="106476" y="322932"/>
                  </a:lnTo>
                  <a:lnTo>
                    <a:pt x="111466" y="324785"/>
                  </a:lnTo>
                  <a:lnTo>
                    <a:pt x="116512" y="326478"/>
                  </a:lnTo>
                  <a:lnTo>
                    <a:pt x="121609" y="328009"/>
                  </a:lnTo>
                  <a:lnTo>
                    <a:pt x="126753" y="329378"/>
                  </a:lnTo>
                  <a:lnTo>
                    <a:pt x="131937" y="330582"/>
                  </a:lnTo>
                  <a:lnTo>
                    <a:pt x="137157" y="331620"/>
                  </a:lnTo>
                  <a:lnTo>
                    <a:pt x="142408" y="332492"/>
                  </a:lnTo>
                  <a:lnTo>
                    <a:pt x="147684" y="333196"/>
                  </a:lnTo>
                  <a:lnTo>
                    <a:pt x="152979" y="333732"/>
                  </a:lnTo>
                  <a:lnTo>
                    <a:pt x="158289" y="334099"/>
                  </a:lnTo>
                  <a:lnTo>
                    <a:pt x="163608" y="334297"/>
                  </a:lnTo>
                  <a:lnTo>
                    <a:pt x="168930" y="334325"/>
                  </a:lnTo>
                  <a:lnTo>
                    <a:pt x="174251" y="334184"/>
                  </a:lnTo>
                  <a:lnTo>
                    <a:pt x="179564" y="33387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64501" y="1238196"/>
              <a:ext cx="12406" cy="166706"/>
            </a:xfrm>
            <a:custGeom>
              <a:avLst/>
              <a:pathLst>
                <a:path w="12406" h="166706">
                  <a:moveTo>
                    <a:pt x="12406" y="1667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3903"/>
              <a:ext cx="167161" cy="330999"/>
            </a:xfrm>
            <a:custGeom>
              <a:avLst/>
              <a:pathLst>
                <a:path w="167161" h="330999">
                  <a:moveTo>
                    <a:pt x="12406" y="330999"/>
                  </a:moveTo>
                  <a:lnTo>
                    <a:pt x="17736" y="330516"/>
                  </a:lnTo>
                  <a:lnTo>
                    <a:pt x="23048" y="329863"/>
                  </a:lnTo>
                  <a:lnTo>
                    <a:pt x="28337" y="329041"/>
                  </a:lnTo>
                  <a:lnTo>
                    <a:pt x="33596" y="328049"/>
                  </a:lnTo>
                  <a:lnTo>
                    <a:pt x="38821" y="326890"/>
                  </a:lnTo>
                  <a:lnTo>
                    <a:pt x="44007" y="325564"/>
                  </a:lnTo>
                  <a:lnTo>
                    <a:pt x="49147" y="324072"/>
                  </a:lnTo>
                  <a:lnTo>
                    <a:pt x="54236" y="322417"/>
                  </a:lnTo>
                  <a:lnTo>
                    <a:pt x="59270" y="320600"/>
                  </a:lnTo>
                  <a:lnTo>
                    <a:pt x="64244" y="318622"/>
                  </a:lnTo>
                  <a:lnTo>
                    <a:pt x="69151" y="316486"/>
                  </a:lnTo>
                  <a:lnTo>
                    <a:pt x="73988" y="314195"/>
                  </a:lnTo>
                  <a:lnTo>
                    <a:pt x="78749" y="311749"/>
                  </a:lnTo>
                  <a:lnTo>
                    <a:pt x="83429" y="309153"/>
                  </a:lnTo>
                  <a:lnTo>
                    <a:pt x="88023" y="306408"/>
                  </a:lnTo>
                  <a:lnTo>
                    <a:pt x="92528" y="303517"/>
                  </a:lnTo>
                  <a:lnTo>
                    <a:pt x="96937" y="300484"/>
                  </a:lnTo>
                  <a:lnTo>
                    <a:pt x="101247" y="297311"/>
                  </a:lnTo>
                  <a:lnTo>
                    <a:pt x="105454" y="294001"/>
                  </a:lnTo>
                  <a:lnTo>
                    <a:pt x="109552" y="290559"/>
                  </a:lnTo>
                  <a:lnTo>
                    <a:pt x="113538" y="286987"/>
                  </a:lnTo>
                  <a:lnTo>
                    <a:pt x="117407" y="283290"/>
                  </a:lnTo>
                  <a:lnTo>
                    <a:pt x="121157" y="279470"/>
                  </a:lnTo>
                  <a:lnTo>
                    <a:pt x="124782" y="275533"/>
                  </a:lnTo>
                  <a:lnTo>
                    <a:pt x="128279" y="271481"/>
                  </a:lnTo>
                  <a:lnTo>
                    <a:pt x="131644" y="267320"/>
                  </a:lnTo>
                  <a:lnTo>
                    <a:pt x="134875" y="263053"/>
                  </a:lnTo>
                  <a:lnTo>
                    <a:pt x="137967" y="258684"/>
                  </a:lnTo>
                  <a:lnTo>
                    <a:pt x="140918" y="254219"/>
                  </a:lnTo>
                  <a:lnTo>
                    <a:pt x="143725" y="249662"/>
                  </a:lnTo>
                  <a:lnTo>
                    <a:pt x="146384" y="245017"/>
                  </a:lnTo>
                  <a:lnTo>
                    <a:pt x="148893" y="240290"/>
                  </a:lnTo>
                  <a:lnTo>
                    <a:pt x="151250" y="235485"/>
                  </a:lnTo>
                  <a:lnTo>
                    <a:pt x="153451" y="230606"/>
                  </a:lnTo>
                  <a:lnTo>
                    <a:pt x="155495" y="225660"/>
                  </a:lnTo>
                  <a:lnTo>
                    <a:pt x="157380" y="220651"/>
                  </a:lnTo>
                  <a:lnTo>
                    <a:pt x="159104" y="215584"/>
                  </a:lnTo>
                  <a:lnTo>
                    <a:pt x="160664" y="210464"/>
                  </a:lnTo>
                  <a:lnTo>
                    <a:pt x="162060" y="205297"/>
                  </a:lnTo>
                  <a:lnTo>
                    <a:pt x="163289" y="200088"/>
                  </a:lnTo>
                  <a:lnTo>
                    <a:pt x="164352" y="194843"/>
                  </a:lnTo>
                  <a:lnTo>
                    <a:pt x="165245" y="189566"/>
                  </a:lnTo>
                  <a:lnTo>
                    <a:pt x="165970" y="184263"/>
                  </a:lnTo>
                  <a:lnTo>
                    <a:pt x="166524" y="178939"/>
                  </a:lnTo>
                  <a:lnTo>
                    <a:pt x="166908" y="173601"/>
                  </a:lnTo>
                  <a:lnTo>
                    <a:pt x="167120" y="168253"/>
                  </a:lnTo>
                  <a:lnTo>
                    <a:pt x="167161" y="162901"/>
                  </a:lnTo>
                  <a:lnTo>
                    <a:pt x="167031" y="157551"/>
                  </a:lnTo>
                  <a:lnTo>
                    <a:pt x="166730" y="152207"/>
                  </a:lnTo>
                  <a:lnTo>
                    <a:pt x="166257" y="146876"/>
                  </a:lnTo>
                  <a:lnTo>
                    <a:pt x="165614" y="141563"/>
                  </a:lnTo>
                  <a:lnTo>
                    <a:pt x="164802" y="136273"/>
                  </a:lnTo>
                  <a:lnTo>
                    <a:pt x="163820" y="131011"/>
                  </a:lnTo>
                  <a:lnTo>
                    <a:pt x="162671" y="125784"/>
                  </a:lnTo>
                  <a:lnTo>
                    <a:pt x="161355" y="120596"/>
                  </a:lnTo>
                  <a:lnTo>
                    <a:pt x="159873" y="115453"/>
                  </a:lnTo>
                  <a:lnTo>
                    <a:pt x="158228" y="110360"/>
                  </a:lnTo>
                  <a:lnTo>
                    <a:pt x="156420" y="105323"/>
                  </a:lnTo>
                  <a:lnTo>
                    <a:pt x="154453" y="100346"/>
                  </a:lnTo>
                  <a:lnTo>
                    <a:pt x="152326" y="95434"/>
                  </a:lnTo>
                  <a:lnTo>
                    <a:pt x="150044" y="90593"/>
                  </a:lnTo>
                  <a:lnTo>
                    <a:pt x="147608" y="85827"/>
                  </a:lnTo>
                  <a:lnTo>
                    <a:pt x="145020" y="81142"/>
                  </a:lnTo>
                  <a:lnTo>
                    <a:pt x="142284" y="76543"/>
                  </a:lnTo>
                  <a:lnTo>
                    <a:pt x="139402" y="72033"/>
                  </a:lnTo>
                  <a:lnTo>
                    <a:pt x="136377" y="67617"/>
                  </a:lnTo>
                  <a:lnTo>
                    <a:pt x="133212" y="63301"/>
                  </a:lnTo>
                  <a:lnTo>
                    <a:pt x="129911" y="59088"/>
                  </a:lnTo>
                  <a:lnTo>
                    <a:pt x="126477" y="54984"/>
                  </a:lnTo>
                  <a:lnTo>
                    <a:pt x="122913" y="50991"/>
                  </a:lnTo>
                  <a:lnTo>
                    <a:pt x="119223" y="47114"/>
                  </a:lnTo>
                  <a:lnTo>
                    <a:pt x="115410" y="43358"/>
                  </a:lnTo>
                  <a:lnTo>
                    <a:pt x="111480" y="39725"/>
                  </a:lnTo>
                  <a:lnTo>
                    <a:pt x="107435" y="36220"/>
                  </a:lnTo>
                  <a:lnTo>
                    <a:pt x="103280" y="32846"/>
                  </a:lnTo>
                  <a:lnTo>
                    <a:pt x="99019" y="29608"/>
                  </a:lnTo>
                  <a:lnTo>
                    <a:pt x="94657" y="26507"/>
                  </a:lnTo>
                  <a:lnTo>
                    <a:pt x="90198" y="23547"/>
                  </a:lnTo>
                  <a:lnTo>
                    <a:pt x="85646" y="20732"/>
                  </a:lnTo>
                  <a:lnTo>
                    <a:pt x="81006" y="18064"/>
                  </a:lnTo>
                  <a:lnTo>
                    <a:pt x="76284" y="15545"/>
                  </a:lnTo>
                  <a:lnTo>
                    <a:pt x="71483" y="13180"/>
                  </a:lnTo>
                  <a:lnTo>
                    <a:pt x="66609" y="10969"/>
                  </a:lnTo>
                  <a:lnTo>
                    <a:pt x="61666" y="8915"/>
                  </a:lnTo>
                  <a:lnTo>
                    <a:pt x="56661" y="7021"/>
                  </a:lnTo>
                  <a:lnTo>
                    <a:pt x="51597" y="5287"/>
                  </a:lnTo>
                  <a:lnTo>
                    <a:pt x="46480" y="3717"/>
                  </a:lnTo>
                  <a:lnTo>
                    <a:pt x="41316" y="2311"/>
                  </a:lnTo>
                  <a:lnTo>
                    <a:pt x="36110" y="1072"/>
                  </a:lnTo>
                  <a:lnTo>
                    <a:pt x="30866" y="0"/>
                  </a:lnTo>
                  <a:lnTo>
                    <a:pt x="0" y="1642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64501" y="1071028"/>
              <a:ext cx="30866" cy="167167"/>
            </a:xfrm>
            <a:custGeom>
              <a:avLst/>
              <a:pathLst>
                <a:path w="30866" h="167167">
                  <a:moveTo>
                    <a:pt x="30866" y="2874"/>
                  </a:moveTo>
                  <a:lnTo>
                    <a:pt x="23208" y="1618"/>
                  </a:lnTo>
                  <a:lnTo>
                    <a:pt x="15500" y="720"/>
                  </a:lnTo>
                  <a:lnTo>
                    <a:pt x="7758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67536" y="1322571"/>
              <a:ext cx="121184" cy="167167"/>
            </a:xfrm>
            <a:custGeom>
              <a:avLst/>
              <a:pathLst>
                <a:path w="121184" h="167167">
                  <a:moveTo>
                    <a:pt x="121184" y="0"/>
                  </a:moveTo>
                  <a:lnTo>
                    <a:pt x="115537" y="95"/>
                  </a:lnTo>
                  <a:lnTo>
                    <a:pt x="109896" y="381"/>
                  </a:lnTo>
                  <a:lnTo>
                    <a:pt x="104268" y="858"/>
                  </a:lnTo>
                  <a:lnTo>
                    <a:pt x="98659" y="1524"/>
                  </a:lnTo>
                  <a:lnTo>
                    <a:pt x="93076" y="2379"/>
                  </a:lnTo>
                  <a:lnTo>
                    <a:pt x="87526" y="3423"/>
                  </a:lnTo>
                  <a:lnTo>
                    <a:pt x="82013" y="4654"/>
                  </a:lnTo>
                  <a:lnTo>
                    <a:pt x="76545" y="6070"/>
                  </a:lnTo>
                  <a:lnTo>
                    <a:pt x="71129" y="7670"/>
                  </a:lnTo>
                  <a:lnTo>
                    <a:pt x="65769" y="9452"/>
                  </a:lnTo>
                  <a:lnTo>
                    <a:pt x="60473" y="11414"/>
                  </a:lnTo>
                  <a:lnTo>
                    <a:pt x="55245" y="13554"/>
                  </a:lnTo>
                  <a:lnTo>
                    <a:pt x="50094" y="15869"/>
                  </a:lnTo>
                  <a:lnTo>
                    <a:pt x="45023" y="18357"/>
                  </a:lnTo>
                  <a:lnTo>
                    <a:pt x="40039" y="21015"/>
                  </a:lnTo>
                  <a:lnTo>
                    <a:pt x="35148" y="23839"/>
                  </a:lnTo>
                  <a:lnTo>
                    <a:pt x="30355" y="26828"/>
                  </a:lnTo>
                  <a:lnTo>
                    <a:pt x="25666" y="29976"/>
                  </a:lnTo>
                  <a:lnTo>
                    <a:pt x="21086" y="33281"/>
                  </a:lnTo>
                  <a:lnTo>
                    <a:pt x="16620" y="36739"/>
                  </a:lnTo>
                  <a:lnTo>
                    <a:pt x="12274" y="40346"/>
                  </a:lnTo>
                  <a:lnTo>
                    <a:pt x="8052" y="44098"/>
                  </a:lnTo>
                  <a:lnTo>
                    <a:pt x="3959" y="47990"/>
                  </a:lnTo>
                  <a:lnTo>
                    <a:pt x="0" y="52018"/>
                  </a:lnTo>
                  <a:lnTo>
                    <a:pt x="12118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7536" y="1374590"/>
              <a:ext cx="121184" cy="115148"/>
            </a:xfrm>
            <a:custGeom>
              <a:avLst/>
              <a:pathLst>
                <a:path w="121184" h="115148">
                  <a:moveTo>
                    <a:pt x="0" y="0"/>
                  </a:moveTo>
                  <a:lnTo>
                    <a:pt x="121184" y="115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21553" y="1350712"/>
              <a:ext cx="334334" cy="306173"/>
            </a:xfrm>
            <a:custGeom>
              <a:avLst/>
              <a:pathLst>
                <a:path w="334334" h="306173">
                  <a:moveTo>
                    <a:pt x="45982" y="23878"/>
                  </a:moveTo>
                  <a:lnTo>
                    <a:pt x="42392" y="27778"/>
                  </a:lnTo>
                  <a:lnTo>
                    <a:pt x="38928" y="31790"/>
                  </a:lnTo>
                  <a:lnTo>
                    <a:pt x="35592" y="35910"/>
                  </a:lnTo>
                  <a:lnTo>
                    <a:pt x="32389" y="40134"/>
                  </a:lnTo>
                  <a:lnTo>
                    <a:pt x="29321" y="44457"/>
                  </a:lnTo>
                  <a:lnTo>
                    <a:pt x="26392" y="48875"/>
                  </a:lnTo>
                  <a:lnTo>
                    <a:pt x="23604" y="53383"/>
                  </a:lnTo>
                  <a:lnTo>
                    <a:pt x="20961" y="57978"/>
                  </a:lnTo>
                  <a:lnTo>
                    <a:pt x="18465" y="62655"/>
                  </a:lnTo>
                  <a:lnTo>
                    <a:pt x="16118" y="67408"/>
                  </a:lnTo>
                  <a:lnTo>
                    <a:pt x="13923" y="72233"/>
                  </a:lnTo>
                  <a:lnTo>
                    <a:pt x="11883" y="77125"/>
                  </a:lnTo>
                  <a:lnTo>
                    <a:pt x="9998" y="82080"/>
                  </a:lnTo>
                  <a:lnTo>
                    <a:pt x="8271" y="87092"/>
                  </a:lnTo>
                  <a:lnTo>
                    <a:pt x="6705" y="92156"/>
                  </a:lnTo>
                  <a:lnTo>
                    <a:pt x="5299" y="97267"/>
                  </a:lnTo>
                  <a:lnTo>
                    <a:pt x="4057" y="102420"/>
                  </a:lnTo>
                  <a:lnTo>
                    <a:pt x="2978" y="107610"/>
                  </a:lnTo>
                  <a:lnTo>
                    <a:pt x="2064" y="112832"/>
                  </a:lnTo>
                  <a:lnTo>
                    <a:pt x="1317" y="118080"/>
                  </a:lnTo>
                  <a:lnTo>
                    <a:pt x="736" y="123348"/>
                  </a:lnTo>
                  <a:lnTo>
                    <a:pt x="323" y="128633"/>
                  </a:lnTo>
                  <a:lnTo>
                    <a:pt x="77" y="133928"/>
                  </a:lnTo>
                  <a:lnTo>
                    <a:pt x="0" y="139229"/>
                  </a:lnTo>
                  <a:lnTo>
                    <a:pt x="90" y="144529"/>
                  </a:lnTo>
                  <a:lnTo>
                    <a:pt x="348" y="149823"/>
                  </a:lnTo>
                  <a:lnTo>
                    <a:pt x="775" y="155107"/>
                  </a:lnTo>
                  <a:lnTo>
                    <a:pt x="1368" y="160375"/>
                  </a:lnTo>
                  <a:lnTo>
                    <a:pt x="2128" y="165621"/>
                  </a:lnTo>
                  <a:lnTo>
                    <a:pt x="3055" y="170840"/>
                  </a:lnTo>
                  <a:lnTo>
                    <a:pt x="4146" y="176028"/>
                  </a:lnTo>
                  <a:lnTo>
                    <a:pt x="5401" y="181178"/>
                  </a:lnTo>
                  <a:lnTo>
                    <a:pt x="6819" y="186285"/>
                  </a:lnTo>
                  <a:lnTo>
                    <a:pt x="8398" y="191346"/>
                  </a:lnTo>
                  <a:lnTo>
                    <a:pt x="10136" y="196353"/>
                  </a:lnTo>
                  <a:lnTo>
                    <a:pt x="12033" y="201303"/>
                  </a:lnTo>
                  <a:lnTo>
                    <a:pt x="14085" y="206191"/>
                  </a:lnTo>
                  <a:lnTo>
                    <a:pt x="16292" y="211011"/>
                  </a:lnTo>
                  <a:lnTo>
                    <a:pt x="18650" y="215758"/>
                  </a:lnTo>
                  <a:lnTo>
                    <a:pt x="21158" y="220428"/>
                  </a:lnTo>
                  <a:lnTo>
                    <a:pt x="23812" y="225017"/>
                  </a:lnTo>
                  <a:lnTo>
                    <a:pt x="26610" y="229519"/>
                  </a:lnTo>
                  <a:lnTo>
                    <a:pt x="29550" y="233930"/>
                  </a:lnTo>
                  <a:lnTo>
                    <a:pt x="32628" y="238245"/>
                  </a:lnTo>
                  <a:lnTo>
                    <a:pt x="35842" y="242461"/>
                  </a:lnTo>
                  <a:lnTo>
                    <a:pt x="39187" y="246573"/>
                  </a:lnTo>
                  <a:lnTo>
                    <a:pt x="42662" y="250577"/>
                  </a:lnTo>
                  <a:lnTo>
                    <a:pt x="46261" y="254468"/>
                  </a:lnTo>
                  <a:lnTo>
                    <a:pt x="49982" y="258243"/>
                  </a:lnTo>
                  <a:lnTo>
                    <a:pt x="53821" y="261899"/>
                  </a:lnTo>
                  <a:lnTo>
                    <a:pt x="57774" y="265431"/>
                  </a:lnTo>
                  <a:lnTo>
                    <a:pt x="61836" y="268836"/>
                  </a:lnTo>
                  <a:lnTo>
                    <a:pt x="66005" y="272110"/>
                  </a:lnTo>
                  <a:lnTo>
                    <a:pt x="70276" y="275251"/>
                  </a:lnTo>
                  <a:lnTo>
                    <a:pt x="74643" y="278254"/>
                  </a:lnTo>
                  <a:lnTo>
                    <a:pt x="79104" y="281118"/>
                  </a:lnTo>
                  <a:lnTo>
                    <a:pt x="83654" y="283838"/>
                  </a:lnTo>
                  <a:lnTo>
                    <a:pt x="88287" y="286414"/>
                  </a:lnTo>
                  <a:lnTo>
                    <a:pt x="93000" y="288840"/>
                  </a:lnTo>
                  <a:lnTo>
                    <a:pt x="97787" y="291117"/>
                  </a:lnTo>
                  <a:lnTo>
                    <a:pt x="102644" y="293240"/>
                  </a:lnTo>
                  <a:lnTo>
                    <a:pt x="107566" y="295208"/>
                  </a:lnTo>
                  <a:lnTo>
                    <a:pt x="112548" y="297019"/>
                  </a:lnTo>
                  <a:lnTo>
                    <a:pt x="117585" y="298672"/>
                  </a:lnTo>
                  <a:lnTo>
                    <a:pt x="122671" y="300163"/>
                  </a:lnTo>
                  <a:lnTo>
                    <a:pt x="127803" y="301493"/>
                  </a:lnTo>
                  <a:lnTo>
                    <a:pt x="132974" y="302660"/>
                  </a:lnTo>
                  <a:lnTo>
                    <a:pt x="138179" y="303661"/>
                  </a:lnTo>
                  <a:lnTo>
                    <a:pt x="143414" y="304498"/>
                  </a:lnTo>
                  <a:lnTo>
                    <a:pt x="148672" y="305168"/>
                  </a:lnTo>
                  <a:lnTo>
                    <a:pt x="153949" y="305671"/>
                  </a:lnTo>
                  <a:lnTo>
                    <a:pt x="159239" y="306006"/>
                  </a:lnTo>
                  <a:lnTo>
                    <a:pt x="164538" y="306173"/>
                  </a:lnTo>
                  <a:lnTo>
                    <a:pt x="169838" y="306173"/>
                  </a:lnTo>
                  <a:lnTo>
                    <a:pt x="175137" y="306004"/>
                  </a:lnTo>
                  <a:lnTo>
                    <a:pt x="180427" y="305667"/>
                  </a:lnTo>
                  <a:lnTo>
                    <a:pt x="185704" y="305163"/>
                  </a:lnTo>
                  <a:lnTo>
                    <a:pt x="190962" y="304492"/>
                  </a:lnTo>
                  <a:lnTo>
                    <a:pt x="196196" y="303654"/>
                  </a:lnTo>
                  <a:lnTo>
                    <a:pt x="201401" y="302651"/>
                  </a:lnTo>
                  <a:lnTo>
                    <a:pt x="206572" y="301483"/>
                  </a:lnTo>
                  <a:lnTo>
                    <a:pt x="211703" y="300152"/>
                  </a:lnTo>
                  <a:lnTo>
                    <a:pt x="216789" y="298659"/>
                  </a:lnTo>
                  <a:lnTo>
                    <a:pt x="221826" y="297005"/>
                  </a:lnTo>
                  <a:lnTo>
                    <a:pt x="226807" y="295193"/>
                  </a:lnTo>
                  <a:lnTo>
                    <a:pt x="231728" y="293224"/>
                  </a:lnTo>
                  <a:lnTo>
                    <a:pt x="236585" y="291099"/>
                  </a:lnTo>
                  <a:lnTo>
                    <a:pt x="241372" y="288822"/>
                  </a:lnTo>
                  <a:lnTo>
                    <a:pt x="246084" y="286394"/>
                  </a:lnTo>
                  <a:lnTo>
                    <a:pt x="250717" y="283817"/>
                  </a:lnTo>
                  <a:lnTo>
                    <a:pt x="255265" y="281095"/>
                  </a:lnTo>
                  <a:lnTo>
                    <a:pt x="259725" y="278231"/>
                  </a:lnTo>
                  <a:lnTo>
                    <a:pt x="264093" y="275226"/>
                  </a:lnTo>
                  <a:lnTo>
                    <a:pt x="268362" y="272085"/>
                  </a:lnTo>
                  <a:lnTo>
                    <a:pt x="272530" y="268809"/>
                  </a:lnTo>
                  <a:lnTo>
                    <a:pt x="276592" y="265403"/>
                  </a:lnTo>
                  <a:lnTo>
                    <a:pt x="280544" y="261870"/>
                  </a:lnTo>
                  <a:lnTo>
                    <a:pt x="284382" y="258214"/>
                  </a:lnTo>
                  <a:lnTo>
                    <a:pt x="288102" y="254437"/>
                  </a:lnTo>
                  <a:lnTo>
                    <a:pt x="291700" y="250545"/>
                  </a:lnTo>
                  <a:lnTo>
                    <a:pt x="295173" y="246540"/>
                  </a:lnTo>
                  <a:lnTo>
                    <a:pt x="298518" y="242428"/>
                  </a:lnTo>
                  <a:lnTo>
                    <a:pt x="301730" y="238211"/>
                  </a:lnTo>
                  <a:lnTo>
                    <a:pt x="304807" y="233895"/>
                  </a:lnTo>
                  <a:lnTo>
                    <a:pt x="307746" y="229483"/>
                  </a:lnTo>
                  <a:lnTo>
                    <a:pt x="310543" y="224980"/>
                  </a:lnTo>
                  <a:lnTo>
                    <a:pt x="313197" y="220391"/>
                  </a:lnTo>
                  <a:lnTo>
                    <a:pt x="315703" y="215720"/>
                  </a:lnTo>
                  <a:lnTo>
                    <a:pt x="318060" y="210972"/>
                  </a:lnTo>
                  <a:lnTo>
                    <a:pt x="320265" y="206152"/>
                  </a:lnTo>
                  <a:lnTo>
                    <a:pt x="322317" y="201264"/>
                  </a:lnTo>
                  <a:lnTo>
                    <a:pt x="324212" y="196314"/>
                  </a:lnTo>
                  <a:lnTo>
                    <a:pt x="325949" y="191305"/>
                  </a:lnTo>
                  <a:lnTo>
                    <a:pt x="327527" y="186245"/>
                  </a:lnTo>
                  <a:lnTo>
                    <a:pt x="328943" y="181137"/>
                  </a:lnTo>
                  <a:lnTo>
                    <a:pt x="330197" y="175986"/>
                  </a:lnTo>
                  <a:lnTo>
                    <a:pt x="331287" y="170799"/>
                  </a:lnTo>
                  <a:lnTo>
                    <a:pt x="332212" y="165579"/>
                  </a:lnTo>
                  <a:lnTo>
                    <a:pt x="332971" y="160333"/>
                  </a:lnTo>
                  <a:lnTo>
                    <a:pt x="333563" y="155065"/>
                  </a:lnTo>
                  <a:lnTo>
                    <a:pt x="333988" y="149781"/>
                  </a:lnTo>
                  <a:lnTo>
                    <a:pt x="334245" y="144487"/>
                  </a:lnTo>
                  <a:lnTo>
                    <a:pt x="334334" y="139186"/>
                  </a:lnTo>
                  <a:lnTo>
                    <a:pt x="334255" y="133886"/>
                  </a:lnTo>
                  <a:lnTo>
                    <a:pt x="334008" y="128591"/>
                  </a:lnTo>
                  <a:lnTo>
                    <a:pt x="333593" y="123306"/>
                  </a:lnTo>
                  <a:lnTo>
                    <a:pt x="333011" y="118038"/>
                  </a:lnTo>
                  <a:lnTo>
                    <a:pt x="332263" y="112790"/>
                  </a:lnTo>
                  <a:lnTo>
                    <a:pt x="331348" y="107568"/>
                  </a:lnTo>
                  <a:lnTo>
                    <a:pt x="330268" y="102379"/>
                  </a:lnTo>
                  <a:lnTo>
                    <a:pt x="329024" y="97226"/>
                  </a:lnTo>
                  <a:lnTo>
                    <a:pt x="327617" y="92115"/>
                  </a:lnTo>
                  <a:lnTo>
                    <a:pt x="326049" y="87051"/>
                  </a:lnTo>
                  <a:lnTo>
                    <a:pt x="324321" y="82040"/>
                  </a:lnTo>
                  <a:lnTo>
                    <a:pt x="322435" y="77086"/>
                  </a:lnTo>
                  <a:lnTo>
                    <a:pt x="320393" y="72194"/>
                  </a:lnTo>
                  <a:lnTo>
                    <a:pt x="318197" y="67369"/>
                  </a:lnTo>
                  <a:lnTo>
                    <a:pt x="315849" y="62617"/>
                  </a:lnTo>
                  <a:lnTo>
                    <a:pt x="313352" y="57941"/>
                  </a:lnTo>
                  <a:lnTo>
                    <a:pt x="310708" y="53347"/>
                  </a:lnTo>
                  <a:lnTo>
                    <a:pt x="307919" y="48839"/>
                  </a:lnTo>
                  <a:lnTo>
                    <a:pt x="304989" y="44422"/>
                  </a:lnTo>
                  <a:lnTo>
                    <a:pt x="301920" y="40099"/>
                  </a:lnTo>
                  <a:lnTo>
                    <a:pt x="298716" y="35877"/>
                  </a:lnTo>
                  <a:lnTo>
                    <a:pt x="295379" y="31758"/>
                  </a:lnTo>
                  <a:lnTo>
                    <a:pt x="291913" y="27746"/>
                  </a:lnTo>
                  <a:lnTo>
                    <a:pt x="288322" y="23847"/>
                  </a:lnTo>
                  <a:lnTo>
                    <a:pt x="284610" y="20064"/>
                  </a:lnTo>
                  <a:lnTo>
                    <a:pt x="280779" y="16400"/>
                  </a:lnTo>
                  <a:lnTo>
                    <a:pt x="276834" y="12859"/>
                  </a:lnTo>
                  <a:lnTo>
                    <a:pt x="272778" y="9446"/>
                  </a:lnTo>
                  <a:lnTo>
                    <a:pt x="268617" y="6162"/>
                  </a:lnTo>
                  <a:lnTo>
                    <a:pt x="264353" y="3013"/>
                  </a:lnTo>
                  <a:lnTo>
                    <a:pt x="259992" y="0"/>
                  </a:lnTo>
                  <a:lnTo>
                    <a:pt x="167167" y="139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488720" y="1322571"/>
              <a:ext cx="92824" cy="167167"/>
            </a:xfrm>
            <a:custGeom>
              <a:avLst/>
              <a:pathLst>
                <a:path w="92824" h="167167">
                  <a:moveTo>
                    <a:pt x="92824" y="28140"/>
                  </a:moveTo>
                  <a:lnTo>
                    <a:pt x="87955" y="25009"/>
                  </a:lnTo>
                  <a:lnTo>
                    <a:pt x="82981" y="22049"/>
                  </a:lnTo>
                  <a:lnTo>
                    <a:pt x="77907" y="19263"/>
                  </a:lnTo>
                  <a:lnTo>
                    <a:pt x="72739" y="16655"/>
                  </a:lnTo>
                  <a:lnTo>
                    <a:pt x="67484" y="14227"/>
                  </a:lnTo>
                  <a:lnTo>
                    <a:pt x="62149" y="11982"/>
                  </a:lnTo>
                  <a:lnTo>
                    <a:pt x="56739" y="9923"/>
                  </a:lnTo>
                  <a:lnTo>
                    <a:pt x="51260" y="8053"/>
                  </a:lnTo>
                  <a:lnTo>
                    <a:pt x="45721" y="6374"/>
                  </a:lnTo>
                  <a:lnTo>
                    <a:pt x="40126" y="4887"/>
                  </a:lnTo>
                  <a:lnTo>
                    <a:pt x="34484" y="3595"/>
                  </a:lnTo>
                  <a:lnTo>
                    <a:pt x="28800" y="2499"/>
                  </a:lnTo>
                  <a:lnTo>
                    <a:pt x="23081" y="1601"/>
                  </a:lnTo>
                  <a:lnTo>
                    <a:pt x="17335" y="901"/>
                  </a:lnTo>
                  <a:lnTo>
                    <a:pt x="11568" y="400"/>
                  </a:lnTo>
                  <a:lnTo>
                    <a:pt x="578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00962" y="1681503"/>
              <a:ext cx="85562" cy="167167"/>
            </a:xfrm>
            <a:custGeom>
              <a:avLst/>
              <a:pathLst>
                <a:path w="85562" h="167167">
                  <a:moveTo>
                    <a:pt x="85562" y="0"/>
                  </a:moveTo>
                  <a:lnTo>
                    <a:pt x="79949" y="94"/>
                  </a:lnTo>
                  <a:lnTo>
                    <a:pt x="74342" y="376"/>
                  </a:lnTo>
                  <a:lnTo>
                    <a:pt x="68749" y="847"/>
                  </a:lnTo>
                  <a:lnTo>
                    <a:pt x="63174" y="1505"/>
                  </a:lnTo>
                  <a:lnTo>
                    <a:pt x="57624" y="2351"/>
                  </a:lnTo>
                  <a:lnTo>
                    <a:pt x="52106" y="3382"/>
                  </a:lnTo>
                  <a:lnTo>
                    <a:pt x="46625" y="4597"/>
                  </a:lnTo>
                  <a:lnTo>
                    <a:pt x="41189" y="5996"/>
                  </a:lnTo>
                  <a:lnTo>
                    <a:pt x="35802" y="7577"/>
                  </a:lnTo>
                  <a:lnTo>
                    <a:pt x="30472" y="9338"/>
                  </a:lnTo>
                  <a:lnTo>
                    <a:pt x="25204" y="11276"/>
                  </a:lnTo>
                  <a:lnTo>
                    <a:pt x="20004" y="13391"/>
                  </a:lnTo>
                  <a:lnTo>
                    <a:pt x="14877" y="15679"/>
                  </a:lnTo>
                  <a:lnTo>
                    <a:pt x="9831" y="18138"/>
                  </a:lnTo>
                  <a:lnTo>
                    <a:pt x="4870" y="20764"/>
                  </a:lnTo>
                  <a:lnTo>
                    <a:pt x="0" y="23556"/>
                  </a:lnTo>
                  <a:lnTo>
                    <a:pt x="855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0962" y="1705060"/>
              <a:ext cx="85562" cy="143610"/>
            </a:xfrm>
            <a:custGeom>
              <a:avLst/>
              <a:pathLst>
                <a:path w="85562" h="143610">
                  <a:moveTo>
                    <a:pt x="0" y="0"/>
                  </a:moveTo>
                  <a:lnTo>
                    <a:pt x="85562" y="143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19375" y="1681503"/>
              <a:ext cx="334297" cy="334334"/>
            </a:xfrm>
            <a:custGeom>
              <a:avLst/>
              <a:pathLst>
                <a:path w="334297" h="334334">
                  <a:moveTo>
                    <a:pt x="81498" y="23609"/>
                  </a:moveTo>
                  <a:lnTo>
                    <a:pt x="76985" y="26400"/>
                  </a:lnTo>
                  <a:lnTo>
                    <a:pt x="72563" y="29332"/>
                  </a:lnTo>
                  <a:lnTo>
                    <a:pt x="68236" y="32403"/>
                  </a:lnTo>
                  <a:lnTo>
                    <a:pt x="64009" y="35610"/>
                  </a:lnTo>
                  <a:lnTo>
                    <a:pt x="59886" y="38950"/>
                  </a:lnTo>
                  <a:lnTo>
                    <a:pt x="55871" y="42419"/>
                  </a:lnTo>
                  <a:lnTo>
                    <a:pt x="51968" y="46013"/>
                  </a:lnTo>
                  <a:lnTo>
                    <a:pt x="48181" y="49730"/>
                  </a:lnTo>
                  <a:lnTo>
                    <a:pt x="44514" y="53564"/>
                  </a:lnTo>
                  <a:lnTo>
                    <a:pt x="40970" y="57514"/>
                  </a:lnTo>
                  <a:lnTo>
                    <a:pt x="37554" y="61573"/>
                  </a:lnTo>
                  <a:lnTo>
                    <a:pt x="34268" y="65739"/>
                  </a:lnTo>
                  <a:lnTo>
                    <a:pt x="31116" y="70008"/>
                  </a:lnTo>
                  <a:lnTo>
                    <a:pt x="28101" y="74374"/>
                  </a:lnTo>
                  <a:lnTo>
                    <a:pt x="25226" y="78833"/>
                  </a:lnTo>
                  <a:lnTo>
                    <a:pt x="22494" y="83382"/>
                  </a:lnTo>
                  <a:lnTo>
                    <a:pt x="19908" y="88015"/>
                  </a:lnTo>
                  <a:lnTo>
                    <a:pt x="17470" y="92728"/>
                  </a:lnTo>
                  <a:lnTo>
                    <a:pt x="15183" y="97515"/>
                  </a:lnTo>
                  <a:lnTo>
                    <a:pt x="13049" y="102373"/>
                  </a:lnTo>
                  <a:lnTo>
                    <a:pt x="11071" y="107297"/>
                  </a:lnTo>
                  <a:lnTo>
                    <a:pt x="9249" y="112280"/>
                  </a:lnTo>
                  <a:lnTo>
                    <a:pt x="7587" y="117319"/>
                  </a:lnTo>
                  <a:lnTo>
                    <a:pt x="6085" y="122408"/>
                  </a:lnTo>
                  <a:lnTo>
                    <a:pt x="4746" y="127542"/>
                  </a:lnTo>
                  <a:lnTo>
                    <a:pt x="3570" y="132716"/>
                  </a:lnTo>
                  <a:lnTo>
                    <a:pt x="2559" y="137925"/>
                  </a:lnTo>
                  <a:lnTo>
                    <a:pt x="1714" y="143163"/>
                  </a:lnTo>
                  <a:lnTo>
                    <a:pt x="1036" y="148426"/>
                  </a:lnTo>
                  <a:lnTo>
                    <a:pt x="524" y="153707"/>
                  </a:lnTo>
                  <a:lnTo>
                    <a:pt x="181" y="159002"/>
                  </a:lnTo>
                  <a:lnTo>
                    <a:pt x="6" y="164305"/>
                  </a:lnTo>
                  <a:lnTo>
                    <a:pt x="0" y="169611"/>
                  </a:lnTo>
                  <a:lnTo>
                    <a:pt x="161" y="174914"/>
                  </a:lnTo>
                  <a:lnTo>
                    <a:pt x="491" y="180210"/>
                  </a:lnTo>
                  <a:lnTo>
                    <a:pt x="989" y="185492"/>
                  </a:lnTo>
                  <a:lnTo>
                    <a:pt x="1654" y="190756"/>
                  </a:lnTo>
                  <a:lnTo>
                    <a:pt x="2486" y="195997"/>
                  </a:lnTo>
                  <a:lnTo>
                    <a:pt x="3484" y="201208"/>
                  </a:lnTo>
                  <a:lnTo>
                    <a:pt x="4647" y="206385"/>
                  </a:lnTo>
                  <a:lnTo>
                    <a:pt x="5974" y="211523"/>
                  </a:lnTo>
                  <a:lnTo>
                    <a:pt x="7462" y="216615"/>
                  </a:lnTo>
                  <a:lnTo>
                    <a:pt x="9112" y="221658"/>
                  </a:lnTo>
                  <a:lnTo>
                    <a:pt x="10921" y="226646"/>
                  </a:lnTo>
                  <a:lnTo>
                    <a:pt x="12888" y="231574"/>
                  </a:lnTo>
                  <a:lnTo>
                    <a:pt x="15009" y="236438"/>
                  </a:lnTo>
                  <a:lnTo>
                    <a:pt x="17284" y="241231"/>
                  </a:lnTo>
                  <a:lnTo>
                    <a:pt x="19710" y="245950"/>
                  </a:lnTo>
                  <a:lnTo>
                    <a:pt x="22285" y="250590"/>
                  </a:lnTo>
                  <a:lnTo>
                    <a:pt x="25005" y="255145"/>
                  </a:lnTo>
                  <a:lnTo>
                    <a:pt x="27869" y="259612"/>
                  </a:lnTo>
                  <a:lnTo>
                    <a:pt x="30873" y="263985"/>
                  </a:lnTo>
                  <a:lnTo>
                    <a:pt x="34014" y="268262"/>
                  </a:lnTo>
                  <a:lnTo>
                    <a:pt x="37290" y="272436"/>
                  </a:lnTo>
                  <a:lnTo>
                    <a:pt x="40696" y="276504"/>
                  </a:lnTo>
                  <a:lnTo>
                    <a:pt x="44230" y="280462"/>
                  </a:lnTo>
                  <a:lnTo>
                    <a:pt x="47887" y="284306"/>
                  </a:lnTo>
                  <a:lnTo>
                    <a:pt x="51665" y="288032"/>
                  </a:lnTo>
                  <a:lnTo>
                    <a:pt x="55559" y="291636"/>
                  </a:lnTo>
                  <a:lnTo>
                    <a:pt x="59565" y="295115"/>
                  </a:lnTo>
                  <a:lnTo>
                    <a:pt x="63680" y="298465"/>
                  </a:lnTo>
                  <a:lnTo>
                    <a:pt x="67899" y="301682"/>
                  </a:lnTo>
                  <a:lnTo>
                    <a:pt x="72218" y="304764"/>
                  </a:lnTo>
                  <a:lnTo>
                    <a:pt x="76633" y="307708"/>
                  </a:lnTo>
                  <a:lnTo>
                    <a:pt x="81139" y="310510"/>
                  </a:lnTo>
                  <a:lnTo>
                    <a:pt x="85731" y="313167"/>
                  </a:lnTo>
                  <a:lnTo>
                    <a:pt x="90406" y="315678"/>
                  </a:lnTo>
                  <a:lnTo>
                    <a:pt x="95158" y="318038"/>
                  </a:lnTo>
                  <a:lnTo>
                    <a:pt x="99982" y="320247"/>
                  </a:lnTo>
                  <a:lnTo>
                    <a:pt x="104874" y="322302"/>
                  </a:lnTo>
                  <a:lnTo>
                    <a:pt x="109829" y="324200"/>
                  </a:lnTo>
                  <a:lnTo>
                    <a:pt x="114841" y="325940"/>
                  </a:lnTo>
                  <a:lnTo>
                    <a:pt x="119907" y="327520"/>
                  </a:lnTo>
                  <a:lnTo>
                    <a:pt x="125019" y="328939"/>
                  </a:lnTo>
                  <a:lnTo>
                    <a:pt x="130175" y="330194"/>
                  </a:lnTo>
                  <a:lnTo>
                    <a:pt x="135367" y="331285"/>
                  </a:lnTo>
                  <a:lnTo>
                    <a:pt x="140592" y="332211"/>
                  </a:lnTo>
                  <a:lnTo>
                    <a:pt x="145843" y="332971"/>
                  </a:lnTo>
                  <a:lnTo>
                    <a:pt x="151116" y="333564"/>
                  </a:lnTo>
                  <a:lnTo>
                    <a:pt x="156405" y="333989"/>
                  </a:lnTo>
                  <a:lnTo>
                    <a:pt x="161704" y="334246"/>
                  </a:lnTo>
                  <a:lnTo>
                    <a:pt x="167010" y="334334"/>
                  </a:lnTo>
                  <a:lnTo>
                    <a:pt x="172315" y="334255"/>
                  </a:lnTo>
                  <a:lnTo>
                    <a:pt x="177615" y="334006"/>
                  </a:lnTo>
                  <a:lnTo>
                    <a:pt x="182905" y="333590"/>
                  </a:lnTo>
                  <a:lnTo>
                    <a:pt x="188178" y="333006"/>
                  </a:lnTo>
                  <a:lnTo>
                    <a:pt x="193431" y="332255"/>
                  </a:lnTo>
                  <a:lnTo>
                    <a:pt x="198657" y="331338"/>
                  </a:lnTo>
                  <a:lnTo>
                    <a:pt x="203851" y="330256"/>
                  </a:lnTo>
                  <a:lnTo>
                    <a:pt x="209009" y="329009"/>
                  </a:lnTo>
                  <a:lnTo>
                    <a:pt x="214124" y="327599"/>
                  </a:lnTo>
                  <a:lnTo>
                    <a:pt x="219192" y="326027"/>
                  </a:lnTo>
                  <a:lnTo>
                    <a:pt x="224207" y="324295"/>
                  </a:lnTo>
                  <a:lnTo>
                    <a:pt x="229165" y="322405"/>
                  </a:lnTo>
                  <a:lnTo>
                    <a:pt x="234061" y="320359"/>
                  </a:lnTo>
                  <a:lnTo>
                    <a:pt x="238889" y="318158"/>
                  </a:lnTo>
                  <a:lnTo>
                    <a:pt x="243644" y="315805"/>
                  </a:lnTo>
                  <a:lnTo>
                    <a:pt x="248323" y="313303"/>
                  </a:lnTo>
                  <a:lnTo>
                    <a:pt x="252920" y="310653"/>
                  </a:lnTo>
                  <a:lnTo>
                    <a:pt x="257431" y="307859"/>
                  </a:lnTo>
                  <a:lnTo>
                    <a:pt x="261850" y="304923"/>
                  </a:lnTo>
                  <a:lnTo>
                    <a:pt x="266174" y="301848"/>
                  </a:lnTo>
                  <a:lnTo>
                    <a:pt x="270399" y="298637"/>
                  </a:lnTo>
                  <a:lnTo>
                    <a:pt x="274519" y="295294"/>
                  </a:lnTo>
                  <a:lnTo>
                    <a:pt x="278531" y="291822"/>
                  </a:lnTo>
                  <a:lnTo>
                    <a:pt x="282431" y="288225"/>
                  </a:lnTo>
                  <a:lnTo>
                    <a:pt x="286215" y="284505"/>
                  </a:lnTo>
                  <a:lnTo>
                    <a:pt x="289879" y="280667"/>
                  </a:lnTo>
                  <a:lnTo>
                    <a:pt x="293419" y="276715"/>
                  </a:lnTo>
                  <a:lnTo>
                    <a:pt x="296832" y="272652"/>
                  </a:lnTo>
                  <a:lnTo>
                    <a:pt x="300115" y="268484"/>
                  </a:lnTo>
                  <a:lnTo>
                    <a:pt x="303263" y="264213"/>
                  </a:lnTo>
                  <a:lnTo>
                    <a:pt x="306275" y="259844"/>
                  </a:lnTo>
                  <a:lnTo>
                    <a:pt x="309146" y="255382"/>
                  </a:lnTo>
                  <a:lnTo>
                    <a:pt x="311874" y="250831"/>
                  </a:lnTo>
                  <a:lnTo>
                    <a:pt x="314456" y="246196"/>
                  </a:lnTo>
                  <a:lnTo>
                    <a:pt x="316890" y="241481"/>
                  </a:lnTo>
                  <a:lnTo>
                    <a:pt x="319173" y="236692"/>
                  </a:lnTo>
                  <a:lnTo>
                    <a:pt x="321303" y="231832"/>
                  </a:lnTo>
                  <a:lnTo>
                    <a:pt x="323277" y="226907"/>
                  </a:lnTo>
                  <a:lnTo>
                    <a:pt x="325095" y="221922"/>
                  </a:lnTo>
                  <a:lnTo>
                    <a:pt x="326753" y="216882"/>
                  </a:lnTo>
                  <a:lnTo>
                    <a:pt x="328250" y="211791"/>
                  </a:lnTo>
                  <a:lnTo>
                    <a:pt x="329585" y="206656"/>
                  </a:lnTo>
                  <a:lnTo>
                    <a:pt x="330757" y="201481"/>
                  </a:lnTo>
                  <a:lnTo>
                    <a:pt x="331763" y="196272"/>
                  </a:lnTo>
                  <a:lnTo>
                    <a:pt x="332604" y="191033"/>
                  </a:lnTo>
                  <a:lnTo>
                    <a:pt x="333278" y="185770"/>
                  </a:lnTo>
                  <a:lnTo>
                    <a:pt x="333785" y="180488"/>
                  </a:lnTo>
                  <a:lnTo>
                    <a:pt x="334124" y="175193"/>
                  </a:lnTo>
                  <a:lnTo>
                    <a:pt x="334294" y="169890"/>
                  </a:lnTo>
                  <a:lnTo>
                    <a:pt x="334297" y="164584"/>
                  </a:lnTo>
                  <a:lnTo>
                    <a:pt x="334130" y="159280"/>
                  </a:lnTo>
                  <a:lnTo>
                    <a:pt x="333796" y="153985"/>
                  </a:lnTo>
                  <a:lnTo>
                    <a:pt x="333294" y="148703"/>
                  </a:lnTo>
                  <a:lnTo>
                    <a:pt x="332624" y="143439"/>
                  </a:lnTo>
                  <a:lnTo>
                    <a:pt x="331788" y="138200"/>
                  </a:lnTo>
                  <a:lnTo>
                    <a:pt x="330785" y="132989"/>
                  </a:lnTo>
                  <a:lnTo>
                    <a:pt x="329618" y="127813"/>
                  </a:lnTo>
                  <a:lnTo>
                    <a:pt x="328287" y="122677"/>
                  </a:lnTo>
                  <a:lnTo>
                    <a:pt x="326794" y="117585"/>
                  </a:lnTo>
                  <a:lnTo>
                    <a:pt x="325140" y="112544"/>
                  </a:lnTo>
                  <a:lnTo>
                    <a:pt x="323327" y="107557"/>
                  </a:lnTo>
                  <a:lnTo>
                    <a:pt x="321357" y="102631"/>
                  </a:lnTo>
                  <a:lnTo>
                    <a:pt x="319231" y="97769"/>
                  </a:lnTo>
                  <a:lnTo>
                    <a:pt x="316952" y="92978"/>
                  </a:lnTo>
                  <a:lnTo>
                    <a:pt x="314522" y="88261"/>
                  </a:lnTo>
                  <a:lnTo>
                    <a:pt x="311944" y="83623"/>
                  </a:lnTo>
                  <a:lnTo>
                    <a:pt x="309219" y="79070"/>
                  </a:lnTo>
                  <a:lnTo>
                    <a:pt x="306352" y="74606"/>
                  </a:lnTo>
                  <a:lnTo>
                    <a:pt x="303344" y="70235"/>
                  </a:lnTo>
                  <a:lnTo>
                    <a:pt x="300199" y="65961"/>
                  </a:lnTo>
                  <a:lnTo>
                    <a:pt x="296920" y="61790"/>
                  </a:lnTo>
                  <a:lnTo>
                    <a:pt x="293511" y="57724"/>
                  </a:lnTo>
                  <a:lnTo>
                    <a:pt x="289974" y="53769"/>
                  </a:lnTo>
                  <a:lnTo>
                    <a:pt x="286313" y="49928"/>
                  </a:lnTo>
                  <a:lnTo>
                    <a:pt x="282532" y="46206"/>
                  </a:lnTo>
                  <a:lnTo>
                    <a:pt x="278635" y="42605"/>
                  </a:lnTo>
                  <a:lnTo>
                    <a:pt x="274626" y="39129"/>
                  </a:lnTo>
                  <a:lnTo>
                    <a:pt x="270508" y="35783"/>
                  </a:lnTo>
                  <a:lnTo>
                    <a:pt x="266287" y="32569"/>
                  </a:lnTo>
                  <a:lnTo>
                    <a:pt x="261965" y="29490"/>
                  </a:lnTo>
                  <a:lnTo>
                    <a:pt x="257548" y="26550"/>
                  </a:lnTo>
                  <a:lnTo>
                    <a:pt x="253040" y="23752"/>
                  </a:lnTo>
                  <a:lnTo>
                    <a:pt x="248445" y="21099"/>
                  </a:lnTo>
                  <a:lnTo>
                    <a:pt x="243768" y="18592"/>
                  </a:lnTo>
                  <a:lnTo>
                    <a:pt x="239015" y="16236"/>
                  </a:lnTo>
                  <a:lnTo>
                    <a:pt x="234188" y="14031"/>
                  </a:lnTo>
                  <a:lnTo>
                    <a:pt x="229295" y="11980"/>
                  </a:lnTo>
                  <a:lnTo>
                    <a:pt x="224338" y="10086"/>
                  </a:lnTo>
                  <a:lnTo>
                    <a:pt x="219324" y="8350"/>
                  </a:lnTo>
                  <a:lnTo>
                    <a:pt x="214258" y="6775"/>
                  </a:lnTo>
                  <a:lnTo>
                    <a:pt x="209144" y="5360"/>
                  </a:lnTo>
                  <a:lnTo>
                    <a:pt x="203987" y="4109"/>
                  </a:lnTo>
                  <a:lnTo>
                    <a:pt x="198794" y="3022"/>
                  </a:lnTo>
                  <a:lnTo>
                    <a:pt x="193569" y="2100"/>
                  </a:lnTo>
                  <a:lnTo>
                    <a:pt x="188317" y="1345"/>
                  </a:lnTo>
                  <a:lnTo>
                    <a:pt x="183044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79793" y="2126963"/>
              <a:ext cx="101494" cy="167167"/>
            </a:xfrm>
            <a:custGeom>
              <a:avLst/>
              <a:pathLst>
                <a:path w="101494" h="167167">
                  <a:moveTo>
                    <a:pt x="101494" y="0"/>
                  </a:moveTo>
                  <a:lnTo>
                    <a:pt x="95755" y="98"/>
                  </a:lnTo>
                  <a:lnTo>
                    <a:pt x="90022" y="394"/>
                  </a:lnTo>
                  <a:lnTo>
                    <a:pt x="84303" y="886"/>
                  </a:lnTo>
                  <a:lnTo>
                    <a:pt x="78604" y="1574"/>
                  </a:lnTo>
                  <a:lnTo>
                    <a:pt x="72932" y="2458"/>
                  </a:lnTo>
                  <a:lnTo>
                    <a:pt x="67294" y="3535"/>
                  </a:lnTo>
                  <a:lnTo>
                    <a:pt x="61696" y="4806"/>
                  </a:lnTo>
                  <a:lnTo>
                    <a:pt x="56145" y="6268"/>
                  </a:lnTo>
                  <a:lnTo>
                    <a:pt x="50648" y="7920"/>
                  </a:lnTo>
                  <a:lnTo>
                    <a:pt x="45210" y="9760"/>
                  </a:lnTo>
                  <a:lnTo>
                    <a:pt x="39839" y="11785"/>
                  </a:lnTo>
                  <a:lnTo>
                    <a:pt x="34541" y="13993"/>
                  </a:lnTo>
                  <a:lnTo>
                    <a:pt x="29321" y="16382"/>
                  </a:lnTo>
                  <a:lnTo>
                    <a:pt x="24187" y="18949"/>
                  </a:lnTo>
                  <a:lnTo>
                    <a:pt x="19144" y="21691"/>
                  </a:lnTo>
                  <a:lnTo>
                    <a:pt x="14198" y="24604"/>
                  </a:lnTo>
                  <a:lnTo>
                    <a:pt x="9354" y="27685"/>
                  </a:lnTo>
                  <a:lnTo>
                    <a:pt x="4620" y="30931"/>
                  </a:lnTo>
                  <a:lnTo>
                    <a:pt x="0" y="34337"/>
                  </a:lnTo>
                  <a:lnTo>
                    <a:pt x="10149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9793" y="2161301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14120" y="2128929"/>
              <a:ext cx="334330" cy="332356"/>
            </a:xfrm>
            <a:custGeom>
              <a:avLst/>
              <a:pathLst>
                <a:path w="334330" h="332356">
                  <a:moveTo>
                    <a:pt x="65672" y="32371"/>
                  </a:moveTo>
                  <a:lnTo>
                    <a:pt x="61518" y="35650"/>
                  </a:lnTo>
                  <a:lnTo>
                    <a:pt x="57470" y="39060"/>
                  </a:lnTo>
                  <a:lnTo>
                    <a:pt x="53532" y="42595"/>
                  </a:lnTo>
                  <a:lnTo>
                    <a:pt x="49708" y="46254"/>
                  </a:lnTo>
                  <a:lnTo>
                    <a:pt x="46002" y="50031"/>
                  </a:lnTo>
                  <a:lnTo>
                    <a:pt x="42417" y="53925"/>
                  </a:lnTo>
                  <a:lnTo>
                    <a:pt x="38957" y="57929"/>
                  </a:lnTo>
                  <a:lnTo>
                    <a:pt x="35626" y="62042"/>
                  </a:lnTo>
                  <a:lnTo>
                    <a:pt x="32426" y="66257"/>
                  </a:lnTo>
                  <a:lnTo>
                    <a:pt x="29362" y="70572"/>
                  </a:lnTo>
                  <a:lnTo>
                    <a:pt x="26435" y="74982"/>
                  </a:lnTo>
                  <a:lnTo>
                    <a:pt x="23650" y="79482"/>
                  </a:lnTo>
                  <a:lnTo>
                    <a:pt x="21008" y="84068"/>
                  </a:lnTo>
                  <a:lnTo>
                    <a:pt x="18513" y="88735"/>
                  </a:lnTo>
                  <a:lnTo>
                    <a:pt x="16167" y="93479"/>
                  </a:lnTo>
                  <a:lnTo>
                    <a:pt x="13973" y="98295"/>
                  </a:lnTo>
                  <a:lnTo>
                    <a:pt x="11931" y="103177"/>
                  </a:lnTo>
                  <a:lnTo>
                    <a:pt x="10046" y="108123"/>
                  </a:lnTo>
                  <a:lnTo>
                    <a:pt x="8318" y="113125"/>
                  </a:lnTo>
                  <a:lnTo>
                    <a:pt x="6749" y="118179"/>
                  </a:lnTo>
                  <a:lnTo>
                    <a:pt x="5341" y="123281"/>
                  </a:lnTo>
                  <a:lnTo>
                    <a:pt x="4095" y="128424"/>
                  </a:lnTo>
                  <a:lnTo>
                    <a:pt x="3013" y="133605"/>
                  </a:lnTo>
                  <a:lnTo>
                    <a:pt x="2095" y="138817"/>
                  </a:lnTo>
                  <a:lnTo>
                    <a:pt x="1342" y="144055"/>
                  </a:lnTo>
                  <a:lnTo>
                    <a:pt x="756" y="149315"/>
                  </a:lnTo>
                  <a:lnTo>
                    <a:pt x="337" y="154591"/>
                  </a:lnTo>
                  <a:lnTo>
                    <a:pt x="84" y="159877"/>
                  </a:lnTo>
                  <a:lnTo>
                    <a:pt x="0" y="165169"/>
                  </a:lnTo>
                  <a:lnTo>
                    <a:pt x="82" y="170461"/>
                  </a:lnTo>
                  <a:lnTo>
                    <a:pt x="332" y="175747"/>
                  </a:lnTo>
                  <a:lnTo>
                    <a:pt x="750" y="181023"/>
                  </a:lnTo>
                  <a:lnTo>
                    <a:pt x="1334" y="186283"/>
                  </a:lnTo>
                  <a:lnTo>
                    <a:pt x="2085" y="191522"/>
                  </a:lnTo>
                  <a:lnTo>
                    <a:pt x="3001" y="196734"/>
                  </a:lnTo>
                  <a:lnTo>
                    <a:pt x="4081" y="201915"/>
                  </a:lnTo>
                  <a:lnTo>
                    <a:pt x="5325" y="207059"/>
                  </a:lnTo>
                  <a:lnTo>
                    <a:pt x="6731" y="212161"/>
                  </a:lnTo>
                  <a:lnTo>
                    <a:pt x="8298" y="217216"/>
                  </a:lnTo>
                  <a:lnTo>
                    <a:pt x="10024" y="222219"/>
                  </a:lnTo>
                  <a:lnTo>
                    <a:pt x="11908" y="227165"/>
                  </a:lnTo>
                  <a:lnTo>
                    <a:pt x="13947" y="232048"/>
                  </a:lnTo>
                  <a:lnTo>
                    <a:pt x="16140" y="236865"/>
                  </a:lnTo>
                  <a:lnTo>
                    <a:pt x="18484" y="241610"/>
                  </a:lnTo>
                  <a:lnTo>
                    <a:pt x="20977" y="246278"/>
                  </a:lnTo>
                  <a:lnTo>
                    <a:pt x="23617" y="250865"/>
                  </a:lnTo>
                  <a:lnTo>
                    <a:pt x="26401" y="255366"/>
                  </a:lnTo>
                  <a:lnTo>
                    <a:pt x="29325" y="259777"/>
                  </a:lnTo>
                  <a:lnTo>
                    <a:pt x="32388" y="264093"/>
                  </a:lnTo>
                  <a:lnTo>
                    <a:pt x="35586" y="268310"/>
                  </a:lnTo>
                  <a:lnTo>
                    <a:pt x="38916" y="272423"/>
                  </a:lnTo>
                  <a:lnTo>
                    <a:pt x="42374" y="276429"/>
                  </a:lnTo>
                  <a:lnTo>
                    <a:pt x="45958" y="280324"/>
                  </a:lnTo>
                  <a:lnTo>
                    <a:pt x="49663" y="284103"/>
                  </a:lnTo>
                  <a:lnTo>
                    <a:pt x="53486" y="287763"/>
                  </a:lnTo>
                  <a:lnTo>
                    <a:pt x="57422" y="291300"/>
                  </a:lnTo>
                  <a:lnTo>
                    <a:pt x="61469" y="294711"/>
                  </a:lnTo>
                  <a:lnTo>
                    <a:pt x="65621" y="297992"/>
                  </a:lnTo>
                  <a:lnTo>
                    <a:pt x="69876" y="301140"/>
                  </a:lnTo>
                  <a:lnTo>
                    <a:pt x="74228" y="304151"/>
                  </a:lnTo>
                  <a:lnTo>
                    <a:pt x="78673" y="307024"/>
                  </a:lnTo>
                  <a:lnTo>
                    <a:pt x="83206" y="309754"/>
                  </a:lnTo>
                  <a:lnTo>
                    <a:pt x="87824" y="312339"/>
                  </a:lnTo>
                  <a:lnTo>
                    <a:pt x="92522" y="314777"/>
                  </a:lnTo>
                  <a:lnTo>
                    <a:pt x="97294" y="317065"/>
                  </a:lnTo>
                  <a:lnTo>
                    <a:pt x="102136" y="319201"/>
                  </a:lnTo>
                  <a:lnTo>
                    <a:pt x="107044" y="321182"/>
                  </a:lnTo>
                  <a:lnTo>
                    <a:pt x="112011" y="323007"/>
                  </a:lnTo>
                  <a:lnTo>
                    <a:pt x="117034" y="324674"/>
                  </a:lnTo>
                  <a:lnTo>
                    <a:pt x="122108" y="326181"/>
                  </a:lnTo>
                  <a:lnTo>
                    <a:pt x="127226" y="327527"/>
                  </a:lnTo>
                  <a:lnTo>
                    <a:pt x="132384" y="328710"/>
                  </a:lnTo>
                  <a:lnTo>
                    <a:pt x="137578" y="329729"/>
                  </a:lnTo>
                  <a:lnTo>
                    <a:pt x="142801" y="330583"/>
                  </a:lnTo>
                  <a:lnTo>
                    <a:pt x="148048" y="331271"/>
                  </a:lnTo>
                  <a:lnTo>
                    <a:pt x="153314" y="331793"/>
                  </a:lnTo>
                  <a:lnTo>
                    <a:pt x="158595" y="332148"/>
                  </a:lnTo>
                  <a:lnTo>
                    <a:pt x="163884" y="332336"/>
                  </a:lnTo>
                  <a:lnTo>
                    <a:pt x="169176" y="332356"/>
                  </a:lnTo>
                  <a:lnTo>
                    <a:pt x="174466" y="332209"/>
                  </a:lnTo>
                  <a:lnTo>
                    <a:pt x="179749" y="331894"/>
                  </a:lnTo>
                  <a:lnTo>
                    <a:pt x="185020" y="331412"/>
                  </a:lnTo>
                  <a:lnTo>
                    <a:pt x="190272" y="330764"/>
                  </a:lnTo>
                  <a:lnTo>
                    <a:pt x="195501" y="329949"/>
                  </a:lnTo>
                  <a:lnTo>
                    <a:pt x="200702" y="328970"/>
                  </a:lnTo>
                  <a:lnTo>
                    <a:pt x="205870" y="327826"/>
                  </a:lnTo>
                  <a:lnTo>
                    <a:pt x="210998" y="326520"/>
                  </a:lnTo>
                  <a:lnTo>
                    <a:pt x="216083" y="325051"/>
                  </a:lnTo>
                  <a:lnTo>
                    <a:pt x="221118" y="323423"/>
                  </a:lnTo>
                  <a:lnTo>
                    <a:pt x="226100" y="321636"/>
                  </a:lnTo>
                  <a:lnTo>
                    <a:pt x="231022" y="319692"/>
                  </a:lnTo>
                  <a:lnTo>
                    <a:pt x="235880" y="317593"/>
                  </a:lnTo>
                  <a:lnTo>
                    <a:pt x="240670" y="315342"/>
                  </a:lnTo>
                  <a:lnTo>
                    <a:pt x="245386" y="312940"/>
                  </a:lnTo>
                  <a:lnTo>
                    <a:pt x="250023" y="310390"/>
                  </a:lnTo>
                  <a:lnTo>
                    <a:pt x="254578" y="307694"/>
                  </a:lnTo>
                  <a:lnTo>
                    <a:pt x="259044" y="304856"/>
                  </a:lnTo>
                  <a:lnTo>
                    <a:pt x="263419" y="301877"/>
                  </a:lnTo>
                  <a:lnTo>
                    <a:pt x="267697" y="298762"/>
                  </a:lnTo>
                  <a:lnTo>
                    <a:pt x="271875" y="295513"/>
                  </a:lnTo>
                  <a:lnTo>
                    <a:pt x="275947" y="292133"/>
                  </a:lnTo>
                  <a:lnTo>
                    <a:pt x="279911" y="288626"/>
                  </a:lnTo>
                  <a:lnTo>
                    <a:pt x="283761" y="284995"/>
                  </a:lnTo>
                  <a:lnTo>
                    <a:pt x="287495" y="281244"/>
                  </a:lnTo>
                  <a:lnTo>
                    <a:pt x="291108" y="277377"/>
                  </a:lnTo>
                  <a:lnTo>
                    <a:pt x="294597" y="273398"/>
                  </a:lnTo>
                  <a:lnTo>
                    <a:pt x="297958" y="269310"/>
                  </a:lnTo>
                  <a:lnTo>
                    <a:pt x="301188" y="265117"/>
                  </a:lnTo>
                  <a:lnTo>
                    <a:pt x="304284" y="260825"/>
                  </a:lnTo>
                  <a:lnTo>
                    <a:pt x="307242" y="256437"/>
                  </a:lnTo>
                  <a:lnTo>
                    <a:pt x="310060" y="251957"/>
                  </a:lnTo>
                  <a:lnTo>
                    <a:pt x="312734" y="247390"/>
                  </a:lnTo>
                  <a:lnTo>
                    <a:pt x="315263" y="242741"/>
                  </a:lnTo>
                  <a:lnTo>
                    <a:pt x="317643" y="238014"/>
                  </a:lnTo>
                  <a:lnTo>
                    <a:pt x="319873" y="233214"/>
                  </a:lnTo>
                  <a:lnTo>
                    <a:pt x="321949" y="228346"/>
                  </a:lnTo>
                  <a:lnTo>
                    <a:pt x="323871" y="223415"/>
                  </a:lnTo>
                  <a:lnTo>
                    <a:pt x="325635" y="218425"/>
                  </a:lnTo>
                  <a:lnTo>
                    <a:pt x="327240" y="213383"/>
                  </a:lnTo>
                  <a:lnTo>
                    <a:pt x="328685" y="208291"/>
                  </a:lnTo>
                  <a:lnTo>
                    <a:pt x="329968" y="203157"/>
                  </a:lnTo>
                  <a:lnTo>
                    <a:pt x="331088" y="197984"/>
                  </a:lnTo>
                  <a:lnTo>
                    <a:pt x="332044" y="192779"/>
                  </a:lnTo>
                  <a:lnTo>
                    <a:pt x="332834" y="187546"/>
                  </a:lnTo>
                  <a:lnTo>
                    <a:pt x="333459" y="182291"/>
                  </a:lnTo>
                  <a:lnTo>
                    <a:pt x="333916" y="177018"/>
                  </a:lnTo>
                  <a:lnTo>
                    <a:pt x="334207" y="171734"/>
                  </a:lnTo>
                  <a:lnTo>
                    <a:pt x="334330" y="166443"/>
                  </a:lnTo>
                  <a:lnTo>
                    <a:pt x="334285" y="161151"/>
                  </a:lnTo>
                  <a:lnTo>
                    <a:pt x="334073" y="155863"/>
                  </a:lnTo>
                  <a:lnTo>
                    <a:pt x="333694" y="150584"/>
                  </a:lnTo>
                  <a:lnTo>
                    <a:pt x="333148" y="145320"/>
                  </a:lnTo>
                  <a:lnTo>
                    <a:pt x="332435" y="140076"/>
                  </a:lnTo>
                  <a:lnTo>
                    <a:pt x="331557" y="134857"/>
                  </a:lnTo>
                  <a:lnTo>
                    <a:pt x="330514" y="129668"/>
                  </a:lnTo>
                  <a:lnTo>
                    <a:pt x="329308" y="124515"/>
                  </a:lnTo>
                  <a:lnTo>
                    <a:pt x="327939" y="119403"/>
                  </a:lnTo>
                  <a:lnTo>
                    <a:pt x="326408" y="114337"/>
                  </a:lnTo>
                  <a:lnTo>
                    <a:pt x="324718" y="109322"/>
                  </a:lnTo>
                  <a:lnTo>
                    <a:pt x="322871" y="104362"/>
                  </a:lnTo>
                  <a:lnTo>
                    <a:pt x="320867" y="99464"/>
                  </a:lnTo>
                  <a:lnTo>
                    <a:pt x="318709" y="94632"/>
                  </a:lnTo>
                  <a:lnTo>
                    <a:pt x="316399" y="89870"/>
                  </a:lnTo>
                  <a:lnTo>
                    <a:pt x="313940" y="85184"/>
                  </a:lnTo>
                  <a:lnTo>
                    <a:pt x="311333" y="80578"/>
                  </a:lnTo>
                  <a:lnTo>
                    <a:pt x="308582" y="76057"/>
                  </a:lnTo>
                  <a:lnTo>
                    <a:pt x="305690" y="71625"/>
                  </a:lnTo>
                  <a:lnTo>
                    <a:pt x="302658" y="67287"/>
                  </a:lnTo>
                  <a:lnTo>
                    <a:pt x="299491" y="63047"/>
                  </a:lnTo>
                  <a:lnTo>
                    <a:pt x="296191" y="58910"/>
                  </a:lnTo>
                  <a:lnTo>
                    <a:pt x="292761" y="54879"/>
                  </a:lnTo>
                  <a:lnTo>
                    <a:pt x="289206" y="50958"/>
                  </a:lnTo>
                  <a:lnTo>
                    <a:pt x="285529" y="47152"/>
                  </a:lnTo>
                  <a:lnTo>
                    <a:pt x="281733" y="43465"/>
                  </a:lnTo>
                  <a:lnTo>
                    <a:pt x="277822" y="39899"/>
                  </a:lnTo>
                  <a:lnTo>
                    <a:pt x="273800" y="36459"/>
                  </a:lnTo>
                  <a:lnTo>
                    <a:pt x="269671" y="33148"/>
                  </a:lnTo>
                  <a:lnTo>
                    <a:pt x="265440" y="29970"/>
                  </a:lnTo>
                  <a:lnTo>
                    <a:pt x="261110" y="26927"/>
                  </a:lnTo>
                  <a:lnTo>
                    <a:pt x="256685" y="24022"/>
                  </a:lnTo>
                  <a:lnTo>
                    <a:pt x="252172" y="21259"/>
                  </a:lnTo>
                  <a:lnTo>
                    <a:pt x="247573" y="18641"/>
                  </a:lnTo>
                  <a:lnTo>
                    <a:pt x="242893" y="16169"/>
                  </a:lnTo>
                  <a:lnTo>
                    <a:pt x="238137" y="13846"/>
                  </a:lnTo>
                  <a:lnTo>
                    <a:pt x="233311" y="11676"/>
                  </a:lnTo>
                  <a:lnTo>
                    <a:pt x="228418" y="9659"/>
                  </a:lnTo>
                  <a:lnTo>
                    <a:pt x="223463" y="7798"/>
                  </a:lnTo>
                  <a:lnTo>
                    <a:pt x="218453" y="6095"/>
                  </a:lnTo>
                  <a:lnTo>
                    <a:pt x="213390" y="4551"/>
                  </a:lnTo>
                  <a:lnTo>
                    <a:pt x="208282" y="3168"/>
                  </a:lnTo>
                  <a:lnTo>
                    <a:pt x="203132" y="1948"/>
                  </a:lnTo>
                  <a:lnTo>
                    <a:pt x="197946" y="891"/>
                  </a:lnTo>
                  <a:lnTo>
                    <a:pt x="192730" y="0"/>
                  </a:lnTo>
                  <a:lnTo>
                    <a:pt x="167167" y="1652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2126963"/>
              <a:ext cx="25562" cy="167167"/>
            </a:xfrm>
            <a:custGeom>
              <a:avLst/>
              <a:pathLst>
                <a:path w="25562" h="167167">
                  <a:moveTo>
                    <a:pt x="25562" y="1966"/>
                  </a:moveTo>
                  <a:lnTo>
                    <a:pt x="17079" y="874"/>
                  </a:lnTo>
                  <a:lnTo>
                    <a:pt x="8550" y="2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8" y="2095"/>
                  </a:lnTo>
                  <a:lnTo>
                    <a:pt x="135550" y="3014"/>
                  </a:lnTo>
                  <a:lnTo>
                    <a:pt x="130363" y="4097"/>
                  </a:lnTo>
                  <a:lnTo>
                    <a:pt x="125214" y="5345"/>
                  </a:lnTo>
                  <a:lnTo>
                    <a:pt x="120106" y="6756"/>
                  </a:lnTo>
                  <a:lnTo>
                    <a:pt x="115046" y="8327"/>
                  </a:lnTo>
                  <a:lnTo>
                    <a:pt x="110039" y="10058"/>
                  </a:lnTo>
                  <a:lnTo>
                    <a:pt x="105088" y="11947"/>
                  </a:lnTo>
                  <a:lnTo>
                    <a:pt x="100200" y="13992"/>
                  </a:lnTo>
                  <a:lnTo>
                    <a:pt x="95379" y="16191"/>
                  </a:lnTo>
                  <a:lnTo>
                    <a:pt x="90631" y="18541"/>
                  </a:lnTo>
                  <a:lnTo>
                    <a:pt x="85959" y="21041"/>
                  </a:lnTo>
                  <a:lnTo>
                    <a:pt x="81369" y="23687"/>
                  </a:lnTo>
                  <a:lnTo>
                    <a:pt x="76865" y="26478"/>
                  </a:lnTo>
                  <a:lnTo>
                    <a:pt x="72452" y="29410"/>
                  </a:lnTo>
                  <a:lnTo>
                    <a:pt x="68133" y="32480"/>
                  </a:lnTo>
                  <a:lnTo>
                    <a:pt x="63915" y="35686"/>
                  </a:lnTo>
                  <a:lnTo>
                    <a:pt x="59800" y="39023"/>
                  </a:lnTo>
                  <a:lnTo>
                    <a:pt x="55792" y="42490"/>
                  </a:lnTo>
                  <a:lnTo>
                    <a:pt x="51897" y="46082"/>
                  </a:lnTo>
                  <a:lnTo>
                    <a:pt x="48118" y="49795"/>
                  </a:lnTo>
                  <a:lnTo>
                    <a:pt x="44458" y="53626"/>
                  </a:lnTo>
                  <a:lnTo>
                    <a:pt x="40921" y="57572"/>
                  </a:lnTo>
                  <a:lnTo>
                    <a:pt x="37511" y="61627"/>
                  </a:lnTo>
                  <a:lnTo>
                    <a:pt x="34232" y="65789"/>
                  </a:lnTo>
                  <a:lnTo>
                    <a:pt x="31086" y="70052"/>
                  </a:lnTo>
                  <a:lnTo>
                    <a:pt x="28076" y="74413"/>
                  </a:lnTo>
                  <a:lnTo>
                    <a:pt x="25207" y="78867"/>
                  </a:lnTo>
                  <a:lnTo>
                    <a:pt x="22479" y="83410"/>
                  </a:lnTo>
                  <a:lnTo>
                    <a:pt x="19898" y="88037"/>
                  </a:lnTo>
                  <a:lnTo>
                    <a:pt x="17464" y="92743"/>
                  </a:lnTo>
                  <a:lnTo>
                    <a:pt x="15181" y="97524"/>
                  </a:lnTo>
                  <a:lnTo>
                    <a:pt x="13050" y="102375"/>
                  </a:lnTo>
                  <a:lnTo>
                    <a:pt x="11074" y="107292"/>
                  </a:lnTo>
                  <a:lnTo>
                    <a:pt x="9255" y="112268"/>
                  </a:lnTo>
                  <a:lnTo>
                    <a:pt x="7594" y="117300"/>
                  </a:lnTo>
                  <a:lnTo>
                    <a:pt x="6094" y="122381"/>
                  </a:lnTo>
                  <a:lnTo>
                    <a:pt x="4756" y="127508"/>
                  </a:lnTo>
                  <a:lnTo>
                    <a:pt x="3580" y="132674"/>
                  </a:lnTo>
                  <a:lnTo>
                    <a:pt x="2569" y="137876"/>
                  </a:lnTo>
                  <a:lnTo>
                    <a:pt x="1724" y="143106"/>
                  </a:lnTo>
                  <a:lnTo>
                    <a:pt x="1044" y="148361"/>
                  </a:lnTo>
                  <a:lnTo>
                    <a:pt x="532" y="153634"/>
                  </a:lnTo>
                  <a:lnTo>
                    <a:pt x="186" y="158922"/>
                  </a:lnTo>
                  <a:lnTo>
                    <a:pt x="9" y="164217"/>
                  </a:lnTo>
                  <a:lnTo>
                    <a:pt x="0" y="169516"/>
                  </a:lnTo>
                  <a:lnTo>
                    <a:pt x="158" y="174812"/>
                  </a:lnTo>
                  <a:lnTo>
                    <a:pt x="484" y="180100"/>
                  </a:lnTo>
                  <a:lnTo>
                    <a:pt x="978" y="185376"/>
                  </a:lnTo>
                  <a:lnTo>
                    <a:pt x="1638" y="190633"/>
                  </a:lnTo>
                  <a:lnTo>
                    <a:pt x="2465" y="195866"/>
                  </a:lnTo>
                  <a:lnTo>
                    <a:pt x="3457" y="201071"/>
                  </a:lnTo>
                  <a:lnTo>
                    <a:pt x="4614" y="206242"/>
                  </a:lnTo>
                  <a:lnTo>
                    <a:pt x="5934" y="211373"/>
                  </a:lnTo>
                  <a:lnTo>
                    <a:pt x="7416" y="216460"/>
                  </a:lnTo>
                  <a:lnTo>
                    <a:pt x="9058" y="221498"/>
                  </a:lnTo>
                  <a:lnTo>
                    <a:pt x="10860" y="226481"/>
                  </a:lnTo>
                  <a:lnTo>
                    <a:pt x="12818" y="231404"/>
                  </a:lnTo>
                  <a:lnTo>
                    <a:pt x="14931" y="236263"/>
                  </a:lnTo>
                  <a:lnTo>
                    <a:pt x="17197" y="241052"/>
                  </a:lnTo>
                  <a:lnTo>
                    <a:pt x="19614" y="245767"/>
                  </a:lnTo>
                  <a:lnTo>
                    <a:pt x="22179" y="250403"/>
                  </a:lnTo>
                  <a:lnTo>
                    <a:pt x="24890" y="254956"/>
                  </a:lnTo>
                  <a:lnTo>
                    <a:pt x="27744" y="259420"/>
                  </a:lnTo>
                  <a:lnTo>
                    <a:pt x="30737" y="263792"/>
                  </a:lnTo>
                  <a:lnTo>
                    <a:pt x="33868" y="268067"/>
                  </a:lnTo>
                  <a:lnTo>
                    <a:pt x="37133" y="272240"/>
                  </a:lnTo>
                  <a:lnTo>
                    <a:pt x="40528" y="276308"/>
                  </a:lnTo>
                  <a:lnTo>
                    <a:pt x="44050" y="280266"/>
                  </a:lnTo>
                  <a:lnTo>
                    <a:pt x="47696" y="284110"/>
                  </a:lnTo>
                  <a:lnTo>
                    <a:pt x="51463" y="287837"/>
                  </a:lnTo>
                  <a:lnTo>
                    <a:pt x="55345" y="291443"/>
                  </a:lnTo>
                  <a:lnTo>
                    <a:pt x="59340" y="294924"/>
                  </a:lnTo>
                  <a:lnTo>
                    <a:pt x="63442" y="298276"/>
                  </a:lnTo>
                  <a:lnTo>
                    <a:pt x="67650" y="301497"/>
                  </a:lnTo>
                  <a:lnTo>
                    <a:pt x="71957" y="304583"/>
                  </a:lnTo>
                  <a:lnTo>
                    <a:pt x="76360" y="307531"/>
                  </a:lnTo>
                  <a:lnTo>
                    <a:pt x="80853" y="310337"/>
                  </a:lnTo>
                  <a:lnTo>
                    <a:pt x="85434" y="313000"/>
                  </a:lnTo>
                  <a:lnTo>
                    <a:pt x="90097" y="315517"/>
                  </a:lnTo>
                  <a:lnTo>
                    <a:pt x="94837" y="317884"/>
                  </a:lnTo>
                  <a:lnTo>
                    <a:pt x="99650" y="320100"/>
                  </a:lnTo>
                  <a:lnTo>
                    <a:pt x="104530" y="322163"/>
                  </a:lnTo>
                  <a:lnTo>
                    <a:pt x="109474" y="324069"/>
                  </a:lnTo>
                  <a:lnTo>
                    <a:pt x="114475" y="325818"/>
                  </a:lnTo>
                  <a:lnTo>
                    <a:pt x="119530" y="327408"/>
                  </a:lnTo>
                  <a:lnTo>
                    <a:pt x="124632" y="328837"/>
                  </a:lnTo>
                  <a:lnTo>
                    <a:pt x="129777" y="330103"/>
                  </a:lnTo>
                  <a:lnTo>
                    <a:pt x="134959" y="331206"/>
                  </a:lnTo>
                  <a:lnTo>
                    <a:pt x="140174" y="332143"/>
                  </a:lnTo>
                  <a:lnTo>
                    <a:pt x="145416" y="332915"/>
                  </a:lnTo>
                  <a:lnTo>
                    <a:pt x="150680" y="333521"/>
                  </a:lnTo>
                  <a:lnTo>
                    <a:pt x="155960" y="333959"/>
                  </a:lnTo>
                  <a:lnTo>
                    <a:pt x="161252" y="334230"/>
                  </a:lnTo>
                  <a:lnTo>
                    <a:pt x="166549" y="334333"/>
                  </a:lnTo>
                  <a:lnTo>
                    <a:pt x="171847" y="334268"/>
                  </a:lnTo>
                  <a:lnTo>
                    <a:pt x="177141" y="334036"/>
                  </a:lnTo>
                  <a:lnTo>
                    <a:pt x="182424" y="333635"/>
                  </a:lnTo>
                  <a:lnTo>
                    <a:pt x="187692" y="333068"/>
                  </a:lnTo>
                  <a:lnTo>
                    <a:pt x="192939" y="332333"/>
                  </a:lnTo>
                  <a:lnTo>
                    <a:pt x="198161" y="331433"/>
                  </a:lnTo>
                  <a:lnTo>
                    <a:pt x="203351" y="330368"/>
                  </a:lnTo>
                  <a:lnTo>
                    <a:pt x="208505" y="329138"/>
                  </a:lnTo>
                  <a:lnTo>
                    <a:pt x="213617" y="327746"/>
                  </a:lnTo>
                  <a:lnTo>
                    <a:pt x="218683" y="326193"/>
                  </a:lnTo>
                  <a:lnTo>
                    <a:pt x="223697" y="324480"/>
                  </a:lnTo>
                  <a:lnTo>
                    <a:pt x="228654" y="322609"/>
                  </a:lnTo>
                  <a:lnTo>
                    <a:pt x="233549" y="320582"/>
                  </a:lnTo>
                  <a:lnTo>
                    <a:pt x="238378" y="318400"/>
                  </a:lnTo>
                  <a:lnTo>
                    <a:pt x="243135" y="316067"/>
                  </a:lnTo>
                  <a:lnTo>
                    <a:pt x="247816" y="313584"/>
                  </a:lnTo>
                  <a:lnTo>
                    <a:pt x="252415" y="310954"/>
                  </a:lnTo>
                  <a:lnTo>
                    <a:pt x="256930" y="308180"/>
                  </a:lnTo>
                  <a:lnTo>
                    <a:pt x="261353" y="305264"/>
                  </a:lnTo>
                  <a:lnTo>
                    <a:pt x="265683" y="302209"/>
                  </a:lnTo>
                  <a:lnTo>
                    <a:pt x="269913" y="299019"/>
                  </a:lnTo>
                  <a:lnTo>
                    <a:pt x="274040" y="295696"/>
                  </a:lnTo>
                  <a:lnTo>
                    <a:pt x="278059" y="292244"/>
                  </a:lnTo>
                  <a:lnTo>
                    <a:pt x="281967" y="288666"/>
                  </a:lnTo>
                  <a:lnTo>
                    <a:pt x="285760" y="284966"/>
                  </a:lnTo>
                  <a:lnTo>
                    <a:pt x="289434" y="281148"/>
                  </a:lnTo>
                  <a:lnTo>
                    <a:pt x="292985" y="277215"/>
                  </a:lnTo>
                  <a:lnTo>
                    <a:pt x="296409" y="273172"/>
                  </a:lnTo>
                  <a:lnTo>
                    <a:pt x="299704" y="269023"/>
                  </a:lnTo>
                  <a:lnTo>
                    <a:pt x="302865" y="264771"/>
                  </a:lnTo>
                  <a:lnTo>
                    <a:pt x="305890" y="260421"/>
                  </a:lnTo>
                  <a:lnTo>
                    <a:pt x="308776" y="255977"/>
                  </a:lnTo>
                  <a:lnTo>
                    <a:pt x="311519" y="251444"/>
                  </a:lnTo>
                  <a:lnTo>
                    <a:pt x="314118" y="246826"/>
                  </a:lnTo>
                  <a:lnTo>
                    <a:pt x="316568" y="242129"/>
                  </a:lnTo>
                  <a:lnTo>
                    <a:pt x="318869" y="237356"/>
                  </a:lnTo>
                  <a:lnTo>
                    <a:pt x="321017" y="232512"/>
                  </a:lnTo>
                  <a:lnTo>
                    <a:pt x="323011" y="227603"/>
                  </a:lnTo>
                  <a:lnTo>
                    <a:pt x="324848" y="222633"/>
                  </a:lnTo>
                  <a:lnTo>
                    <a:pt x="326526" y="217608"/>
                  </a:lnTo>
                  <a:lnTo>
                    <a:pt x="328045" y="212531"/>
                  </a:lnTo>
                  <a:lnTo>
                    <a:pt x="329402" y="207410"/>
                  </a:lnTo>
                  <a:lnTo>
                    <a:pt x="330596" y="202247"/>
                  </a:lnTo>
                  <a:lnTo>
                    <a:pt x="331625" y="197050"/>
                  </a:lnTo>
                  <a:lnTo>
                    <a:pt x="332490" y="191823"/>
                  </a:lnTo>
                  <a:lnTo>
                    <a:pt x="333188" y="186570"/>
                  </a:lnTo>
                  <a:lnTo>
                    <a:pt x="333720" y="181299"/>
                  </a:lnTo>
                  <a:lnTo>
                    <a:pt x="334084" y="176013"/>
                  </a:lnTo>
                  <a:lnTo>
                    <a:pt x="334280" y="170718"/>
                  </a:lnTo>
                  <a:lnTo>
                    <a:pt x="334309" y="165419"/>
                  </a:lnTo>
                  <a:lnTo>
                    <a:pt x="334169" y="160123"/>
                  </a:lnTo>
                  <a:lnTo>
                    <a:pt x="333862" y="154833"/>
                  </a:lnTo>
                  <a:lnTo>
                    <a:pt x="333388" y="14955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46253"/>
              <a:ext cx="166237" cy="153978"/>
            </a:xfrm>
            <a:custGeom>
              <a:avLst/>
              <a:pathLst>
                <a:path w="166237" h="153978">
                  <a:moveTo>
                    <a:pt x="166237" y="136367"/>
                  </a:moveTo>
                  <a:lnTo>
                    <a:pt x="165558" y="130843"/>
                  </a:lnTo>
                  <a:lnTo>
                    <a:pt x="164697" y="125345"/>
                  </a:lnTo>
                  <a:lnTo>
                    <a:pt x="163652" y="119879"/>
                  </a:lnTo>
                  <a:lnTo>
                    <a:pt x="162427" y="114450"/>
                  </a:lnTo>
                  <a:lnTo>
                    <a:pt x="161021" y="109066"/>
                  </a:lnTo>
                  <a:lnTo>
                    <a:pt x="159437" y="103731"/>
                  </a:lnTo>
                  <a:lnTo>
                    <a:pt x="157676" y="98452"/>
                  </a:lnTo>
                  <a:lnTo>
                    <a:pt x="155740" y="93234"/>
                  </a:lnTo>
                  <a:lnTo>
                    <a:pt x="153632" y="88084"/>
                  </a:lnTo>
                  <a:lnTo>
                    <a:pt x="151353" y="83006"/>
                  </a:lnTo>
                  <a:lnTo>
                    <a:pt x="148907" y="78008"/>
                  </a:lnTo>
                  <a:lnTo>
                    <a:pt x="146296" y="73093"/>
                  </a:lnTo>
                  <a:lnTo>
                    <a:pt x="143522" y="68268"/>
                  </a:lnTo>
                  <a:lnTo>
                    <a:pt x="140590" y="63538"/>
                  </a:lnTo>
                  <a:lnTo>
                    <a:pt x="137502" y="58909"/>
                  </a:lnTo>
                  <a:lnTo>
                    <a:pt x="134261" y="54385"/>
                  </a:lnTo>
                  <a:lnTo>
                    <a:pt x="130871" y="49971"/>
                  </a:lnTo>
                  <a:lnTo>
                    <a:pt x="127337" y="45672"/>
                  </a:lnTo>
                  <a:lnTo>
                    <a:pt x="123661" y="41493"/>
                  </a:lnTo>
                  <a:lnTo>
                    <a:pt x="119849" y="37440"/>
                  </a:lnTo>
                  <a:lnTo>
                    <a:pt x="115903" y="33515"/>
                  </a:lnTo>
                  <a:lnTo>
                    <a:pt x="111829" y="29724"/>
                  </a:lnTo>
                  <a:lnTo>
                    <a:pt x="107631" y="26070"/>
                  </a:lnTo>
                  <a:lnTo>
                    <a:pt x="103314" y="22558"/>
                  </a:lnTo>
                  <a:lnTo>
                    <a:pt x="98882" y="19192"/>
                  </a:lnTo>
                  <a:lnTo>
                    <a:pt x="94341" y="15975"/>
                  </a:lnTo>
                  <a:lnTo>
                    <a:pt x="89695" y="12912"/>
                  </a:lnTo>
                  <a:lnTo>
                    <a:pt x="84950" y="10004"/>
                  </a:lnTo>
                  <a:lnTo>
                    <a:pt x="80110" y="7256"/>
                  </a:lnTo>
                  <a:lnTo>
                    <a:pt x="75182" y="4671"/>
                  </a:lnTo>
                  <a:lnTo>
                    <a:pt x="70171" y="2251"/>
                  </a:lnTo>
                  <a:lnTo>
                    <a:pt x="65081" y="0"/>
                  </a:lnTo>
                  <a:lnTo>
                    <a:pt x="0" y="153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633064"/>
              <a:ext cx="65081" cy="167167"/>
            </a:xfrm>
            <a:custGeom>
              <a:avLst/>
              <a:pathLst>
                <a:path w="65081" h="167167">
                  <a:moveTo>
                    <a:pt x="65081" y="13189"/>
                  </a:moveTo>
                  <a:lnTo>
                    <a:pt x="59442" y="10925"/>
                  </a:lnTo>
                  <a:lnTo>
                    <a:pt x="53724" y="8868"/>
                  </a:lnTo>
                  <a:lnTo>
                    <a:pt x="47935" y="7020"/>
                  </a:lnTo>
                  <a:lnTo>
                    <a:pt x="42082" y="5383"/>
                  </a:lnTo>
                  <a:lnTo>
                    <a:pt x="36174" y="3961"/>
                  </a:lnTo>
                  <a:lnTo>
                    <a:pt x="30219" y="2754"/>
                  </a:lnTo>
                  <a:lnTo>
                    <a:pt x="24223" y="1764"/>
                  </a:lnTo>
                  <a:lnTo>
                    <a:pt x="18195" y="993"/>
                  </a:lnTo>
                  <a:lnTo>
                    <a:pt x="12143" y="441"/>
                  </a:lnTo>
                  <a:lnTo>
                    <a:pt x="607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358820" y="3170392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90" y="1333"/>
                  </a:lnTo>
                  <a:lnTo>
                    <a:pt x="140862" y="2081"/>
                  </a:lnTo>
                  <a:lnTo>
                    <a:pt x="135660" y="2994"/>
                  </a:lnTo>
                  <a:lnTo>
                    <a:pt x="130489" y="4071"/>
                  </a:lnTo>
                  <a:lnTo>
                    <a:pt x="125355" y="5311"/>
                  </a:lnTo>
                  <a:lnTo>
                    <a:pt x="120263" y="6712"/>
                  </a:lnTo>
                  <a:lnTo>
                    <a:pt x="115218" y="8274"/>
                  </a:lnTo>
                  <a:lnTo>
                    <a:pt x="110225" y="9994"/>
                  </a:lnTo>
                  <a:lnTo>
                    <a:pt x="105288" y="11871"/>
                  </a:lnTo>
                  <a:lnTo>
                    <a:pt x="100413" y="13903"/>
                  </a:lnTo>
                  <a:lnTo>
                    <a:pt x="95605" y="16088"/>
                  </a:lnTo>
                  <a:lnTo>
                    <a:pt x="90868" y="18424"/>
                  </a:lnTo>
                  <a:lnTo>
                    <a:pt x="86207" y="20908"/>
                  </a:lnTo>
                  <a:lnTo>
                    <a:pt x="81627" y="23539"/>
                  </a:lnTo>
                  <a:lnTo>
                    <a:pt x="77133" y="26312"/>
                  </a:lnTo>
                  <a:lnTo>
                    <a:pt x="72728" y="29227"/>
                  </a:lnTo>
                  <a:lnTo>
                    <a:pt x="68418" y="32278"/>
                  </a:lnTo>
                  <a:lnTo>
                    <a:pt x="64206" y="35465"/>
                  </a:lnTo>
                  <a:lnTo>
                    <a:pt x="60097" y="38783"/>
                  </a:lnTo>
                  <a:lnTo>
                    <a:pt x="56095" y="42229"/>
                  </a:lnTo>
                  <a:lnTo>
                    <a:pt x="52204" y="45800"/>
                  </a:lnTo>
                  <a:lnTo>
                    <a:pt x="48427" y="49492"/>
                  </a:lnTo>
                  <a:lnTo>
                    <a:pt x="44769" y="53302"/>
                  </a:lnTo>
                  <a:lnTo>
                    <a:pt x="41233" y="57225"/>
                  </a:lnTo>
                  <a:lnTo>
                    <a:pt x="37823" y="61258"/>
                  </a:lnTo>
                  <a:lnTo>
                    <a:pt x="34542" y="65396"/>
                  </a:lnTo>
                  <a:lnTo>
                    <a:pt x="31393" y="69636"/>
                  </a:lnTo>
                  <a:lnTo>
                    <a:pt x="28380" y="73974"/>
                  </a:lnTo>
                  <a:lnTo>
                    <a:pt x="25505" y="78405"/>
                  </a:lnTo>
                  <a:lnTo>
                    <a:pt x="22772" y="82924"/>
                  </a:lnTo>
                  <a:lnTo>
                    <a:pt x="20183" y="87527"/>
                  </a:lnTo>
                  <a:lnTo>
                    <a:pt x="17740" y="92210"/>
                  </a:lnTo>
                  <a:lnTo>
                    <a:pt x="15447" y="96967"/>
                  </a:lnTo>
                  <a:lnTo>
                    <a:pt x="13305" y="101795"/>
                  </a:lnTo>
                  <a:lnTo>
                    <a:pt x="11317" y="106688"/>
                  </a:lnTo>
                  <a:lnTo>
                    <a:pt x="9484" y="111641"/>
                  </a:lnTo>
                  <a:lnTo>
                    <a:pt x="7809" y="116650"/>
                  </a:lnTo>
                  <a:lnTo>
                    <a:pt x="6292" y="121709"/>
                  </a:lnTo>
                  <a:lnTo>
                    <a:pt x="4937" y="126813"/>
                  </a:lnTo>
                  <a:lnTo>
                    <a:pt x="3743" y="131958"/>
                  </a:lnTo>
                  <a:lnTo>
                    <a:pt x="2712" y="137138"/>
                  </a:lnTo>
                  <a:lnTo>
                    <a:pt x="1846" y="142348"/>
                  </a:lnTo>
                  <a:lnTo>
                    <a:pt x="1144" y="147582"/>
                  </a:lnTo>
                  <a:lnTo>
                    <a:pt x="608" y="152837"/>
                  </a:lnTo>
                  <a:lnTo>
                    <a:pt x="239" y="158105"/>
                  </a:lnTo>
                  <a:lnTo>
                    <a:pt x="36" y="163383"/>
                  </a:lnTo>
                  <a:lnTo>
                    <a:pt x="0" y="168664"/>
                  </a:lnTo>
                  <a:lnTo>
                    <a:pt x="130" y="173944"/>
                  </a:lnTo>
                  <a:lnTo>
                    <a:pt x="428" y="179217"/>
                  </a:lnTo>
                  <a:lnTo>
                    <a:pt x="892" y="184478"/>
                  </a:lnTo>
                  <a:lnTo>
                    <a:pt x="1521" y="189722"/>
                  </a:lnTo>
                  <a:lnTo>
                    <a:pt x="2317" y="194943"/>
                  </a:lnTo>
                  <a:lnTo>
                    <a:pt x="3276" y="200136"/>
                  </a:lnTo>
                  <a:lnTo>
                    <a:pt x="4400" y="205297"/>
                  </a:lnTo>
                  <a:lnTo>
                    <a:pt x="5685" y="210419"/>
                  </a:lnTo>
                  <a:lnTo>
                    <a:pt x="7132" y="215499"/>
                  </a:lnTo>
                  <a:lnTo>
                    <a:pt x="8739" y="220530"/>
                  </a:lnTo>
                  <a:lnTo>
                    <a:pt x="10504" y="225508"/>
                  </a:lnTo>
                  <a:lnTo>
                    <a:pt x="12425" y="230427"/>
                  </a:lnTo>
                  <a:lnTo>
                    <a:pt x="14500" y="235284"/>
                  </a:lnTo>
                  <a:lnTo>
                    <a:pt x="16728" y="240072"/>
                  </a:lnTo>
                  <a:lnTo>
                    <a:pt x="19107" y="244788"/>
                  </a:lnTo>
                  <a:lnTo>
                    <a:pt x="21632" y="249426"/>
                  </a:lnTo>
                  <a:lnTo>
                    <a:pt x="24304" y="253983"/>
                  </a:lnTo>
                  <a:lnTo>
                    <a:pt x="27117" y="258452"/>
                  </a:lnTo>
                  <a:lnTo>
                    <a:pt x="30071" y="262830"/>
                  </a:lnTo>
                  <a:lnTo>
                    <a:pt x="33161" y="267113"/>
                  </a:lnTo>
                  <a:lnTo>
                    <a:pt x="36386" y="271296"/>
                  </a:lnTo>
                  <a:lnTo>
                    <a:pt x="39740" y="275376"/>
                  </a:lnTo>
                  <a:lnTo>
                    <a:pt x="43222" y="279347"/>
                  </a:lnTo>
                  <a:lnTo>
                    <a:pt x="46828" y="283206"/>
                  </a:lnTo>
                  <a:lnTo>
                    <a:pt x="50553" y="286949"/>
                  </a:lnTo>
                  <a:lnTo>
                    <a:pt x="54396" y="290573"/>
                  </a:lnTo>
                  <a:lnTo>
                    <a:pt x="58350" y="294074"/>
                  </a:lnTo>
                  <a:lnTo>
                    <a:pt x="62413" y="297448"/>
                  </a:lnTo>
                  <a:lnTo>
                    <a:pt x="66581" y="300692"/>
                  </a:lnTo>
                  <a:lnTo>
                    <a:pt x="70849" y="303802"/>
                  </a:lnTo>
                  <a:lnTo>
                    <a:pt x="75214" y="306776"/>
                  </a:lnTo>
                  <a:lnTo>
                    <a:pt x="79670" y="309611"/>
                  </a:lnTo>
                  <a:lnTo>
                    <a:pt x="84213" y="312304"/>
                  </a:lnTo>
                  <a:lnTo>
                    <a:pt x="88840" y="314852"/>
                  </a:lnTo>
                  <a:lnTo>
                    <a:pt x="93544" y="317252"/>
                  </a:lnTo>
                  <a:lnTo>
                    <a:pt x="98322" y="319503"/>
                  </a:lnTo>
                  <a:lnTo>
                    <a:pt x="103169" y="321601"/>
                  </a:lnTo>
                  <a:lnTo>
                    <a:pt x="108079" y="323546"/>
                  </a:lnTo>
                  <a:lnTo>
                    <a:pt x="113049" y="325334"/>
                  </a:lnTo>
                  <a:lnTo>
                    <a:pt x="118072" y="326965"/>
                  </a:lnTo>
                  <a:lnTo>
                    <a:pt x="123144" y="328436"/>
                  </a:lnTo>
                  <a:lnTo>
                    <a:pt x="128261" y="329746"/>
                  </a:lnTo>
                  <a:lnTo>
                    <a:pt x="133416" y="330893"/>
                  </a:lnTo>
                  <a:lnTo>
                    <a:pt x="138605" y="331877"/>
                  </a:lnTo>
                  <a:lnTo>
                    <a:pt x="143822" y="332697"/>
                  </a:lnTo>
                  <a:lnTo>
                    <a:pt x="149063" y="333352"/>
                  </a:lnTo>
                  <a:lnTo>
                    <a:pt x="154322" y="333841"/>
                  </a:lnTo>
                  <a:lnTo>
                    <a:pt x="159594" y="334163"/>
                  </a:lnTo>
                  <a:lnTo>
                    <a:pt x="164873" y="334319"/>
                  </a:lnTo>
                  <a:lnTo>
                    <a:pt x="170154" y="334308"/>
                  </a:lnTo>
                  <a:lnTo>
                    <a:pt x="175433" y="334130"/>
                  </a:lnTo>
                  <a:lnTo>
                    <a:pt x="180703" y="333785"/>
                  </a:lnTo>
                  <a:lnTo>
                    <a:pt x="185959" y="333274"/>
                  </a:lnTo>
                  <a:lnTo>
                    <a:pt x="191197" y="332597"/>
                  </a:lnTo>
                  <a:lnTo>
                    <a:pt x="196411" y="331755"/>
                  </a:lnTo>
                  <a:lnTo>
                    <a:pt x="201596" y="330749"/>
                  </a:lnTo>
                  <a:lnTo>
                    <a:pt x="206746" y="329580"/>
                  </a:lnTo>
                  <a:lnTo>
                    <a:pt x="211857" y="328248"/>
                  </a:lnTo>
                  <a:lnTo>
                    <a:pt x="216923" y="326756"/>
                  </a:lnTo>
                  <a:lnTo>
                    <a:pt x="221940" y="325104"/>
                  </a:lnTo>
                  <a:lnTo>
                    <a:pt x="226902" y="323295"/>
                  </a:lnTo>
                  <a:lnTo>
                    <a:pt x="231804" y="321330"/>
                  </a:lnTo>
                  <a:lnTo>
                    <a:pt x="236642" y="319211"/>
                  </a:lnTo>
                  <a:lnTo>
                    <a:pt x="241410" y="316940"/>
                  </a:lnTo>
                  <a:lnTo>
                    <a:pt x="246104" y="314520"/>
                  </a:lnTo>
                  <a:lnTo>
                    <a:pt x="250720" y="311952"/>
                  </a:lnTo>
                  <a:lnTo>
                    <a:pt x="255252" y="309240"/>
                  </a:lnTo>
                  <a:lnTo>
                    <a:pt x="259696" y="306387"/>
                  </a:lnTo>
                  <a:lnTo>
                    <a:pt x="264047" y="303394"/>
                  </a:lnTo>
                  <a:lnTo>
                    <a:pt x="268303" y="300265"/>
                  </a:lnTo>
                  <a:lnTo>
                    <a:pt x="272457" y="297004"/>
                  </a:lnTo>
                  <a:lnTo>
                    <a:pt x="276506" y="293613"/>
                  </a:lnTo>
                  <a:lnTo>
                    <a:pt x="280445" y="290095"/>
                  </a:lnTo>
                  <a:lnTo>
                    <a:pt x="284272" y="286455"/>
                  </a:lnTo>
                  <a:lnTo>
                    <a:pt x="287982" y="282696"/>
                  </a:lnTo>
                  <a:lnTo>
                    <a:pt x="291571" y="278822"/>
                  </a:lnTo>
                  <a:lnTo>
                    <a:pt x="295036" y="274836"/>
                  </a:lnTo>
                  <a:lnTo>
                    <a:pt x="298374" y="270743"/>
                  </a:lnTo>
                  <a:lnTo>
                    <a:pt x="301580" y="266546"/>
                  </a:lnTo>
                  <a:lnTo>
                    <a:pt x="304652" y="262250"/>
                  </a:lnTo>
                  <a:lnTo>
                    <a:pt x="307588" y="257859"/>
                  </a:lnTo>
                  <a:lnTo>
                    <a:pt x="310382" y="253378"/>
                  </a:lnTo>
                  <a:lnTo>
                    <a:pt x="313034" y="248811"/>
                  </a:lnTo>
                  <a:lnTo>
                    <a:pt x="315541" y="244162"/>
                  </a:lnTo>
                  <a:lnTo>
                    <a:pt x="317899" y="239436"/>
                  </a:lnTo>
                  <a:lnTo>
                    <a:pt x="320107" y="234638"/>
                  </a:lnTo>
                  <a:lnTo>
                    <a:pt x="322162" y="229773"/>
                  </a:lnTo>
                  <a:lnTo>
                    <a:pt x="324062" y="224845"/>
                  </a:lnTo>
                  <a:lnTo>
                    <a:pt x="325806" y="219860"/>
                  </a:lnTo>
                  <a:lnTo>
                    <a:pt x="327391" y="214822"/>
                  </a:lnTo>
                  <a:lnTo>
                    <a:pt x="328817" y="209737"/>
                  </a:lnTo>
                  <a:lnTo>
                    <a:pt x="330081" y="204609"/>
                  </a:lnTo>
                  <a:lnTo>
                    <a:pt x="331182" y="199444"/>
                  </a:lnTo>
                  <a:lnTo>
                    <a:pt x="332120" y="194246"/>
                  </a:lnTo>
                  <a:lnTo>
                    <a:pt x="332893" y="189021"/>
                  </a:lnTo>
                  <a:lnTo>
                    <a:pt x="333501" y="183775"/>
                  </a:lnTo>
                  <a:lnTo>
                    <a:pt x="333942" y="178512"/>
                  </a:lnTo>
                  <a:lnTo>
                    <a:pt x="334217" y="173238"/>
                  </a:lnTo>
                  <a:lnTo>
                    <a:pt x="334326" y="167958"/>
                  </a:lnTo>
                  <a:lnTo>
                    <a:pt x="334267" y="162676"/>
                  </a:lnTo>
                  <a:lnTo>
                    <a:pt x="334042" y="157400"/>
                  </a:lnTo>
                  <a:lnTo>
                    <a:pt x="333650" y="152133"/>
                  </a:lnTo>
                  <a:lnTo>
                    <a:pt x="333092" y="146881"/>
                  </a:lnTo>
                  <a:lnTo>
                    <a:pt x="332369" y="141649"/>
                  </a:lnTo>
                  <a:lnTo>
                    <a:pt x="331480" y="136443"/>
                  </a:lnTo>
                  <a:lnTo>
                    <a:pt x="330428" y="131268"/>
                  </a:lnTo>
                  <a:lnTo>
                    <a:pt x="329212" y="126128"/>
                  </a:lnTo>
                  <a:lnTo>
                    <a:pt x="327835" y="121029"/>
                  </a:lnTo>
                  <a:lnTo>
                    <a:pt x="326297" y="115977"/>
                  </a:lnTo>
                  <a:lnTo>
                    <a:pt x="324601" y="110975"/>
                  </a:lnTo>
                  <a:lnTo>
                    <a:pt x="322747" y="106030"/>
                  </a:lnTo>
                  <a:lnTo>
                    <a:pt x="320738" y="101145"/>
                  </a:lnTo>
                  <a:lnTo>
                    <a:pt x="318576" y="96327"/>
                  </a:lnTo>
                  <a:lnTo>
                    <a:pt x="316262" y="91579"/>
                  </a:lnTo>
                  <a:lnTo>
                    <a:pt x="313800" y="86907"/>
                  </a:lnTo>
                  <a:lnTo>
                    <a:pt x="311191" y="82314"/>
                  </a:lnTo>
                  <a:lnTo>
                    <a:pt x="308439" y="77807"/>
                  </a:lnTo>
                  <a:lnTo>
                    <a:pt x="305546" y="73388"/>
                  </a:lnTo>
                  <a:lnTo>
                    <a:pt x="302514" y="69064"/>
                  </a:lnTo>
                  <a:lnTo>
                    <a:pt x="299348" y="64837"/>
                  </a:lnTo>
                  <a:lnTo>
                    <a:pt x="296049" y="60712"/>
                  </a:lnTo>
                  <a:lnTo>
                    <a:pt x="292622" y="56694"/>
                  </a:lnTo>
                  <a:lnTo>
                    <a:pt x="289069" y="52786"/>
                  </a:lnTo>
                  <a:lnTo>
                    <a:pt x="285395" y="48992"/>
                  </a:lnTo>
                  <a:lnTo>
                    <a:pt x="281603" y="45315"/>
                  </a:lnTo>
                  <a:lnTo>
                    <a:pt x="277697" y="41761"/>
                  </a:lnTo>
                  <a:lnTo>
                    <a:pt x="273680" y="38332"/>
                  </a:lnTo>
                  <a:lnTo>
                    <a:pt x="269557" y="3503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205424"/>
              <a:ext cx="102396" cy="132135"/>
            </a:xfrm>
            <a:custGeom>
              <a:avLst/>
              <a:pathLst>
                <a:path w="102396" h="132135">
                  <a:moveTo>
                    <a:pt x="102396" y="0"/>
                  </a:moveTo>
                  <a:lnTo>
                    <a:pt x="0" y="132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6777"/>
              <a:ext cx="102396" cy="140782"/>
            </a:xfrm>
            <a:custGeom>
              <a:avLst/>
              <a:pathLst>
                <a:path w="102396" h="140782">
                  <a:moveTo>
                    <a:pt x="102396" y="8646"/>
                  </a:moveTo>
                  <a:lnTo>
                    <a:pt x="90139" y="0"/>
                  </a:lnTo>
                  <a:lnTo>
                    <a:pt x="0" y="1407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70392"/>
              <a:ext cx="90139" cy="167167"/>
            </a:xfrm>
            <a:custGeom>
              <a:avLst/>
              <a:pathLst>
                <a:path w="90139" h="167167">
                  <a:moveTo>
                    <a:pt x="90139" y="26384"/>
                  </a:moveTo>
                  <a:lnTo>
                    <a:pt x="85373" y="23444"/>
                  </a:lnTo>
                  <a:lnTo>
                    <a:pt x="80512" y="20665"/>
                  </a:lnTo>
                  <a:lnTo>
                    <a:pt x="75560" y="18051"/>
                  </a:lnTo>
                  <a:lnTo>
                    <a:pt x="70523" y="15604"/>
                  </a:lnTo>
                  <a:lnTo>
                    <a:pt x="65407" y="13327"/>
                  </a:lnTo>
                  <a:lnTo>
                    <a:pt x="60217" y="11222"/>
                  </a:lnTo>
                  <a:lnTo>
                    <a:pt x="54960" y="9293"/>
                  </a:lnTo>
                  <a:lnTo>
                    <a:pt x="49641" y="7540"/>
                  </a:lnTo>
                  <a:lnTo>
                    <a:pt x="44267" y="5967"/>
                  </a:lnTo>
                  <a:lnTo>
                    <a:pt x="38843" y="4575"/>
                  </a:lnTo>
                  <a:lnTo>
                    <a:pt x="33375" y="3365"/>
                  </a:lnTo>
                  <a:lnTo>
                    <a:pt x="27870" y="2339"/>
                  </a:lnTo>
                  <a:lnTo>
                    <a:pt x="22333" y="1498"/>
                  </a:lnTo>
                  <a:lnTo>
                    <a:pt x="16772" y="843"/>
                  </a:lnTo>
                  <a:lnTo>
                    <a:pt x="11192" y="375"/>
                  </a:lnTo>
                  <a:lnTo>
                    <a:pt x="559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423586" y="3707720"/>
              <a:ext cx="334325" cy="334316"/>
            </a:xfrm>
            <a:custGeom>
              <a:avLst/>
              <a:pathLst>
                <a:path w="334325" h="334316">
                  <a:moveTo>
                    <a:pt x="167161" y="0"/>
                  </a:moveTo>
                  <a:lnTo>
                    <a:pt x="161882" y="83"/>
                  </a:lnTo>
                  <a:lnTo>
                    <a:pt x="156609" y="333"/>
                  </a:lnTo>
                  <a:lnTo>
                    <a:pt x="151346" y="749"/>
                  </a:lnTo>
                  <a:lnTo>
                    <a:pt x="146098" y="1332"/>
                  </a:lnTo>
                  <a:lnTo>
                    <a:pt x="140872" y="2080"/>
                  </a:lnTo>
                  <a:lnTo>
                    <a:pt x="135672" y="2992"/>
                  </a:lnTo>
                  <a:lnTo>
                    <a:pt x="130503" y="4068"/>
                  </a:lnTo>
                  <a:lnTo>
                    <a:pt x="125371" y="5307"/>
                  </a:lnTo>
                  <a:lnTo>
                    <a:pt x="120281" y="6708"/>
                  </a:lnTo>
                  <a:lnTo>
                    <a:pt x="115237" y="8268"/>
                  </a:lnTo>
                  <a:lnTo>
                    <a:pt x="110245" y="9987"/>
                  </a:lnTo>
                  <a:lnTo>
                    <a:pt x="105310" y="11863"/>
                  </a:lnTo>
                  <a:lnTo>
                    <a:pt x="100437" y="13893"/>
                  </a:lnTo>
                  <a:lnTo>
                    <a:pt x="95630" y="16077"/>
                  </a:lnTo>
                  <a:lnTo>
                    <a:pt x="90894" y="18411"/>
                  </a:lnTo>
                  <a:lnTo>
                    <a:pt x="86235" y="20894"/>
                  </a:lnTo>
                  <a:lnTo>
                    <a:pt x="81656" y="23522"/>
                  </a:lnTo>
                  <a:lnTo>
                    <a:pt x="77163" y="26294"/>
                  </a:lnTo>
                  <a:lnTo>
                    <a:pt x="72759" y="29206"/>
                  </a:lnTo>
                  <a:lnTo>
                    <a:pt x="68450" y="32256"/>
                  </a:lnTo>
                  <a:lnTo>
                    <a:pt x="64239" y="35440"/>
                  </a:lnTo>
                  <a:lnTo>
                    <a:pt x="60130" y="38756"/>
                  </a:lnTo>
                  <a:lnTo>
                    <a:pt x="56129" y="42200"/>
                  </a:lnTo>
                  <a:lnTo>
                    <a:pt x="52238" y="45769"/>
                  </a:lnTo>
                  <a:lnTo>
                    <a:pt x="48461" y="49458"/>
                  </a:lnTo>
                  <a:lnTo>
                    <a:pt x="44804" y="53265"/>
                  </a:lnTo>
                  <a:lnTo>
                    <a:pt x="41268" y="57186"/>
                  </a:lnTo>
                  <a:lnTo>
                    <a:pt x="37858" y="61216"/>
                  </a:lnTo>
                  <a:lnTo>
                    <a:pt x="34576" y="65352"/>
                  </a:lnTo>
                  <a:lnTo>
                    <a:pt x="31427" y="69590"/>
                  </a:lnTo>
                  <a:lnTo>
                    <a:pt x="28414" y="73925"/>
                  </a:lnTo>
                  <a:lnTo>
                    <a:pt x="25538" y="78353"/>
                  </a:lnTo>
                  <a:lnTo>
                    <a:pt x="22804" y="82869"/>
                  </a:lnTo>
                  <a:lnTo>
                    <a:pt x="20214" y="87470"/>
                  </a:lnTo>
                  <a:lnTo>
                    <a:pt x="17771" y="92150"/>
                  </a:lnTo>
                  <a:lnTo>
                    <a:pt x="15477" y="96905"/>
                  </a:lnTo>
                  <a:lnTo>
                    <a:pt x="13333" y="101730"/>
                  </a:lnTo>
                  <a:lnTo>
                    <a:pt x="11344" y="106620"/>
                  </a:lnTo>
                  <a:lnTo>
                    <a:pt x="9510" y="111571"/>
                  </a:lnTo>
                  <a:lnTo>
                    <a:pt x="7833" y="116577"/>
                  </a:lnTo>
                  <a:lnTo>
                    <a:pt x="6314" y="121633"/>
                  </a:lnTo>
                  <a:lnTo>
                    <a:pt x="4957" y="126735"/>
                  </a:lnTo>
                  <a:lnTo>
                    <a:pt x="3761" y="131878"/>
                  </a:lnTo>
                  <a:lnTo>
                    <a:pt x="2728" y="137055"/>
                  </a:lnTo>
                  <a:lnTo>
                    <a:pt x="1859" y="142263"/>
                  </a:lnTo>
                  <a:lnTo>
                    <a:pt x="1155" y="147495"/>
                  </a:lnTo>
                  <a:lnTo>
                    <a:pt x="617" y="152747"/>
                  </a:lnTo>
                  <a:lnTo>
                    <a:pt x="244" y="158013"/>
                  </a:lnTo>
                  <a:lnTo>
                    <a:pt x="39" y="163289"/>
                  </a:lnTo>
                  <a:lnTo>
                    <a:pt x="0" y="168568"/>
                  </a:lnTo>
                  <a:lnTo>
                    <a:pt x="127" y="173846"/>
                  </a:lnTo>
                  <a:lnTo>
                    <a:pt x="421" y="179118"/>
                  </a:lnTo>
                  <a:lnTo>
                    <a:pt x="882" y="184377"/>
                  </a:lnTo>
                  <a:lnTo>
                    <a:pt x="1508" y="189619"/>
                  </a:lnTo>
                  <a:lnTo>
                    <a:pt x="2300" y="194839"/>
                  </a:lnTo>
                  <a:lnTo>
                    <a:pt x="3256" y="200031"/>
                  </a:lnTo>
                  <a:lnTo>
                    <a:pt x="4375" y="205191"/>
                  </a:lnTo>
                  <a:lnTo>
                    <a:pt x="5657" y="210312"/>
                  </a:lnTo>
                  <a:lnTo>
                    <a:pt x="7100" y="215391"/>
                  </a:lnTo>
                  <a:lnTo>
                    <a:pt x="8703" y="220421"/>
                  </a:lnTo>
                  <a:lnTo>
                    <a:pt x="10464" y="225398"/>
                  </a:lnTo>
                  <a:lnTo>
                    <a:pt x="12381" y="230318"/>
                  </a:lnTo>
                  <a:lnTo>
                    <a:pt x="14452" y="235174"/>
                  </a:lnTo>
                  <a:lnTo>
                    <a:pt x="16676" y="239962"/>
                  </a:lnTo>
                  <a:lnTo>
                    <a:pt x="19050" y="244678"/>
                  </a:lnTo>
                  <a:lnTo>
                    <a:pt x="21571" y="249316"/>
                  </a:lnTo>
                  <a:lnTo>
                    <a:pt x="24238" y="253873"/>
                  </a:lnTo>
                  <a:lnTo>
                    <a:pt x="27047" y="258343"/>
                  </a:lnTo>
                  <a:lnTo>
                    <a:pt x="29996" y="262722"/>
                  </a:lnTo>
                  <a:lnTo>
                    <a:pt x="33082" y="267006"/>
                  </a:lnTo>
                  <a:lnTo>
                    <a:pt x="36302" y="271190"/>
                  </a:lnTo>
                  <a:lnTo>
                    <a:pt x="39652" y="275270"/>
                  </a:lnTo>
                  <a:lnTo>
                    <a:pt x="43129" y="279243"/>
                  </a:lnTo>
                  <a:lnTo>
                    <a:pt x="46730" y="283104"/>
                  </a:lnTo>
                  <a:lnTo>
                    <a:pt x="50451" y="286849"/>
                  </a:lnTo>
                  <a:lnTo>
                    <a:pt x="54289" y="290475"/>
                  </a:lnTo>
                  <a:lnTo>
                    <a:pt x="58239" y="293978"/>
                  </a:lnTo>
                  <a:lnTo>
                    <a:pt x="62298" y="297354"/>
                  </a:lnTo>
                  <a:lnTo>
                    <a:pt x="66461" y="300601"/>
                  </a:lnTo>
                  <a:lnTo>
                    <a:pt x="70725" y="303714"/>
                  </a:lnTo>
                  <a:lnTo>
                    <a:pt x="75085" y="306691"/>
                  </a:lnTo>
                  <a:lnTo>
                    <a:pt x="79537" y="309529"/>
                  </a:lnTo>
                  <a:lnTo>
                    <a:pt x="84076" y="312225"/>
                  </a:lnTo>
                  <a:lnTo>
                    <a:pt x="88698" y="314776"/>
                  </a:lnTo>
                  <a:lnTo>
                    <a:pt x="93399" y="317181"/>
                  </a:lnTo>
                  <a:lnTo>
                    <a:pt x="98173" y="319435"/>
                  </a:lnTo>
                  <a:lnTo>
                    <a:pt x="103016" y="321538"/>
                  </a:lnTo>
                  <a:lnTo>
                    <a:pt x="107922" y="323486"/>
                  </a:lnTo>
                  <a:lnTo>
                    <a:pt x="112888" y="325279"/>
                  </a:lnTo>
                  <a:lnTo>
                    <a:pt x="117908" y="326914"/>
                  </a:lnTo>
                  <a:lnTo>
                    <a:pt x="122977" y="328390"/>
                  </a:lnTo>
                  <a:lnTo>
                    <a:pt x="128090" y="329704"/>
                  </a:lnTo>
                  <a:lnTo>
                    <a:pt x="133243" y="330857"/>
                  </a:lnTo>
                  <a:lnTo>
                    <a:pt x="138429" y="331847"/>
                  </a:lnTo>
                  <a:lnTo>
                    <a:pt x="143643" y="332672"/>
                  </a:lnTo>
                  <a:lnTo>
                    <a:pt x="148881" y="333332"/>
                  </a:lnTo>
                  <a:lnTo>
                    <a:pt x="154138" y="333826"/>
                  </a:lnTo>
                  <a:lnTo>
                    <a:pt x="159407" y="334154"/>
                  </a:lnTo>
                  <a:lnTo>
                    <a:pt x="164684" y="334316"/>
                  </a:lnTo>
                  <a:lnTo>
                    <a:pt x="169964" y="334311"/>
                  </a:lnTo>
                  <a:lnTo>
                    <a:pt x="175240" y="334139"/>
                  </a:lnTo>
                  <a:lnTo>
                    <a:pt x="180509" y="333801"/>
                  </a:lnTo>
                  <a:lnTo>
                    <a:pt x="185764" y="333296"/>
                  </a:lnTo>
                  <a:lnTo>
                    <a:pt x="191001" y="332626"/>
                  </a:lnTo>
                  <a:lnTo>
                    <a:pt x="196214" y="331790"/>
                  </a:lnTo>
                  <a:lnTo>
                    <a:pt x="201398" y="330791"/>
                  </a:lnTo>
                  <a:lnTo>
                    <a:pt x="206548" y="329628"/>
                  </a:lnTo>
                  <a:lnTo>
                    <a:pt x="211659" y="328303"/>
                  </a:lnTo>
                  <a:lnTo>
                    <a:pt x="216725" y="326818"/>
                  </a:lnTo>
                  <a:lnTo>
                    <a:pt x="221742" y="325173"/>
                  </a:lnTo>
                  <a:lnTo>
                    <a:pt x="226704" y="323371"/>
                  </a:lnTo>
                  <a:lnTo>
                    <a:pt x="231607" y="321412"/>
                  </a:lnTo>
                  <a:lnTo>
                    <a:pt x="236446" y="319300"/>
                  </a:lnTo>
                  <a:lnTo>
                    <a:pt x="241215" y="317037"/>
                  </a:lnTo>
                  <a:lnTo>
                    <a:pt x="245911" y="314623"/>
                  </a:lnTo>
                  <a:lnTo>
                    <a:pt x="250528" y="312063"/>
                  </a:lnTo>
                  <a:lnTo>
                    <a:pt x="255062" y="309358"/>
                  </a:lnTo>
                  <a:lnTo>
                    <a:pt x="259508" y="306512"/>
                  </a:lnTo>
                  <a:lnTo>
                    <a:pt x="263863" y="303526"/>
                  </a:lnTo>
                  <a:lnTo>
                    <a:pt x="268120" y="300404"/>
                  </a:lnTo>
                  <a:lnTo>
                    <a:pt x="272277" y="297150"/>
                  </a:lnTo>
                  <a:lnTo>
                    <a:pt x="276330" y="293765"/>
                  </a:lnTo>
                  <a:lnTo>
                    <a:pt x="280273" y="290255"/>
                  </a:lnTo>
                  <a:lnTo>
                    <a:pt x="284104" y="286622"/>
                  </a:lnTo>
                  <a:lnTo>
                    <a:pt x="287817" y="282869"/>
                  </a:lnTo>
                  <a:lnTo>
                    <a:pt x="291411" y="279001"/>
                  </a:lnTo>
                  <a:lnTo>
                    <a:pt x="294880" y="275022"/>
                  </a:lnTo>
                  <a:lnTo>
                    <a:pt x="298223" y="270935"/>
                  </a:lnTo>
                  <a:lnTo>
                    <a:pt x="301434" y="266745"/>
                  </a:lnTo>
                  <a:lnTo>
                    <a:pt x="304512" y="262455"/>
                  </a:lnTo>
                  <a:lnTo>
                    <a:pt x="307452" y="258070"/>
                  </a:lnTo>
                  <a:lnTo>
                    <a:pt x="310253" y="253594"/>
                  </a:lnTo>
                  <a:lnTo>
                    <a:pt x="312911" y="249033"/>
                  </a:lnTo>
                  <a:lnTo>
                    <a:pt x="315423" y="244389"/>
                  </a:lnTo>
                  <a:lnTo>
                    <a:pt x="317788" y="239669"/>
                  </a:lnTo>
                  <a:lnTo>
                    <a:pt x="320002" y="234876"/>
                  </a:lnTo>
                  <a:lnTo>
                    <a:pt x="322064" y="230016"/>
                  </a:lnTo>
                  <a:lnTo>
                    <a:pt x="323971" y="225093"/>
                  </a:lnTo>
                  <a:lnTo>
                    <a:pt x="325722" y="220112"/>
                  </a:lnTo>
                  <a:lnTo>
                    <a:pt x="327315" y="215079"/>
                  </a:lnTo>
                  <a:lnTo>
                    <a:pt x="328748" y="209998"/>
                  </a:lnTo>
                  <a:lnTo>
                    <a:pt x="330020" y="204874"/>
                  </a:lnTo>
                  <a:lnTo>
                    <a:pt x="331130" y="199712"/>
                  </a:lnTo>
                  <a:lnTo>
                    <a:pt x="332076" y="194518"/>
                  </a:lnTo>
                  <a:lnTo>
                    <a:pt x="332857" y="189297"/>
                  </a:lnTo>
                  <a:lnTo>
                    <a:pt x="333473" y="184053"/>
                  </a:lnTo>
                  <a:lnTo>
                    <a:pt x="333924" y="178793"/>
                  </a:lnTo>
                  <a:lnTo>
                    <a:pt x="334208" y="173521"/>
                  </a:lnTo>
                  <a:lnTo>
                    <a:pt x="334325" y="168243"/>
                  </a:lnTo>
                  <a:lnTo>
                    <a:pt x="334276" y="162963"/>
                  </a:lnTo>
                  <a:lnTo>
                    <a:pt x="334060" y="157688"/>
                  </a:lnTo>
                  <a:lnTo>
                    <a:pt x="333677" y="152423"/>
                  </a:lnTo>
                  <a:lnTo>
                    <a:pt x="333128" y="147172"/>
                  </a:lnTo>
                  <a:lnTo>
                    <a:pt x="332414" y="141941"/>
                  </a:lnTo>
                  <a:lnTo>
                    <a:pt x="331535" y="136735"/>
                  </a:lnTo>
                  <a:lnTo>
                    <a:pt x="330492" y="131559"/>
                  </a:lnTo>
                  <a:lnTo>
                    <a:pt x="329286" y="126419"/>
                  </a:lnTo>
                  <a:lnTo>
                    <a:pt x="327919" y="121320"/>
                  </a:lnTo>
                  <a:lnTo>
                    <a:pt x="326391" y="116267"/>
                  </a:lnTo>
                  <a:lnTo>
                    <a:pt x="324704" y="111264"/>
                  </a:lnTo>
                  <a:lnTo>
                    <a:pt x="322860" y="106317"/>
                  </a:lnTo>
                  <a:lnTo>
                    <a:pt x="320861" y="101430"/>
                  </a:lnTo>
                  <a:lnTo>
                    <a:pt x="318708" y="96609"/>
                  </a:lnTo>
                  <a:lnTo>
                    <a:pt x="316405" y="91859"/>
                  </a:lnTo>
                  <a:lnTo>
                    <a:pt x="313952" y="87184"/>
                  </a:lnTo>
                  <a:lnTo>
                    <a:pt x="311353" y="82588"/>
                  </a:lnTo>
                  <a:lnTo>
                    <a:pt x="308611" y="78077"/>
                  </a:lnTo>
                  <a:lnTo>
                    <a:pt x="305727" y="73655"/>
                  </a:lnTo>
                  <a:lnTo>
                    <a:pt x="302705" y="69326"/>
                  </a:lnTo>
                  <a:lnTo>
                    <a:pt x="299547" y="65094"/>
                  </a:lnTo>
                  <a:lnTo>
                    <a:pt x="296258" y="60965"/>
                  </a:lnTo>
                  <a:lnTo>
                    <a:pt x="292840" y="56941"/>
                  </a:lnTo>
                  <a:lnTo>
                    <a:pt x="289297" y="53027"/>
                  </a:lnTo>
                  <a:lnTo>
                    <a:pt x="285631" y="49227"/>
                  </a:lnTo>
                  <a:lnTo>
                    <a:pt x="281848" y="45545"/>
                  </a:lnTo>
                  <a:lnTo>
                    <a:pt x="277950" y="41984"/>
                  </a:lnTo>
                  <a:lnTo>
                    <a:pt x="273942" y="38548"/>
                  </a:lnTo>
                  <a:lnTo>
                    <a:pt x="269827" y="35240"/>
                  </a:lnTo>
                  <a:lnTo>
                    <a:pt x="265610" y="32064"/>
                  </a:lnTo>
                  <a:lnTo>
                    <a:pt x="261294" y="29022"/>
                  </a:lnTo>
                  <a:lnTo>
                    <a:pt x="256885" y="26119"/>
                  </a:lnTo>
                  <a:lnTo>
                    <a:pt x="252386" y="23356"/>
                  </a:lnTo>
                  <a:lnTo>
                    <a:pt x="247802" y="20736"/>
                  </a:lnTo>
                  <a:lnTo>
                    <a:pt x="243138" y="18263"/>
                  </a:lnTo>
                  <a:lnTo>
                    <a:pt x="238398" y="15938"/>
                  </a:lnTo>
                  <a:lnTo>
                    <a:pt x="233587" y="13764"/>
                  </a:lnTo>
                  <a:lnTo>
                    <a:pt x="228710" y="11743"/>
                  </a:lnTo>
                  <a:lnTo>
                    <a:pt x="223771" y="9876"/>
                  </a:lnTo>
                  <a:lnTo>
                    <a:pt x="218776" y="8167"/>
                  </a:lnTo>
                  <a:lnTo>
                    <a:pt x="213729" y="6617"/>
                  </a:lnTo>
                  <a:lnTo>
                    <a:pt x="208636" y="5226"/>
                  </a:lnTo>
                  <a:lnTo>
                    <a:pt x="203501" y="399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11718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11345"/>
              <a:ext cx="36340" cy="163543"/>
            </a:xfrm>
            <a:custGeom>
              <a:avLst/>
              <a:pathLst>
                <a:path w="36340" h="163543">
                  <a:moveTo>
                    <a:pt x="36340" y="373"/>
                  </a:moveTo>
                  <a:lnTo>
                    <a:pt x="34621" y="0"/>
                  </a:lnTo>
                  <a:lnTo>
                    <a:pt x="0" y="1635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0"/>
              <a:ext cx="34621" cy="167167"/>
            </a:xfrm>
            <a:custGeom>
              <a:avLst/>
              <a:pathLst>
                <a:path w="34621" h="167167">
                  <a:moveTo>
                    <a:pt x="34621" y="3624"/>
                  </a:moveTo>
                  <a:lnTo>
                    <a:pt x="27769" y="2322"/>
                  </a:lnTo>
                  <a:lnTo>
                    <a:pt x="20869" y="1307"/>
                  </a:lnTo>
                  <a:lnTo>
                    <a:pt x="13933" y="581"/>
                  </a:lnTo>
                  <a:lnTo>
                    <a:pt x="6972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14130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8" y="83"/>
                  </a:lnTo>
                  <a:lnTo>
                    <a:pt x="156584" y="334"/>
                  </a:lnTo>
                  <a:lnTo>
                    <a:pt x="151312" y="752"/>
                  </a:lnTo>
                  <a:lnTo>
                    <a:pt x="146055" y="1337"/>
                  </a:lnTo>
                  <a:lnTo>
                    <a:pt x="140819" y="2087"/>
                  </a:lnTo>
                  <a:lnTo>
                    <a:pt x="135610" y="3003"/>
                  </a:lnTo>
                  <a:lnTo>
                    <a:pt x="130432" y="4083"/>
                  </a:lnTo>
                  <a:lnTo>
                    <a:pt x="125291" y="5327"/>
                  </a:lnTo>
                  <a:lnTo>
                    <a:pt x="120192" y="6732"/>
                  </a:lnTo>
                  <a:lnTo>
                    <a:pt x="115140" y="8298"/>
                  </a:lnTo>
                  <a:lnTo>
                    <a:pt x="110140" y="10023"/>
                  </a:lnTo>
                  <a:lnTo>
                    <a:pt x="105197" y="11906"/>
                  </a:lnTo>
                  <a:lnTo>
                    <a:pt x="100316" y="13944"/>
                  </a:lnTo>
                  <a:lnTo>
                    <a:pt x="95502" y="16135"/>
                  </a:lnTo>
                  <a:lnTo>
                    <a:pt x="90760" y="18477"/>
                  </a:lnTo>
                  <a:lnTo>
                    <a:pt x="86094" y="20969"/>
                  </a:lnTo>
                  <a:lnTo>
                    <a:pt x="81510" y="23606"/>
                  </a:lnTo>
                  <a:lnTo>
                    <a:pt x="77011" y="26388"/>
                  </a:lnTo>
                  <a:lnTo>
                    <a:pt x="72602" y="29310"/>
                  </a:lnTo>
                  <a:lnTo>
                    <a:pt x="68288" y="32371"/>
                  </a:lnTo>
                  <a:lnTo>
                    <a:pt x="64073" y="35566"/>
                  </a:lnTo>
                  <a:lnTo>
                    <a:pt x="59962" y="38893"/>
                  </a:lnTo>
                  <a:lnTo>
                    <a:pt x="55957" y="42348"/>
                  </a:lnTo>
                  <a:lnTo>
                    <a:pt x="52064" y="45929"/>
                  </a:lnTo>
                  <a:lnTo>
                    <a:pt x="48286" y="49631"/>
                  </a:lnTo>
                  <a:lnTo>
                    <a:pt x="44627" y="53450"/>
                  </a:lnTo>
                  <a:lnTo>
                    <a:pt x="41091" y="57383"/>
                  </a:lnTo>
                  <a:lnTo>
                    <a:pt x="37681" y="61426"/>
                  </a:lnTo>
                  <a:lnTo>
                    <a:pt x="34400" y="65576"/>
                  </a:lnTo>
                  <a:lnTo>
                    <a:pt x="31253" y="69826"/>
                  </a:lnTo>
                  <a:lnTo>
                    <a:pt x="28241" y="74175"/>
                  </a:lnTo>
                  <a:lnTo>
                    <a:pt x="25369" y="78616"/>
                  </a:lnTo>
                  <a:lnTo>
                    <a:pt x="22638" y="83146"/>
                  </a:lnTo>
                  <a:lnTo>
                    <a:pt x="20053" y="87760"/>
                  </a:lnTo>
                  <a:lnTo>
                    <a:pt x="17614" y="92453"/>
                  </a:lnTo>
                  <a:lnTo>
                    <a:pt x="15325" y="97222"/>
                  </a:lnTo>
                  <a:lnTo>
                    <a:pt x="13189" y="102060"/>
                  </a:lnTo>
                  <a:lnTo>
                    <a:pt x="11206" y="106964"/>
                  </a:lnTo>
                  <a:lnTo>
                    <a:pt x="9379" y="111928"/>
                  </a:lnTo>
                  <a:lnTo>
                    <a:pt x="7711" y="116947"/>
                  </a:lnTo>
                  <a:lnTo>
                    <a:pt x="6202" y="122016"/>
                  </a:lnTo>
                  <a:lnTo>
                    <a:pt x="4854" y="127131"/>
                  </a:lnTo>
                  <a:lnTo>
                    <a:pt x="3669" y="132285"/>
                  </a:lnTo>
                  <a:lnTo>
                    <a:pt x="2647" y="137475"/>
                  </a:lnTo>
                  <a:lnTo>
                    <a:pt x="1790" y="142694"/>
                  </a:lnTo>
                  <a:lnTo>
                    <a:pt x="1098" y="147938"/>
                  </a:lnTo>
                  <a:lnTo>
                    <a:pt x="573" y="153201"/>
                  </a:lnTo>
                  <a:lnTo>
                    <a:pt x="215" y="158478"/>
                  </a:lnTo>
                  <a:lnTo>
                    <a:pt x="23" y="163764"/>
                  </a:lnTo>
                  <a:lnTo>
                    <a:pt x="0" y="169053"/>
                  </a:lnTo>
                  <a:lnTo>
                    <a:pt x="143" y="174341"/>
                  </a:lnTo>
                  <a:lnTo>
                    <a:pt x="453" y="179621"/>
                  </a:lnTo>
                  <a:lnTo>
                    <a:pt x="931" y="184888"/>
                  </a:lnTo>
                  <a:lnTo>
                    <a:pt x="1575" y="190138"/>
                  </a:lnTo>
                  <a:lnTo>
                    <a:pt x="2384" y="195365"/>
                  </a:lnTo>
                  <a:lnTo>
                    <a:pt x="3359" y="200564"/>
                  </a:lnTo>
                  <a:lnTo>
                    <a:pt x="4497" y="205729"/>
                  </a:lnTo>
                  <a:lnTo>
                    <a:pt x="5799" y="210856"/>
                  </a:lnTo>
                  <a:lnTo>
                    <a:pt x="7262" y="215939"/>
                  </a:lnTo>
                  <a:lnTo>
                    <a:pt x="8885" y="220973"/>
                  </a:lnTo>
                  <a:lnTo>
                    <a:pt x="10666" y="225953"/>
                  </a:lnTo>
                  <a:lnTo>
                    <a:pt x="12604" y="230874"/>
                  </a:lnTo>
                  <a:lnTo>
                    <a:pt x="14697" y="235732"/>
                  </a:lnTo>
                  <a:lnTo>
                    <a:pt x="16942" y="240521"/>
                  </a:lnTo>
                  <a:lnTo>
                    <a:pt x="19338" y="245236"/>
                  </a:lnTo>
                  <a:lnTo>
                    <a:pt x="21882" y="249873"/>
                  </a:lnTo>
                  <a:lnTo>
                    <a:pt x="24571" y="254428"/>
                  </a:lnTo>
                  <a:lnTo>
                    <a:pt x="27403" y="258895"/>
                  </a:lnTo>
                  <a:lnTo>
                    <a:pt x="30375" y="263271"/>
                  </a:lnTo>
                  <a:lnTo>
                    <a:pt x="33484" y="267550"/>
                  </a:lnTo>
                  <a:lnTo>
                    <a:pt x="36727" y="271728"/>
                  </a:lnTo>
                  <a:lnTo>
                    <a:pt x="40100" y="275802"/>
                  </a:lnTo>
                  <a:lnTo>
                    <a:pt x="43600" y="279768"/>
                  </a:lnTo>
                  <a:lnTo>
                    <a:pt x="47225" y="283620"/>
                  </a:lnTo>
                  <a:lnTo>
                    <a:pt x="50969" y="287356"/>
                  </a:lnTo>
                  <a:lnTo>
                    <a:pt x="54829" y="290972"/>
                  </a:lnTo>
                  <a:lnTo>
                    <a:pt x="58802" y="294463"/>
                  </a:lnTo>
                  <a:lnTo>
                    <a:pt x="62884" y="297827"/>
                  </a:lnTo>
                  <a:lnTo>
                    <a:pt x="67069" y="301061"/>
                  </a:lnTo>
                  <a:lnTo>
                    <a:pt x="71355" y="304160"/>
                  </a:lnTo>
                  <a:lnTo>
                    <a:pt x="75737" y="307122"/>
                  </a:lnTo>
                  <a:lnTo>
                    <a:pt x="80211" y="309944"/>
                  </a:lnTo>
                  <a:lnTo>
                    <a:pt x="84771" y="312624"/>
                  </a:lnTo>
                  <a:lnTo>
                    <a:pt x="89414" y="315157"/>
                  </a:lnTo>
                  <a:lnTo>
                    <a:pt x="94135" y="317543"/>
                  </a:lnTo>
                  <a:lnTo>
                    <a:pt x="98929" y="319777"/>
                  </a:lnTo>
                  <a:lnTo>
                    <a:pt x="103791" y="321860"/>
                  </a:lnTo>
                  <a:lnTo>
                    <a:pt x="108717" y="323787"/>
                  </a:lnTo>
                  <a:lnTo>
                    <a:pt x="113701" y="325557"/>
                  </a:lnTo>
                  <a:lnTo>
                    <a:pt x="118738" y="327169"/>
                  </a:lnTo>
                  <a:lnTo>
                    <a:pt x="123825" y="328621"/>
                  </a:lnTo>
                  <a:lnTo>
                    <a:pt x="128954" y="329911"/>
                  </a:lnTo>
                  <a:lnTo>
                    <a:pt x="134122" y="331038"/>
                  </a:lnTo>
                  <a:lnTo>
                    <a:pt x="139323" y="332001"/>
                  </a:lnTo>
                  <a:lnTo>
                    <a:pt x="144551" y="332799"/>
                  </a:lnTo>
                  <a:lnTo>
                    <a:pt x="149803" y="333431"/>
                  </a:lnTo>
                  <a:lnTo>
                    <a:pt x="155071" y="333897"/>
                  </a:lnTo>
                  <a:lnTo>
                    <a:pt x="160352" y="334196"/>
                  </a:lnTo>
                  <a:lnTo>
                    <a:pt x="165640" y="334328"/>
                  </a:lnTo>
                  <a:lnTo>
                    <a:pt x="170929" y="334292"/>
                  </a:lnTo>
                  <a:lnTo>
                    <a:pt x="176214" y="334089"/>
                  </a:lnTo>
                  <a:lnTo>
                    <a:pt x="181490" y="333719"/>
                  </a:lnTo>
                  <a:lnTo>
                    <a:pt x="186752" y="333182"/>
                  </a:lnTo>
                  <a:lnTo>
                    <a:pt x="191995" y="332479"/>
                  </a:lnTo>
                  <a:lnTo>
                    <a:pt x="197212" y="331610"/>
                  </a:lnTo>
                  <a:lnTo>
                    <a:pt x="202399" y="330577"/>
                  </a:lnTo>
                  <a:lnTo>
                    <a:pt x="207551" y="329380"/>
                  </a:lnTo>
                  <a:lnTo>
                    <a:pt x="212663" y="328021"/>
                  </a:lnTo>
                  <a:lnTo>
                    <a:pt x="217729" y="326501"/>
                  </a:lnTo>
                  <a:lnTo>
                    <a:pt x="222745" y="324821"/>
                  </a:lnTo>
                  <a:lnTo>
                    <a:pt x="227704" y="322984"/>
                  </a:lnTo>
                  <a:lnTo>
                    <a:pt x="232603" y="320990"/>
                  </a:lnTo>
                  <a:lnTo>
                    <a:pt x="237437" y="318843"/>
                  </a:lnTo>
                  <a:lnTo>
                    <a:pt x="242200" y="316543"/>
                  </a:lnTo>
                  <a:lnTo>
                    <a:pt x="246889" y="314095"/>
                  </a:lnTo>
                  <a:lnTo>
                    <a:pt x="251497" y="311499"/>
                  </a:lnTo>
                  <a:lnTo>
                    <a:pt x="256021" y="308758"/>
                  </a:lnTo>
                  <a:lnTo>
                    <a:pt x="260456" y="305876"/>
                  </a:lnTo>
                  <a:lnTo>
                    <a:pt x="264797" y="302855"/>
                  </a:lnTo>
                  <a:lnTo>
                    <a:pt x="269041" y="299698"/>
                  </a:lnTo>
                  <a:lnTo>
                    <a:pt x="273183" y="296408"/>
                  </a:lnTo>
                  <a:lnTo>
                    <a:pt x="277219" y="292989"/>
                  </a:lnTo>
                  <a:lnTo>
                    <a:pt x="281144" y="289444"/>
                  </a:lnTo>
                  <a:lnTo>
                    <a:pt x="284955" y="285777"/>
                  </a:lnTo>
                  <a:lnTo>
                    <a:pt x="288649" y="281991"/>
                  </a:lnTo>
                  <a:lnTo>
                    <a:pt x="292221" y="278090"/>
                  </a:lnTo>
                  <a:lnTo>
                    <a:pt x="295667" y="274078"/>
                  </a:lnTo>
                  <a:lnTo>
                    <a:pt x="298985" y="269959"/>
                  </a:lnTo>
                  <a:lnTo>
                    <a:pt x="302171" y="265737"/>
                  </a:lnTo>
                  <a:lnTo>
                    <a:pt x="305222" y="261416"/>
                  </a:lnTo>
                  <a:lnTo>
                    <a:pt x="308134" y="257001"/>
                  </a:lnTo>
                  <a:lnTo>
                    <a:pt x="310906" y="252496"/>
                  </a:lnTo>
                  <a:lnTo>
                    <a:pt x="313533" y="247905"/>
                  </a:lnTo>
                  <a:lnTo>
                    <a:pt x="316014" y="243234"/>
                  </a:lnTo>
                  <a:lnTo>
                    <a:pt x="318346" y="238487"/>
                  </a:lnTo>
                  <a:lnTo>
                    <a:pt x="320527" y="233668"/>
                  </a:lnTo>
                  <a:lnTo>
                    <a:pt x="322554" y="228783"/>
                  </a:lnTo>
                  <a:lnTo>
                    <a:pt x="324426" y="223835"/>
                  </a:lnTo>
                  <a:lnTo>
                    <a:pt x="326140" y="218832"/>
                  </a:lnTo>
                  <a:lnTo>
                    <a:pt x="327695" y="213776"/>
                  </a:lnTo>
                  <a:lnTo>
                    <a:pt x="329089" y="208674"/>
                  </a:lnTo>
                  <a:lnTo>
                    <a:pt x="330321" y="203530"/>
                  </a:lnTo>
                  <a:lnTo>
                    <a:pt x="331390" y="198350"/>
                  </a:lnTo>
                  <a:lnTo>
                    <a:pt x="332294" y="193139"/>
                  </a:lnTo>
                  <a:lnTo>
                    <a:pt x="333033" y="187901"/>
                  </a:lnTo>
                  <a:lnTo>
                    <a:pt x="333606" y="182643"/>
                  </a:lnTo>
                  <a:lnTo>
                    <a:pt x="334012" y="177370"/>
                  </a:lnTo>
                  <a:lnTo>
                    <a:pt x="334251" y="172086"/>
                  </a:lnTo>
                  <a:lnTo>
                    <a:pt x="334323" y="166797"/>
                  </a:lnTo>
                  <a:lnTo>
                    <a:pt x="334228" y="161509"/>
                  </a:lnTo>
                  <a:lnTo>
                    <a:pt x="333965" y="156226"/>
                  </a:lnTo>
                  <a:lnTo>
                    <a:pt x="333536" y="150954"/>
                  </a:lnTo>
                  <a:lnTo>
                    <a:pt x="332940" y="145699"/>
                  </a:lnTo>
                  <a:lnTo>
                    <a:pt x="332177" y="140465"/>
                  </a:lnTo>
                  <a:lnTo>
                    <a:pt x="331250" y="135258"/>
                  </a:lnTo>
                  <a:lnTo>
                    <a:pt x="330158" y="130082"/>
                  </a:lnTo>
                  <a:lnTo>
                    <a:pt x="328904" y="124944"/>
                  </a:lnTo>
                  <a:lnTo>
                    <a:pt x="327487" y="119848"/>
                  </a:lnTo>
                  <a:lnTo>
                    <a:pt x="325910" y="114799"/>
                  </a:lnTo>
                  <a:lnTo>
                    <a:pt x="324173" y="109803"/>
                  </a:lnTo>
                  <a:lnTo>
                    <a:pt x="322280" y="104865"/>
                  </a:lnTo>
                  <a:lnTo>
                    <a:pt x="320231" y="99988"/>
                  </a:lnTo>
                  <a:lnTo>
                    <a:pt x="318029" y="95179"/>
                  </a:lnTo>
                  <a:lnTo>
                    <a:pt x="315676" y="90442"/>
                  </a:lnTo>
                  <a:lnTo>
                    <a:pt x="313175" y="85782"/>
                  </a:lnTo>
                  <a:lnTo>
                    <a:pt x="310527" y="81203"/>
                  </a:lnTo>
                  <a:lnTo>
                    <a:pt x="307736" y="76710"/>
                  </a:lnTo>
                  <a:lnTo>
                    <a:pt x="304804" y="72308"/>
                  </a:lnTo>
                  <a:lnTo>
                    <a:pt x="301734" y="68001"/>
                  </a:lnTo>
                  <a:lnTo>
                    <a:pt x="298529" y="63793"/>
                  </a:lnTo>
                  <a:lnTo>
                    <a:pt x="295193" y="59689"/>
                  </a:lnTo>
                  <a:lnTo>
                    <a:pt x="291729" y="55692"/>
                  </a:lnTo>
                  <a:lnTo>
                    <a:pt x="288140" y="51807"/>
                  </a:lnTo>
                  <a:lnTo>
                    <a:pt x="284430" y="48037"/>
                  </a:lnTo>
                  <a:lnTo>
                    <a:pt x="280602" y="44387"/>
                  </a:lnTo>
                  <a:lnTo>
                    <a:pt x="276661" y="40859"/>
                  </a:lnTo>
                  <a:lnTo>
                    <a:pt x="272610" y="37458"/>
                  </a:lnTo>
                  <a:lnTo>
                    <a:pt x="268454" y="34187"/>
                  </a:lnTo>
                  <a:lnTo>
                    <a:pt x="264196" y="31049"/>
                  </a:lnTo>
                  <a:lnTo>
                    <a:pt x="259841" y="28047"/>
                  </a:lnTo>
                  <a:lnTo>
                    <a:pt x="255394" y="25184"/>
                  </a:lnTo>
                  <a:lnTo>
                    <a:pt x="250858" y="22464"/>
                  </a:lnTo>
                  <a:lnTo>
                    <a:pt x="246238" y="19888"/>
                  </a:lnTo>
                  <a:lnTo>
                    <a:pt x="241539" y="17460"/>
                  </a:lnTo>
                  <a:lnTo>
                    <a:pt x="236765" y="15182"/>
                  </a:lnTo>
                  <a:lnTo>
                    <a:pt x="231922" y="13056"/>
                  </a:lnTo>
                  <a:lnTo>
                    <a:pt x="227014" y="11084"/>
                  </a:lnTo>
                  <a:lnTo>
                    <a:pt x="222047" y="9268"/>
                  </a:lnTo>
                  <a:lnTo>
                    <a:pt x="217024" y="7611"/>
                  </a:lnTo>
                  <a:lnTo>
                    <a:pt x="211951" y="6113"/>
                  </a:lnTo>
                  <a:lnTo>
                    <a:pt x="206833" y="4776"/>
                  </a:lnTo>
                  <a:lnTo>
                    <a:pt x="201676" y="360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7424"/>
              <a:ext cx="34519" cy="163564"/>
            </a:xfrm>
            <a:custGeom>
              <a:avLst/>
              <a:pathLst>
                <a:path w="34519" h="163564">
                  <a:moveTo>
                    <a:pt x="34519" y="0"/>
                  </a:moveTo>
                  <a:lnTo>
                    <a:pt x="0" y="163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7070"/>
              <a:ext cx="34519" cy="163918"/>
            </a:xfrm>
            <a:custGeom>
              <a:avLst/>
              <a:pathLst>
                <a:path w="34519" h="163918">
                  <a:moveTo>
                    <a:pt x="34519" y="354"/>
                  </a:moveTo>
                  <a:lnTo>
                    <a:pt x="32796" y="0"/>
                  </a:lnTo>
                  <a:lnTo>
                    <a:pt x="0" y="1639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1"/>
              <a:ext cx="32796" cy="167167"/>
            </a:xfrm>
            <a:custGeom>
              <a:avLst/>
              <a:pathLst>
                <a:path w="32796" h="167167">
                  <a:moveTo>
                    <a:pt x="32796" y="3248"/>
                  </a:moveTo>
                  <a:lnTo>
                    <a:pt x="26298" y="2081"/>
                  </a:lnTo>
                  <a:lnTo>
                    <a:pt x="19760" y="1171"/>
                  </a:lnTo>
                  <a:lnTo>
                    <a:pt x="13190" y="521"/>
                  </a:lnTo>
                  <a:lnTo>
                    <a:pt x="6600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19367" y="4659281"/>
              <a:ext cx="167157" cy="211590"/>
            </a:xfrm>
            <a:custGeom>
              <a:avLst/>
              <a:pathLst>
                <a:path w="167157" h="211590">
                  <a:moveTo>
                    <a:pt x="167157" y="0"/>
                  </a:moveTo>
                  <a:lnTo>
                    <a:pt x="161763" y="87"/>
                  </a:lnTo>
                  <a:lnTo>
                    <a:pt x="156374" y="348"/>
                  </a:lnTo>
                  <a:lnTo>
                    <a:pt x="150996" y="783"/>
                  </a:lnTo>
                  <a:lnTo>
                    <a:pt x="145635" y="1391"/>
                  </a:lnTo>
                  <a:lnTo>
                    <a:pt x="140296" y="2172"/>
                  </a:lnTo>
                  <a:lnTo>
                    <a:pt x="134986" y="3124"/>
                  </a:lnTo>
                  <a:lnTo>
                    <a:pt x="129709" y="4248"/>
                  </a:lnTo>
                  <a:lnTo>
                    <a:pt x="124471" y="5541"/>
                  </a:lnTo>
                  <a:lnTo>
                    <a:pt x="119277" y="7003"/>
                  </a:lnTo>
                  <a:lnTo>
                    <a:pt x="114133" y="8632"/>
                  </a:lnTo>
                  <a:lnTo>
                    <a:pt x="109045" y="10425"/>
                  </a:lnTo>
                  <a:lnTo>
                    <a:pt x="104017" y="12382"/>
                  </a:lnTo>
                  <a:lnTo>
                    <a:pt x="99055" y="14501"/>
                  </a:lnTo>
                  <a:lnTo>
                    <a:pt x="94163" y="16778"/>
                  </a:lnTo>
                  <a:lnTo>
                    <a:pt x="89348" y="19212"/>
                  </a:lnTo>
                  <a:lnTo>
                    <a:pt x="84614" y="21800"/>
                  </a:lnTo>
                  <a:lnTo>
                    <a:pt x="79966" y="24539"/>
                  </a:lnTo>
                  <a:lnTo>
                    <a:pt x="75409" y="27427"/>
                  </a:lnTo>
                  <a:lnTo>
                    <a:pt x="70947" y="30461"/>
                  </a:lnTo>
                  <a:lnTo>
                    <a:pt x="66585" y="33637"/>
                  </a:lnTo>
                  <a:lnTo>
                    <a:pt x="62329" y="36952"/>
                  </a:lnTo>
                  <a:lnTo>
                    <a:pt x="58181" y="40403"/>
                  </a:lnTo>
                  <a:lnTo>
                    <a:pt x="54147" y="43986"/>
                  </a:lnTo>
                  <a:lnTo>
                    <a:pt x="50231" y="47697"/>
                  </a:lnTo>
                  <a:lnTo>
                    <a:pt x="46436" y="51532"/>
                  </a:lnTo>
                  <a:lnTo>
                    <a:pt x="42767" y="55488"/>
                  </a:lnTo>
                  <a:lnTo>
                    <a:pt x="39228" y="59561"/>
                  </a:lnTo>
                  <a:lnTo>
                    <a:pt x="35822" y="63745"/>
                  </a:lnTo>
                  <a:lnTo>
                    <a:pt x="32553" y="68037"/>
                  </a:lnTo>
                  <a:lnTo>
                    <a:pt x="29424" y="72433"/>
                  </a:lnTo>
                  <a:lnTo>
                    <a:pt x="26439" y="76927"/>
                  </a:lnTo>
                  <a:lnTo>
                    <a:pt x="23600" y="81515"/>
                  </a:lnTo>
                  <a:lnTo>
                    <a:pt x="20911" y="86192"/>
                  </a:lnTo>
                  <a:lnTo>
                    <a:pt x="18374" y="90954"/>
                  </a:lnTo>
                  <a:lnTo>
                    <a:pt x="15992" y="95795"/>
                  </a:lnTo>
                  <a:lnTo>
                    <a:pt x="13767" y="100711"/>
                  </a:lnTo>
                  <a:lnTo>
                    <a:pt x="11703" y="105695"/>
                  </a:lnTo>
                  <a:lnTo>
                    <a:pt x="9800" y="110744"/>
                  </a:lnTo>
                  <a:lnTo>
                    <a:pt x="8061" y="115851"/>
                  </a:lnTo>
                  <a:lnTo>
                    <a:pt x="6488" y="121012"/>
                  </a:lnTo>
                  <a:lnTo>
                    <a:pt x="5082" y="126221"/>
                  </a:lnTo>
                  <a:lnTo>
                    <a:pt x="3845" y="131473"/>
                  </a:lnTo>
                  <a:lnTo>
                    <a:pt x="2778" y="136762"/>
                  </a:lnTo>
                  <a:lnTo>
                    <a:pt x="1883" y="142082"/>
                  </a:lnTo>
                  <a:lnTo>
                    <a:pt x="1159" y="147429"/>
                  </a:lnTo>
                  <a:lnTo>
                    <a:pt x="609" y="152796"/>
                  </a:lnTo>
                  <a:lnTo>
                    <a:pt x="232" y="158178"/>
                  </a:lnTo>
                  <a:lnTo>
                    <a:pt x="29" y="163570"/>
                  </a:lnTo>
                  <a:lnTo>
                    <a:pt x="0" y="168965"/>
                  </a:lnTo>
                  <a:lnTo>
                    <a:pt x="145" y="174359"/>
                  </a:lnTo>
                  <a:lnTo>
                    <a:pt x="464" y="179744"/>
                  </a:lnTo>
                  <a:lnTo>
                    <a:pt x="956" y="185117"/>
                  </a:lnTo>
                  <a:lnTo>
                    <a:pt x="1622" y="190471"/>
                  </a:lnTo>
                  <a:lnTo>
                    <a:pt x="2460" y="195801"/>
                  </a:lnTo>
                  <a:lnTo>
                    <a:pt x="3470" y="201101"/>
                  </a:lnTo>
                  <a:lnTo>
                    <a:pt x="4651" y="206366"/>
                  </a:lnTo>
                  <a:lnTo>
                    <a:pt x="6000" y="21159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5368" y="4826449"/>
              <a:ext cx="161156" cy="44422"/>
            </a:xfrm>
            <a:custGeom>
              <a:avLst/>
              <a:pathLst>
                <a:path w="161156" h="44422">
                  <a:moveTo>
                    <a:pt x="0" y="44422"/>
                  </a:moveTo>
                  <a:lnTo>
                    <a:pt x="1611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5368" y="4826449"/>
              <a:ext cx="161156" cy="72204"/>
            </a:xfrm>
            <a:custGeom>
              <a:avLst/>
              <a:pathLst>
                <a:path w="161156" h="72204">
                  <a:moveTo>
                    <a:pt x="0" y="44422"/>
                  </a:moveTo>
                  <a:lnTo>
                    <a:pt x="2131" y="51534"/>
                  </a:lnTo>
                  <a:lnTo>
                    <a:pt x="4576" y="58544"/>
                  </a:lnTo>
                  <a:lnTo>
                    <a:pt x="7330" y="65439"/>
                  </a:lnTo>
                  <a:lnTo>
                    <a:pt x="10387" y="72204"/>
                  </a:lnTo>
                  <a:lnTo>
                    <a:pt x="16115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35755" y="4659281"/>
              <a:ext cx="317926" cy="334326"/>
            </a:xfrm>
            <a:custGeom>
              <a:avLst/>
              <a:pathLst>
                <a:path w="317926" h="334326">
                  <a:moveTo>
                    <a:pt x="0" y="239372"/>
                  </a:moveTo>
                  <a:lnTo>
                    <a:pt x="2374" y="244134"/>
                  </a:lnTo>
                  <a:lnTo>
                    <a:pt x="4899" y="248818"/>
                  </a:lnTo>
                  <a:lnTo>
                    <a:pt x="7572" y="253420"/>
                  </a:lnTo>
                  <a:lnTo>
                    <a:pt x="10390" y="257934"/>
                  </a:lnTo>
                  <a:lnTo>
                    <a:pt x="13350" y="262356"/>
                  </a:lnTo>
                  <a:lnTo>
                    <a:pt x="16449" y="266681"/>
                  </a:lnTo>
                  <a:lnTo>
                    <a:pt x="19685" y="270906"/>
                  </a:lnTo>
                  <a:lnTo>
                    <a:pt x="23053" y="275026"/>
                  </a:lnTo>
                  <a:lnTo>
                    <a:pt x="26551" y="279036"/>
                  </a:lnTo>
                  <a:lnTo>
                    <a:pt x="30174" y="282933"/>
                  </a:lnTo>
                  <a:lnTo>
                    <a:pt x="33920" y="286713"/>
                  </a:lnTo>
                  <a:lnTo>
                    <a:pt x="37784" y="290372"/>
                  </a:lnTo>
                  <a:lnTo>
                    <a:pt x="41763" y="293905"/>
                  </a:lnTo>
                  <a:lnTo>
                    <a:pt x="45852" y="297311"/>
                  </a:lnTo>
                  <a:lnTo>
                    <a:pt x="50047" y="300584"/>
                  </a:lnTo>
                  <a:lnTo>
                    <a:pt x="54345" y="303722"/>
                  </a:lnTo>
                  <a:lnTo>
                    <a:pt x="58740" y="306722"/>
                  </a:lnTo>
                  <a:lnTo>
                    <a:pt x="63229" y="309581"/>
                  </a:lnTo>
                  <a:lnTo>
                    <a:pt x="67806" y="312295"/>
                  </a:lnTo>
                  <a:lnTo>
                    <a:pt x="72467" y="314862"/>
                  </a:lnTo>
                  <a:lnTo>
                    <a:pt x="77208" y="317279"/>
                  </a:lnTo>
                  <a:lnTo>
                    <a:pt x="82023" y="319544"/>
                  </a:lnTo>
                  <a:lnTo>
                    <a:pt x="86908" y="321655"/>
                  </a:lnTo>
                  <a:lnTo>
                    <a:pt x="91857" y="323610"/>
                  </a:lnTo>
                  <a:lnTo>
                    <a:pt x="96866" y="325406"/>
                  </a:lnTo>
                  <a:lnTo>
                    <a:pt x="101930" y="327041"/>
                  </a:lnTo>
                  <a:lnTo>
                    <a:pt x="107043" y="328514"/>
                  </a:lnTo>
                  <a:lnTo>
                    <a:pt x="112201" y="329824"/>
                  </a:lnTo>
                  <a:lnTo>
                    <a:pt x="117398" y="330970"/>
                  </a:lnTo>
                  <a:lnTo>
                    <a:pt x="122628" y="331949"/>
                  </a:lnTo>
                  <a:lnTo>
                    <a:pt x="127887" y="332761"/>
                  </a:lnTo>
                  <a:lnTo>
                    <a:pt x="133170" y="333405"/>
                  </a:lnTo>
                  <a:lnTo>
                    <a:pt x="138470" y="333881"/>
                  </a:lnTo>
                  <a:lnTo>
                    <a:pt x="143782" y="334188"/>
                  </a:lnTo>
                  <a:lnTo>
                    <a:pt x="149102" y="334326"/>
                  </a:lnTo>
                  <a:lnTo>
                    <a:pt x="154423" y="334294"/>
                  </a:lnTo>
                  <a:lnTo>
                    <a:pt x="159741" y="334093"/>
                  </a:lnTo>
                  <a:lnTo>
                    <a:pt x="165049" y="333723"/>
                  </a:lnTo>
                  <a:lnTo>
                    <a:pt x="170343" y="333184"/>
                  </a:lnTo>
                  <a:lnTo>
                    <a:pt x="175617" y="332477"/>
                  </a:lnTo>
                  <a:lnTo>
                    <a:pt x="180866" y="331603"/>
                  </a:lnTo>
                  <a:lnTo>
                    <a:pt x="186085" y="330561"/>
                  </a:lnTo>
                  <a:lnTo>
                    <a:pt x="191268" y="329355"/>
                  </a:lnTo>
                  <a:lnTo>
                    <a:pt x="196409" y="327983"/>
                  </a:lnTo>
                  <a:lnTo>
                    <a:pt x="201505" y="326449"/>
                  </a:lnTo>
                  <a:lnTo>
                    <a:pt x="206549" y="324754"/>
                  </a:lnTo>
                  <a:lnTo>
                    <a:pt x="211536" y="322898"/>
                  </a:lnTo>
                  <a:lnTo>
                    <a:pt x="216462" y="320885"/>
                  </a:lnTo>
                  <a:lnTo>
                    <a:pt x="221321" y="318717"/>
                  </a:lnTo>
                  <a:lnTo>
                    <a:pt x="226109" y="316394"/>
                  </a:lnTo>
                  <a:lnTo>
                    <a:pt x="230821" y="313921"/>
                  </a:lnTo>
                  <a:lnTo>
                    <a:pt x="235451" y="311298"/>
                  </a:lnTo>
                  <a:lnTo>
                    <a:pt x="239996" y="308530"/>
                  </a:lnTo>
                  <a:lnTo>
                    <a:pt x="244450" y="305618"/>
                  </a:lnTo>
                  <a:lnTo>
                    <a:pt x="248809" y="302566"/>
                  </a:lnTo>
                  <a:lnTo>
                    <a:pt x="253069" y="299377"/>
                  </a:lnTo>
                  <a:lnTo>
                    <a:pt x="257225" y="296054"/>
                  </a:lnTo>
                  <a:lnTo>
                    <a:pt x="261274" y="292601"/>
                  </a:lnTo>
                  <a:lnTo>
                    <a:pt x="265210" y="289020"/>
                  </a:lnTo>
                  <a:lnTo>
                    <a:pt x="269031" y="285316"/>
                  </a:lnTo>
                  <a:lnTo>
                    <a:pt x="272731" y="281492"/>
                  </a:lnTo>
                  <a:lnTo>
                    <a:pt x="276308" y="277552"/>
                  </a:lnTo>
                  <a:lnTo>
                    <a:pt x="279758" y="273500"/>
                  </a:lnTo>
                  <a:lnTo>
                    <a:pt x="283077" y="269341"/>
                  </a:lnTo>
                  <a:lnTo>
                    <a:pt x="286262" y="265078"/>
                  </a:lnTo>
                  <a:lnTo>
                    <a:pt x="289310" y="260716"/>
                  </a:lnTo>
                  <a:lnTo>
                    <a:pt x="292217" y="256259"/>
                  </a:lnTo>
                  <a:lnTo>
                    <a:pt x="294981" y="251711"/>
                  </a:lnTo>
                  <a:lnTo>
                    <a:pt x="297599" y="247079"/>
                  </a:lnTo>
                  <a:lnTo>
                    <a:pt x="300068" y="242365"/>
                  </a:lnTo>
                  <a:lnTo>
                    <a:pt x="302386" y="237575"/>
                  </a:lnTo>
                  <a:lnTo>
                    <a:pt x="304550" y="232713"/>
                  </a:lnTo>
                  <a:lnTo>
                    <a:pt x="306558" y="227785"/>
                  </a:lnTo>
                  <a:lnTo>
                    <a:pt x="308409" y="222796"/>
                  </a:lnTo>
                  <a:lnTo>
                    <a:pt x="310100" y="217750"/>
                  </a:lnTo>
                  <a:lnTo>
                    <a:pt x="311629" y="212653"/>
                  </a:lnTo>
                  <a:lnTo>
                    <a:pt x="312995" y="207510"/>
                  </a:lnTo>
                  <a:lnTo>
                    <a:pt x="314197" y="202327"/>
                  </a:lnTo>
                  <a:lnTo>
                    <a:pt x="315233" y="197107"/>
                  </a:lnTo>
                  <a:lnTo>
                    <a:pt x="316103" y="191857"/>
                  </a:lnTo>
                  <a:lnTo>
                    <a:pt x="316805" y="186582"/>
                  </a:lnTo>
                  <a:lnTo>
                    <a:pt x="317339" y="181288"/>
                  </a:lnTo>
                  <a:lnTo>
                    <a:pt x="317704" y="175979"/>
                  </a:lnTo>
                  <a:lnTo>
                    <a:pt x="317900" y="170661"/>
                  </a:lnTo>
                  <a:lnTo>
                    <a:pt x="317926" y="165340"/>
                  </a:lnTo>
                  <a:lnTo>
                    <a:pt x="317784" y="160020"/>
                  </a:lnTo>
                  <a:lnTo>
                    <a:pt x="317471" y="154708"/>
                  </a:lnTo>
                  <a:lnTo>
                    <a:pt x="316990" y="149409"/>
                  </a:lnTo>
                  <a:lnTo>
                    <a:pt x="316341" y="144127"/>
                  </a:lnTo>
                  <a:lnTo>
                    <a:pt x="315524" y="138869"/>
                  </a:lnTo>
                  <a:lnTo>
                    <a:pt x="314540" y="133639"/>
                  </a:lnTo>
                  <a:lnTo>
                    <a:pt x="313390" y="128443"/>
                  </a:lnTo>
                  <a:lnTo>
                    <a:pt x="312075" y="123287"/>
                  </a:lnTo>
                  <a:lnTo>
                    <a:pt x="310596" y="118175"/>
                  </a:lnTo>
                  <a:lnTo>
                    <a:pt x="308956" y="113113"/>
                  </a:lnTo>
                  <a:lnTo>
                    <a:pt x="307155" y="108105"/>
                  </a:lnTo>
                  <a:lnTo>
                    <a:pt x="305196" y="103158"/>
                  </a:lnTo>
                  <a:lnTo>
                    <a:pt x="303081" y="98275"/>
                  </a:lnTo>
                  <a:lnTo>
                    <a:pt x="300811" y="93462"/>
                  </a:lnTo>
                  <a:lnTo>
                    <a:pt x="298389" y="88724"/>
                  </a:lnTo>
                  <a:lnTo>
                    <a:pt x="295817" y="84065"/>
                  </a:lnTo>
                  <a:lnTo>
                    <a:pt x="293099" y="79490"/>
                  </a:lnTo>
                  <a:lnTo>
                    <a:pt x="290236" y="75005"/>
                  </a:lnTo>
                  <a:lnTo>
                    <a:pt x="287232" y="70612"/>
                  </a:lnTo>
                  <a:lnTo>
                    <a:pt x="284090" y="66318"/>
                  </a:lnTo>
                  <a:lnTo>
                    <a:pt x="280812" y="62125"/>
                  </a:lnTo>
                  <a:lnTo>
                    <a:pt x="277403" y="58040"/>
                  </a:lnTo>
                  <a:lnTo>
                    <a:pt x="273865" y="54064"/>
                  </a:lnTo>
                  <a:lnTo>
                    <a:pt x="270203" y="50204"/>
                  </a:lnTo>
                  <a:lnTo>
                    <a:pt x="266420" y="46461"/>
                  </a:lnTo>
                  <a:lnTo>
                    <a:pt x="262519" y="42842"/>
                  </a:lnTo>
                  <a:lnTo>
                    <a:pt x="258506" y="39348"/>
                  </a:lnTo>
                  <a:lnTo>
                    <a:pt x="254383" y="35983"/>
                  </a:lnTo>
                  <a:lnTo>
                    <a:pt x="250155" y="32752"/>
                  </a:lnTo>
                  <a:lnTo>
                    <a:pt x="245826" y="29657"/>
                  </a:lnTo>
                  <a:lnTo>
                    <a:pt x="241401" y="26701"/>
                  </a:lnTo>
                  <a:lnTo>
                    <a:pt x="236885" y="23887"/>
                  </a:lnTo>
                  <a:lnTo>
                    <a:pt x="232281" y="21219"/>
                  </a:lnTo>
                  <a:lnTo>
                    <a:pt x="227594" y="18699"/>
                  </a:lnTo>
                  <a:lnTo>
                    <a:pt x="222829" y="16329"/>
                  </a:lnTo>
                  <a:lnTo>
                    <a:pt x="217992" y="14111"/>
                  </a:lnTo>
                  <a:lnTo>
                    <a:pt x="213086" y="12049"/>
                  </a:lnTo>
                  <a:lnTo>
                    <a:pt x="208118" y="10144"/>
                  </a:lnTo>
                  <a:lnTo>
                    <a:pt x="203091" y="8399"/>
                  </a:lnTo>
                  <a:lnTo>
                    <a:pt x="198011" y="6814"/>
                  </a:lnTo>
                  <a:lnTo>
                    <a:pt x="192883" y="5391"/>
                  </a:lnTo>
                  <a:lnTo>
                    <a:pt x="187713" y="4133"/>
                  </a:lnTo>
                  <a:lnTo>
                    <a:pt x="182505" y="3040"/>
                  </a:lnTo>
                  <a:lnTo>
                    <a:pt x="177265" y="2113"/>
                  </a:lnTo>
                  <a:lnTo>
                    <a:pt x="171998" y="1353"/>
                  </a:lnTo>
                  <a:lnTo>
                    <a:pt x="166710" y="761"/>
                  </a:lnTo>
                  <a:lnTo>
                    <a:pt x="161405" y="338"/>
                  </a:lnTo>
                  <a:lnTo>
                    <a:pt x="156090" y="84"/>
                  </a:lnTo>
                  <a:lnTo>
                    <a:pt x="150769" y="0"/>
                  </a:lnTo>
                  <a:lnTo>
                    <a:pt x="1507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7893" y="5018213"/>
              <a:ext cx="827" cy="167167"/>
            </a:xfrm>
            <a:custGeom>
              <a:avLst/>
              <a:pathLst>
                <a:path w="827" h="167167">
                  <a:moveTo>
                    <a:pt x="827" y="0"/>
                  </a:moveTo>
                  <a:lnTo>
                    <a:pt x="0" y="2"/>
                  </a:lnTo>
                  <a:lnTo>
                    <a:pt x="82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7893" y="5018215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321565" y="5018215"/>
              <a:ext cx="334307" cy="334332"/>
            </a:xfrm>
            <a:custGeom>
              <a:avLst/>
              <a:pathLst>
                <a:path w="334307" h="334332">
                  <a:moveTo>
                    <a:pt x="166327" y="0"/>
                  </a:moveTo>
                  <a:lnTo>
                    <a:pt x="161027" y="110"/>
                  </a:lnTo>
                  <a:lnTo>
                    <a:pt x="155733" y="388"/>
                  </a:lnTo>
                  <a:lnTo>
                    <a:pt x="150450" y="834"/>
                  </a:lnTo>
                  <a:lnTo>
                    <a:pt x="145184" y="1448"/>
                  </a:lnTo>
                  <a:lnTo>
                    <a:pt x="139941" y="2228"/>
                  </a:lnTo>
                  <a:lnTo>
                    <a:pt x="134724" y="3173"/>
                  </a:lnTo>
                  <a:lnTo>
                    <a:pt x="129541" y="4284"/>
                  </a:lnTo>
                  <a:lnTo>
                    <a:pt x="124395" y="5559"/>
                  </a:lnTo>
                  <a:lnTo>
                    <a:pt x="119292" y="6996"/>
                  </a:lnTo>
                  <a:lnTo>
                    <a:pt x="114237" y="8594"/>
                  </a:lnTo>
                  <a:lnTo>
                    <a:pt x="109235" y="10352"/>
                  </a:lnTo>
                  <a:lnTo>
                    <a:pt x="104292" y="12268"/>
                  </a:lnTo>
                  <a:lnTo>
                    <a:pt x="99412" y="14339"/>
                  </a:lnTo>
                  <a:lnTo>
                    <a:pt x="94600" y="16564"/>
                  </a:lnTo>
                  <a:lnTo>
                    <a:pt x="89861" y="18940"/>
                  </a:lnTo>
                  <a:lnTo>
                    <a:pt x="85200" y="21466"/>
                  </a:lnTo>
                  <a:lnTo>
                    <a:pt x="80621" y="24138"/>
                  </a:lnTo>
                  <a:lnTo>
                    <a:pt x="76129" y="26954"/>
                  </a:lnTo>
                  <a:lnTo>
                    <a:pt x="71729" y="29911"/>
                  </a:lnTo>
                  <a:lnTo>
                    <a:pt x="67424" y="33006"/>
                  </a:lnTo>
                  <a:lnTo>
                    <a:pt x="63220" y="36235"/>
                  </a:lnTo>
                  <a:lnTo>
                    <a:pt x="59121" y="39597"/>
                  </a:lnTo>
                  <a:lnTo>
                    <a:pt x="55130" y="43087"/>
                  </a:lnTo>
                  <a:lnTo>
                    <a:pt x="51252" y="46702"/>
                  </a:lnTo>
                  <a:lnTo>
                    <a:pt x="47491" y="50437"/>
                  </a:lnTo>
                  <a:lnTo>
                    <a:pt x="43849" y="54291"/>
                  </a:lnTo>
                  <a:lnTo>
                    <a:pt x="40332" y="58257"/>
                  </a:lnTo>
                  <a:lnTo>
                    <a:pt x="36943" y="62334"/>
                  </a:lnTo>
                  <a:lnTo>
                    <a:pt x="33684" y="66515"/>
                  </a:lnTo>
                  <a:lnTo>
                    <a:pt x="30560" y="70798"/>
                  </a:lnTo>
                  <a:lnTo>
                    <a:pt x="27572" y="75178"/>
                  </a:lnTo>
                  <a:lnTo>
                    <a:pt x="24726" y="79650"/>
                  </a:lnTo>
                  <a:lnTo>
                    <a:pt x="22022" y="84211"/>
                  </a:lnTo>
                  <a:lnTo>
                    <a:pt x="19465" y="88855"/>
                  </a:lnTo>
                  <a:lnTo>
                    <a:pt x="17056" y="93577"/>
                  </a:lnTo>
                  <a:lnTo>
                    <a:pt x="14798" y="98374"/>
                  </a:lnTo>
                  <a:lnTo>
                    <a:pt x="12693" y="103239"/>
                  </a:lnTo>
                  <a:lnTo>
                    <a:pt x="10744" y="108169"/>
                  </a:lnTo>
                  <a:lnTo>
                    <a:pt x="8952" y="113159"/>
                  </a:lnTo>
                  <a:lnTo>
                    <a:pt x="7319" y="118203"/>
                  </a:lnTo>
                  <a:lnTo>
                    <a:pt x="5847" y="123296"/>
                  </a:lnTo>
                  <a:lnTo>
                    <a:pt x="4537" y="128433"/>
                  </a:lnTo>
                  <a:lnTo>
                    <a:pt x="3390" y="133609"/>
                  </a:lnTo>
                  <a:lnTo>
                    <a:pt x="2409" y="138818"/>
                  </a:lnTo>
                  <a:lnTo>
                    <a:pt x="1593" y="144057"/>
                  </a:lnTo>
                  <a:lnTo>
                    <a:pt x="943" y="149318"/>
                  </a:lnTo>
                  <a:lnTo>
                    <a:pt x="461" y="154598"/>
                  </a:lnTo>
                  <a:lnTo>
                    <a:pt x="146" y="159890"/>
                  </a:lnTo>
                  <a:lnTo>
                    <a:pt x="0" y="165189"/>
                  </a:lnTo>
                  <a:lnTo>
                    <a:pt x="21" y="170491"/>
                  </a:lnTo>
                  <a:lnTo>
                    <a:pt x="210" y="175789"/>
                  </a:lnTo>
                  <a:lnTo>
                    <a:pt x="568" y="181078"/>
                  </a:lnTo>
                  <a:lnTo>
                    <a:pt x="1093" y="186353"/>
                  </a:lnTo>
                  <a:lnTo>
                    <a:pt x="1785" y="191610"/>
                  </a:lnTo>
                  <a:lnTo>
                    <a:pt x="2643" y="196841"/>
                  </a:lnTo>
                  <a:lnTo>
                    <a:pt x="3667" y="202043"/>
                  </a:lnTo>
                  <a:lnTo>
                    <a:pt x="4855" y="207209"/>
                  </a:lnTo>
                  <a:lnTo>
                    <a:pt x="6206" y="212336"/>
                  </a:lnTo>
                  <a:lnTo>
                    <a:pt x="7720" y="217417"/>
                  </a:lnTo>
                  <a:lnTo>
                    <a:pt x="9393" y="222447"/>
                  </a:lnTo>
                  <a:lnTo>
                    <a:pt x="11226" y="227422"/>
                  </a:lnTo>
                  <a:lnTo>
                    <a:pt x="13215" y="232336"/>
                  </a:lnTo>
                  <a:lnTo>
                    <a:pt x="15359" y="237184"/>
                  </a:lnTo>
                  <a:lnTo>
                    <a:pt x="17655" y="241963"/>
                  </a:lnTo>
                  <a:lnTo>
                    <a:pt x="20102" y="246666"/>
                  </a:lnTo>
                  <a:lnTo>
                    <a:pt x="22697" y="251289"/>
                  </a:lnTo>
                  <a:lnTo>
                    <a:pt x="25437" y="255827"/>
                  </a:lnTo>
                  <a:lnTo>
                    <a:pt x="28320" y="260276"/>
                  </a:lnTo>
                  <a:lnTo>
                    <a:pt x="31342" y="264632"/>
                  </a:lnTo>
                  <a:lnTo>
                    <a:pt x="34501" y="268889"/>
                  </a:lnTo>
                  <a:lnTo>
                    <a:pt x="37794" y="273045"/>
                  </a:lnTo>
                  <a:lnTo>
                    <a:pt x="41216" y="277093"/>
                  </a:lnTo>
                  <a:lnTo>
                    <a:pt x="44765" y="281031"/>
                  </a:lnTo>
                  <a:lnTo>
                    <a:pt x="48437" y="284855"/>
                  </a:lnTo>
                  <a:lnTo>
                    <a:pt x="52229" y="288560"/>
                  </a:lnTo>
                  <a:lnTo>
                    <a:pt x="56136" y="292144"/>
                  </a:lnTo>
                  <a:lnTo>
                    <a:pt x="60155" y="295601"/>
                  </a:lnTo>
                  <a:lnTo>
                    <a:pt x="64281" y="298930"/>
                  </a:lnTo>
                  <a:lnTo>
                    <a:pt x="68511" y="302125"/>
                  </a:lnTo>
                  <a:lnTo>
                    <a:pt x="72840" y="305185"/>
                  </a:lnTo>
                  <a:lnTo>
                    <a:pt x="77264" y="308107"/>
                  </a:lnTo>
                  <a:lnTo>
                    <a:pt x="81779" y="310886"/>
                  </a:lnTo>
                  <a:lnTo>
                    <a:pt x="86379" y="313521"/>
                  </a:lnTo>
                  <a:lnTo>
                    <a:pt x="91061" y="316009"/>
                  </a:lnTo>
                  <a:lnTo>
                    <a:pt x="95819" y="318347"/>
                  </a:lnTo>
                  <a:lnTo>
                    <a:pt x="100648" y="320533"/>
                  </a:lnTo>
                  <a:lnTo>
                    <a:pt x="105545" y="322565"/>
                  </a:lnTo>
                  <a:lnTo>
                    <a:pt x="110504" y="324440"/>
                  </a:lnTo>
                  <a:lnTo>
                    <a:pt x="115519" y="326158"/>
                  </a:lnTo>
                  <a:lnTo>
                    <a:pt x="120587" y="327715"/>
                  </a:lnTo>
                  <a:lnTo>
                    <a:pt x="125701" y="329111"/>
                  </a:lnTo>
                  <a:lnTo>
                    <a:pt x="130857" y="330344"/>
                  </a:lnTo>
                  <a:lnTo>
                    <a:pt x="136050" y="331413"/>
                  </a:lnTo>
                  <a:lnTo>
                    <a:pt x="141274" y="332317"/>
                  </a:lnTo>
                  <a:lnTo>
                    <a:pt x="146524" y="333054"/>
                  </a:lnTo>
                  <a:lnTo>
                    <a:pt x="151794" y="333625"/>
                  </a:lnTo>
                  <a:lnTo>
                    <a:pt x="157080" y="334028"/>
                  </a:lnTo>
                  <a:lnTo>
                    <a:pt x="162377" y="334264"/>
                  </a:lnTo>
                  <a:lnTo>
                    <a:pt x="167678" y="334332"/>
                  </a:lnTo>
                  <a:lnTo>
                    <a:pt x="172978" y="334231"/>
                  </a:lnTo>
                  <a:lnTo>
                    <a:pt x="178273" y="333962"/>
                  </a:lnTo>
                  <a:lnTo>
                    <a:pt x="183556" y="333526"/>
                  </a:lnTo>
                  <a:lnTo>
                    <a:pt x="188823" y="332922"/>
                  </a:lnTo>
                  <a:lnTo>
                    <a:pt x="194068" y="332152"/>
                  </a:lnTo>
                  <a:lnTo>
                    <a:pt x="199286" y="331215"/>
                  </a:lnTo>
                  <a:lnTo>
                    <a:pt x="204472" y="330114"/>
                  </a:lnTo>
                  <a:lnTo>
                    <a:pt x="209621" y="328849"/>
                  </a:lnTo>
                  <a:lnTo>
                    <a:pt x="214726" y="327421"/>
                  </a:lnTo>
                  <a:lnTo>
                    <a:pt x="219784" y="325832"/>
                  </a:lnTo>
                  <a:lnTo>
                    <a:pt x="224789" y="324083"/>
                  </a:lnTo>
                  <a:lnTo>
                    <a:pt x="229735" y="322177"/>
                  </a:lnTo>
                  <a:lnTo>
                    <a:pt x="234619" y="320114"/>
                  </a:lnTo>
                  <a:lnTo>
                    <a:pt x="239435" y="317898"/>
                  </a:lnTo>
                  <a:lnTo>
                    <a:pt x="244179" y="315531"/>
                  </a:lnTo>
                  <a:lnTo>
                    <a:pt x="248845" y="313014"/>
                  </a:lnTo>
                  <a:lnTo>
                    <a:pt x="253428" y="310350"/>
                  </a:lnTo>
                  <a:lnTo>
                    <a:pt x="257925" y="307542"/>
                  </a:lnTo>
                  <a:lnTo>
                    <a:pt x="262331" y="304593"/>
                  </a:lnTo>
                  <a:lnTo>
                    <a:pt x="266641" y="301506"/>
                  </a:lnTo>
                  <a:lnTo>
                    <a:pt x="270851" y="298284"/>
                  </a:lnTo>
                  <a:lnTo>
                    <a:pt x="274956" y="294930"/>
                  </a:lnTo>
                  <a:lnTo>
                    <a:pt x="278953" y="291447"/>
                  </a:lnTo>
                  <a:lnTo>
                    <a:pt x="282838" y="287840"/>
                  </a:lnTo>
                  <a:lnTo>
                    <a:pt x="286606" y="284111"/>
                  </a:lnTo>
                  <a:lnTo>
                    <a:pt x="290255" y="280264"/>
                  </a:lnTo>
                  <a:lnTo>
                    <a:pt x="293779" y="276304"/>
                  </a:lnTo>
                  <a:lnTo>
                    <a:pt x="297176" y="272234"/>
                  </a:lnTo>
                  <a:lnTo>
                    <a:pt x="300442" y="268058"/>
                  </a:lnTo>
                  <a:lnTo>
                    <a:pt x="303575" y="263781"/>
                  </a:lnTo>
                  <a:lnTo>
                    <a:pt x="306570" y="259407"/>
                  </a:lnTo>
                  <a:lnTo>
                    <a:pt x="309425" y="254940"/>
                  </a:lnTo>
                  <a:lnTo>
                    <a:pt x="312136" y="250384"/>
                  </a:lnTo>
                  <a:lnTo>
                    <a:pt x="314702" y="245745"/>
                  </a:lnTo>
                  <a:lnTo>
                    <a:pt x="317120" y="241027"/>
                  </a:lnTo>
                  <a:lnTo>
                    <a:pt x="319386" y="236234"/>
                  </a:lnTo>
                  <a:lnTo>
                    <a:pt x="321500" y="231373"/>
                  </a:lnTo>
                  <a:lnTo>
                    <a:pt x="323458" y="226446"/>
                  </a:lnTo>
                  <a:lnTo>
                    <a:pt x="325260" y="221460"/>
                  </a:lnTo>
                  <a:lnTo>
                    <a:pt x="326902" y="216419"/>
                  </a:lnTo>
                  <a:lnTo>
                    <a:pt x="328383" y="211329"/>
                  </a:lnTo>
                  <a:lnTo>
                    <a:pt x="329703" y="206194"/>
                  </a:lnTo>
                  <a:lnTo>
                    <a:pt x="330859" y="201020"/>
                  </a:lnTo>
                  <a:lnTo>
                    <a:pt x="331850" y="195812"/>
                  </a:lnTo>
                  <a:lnTo>
                    <a:pt x="332675" y="190576"/>
                  </a:lnTo>
                  <a:lnTo>
                    <a:pt x="333334" y="185315"/>
                  </a:lnTo>
                  <a:lnTo>
                    <a:pt x="333826" y="180037"/>
                  </a:lnTo>
                  <a:lnTo>
                    <a:pt x="334151" y="174745"/>
                  </a:lnTo>
                  <a:lnTo>
                    <a:pt x="334307" y="169446"/>
                  </a:lnTo>
                  <a:lnTo>
                    <a:pt x="334295" y="164145"/>
                  </a:lnTo>
                  <a:lnTo>
                    <a:pt x="334116" y="158846"/>
                  </a:lnTo>
                  <a:lnTo>
                    <a:pt x="333768" y="153556"/>
                  </a:lnTo>
                  <a:lnTo>
                    <a:pt x="333253" y="148280"/>
                  </a:lnTo>
                  <a:lnTo>
                    <a:pt x="332570" y="143022"/>
                  </a:lnTo>
                  <a:lnTo>
                    <a:pt x="331721" y="137789"/>
                  </a:lnTo>
                  <a:lnTo>
                    <a:pt x="330707" y="132586"/>
                  </a:lnTo>
                  <a:lnTo>
                    <a:pt x="329528" y="127417"/>
                  </a:lnTo>
                  <a:lnTo>
                    <a:pt x="328186" y="122288"/>
                  </a:lnTo>
                  <a:lnTo>
                    <a:pt x="326682" y="117205"/>
                  </a:lnTo>
                  <a:lnTo>
                    <a:pt x="325018" y="112171"/>
                  </a:lnTo>
                  <a:lnTo>
                    <a:pt x="323195" y="107193"/>
                  </a:lnTo>
                  <a:lnTo>
                    <a:pt x="321215" y="102275"/>
                  </a:lnTo>
                  <a:lnTo>
                    <a:pt x="319080" y="97423"/>
                  </a:lnTo>
                  <a:lnTo>
                    <a:pt x="316792" y="92641"/>
                  </a:lnTo>
                  <a:lnTo>
                    <a:pt x="314353" y="87933"/>
                  </a:lnTo>
                  <a:lnTo>
                    <a:pt x="311767" y="83305"/>
                  </a:lnTo>
                  <a:lnTo>
                    <a:pt x="309035" y="78762"/>
                  </a:lnTo>
                  <a:lnTo>
                    <a:pt x="306161" y="74307"/>
                  </a:lnTo>
                  <a:lnTo>
                    <a:pt x="303146" y="69946"/>
                  </a:lnTo>
                  <a:lnTo>
                    <a:pt x="299995" y="65683"/>
                  </a:lnTo>
                  <a:lnTo>
                    <a:pt x="296710" y="61522"/>
                  </a:lnTo>
                  <a:lnTo>
                    <a:pt x="293295" y="57467"/>
                  </a:lnTo>
                  <a:lnTo>
                    <a:pt x="289753" y="53522"/>
                  </a:lnTo>
                  <a:lnTo>
                    <a:pt x="286088" y="49692"/>
                  </a:lnTo>
                  <a:lnTo>
                    <a:pt x="282303" y="45980"/>
                  </a:lnTo>
                  <a:lnTo>
                    <a:pt x="278403" y="42389"/>
                  </a:lnTo>
                  <a:lnTo>
                    <a:pt x="274390" y="38924"/>
                  </a:lnTo>
                  <a:lnTo>
                    <a:pt x="270270" y="35589"/>
                  </a:lnTo>
                  <a:lnTo>
                    <a:pt x="266046" y="32385"/>
                  </a:lnTo>
                  <a:lnTo>
                    <a:pt x="261722" y="29317"/>
                  </a:lnTo>
                  <a:lnTo>
                    <a:pt x="257304" y="26388"/>
                  </a:lnTo>
                  <a:lnTo>
                    <a:pt x="252794" y="23600"/>
                  </a:lnTo>
                  <a:lnTo>
                    <a:pt x="248199" y="20956"/>
                  </a:lnTo>
                  <a:lnTo>
                    <a:pt x="243522" y="18460"/>
                  </a:lnTo>
                  <a:lnTo>
                    <a:pt x="238768" y="16113"/>
                  </a:lnTo>
                  <a:lnTo>
                    <a:pt x="233942" y="13919"/>
                  </a:lnTo>
                  <a:lnTo>
                    <a:pt x="229049" y="11878"/>
                  </a:lnTo>
                  <a:lnTo>
                    <a:pt x="224094" y="9993"/>
                  </a:lnTo>
                  <a:lnTo>
                    <a:pt x="219082" y="8267"/>
                  </a:lnTo>
                  <a:lnTo>
                    <a:pt x="214017" y="6700"/>
                  </a:lnTo>
                  <a:lnTo>
                    <a:pt x="16715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8720" y="5018213"/>
              <a:ext cx="46861" cy="167167"/>
            </a:xfrm>
            <a:custGeom>
              <a:avLst/>
              <a:pathLst>
                <a:path w="46861" h="167167">
                  <a:moveTo>
                    <a:pt x="46861" y="6702"/>
                  </a:moveTo>
                  <a:lnTo>
                    <a:pt x="41134" y="5139"/>
                  </a:lnTo>
                  <a:lnTo>
                    <a:pt x="35354" y="3781"/>
                  </a:lnTo>
                  <a:lnTo>
                    <a:pt x="29530" y="2629"/>
                  </a:lnTo>
                  <a:lnTo>
                    <a:pt x="23669" y="1684"/>
                  </a:lnTo>
                  <a:lnTo>
                    <a:pt x="17778" y="948"/>
                  </a:lnTo>
                  <a:lnTo>
                    <a:pt x="11864" y="421"/>
                  </a:lnTo>
                  <a:lnTo>
                    <a:pt x="5936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797349" y="5269756"/>
              <a:ext cx="167151" cy="228465"/>
            </a:xfrm>
            <a:custGeom>
              <a:avLst/>
              <a:pathLst>
                <a:path w="167151" h="228465">
                  <a:moveTo>
                    <a:pt x="167151" y="0"/>
                  </a:moveTo>
                  <a:lnTo>
                    <a:pt x="161729" y="87"/>
                  </a:lnTo>
                  <a:lnTo>
                    <a:pt x="156314" y="351"/>
                  </a:lnTo>
                  <a:lnTo>
                    <a:pt x="150909" y="790"/>
                  </a:lnTo>
                  <a:lnTo>
                    <a:pt x="145522" y="1405"/>
                  </a:lnTo>
                  <a:lnTo>
                    <a:pt x="140157" y="2193"/>
                  </a:lnTo>
                  <a:lnTo>
                    <a:pt x="134821" y="3156"/>
                  </a:lnTo>
                  <a:lnTo>
                    <a:pt x="129519" y="4290"/>
                  </a:lnTo>
                  <a:lnTo>
                    <a:pt x="124257" y="5596"/>
                  </a:lnTo>
                  <a:lnTo>
                    <a:pt x="119039" y="7073"/>
                  </a:lnTo>
                  <a:lnTo>
                    <a:pt x="113872" y="8717"/>
                  </a:lnTo>
                  <a:lnTo>
                    <a:pt x="108762" y="10528"/>
                  </a:lnTo>
                  <a:lnTo>
                    <a:pt x="103712" y="12505"/>
                  </a:lnTo>
                  <a:lnTo>
                    <a:pt x="98730" y="14643"/>
                  </a:lnTo>
                  <a:lnTo>
                    <a:pt x="93819" y="16943"/>
                  </a:lnTo>
                  <a:lnTo>
                    <a:pt x="88986" y="19400"/>
                  </a:lnTo>
                  <a:lnTo>
                    <a:pt x="84234" y="22013"/>
                  </a:lnTo>
                  <a:lnTo>
                    <a:pt x="79570" y="24778"/>
                  </a:lnTo>
                  <a:lnTo>
                    <a:pt x="74999" y="27693"/>
                  </a:lnTo>
                  <a:lnTo>
                    <a:pt x="70524" y="30755"/>
                  </a:lnTo>
                  <a:lnTo>
                    <a:pt x="66150" y="33961"/>
                  </a:lnTo>
                  <a:lnTo>
                    <a:pt x="61883" y="37307"/>
                  </a:lnTo>
                  <a:lnTo>
                    <a:pt x="57727" y="40789"/>
                  </a:lnTo>
                  <a:lnTo>
                    <a:pt x="53686" y="44404"/>
                  </a:lnTo>
                  <a:lnTo>
                    <a:pt x="49764" y="48149"/>
                  </a:lnTo>
                  <a:lnTo>
                    <a:pt x="45966" y="52018"/>
                  </a:lnTo>
                  <a:lnTo>
                    <a:pt x="42296" y="56009"/>
                  </a:lnTo>
                  <a:lnTo>
                    <a:pt x="38756" y="60117"/>
                  </a:lnTo>
                  <a:lnTo>
                    <a:pt x="35352" y="64337"/>
                  </a:lnTo>
                  <a:lnTo>
                    <a:pt x="32086" y="68666"/>
                  </a:lnTo>
                  <a:lnTo>
                    <a:pt x="28963" y="73098"/>
                  </a:lnTo>
                  <a:lnTo>
                    <a:pt x="25985" y="77629"/>
                  </a:lnTo>
                  <a:lnTo>
                    <a:pt x="23155" y="82254"/>
                  </a:lnTo>
                  <a:lnTo>
                    <a:pt x="20477" y="86969"/>
                  </a:lnTo>
                  <a:lnTo>
                    <a:pt x="17953" y="91768"/>
                  </a:lnTo>
                  <a:lnTo>
                    <a:pt x="15586" y="96647"/>
                  </a:lnTo>
                  <a:lnTo>
                    <a:pt x="13379" y="101599"/>
                  </a:lnTo>
                  <a:lnTo>
                    <a:pt x="11333" y="106621"/>
                  </a:lnTo>
                  <a:lnTo>
                    <a:pt x="9452" y="111706"/>
                  </a:lnTo>
                  <a:lnTo>
                    <a:pt x="7736" y="116850"/>
                  </a:lnTo>
                  <a:lnTo>
                    <a:pt x="6188" y="122046"/>
                  </a:lnTo>
                  <a:lnTo>
                    <a:pt x="4809" y="127290"/>
                  </a:lnTo>
                  <a:lnTo>
                    <a:pt x="3602" y="132576"/>
                  </a:lnTo>
                  <a:lnTo>
                    <a:pt x="2566" y="137899"/>
                  </a:lnTo>
                  <a:lnTo>
                    <a:pt x="1703" y="143252"/>
                  </a:lnTo>
                  <a:lnTo>
                    <a:pt x="1015" y="148630"/>
                  </a:lnTo>
                  <a:lnTo>
                    <a:pt x="501" y="154028"/>
                  </a:lnTo>
                  <a:lnTo>
                    <a:pt x="162" y="159440"/>
                  </a:lnTo>
                  <a:lnTo>
                    <a:pt x="0" y="164859"/>
                  </a:lnTo>
                  <a:lnTo>
                    <a:pt x="13" y="170282"/>
                  </a:lnTo>
                  <a:lnTo>
                    <a:pt x="202" y="175701"/>
                  </a:lnTo>
                  <a:lnTo>
                    <a:pt x="566" y="181110"/>
                  </a:lnTo>
                  <a:lnTo>
                    <a:pt x="1106" y="186506"/>
                  </a:lnTo>
                  <a:lnTo>
                    <a:pt x="1820" y="191881"/>
                  </a:lnTo>
                  <a:lnTo>
                    <a:pt x="2709" y="197230"/>
                  </a:lnTo>
                  <a:lnTo>
                    <a:pt x="3770" y="202547"/>
                  </a:lnTo>
                  <a:lnTo>
                    <a:pt x="5004" y="207827"/>
                  </a:lnTo>
                  <a:lnTo>
                    <a:pt x="6408" y="213064"/>
                  </a:lnTo>
                  <a:lnTo>
                    <a:pt x="7981" y="218253"/>
                  </a:lnTo>
                  <a:lnTo>
                    <a:pt x="9721" y="223389"/>
                  </a:lnTo>
                  <a:lnTo>
                    <a:pt x="11628" y="22846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808978" y="5269756"/>
              <a:ext cx="322678" cy="334330"/>
            </a:xfrm>
            <a:custGeom>
              <a:avLst/>
              <a:pathLst>
                <a:path w="322678" h="334330">
                  <a:moveTo>
                    <a:pt x="0" y="228465"/>
                  </a:moveTo>
                  <a:lnTo>
                    <a:pt x="2018" y="233357"/>
                  </a:lnTo>
                  <a:lnTo>
                    <a:pt x="4189" y="238182"/>
                  </a:lnTo>
                  <a:lnTo>
                    <a:pt x="6513" y="242936"/>
                  </a:lnTo>
                  <a:lnTo>
                    <a:pt x="8986" y="247615"/>
                  </a:lnTo>
                  <a:lnTo>
                    <a:pt x="11606" y="252213"/>
                  </a:lnTo>
                  <a:lnTo>
                    <a:pt x="14369" y="256725"/>
                  </a:lnTo>
                  <a:lnTo>
                    <a:pt x="17275" y="261148"/>
                  </a:lnTo>
                  <a:lnTo>
                    <a:pt x="20319" y="265477"/>
                  </a:lnTo>
                  <a:lnTo>
                    <a:pt x="23498" y="269707"/>
                  </a:lnTo>
                  <a:lnTo>
                    <a:pt x="26810" y="273834"/>
                  </a:lnTo>
                  <a:lnTo>
                    <a:pt x="30250" y="277855"/>
                  </a:lnTo>
                  <a:lnTo>
                    <a:pt x="33817" y="281764"/>
                  </a:lnTo>
                  <a:lnTo>
                    <a:pt x="37505" y="285559"/>
                  </a:lnTo>
                  <a:lnTo>
                    <a:pt x="41311" y="289235"/>
                  </a:lnTo>
                  <a:lnTo>
                    <a:pt x="45232" y="292789"/>
                  </a:lnTo>
                  <a:lnTo>
                    <a:pt x="49263" y="296217"/>
                  </a:lnTo>
                  <a:lnTo>
                    <a:pt x="53401" y="299515"/>
                  </a:lnTo>
                  <a:lnTo>
                    <a:pt x="57641" y="302681"/>
                  </a:lnTo>
                  <a:lnTo>
                    <a:pt x="61979" y="305711"/>
                  </a:lnTo>
                  <a:lnTo>
                    <a:pt x="66411" y="308603"/>
                  </a:lnTo>
                  <a:lnTo>
                    <a:pt x="70933" y="311352"/>
                  </a:lnTo>
                  <a:lnTo>
                    <a:pt x="75539" y="313958"/>
                  </a:lnTo>
                  <a:lnTo>
                    <a:pt x="80225" y="316416"/>
                  </a:lnTo>
                  <a:lnTo>
                    <a:pt x="84986" y="318724"/>
                  </a:lnTo>
                  <a:lnTo>
                    <a:pt x="89819" y="320881"/>
                  </a:lnTo>
                  <a:lnTo>
                    <a:pt x="94717" y="322883"/>
                  </a:lnTo>
                  <a:lnTo>
                    <a:pt x="99676" y="324730"/>
                  </a:lnTo>
                  <a:lnTo>
                    <a:pt x="104691" y="326419"/>
                  </a:lnTo>
                  <a:lnTo>
                    <a:pt x="109757" y="327948"/>
                  </a:lnTo>
                  <a:lnTo>
                    <a:pt x="114869" y="329316"/>
                  </a:lnTo>
                  <a:lnTo>
                    <a:pt x="120021" y="330521"/>
                  </a:lnTo>
                  <a:lnTo>
                    <a:pt x="125210" y="331563"/>
                  </a:lnTo>
                  <a:lnTo>
                    <a:pt x="130428" y="332440"/>
                  </a:lnTo>
                  <a:lnTo>
                    <a:pt x="135672" y="333152"/>
                  </a:lnTo>
                  <a:lnTo>
                    <a:pt x="140935" y="333697"/>
                  </a:lnTo>
                  <a:lnTo>
                    <a:pt x="146214" y="334075"/>
                  </a:lnTo>
                  <a:lnTo>
                    <a:pt x="151501" y="334286"/>
                  </a:lnTo>
                  <a:lnTo>
                    <a:pt x="156793" y="334330"/>
                  </a:lnTo>
                  <a:lnTo>
                    <a:pt x="162083" y="334206"/>
                  </a:lnTo>
                  <a:lnTo>
                    <a:pt x="167367" y="333914"/>
                  </a:lnTo>
                  <a:lnTo>
                    <a:pt x="172638" y="333456"/>
                  </a:lnTo>
                  <a:lnTo>
                    <a:pt x="177893" y="332831"/>
                  </a:lnTo>
                  <a:lnTo>
                    <a:pt x="183125" y="332040"/>
                  </a:lnTo>
                  <a:lnTo>
                    <a:pt x="188330" y="331084"/>
                  </a:lnTo>
                  <a:lnTo>
                    <a:pt x="193502" y="329963"/>
                  </a:lnTo>
                  <a:lnTo>
                    <a:pt x="198635" y="328679"/>
                  </a:lnTo>
                  <a:lnTo>
                    <a:pt x="203726" y="327234"/>
                  </a:lnTo>
                  <a:lnTo>
                    <a:pt x="208768" y="325628"/>
                  </a:lnTo>
                  <a:lnTo>
                    <a:pt x="213757" y="323863"/>
                  </a:lnTo>
                  <a:lnTo>
                    <a:pt x="218687" y="321942"/>
                  </a:lnTo>
                  <a:lnTo>
                    <a:pt x="223554" y="319865"/>
                  </a:lnTo>
                  <a:lnTo>
                    <a:pt x="228353" y="317635"/>
                  </a:lnTo>
                  <a:lnTo>
                    <a:pt x="233079" y="315255"/>
                  </a:lnTo>
                  <a:lnTo>
                    <a:pt x="237728" y="312726"/>
                  </a:lnTo>
                  <a:lnTo>
                    <a:pt x="242294" y="310051"/>
                  </a:lnTo>
                  <a:lnTo>
                    <a:pt x="246773" y="307233"/>
                  </a:lnTo>
                  <a:lnTo>
                    <a:pt x="251160" y="304274"/>
                  </a:lnTo>
                  <a:lnTo>
                    <a:pt x="255452" y="301179"/>
                  </a:lnTo>
                  <a:lnTo>
                    <a:pt x="259643" y="297949"/>
                  </a:lnTo>
                  <a:lnTo>
                    <a:pt x="263731" y="294588"/>
                  </a:lnTo>
                  <a:lnTo>
                    <a:pt x="267710" y="291099"/>
                  </a:lnTo>
                  <a:lnTo>
                    <a:pt x="271576" y="287486"/>
                  </a:lnTo>
                  <a:lnTo>
                    <a:pt x="275326" y="283752"/>
                  </a:lnTo>
                  <a:lnTo>
                    <a:pt x="278956" y="279902"/>
                  </a:lnTo>
                  <a:lnTo>
                    <a:pt x="282462" y="275939"/>
                  </a:lnTo>
                  <a:lnTo>
                    <a:pt x="285842" y="271866"/>
                  </a:lnTo>
                  <a:lnTo>
                    <a:pt x="289090" y="267689"/>
                  </a:lnTo>
                  <a:lnTo>
                    <a:pt x="292205" y="263411"/>
                  </a:lnTo>
                  <a:lnTo>
                    <a:pt x="295183" y="259037"/>
                  </a:lnTo>
                  <a:lnTo>
                    <a:pt x="298021" y="254571"/>
                  </a:lnTo>
                  <a:lnTo>
                    <a:pt x="300716" y="250017"/>
                  </a:lnTo>
                  <a:lnTo>
                    <a:pt x="303265" y="245379"/>
                  </a:lnTo>
                  <a:lnTo>
                    <a:pt x="305667" y="240664"/>
                  </a:lnTo>
                  <a:lnTo>
                    <a:pt x="307918" y="235875"/>
                  </a:lnTo>
                  <a:lnTo>
                    <a:pt x="310016" y="231017"/>
                  </a:lnTo>
                  <a:lnTo>
                    <a:pt x="311960" y="226095"/>
                  </a:lnTo>
                  <a:lnTo>
                    <a:pt x="313746" y="221114"/>
                  </a:lnTo>
                  <a:lnTo>
                    <a:pt x="315375" y="216079"/>
                  </a:lnTo>
                  <a:lnTo>
                    <a:pt x="316843" y="210995"/>
                  </a:lnTo>
                  <a:lnTo>
                    <a:pt x="318149" y="205867"/>
                  </a:lnTo>
                  <a:lnTo>
                    <a:pt x="319292" y="200701"/>
                  </a:lnTo>
                  <a:lnTo>
                    <a:pt x="320272" y="195500"/>
                  </a:lnTo>
                  <a:lnTo>
                    <a:pt x="321086" y="190272"/>
                  </a:lnTo>
                  <a:lnTo>
                    <a:pt x="321734" y="185020"/>
                  </a:lnTo>
                  <a:lnTo>
                    <a:pt x="322216" y="179750"/>
                  </a:lnTo>
                  <a:lnTo>
                    <a:pt x="322531" y="174468"/>
                  </a:lnTo>
                  <a:lnTo>
                    <a:pt x="322678" y="169178"/>
                  </a:lnTo>
                  <a:lnTo>
                    <a:pt x="322658" y="163886"/>
                  </a:lnTo>
                  <a:lnTo>
                    <a:pt x="322471" y="158598"/>
                  </a:lnTo>
                  <a:lnTo>
                    <a:pt x="322116" y="153318"/>
                  </a:lnTo>
                  <a:lnTo>
                    <a:pt x="321594" y="148052"/>
                  </a:lnTo>
                  <a:lnTo>
                    <a:pt x="320906" y="142805"/>
                  </a:lnTo>
                  <a:lnTo>
                    <a:pt x="320052" y="137583"/>
                  </a:lnTo>
                  <a:lnTo>
                    <a:pt x="319033" y="132390"/>
                  </a:lnTo>
                  <a:lnTo>
                    <a:pt x="317850" y="127232"/>
                  </a:lnTo>
                  <a:lnTo>
                    <a:pt x="316505" y="122115"/>
                  </a:lnTo>
                  <a:lnTo>
                    <a:pt x="314998" y="117042"/>
                  </a:lnTo>
                  <a:lnTo>
                    <a:pt x="313332" y="112019"/>
                  </a:lnTo>
                  <a:lnTo>
                    <a:pt x="311507" y="107052"/>
                  </a:lnTo>
                  <a:lnTo>
                    <a:pt x="309527" y="102145"/>
                  </a:lnTo>
                  <a:lnTo>
                    <a:pt x="307391" y="97303"/>
                  </a:lnTo>
                  <a:lnTo>
                    <a:pt x="305104" y="92532"/>
                  </a:lnTo>
                  <a:lnTo>
                    <a:pt x="302667" y="87834"/>
                  </a:lnTo>
                  <a:lnTo>
                    <a:pt x="300082" y="83217"/>
                  </a:lnTo>
                  <a:lnTo>
                    <a:pt x="297353" y="78684"/>
                  </a:lnTo>
                  <a:lnTo>
                    <a:pt x="294481" y="74239"/>
                  </a:lnTo>
                  <a:lnTo>
                    <a:pt x="291470" y="69887"/>
                  </a:lnTo>
                  <a:lnTo>
                    <a:pt x="288323" y="65633"/>
                  </a:lnTo>
                  <a:lnTo>
                    <a:pt x="285043" y="61481"/>
                  </a:lnTo>
                  <a:lnTo>
                    <a:pt x="281633" y="57434"/>
                  </a:lnTo>
                  <a:lnTo>
                    <a:pt x="278096" y="53498"/>
                  </a:lnTo>
                  <a:lnTo>
                    <a:pt x="274437" y="49675"/>
                  </a:lnTo>
                  <a:lnTo>
                    <a:pt x="270659" y="45970"/>
                  </a:lnTo>
                  <a:lnTo>
                    <a:pt x="266765" y="42386"/>
                  </a:lnTo>
                  <a:lnTo>
                    <a:pt x="262760" y="38928"/>
                  </a:lnTo>
                  <a:lnTo>
                    <a:pt x="258647" y="35598"/>
                  </a:lnTo>
                  <a:lnTo>
                    <a:pt x="254431" y="32400"/>
                  </a:lnTo>
                  <a:lnTo>
                    <a:pt x="250116" y="29337"/>
                  </a:lnTo>
                  <a:lnTo>
                    <a:pt x="245706" y="26412"/>
                  </a:lnTo>
                  <a:lnTo>
                    <a:pt x="241206" y="23628"/>
                  </a:lnTo>
                  <a:lnTo>
                    <a:pt x="236620" y="20988"/>
                  </a:lnTo>
                  <a:lnTo>
                    <a:pt x="231952" y="18495"/>
                  </a:lnTo>
                  <a:lnTo>
                    <a:pt x="227208" y="16150"/>
                  </a:lnTo>
                  <a:lnTo>
                    <a:pt x="222393" y="13957"/>
                  </a:lnTo>
                  <a:lnTo>
                    <a:pt x="217510" y="11917"/>
                  </a:lnTo>
                  <a:lnTo>
                    <a:pt x="212565" y="10033"/>
                  </a:lnTo>
                  <a:lnTo>
                    <a:pt x="207563" y="8306"/>
                  </a:lnTo>
                  <a:lnTo>
                    <a:pt x="202509" y="6738"/>
                  </a:lnTo>
                  <a:lnTo>
                    <a:pt x="197407" y="5332"/>
                  </a:lnTo>
                  <a:lnTo>
                    <a:pt x="192264" y="4087"/>
                  </a:lnTo>
                  <a:lnTo>
                    <a:pt x="187084" y="3006"/>
                  </a:lnTo>
                  <a:lnTo>
                    <a:pt x="181872" y="2089"/>
                  </a:lnTo>
                  <a:lnTo>
                    <a:pt x="176634" y="1338"/>
                  </a:lnTo>
                  <a:lnTo>
                    <a:pt x="171375" y="753"/>
                  </a:lnTo>
                  <a:lnTo>
                    <a:pt x="166100" y="334"/>
                  </a:lnTo>
                  <a:lnTo>
                    <a:pt x="160814" y="83"/>
                  </a:lnTo>
                  <a:lnTo>
                    <a:pt x="155523" y="0"/>
                  </a:lnTo>
                  <a:lnTo>
                    <a:pt x="1555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55858" y="5399291"/>
              <a:ext cx="30357" cy="167167"/>
            </a:xfrm>
            <a:custGeom>
              <a:avLst/>
              <a:pathLst>
                <a:path w="30357" h="167167">
                  <a:moveTo>
                    <a:pt x="30357" y="0"/>
                  </a:moveTo>
                  <a:lnTo>
                    <a:pt x="22728" y="174"/>
                  </a:lnTo>
                  <a:lnTo>
                    <a:pt x="15115" y="696"/>
                  </a:lnTo>
                  <a:lnTo>
                    <a:pt x="7533" y="1565"/>
                  </a:lnTo>
                  <a:lnTo>
                    <a:pt x="0" y="2779"/>
                  </a:lnTo>
                  <a:lnTo>
                    <a:pt x="3035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55858" y="5402071"/>
              <a:ext cx="30357" cy="164387"/>
            </a:xfrm>
            <a:custGeom>
              <a:avLst/>
              <a:pathLst>
                <a:path w="30357" h="164387">
                  <a:moveTo>
                    <a:pt x="0" y="0"/>
                  </a:moveTo>
                  <a:lnTo>
                    <a:pt x="30357" y="1643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319049" y="5402071"/>
              <a:ext cx="334328" cy="331540"/>
            </a:xfrm>
            <a:custGeom>
              <a:avLst/>
              <a:pathLst>
                <a:path w="334328" h="331540">
                  <a:moveTo>
                    <a:pt x="136808" y="0"/>
                  </a:moveTo>
                  <a:lnTo>
                    <a:pt x="131626" y="1041"/>
                  </a:lnTo>
                  <a:lnTo>
                    <a:pt x="126480" y="2247"/>
                  </a:lnTo>
                  <a:lnTo>
                    <a:pt x="121374" y="3614"/>
                  </a:lnTo>
                  <a:lnTo>
                    <a:pt x="116314" y="5142"/>
                  </a:lnTo>
                  <a:lnTo>
                    <a:pt x="111305" y="6829"/>
                  </a:lnTo>
                  <a:lnTo>
                    <a:pt x="106352" y="8674"/>
                  </a:lnTo>
                  <a:lnTo>
                    <a:pt x="101459" y="10675"/>
                  </a:lnTo>
                  <a:lnTo>
                    <a:pt x="96633" y="12829"/>
                  </a:lnTo>
                  <a:lnTo>
                    <a:pt x="91876" y="15135"/>
                  </a:lnTo>
                  <a:lnTo>
                    <a:pt x="87195" y="17589"/>
                  </a:lnTo>
                  <a:lnTo>
                    <a:pt x="82594" y="20191"/>
                  </a:lnTo>
                  <a:lnTo>
                    <a:pt x="78078" y="22937"/>
                  </a:lnTo>
                  <a:lnTo>
                    <a:pt x="73650" y="25824"/>
                  </a:lnTo>
                  <a:lnTo>
                    <a:pt x="69316" y="28850"/>
                  </a:lnTo>
                  <a:lnTo>
                    <a:pt x="65080" y="32011"/>
                  </a:lnTo>
                  <a:lnTo>
                    <a:pt x="60946" y="35305"/>
                  </a:lnTo>
                  <a:lnTo>
                    <a:pt x="56918" y="38728"/>
                  </a:lnTo>
                  <a:lnTo>
                    <a:pt x="53001" y="42276"/>
                  </a:lnTo>
                  <a:lnTo>
                    <a:pt x="49197" y="45946"/>
                  </a:lnTo>
                  <a:lnTo>
                    <a:pt x="45512" y="49735"/>
                  </a:lnTo>
                  <a:lnTo>
                    <a:pt x="41948" y="53639"/>
                  </a:lnTo>
                  <a:lnTo>
                    <a:pt x="38509" y="57653"/>
                  </a:lnTo>
                  <a:lnTo>
                    <a:pt x="35199" y="61774"/>
                  </a:lnTo>
                  <a:lnTo>
                    <a:pt x="32021" y="65997"/>
                  </a:lnTo>
                  <a:lnTo>
                    <a:pt x="28978" y="70319"/>
                  </a:lnTo>
                  <a:lnTo>
                    <a:pt x="26073" y="74735"/>
                  </a:lnTo>
                  <a:lnTo>
                    <a:pt x="23309" y="79240"/>
                  </a:lnTo>
                  <a:lnTo>
                    <a:pt x="20689" y="83831"/>
                  </a:lnTo>
                  <a:lnTo>
                    <a:pt x="18215" y="88502"/>
                  </a:lnTo>
                  <a:lnTo>
                    <a:pt x="15891" y="93249"/>
                  </a:lnTo>
                  <a:lnTo>
                    <a:pt x="13717" y="98067"/>
                  </a:lnTo>
                  <a:lnTo>
                    <a:pt x="11697" y="102952"/>
                  </a:lnTo>
                  <a:lnTo>
                    <a:pt x="9833" y="107897"/>
                  </a:lnTo>
                  <a:lnTo>
                    <a:pt x="8125" y="112900"/>
                  </a:lnTo>
                  <a:lnTo>
                    <a:pt x="6577" y="117954"/>
                  </a:lnTo>
                  <a:lnTo>
                    <a:pt x="5189" y="123054"/>
                  </a:lnTo>
                  <a:lnTo>
                    <a:pt x="3964" y="128195"/>
                  </a:lnTo>
                  <a:lnTo>
                    <a:pt x="2901" y="133373"/>
                  </a:lnTo>
                  <a:lnTo>
                    <a:pt x="2002" y="138582"/>
                  </a:lnTo>
                  <a:lnTo>
                    <a:pt x="1269" y="143816"/>
                  </a:lnTo>
                  <a:lnTo>
                    <a:pt x="702" y="149072"/>
                  </a:lnTo>
                  <a:lnTo>
                    <a:pt x="301" y="154342"/>
                  </a:lnTo>
                  <a:lnTo>
                    <a:pt x="67" y="159623"/>
                  </a:lnTo>
                  <a:lnTo>
                    <a:pt x="0" y="164908"/>
                  </a:lnTo>
                  <a:lnTo>
                    <a:pt x="100" y="170192"/>
                  </a:lnTo>
                  <a:lnTo>
                    <a:pt x="367" y="175471"/>
                  </a:lnTo>
                  <a:lnTo>
                    <a:pt x="800" y="180739"/>
                  </a:lnTo>
                  <a:lnTo>
                    <a:pt x="1400" y="185991"/>
                  </a:lnTo>
                  <a:lnTo>
                    <a:pt x="2166" y="191221"/>
                  </a:lnTo>
                  <a:lnTo>
                    <a:pt x="3097" y="196424"/>
                  </a:lnTo>
                  <a:lnTo>
                    <a:pt x="4192" y="201595"/>
                  </a:lnTo>
                  <a:lnTo>
                    <a:pt x="5450" y="206729"/>
                  </a:lnTo>
                  <a:lnTo>
                    <a:pt x="6869" y="211820"/>
                  </a:lnTo>
                  <a:lnTo>
                    <a:pt x="8449" y="216864"/>
                  </a:lnTo>
                  <a:lnTo>
                    <a:pt x="10187" y="221856"/>
                  </a:lnTo>
                  <a:lnTo>
                    <a:pt x="12083" y="226790"/>
                  </a:lnTo>
                  <a:lnTo>
                    <a:pt x="14133" y="231662"/>
                  </a:lnTo>
                  <a:lnTo>
                    <a:pt x="16336" y="236466"/>
                  </a:lnTo>
                  <a:lnTo>
                    <a:pt x="18691" y="241199"/>
                  </a:lnTo>
                  <a:lnTo>
                    <a:pt x="21193" y="245854"/>
                  </a:lnTo>
                  <a:lnTo>
                    <a:pt x="23842" y="250429"/>
                  </a:lnTo>
                  <a:lnTo>
                    <a:pt x="26634" y="254917"/>
                  </a:lnTo>
                  <a:lnTo>
                    <a:pt x="29566" y="259314"/>
                  </a:lnTo>
                  <a:lnTo>
                    <a:pt x="32636" y="263617"/>
                  </a:lnTo>
                  <a:lnTo>
                    <a:pt x="35840" y="267821"/>
                  </a:lnTo>
                  <a:lnTo>
                    <a:pt x="39176" y="271921"/>
                  </a:lnTo>
                  <a:lnTo>
                    <a:pt x="42640" y="275914"/>
                  </a:lnTo>
                  <a:lnTo>
                    <a:pt x="46228" y="279795"/>
                  </a:lnTo>
                  <a:lnTo>
                    <a:pt x="49937" y="283561"/>
                  </a:lnTo>
                  <a:lnTo>
                    <a:pt x="53763" y="287207"/>
                  </a:lnTo>
                  <a:lnTo>
                    <a:pt x="57703" y="290731"/>
                  </a:lnTo>
                  <a:lnTo>
                    <a:pt x="61752" y="294129"/>
                  </a:lnTo>
                  <a:lnTo>
                    <a:pt x="65906" y="297396"/>
                  </a:lnTo>
                  <a:lnTo>
                    <a:pt x="70162" y="300531"/>
                  </a:lnTo>
                  <a:lnTo>
                    <a:pt x="74515" y="303530"/>
                  </a:lnTo>
                  <a:lnTo>
                    <a:pt x="78960" y="306390"/>
                  </a:lnTo>
                  <a:lnTo>
                    <a:pt x="83494" y="309107"/>
                  </a:lnTo>
                  <a:lnTo>
                    <a:pt x="88111" y="311680"/>
                  </a:lnTo>
                  <a:lnTo>
                    <a:pt x="92807" y="314106"/>
                  </a:lnTo>
                  <a:lnTo>
                    <a:pt x="97578" y="316382"/>
                  </a:lnTo>
                  <a:lnTo>
                    <a:pt x="102418" y="318506"/>
                  </a:lnTo>
                  <a:lnTo>
                    <a:pt x="107323" y="320476"/>
                  </a:lnTo>
                  <a:lnTo>
                    <a:pt x="112287" y="322290"/>
                  </a:lnTo>
                  <a:lnTo>
                    <a:pt x="117307" y="323946"/>
                  </a:lnTo>
                  <a:lnTo>
                    <a:pt x="122376" y="325443"/>
                  </a:lnTo>
                  <a:lnTo>
                    <a:pt x="127490" y="326778"/>
                  </a:lnTo>
                  <a:lnTo>
                    <a:pt x="132644" y="327951"/>
                  </a:lnTo>
                  <a:lnTo>
                    <a:pt x="137832" y="328961"/>
                  </a:lnTo>
                  <a:lnTo>
                    <a:pt x="143050" y="329806"/>
                  </a:lnTo>
                  <a:lnTo>
                    <a:pt x="148292" y="330486"/>
                  </a:lnTo>
                  <a:lnTo>
                    <a:pt x="153553" y="331000"/>
                  </a:lnTo>
                  <a:lnTo>
                    <a:pt x="158827" y="331347"/>
                  </a:lnTo>
                  <a:lnTo>
                    <a:pt x="164109" y="331527"/>
                  </a:lnTo>
                  <a:lnTo>
                    <a:pt x="169395" y="331540"/>
                  </a:lnTo>
                  <a:lnTo>
                    <a:pt x="174679" y="331386"/>
                  </a:lnTo>
                  <a:lnTo>
                    <a:pt x="179954" y="331065"/>
                  </a:lnTo>
                  <a:lnTo>
                    <a:pt x="185218" y="330577"/>
                  </a:lnTo>
                  <a:lnTo>
                    <a:pt x="190463" y="329923"/>
                  </a:lnTo>
                  <a:lnTo>
                    <a:pt x="195684" y="329104"/>
                  </a:lnTo>
                  <a:lnTo>
                    <a:pt x="200878" y="328120"/>
                  </a:lnTo>
                  <a:lnTo>
                    <a:pt x="206037" y="326973"/>
                  </a:lnTo>
                  <a:lnTo>
                    <a:pt x="211158" y="325662"/>
                  </a:lnTo>
                  <a:lnTo>
                    <a:pt x="216235" y="324191"/>
                  </a:lnTo>
                  <a:lnTo>
                    <a:pt x="221262" y="322560"/>
                  </a:lnTo>
                  <a:lnTo>
                    <a:pt x="226236" y="320771"/>
                  </a:lnTo>
                  <a:lnTo>
                    <a:pt x="231151" y="318825"/>
                  </a:lnTo>
                  <a:lnTo>
                    <a:pt x="236001" y="316725"/>
                  </a:lnTo>
                  <a:lnTo>
                    <a:pt x="240783" y="314472"/>
                  </a:lnTo>
                  <a:lnTo>
                    <a:pt x="245491" y="312070"/>
                  </a:lnTo>
                  <a:lnTo>
                    <a:pt x="250121" y="309520"/>
                  </a:lnTo>
                  <a:lnTo>
                    <a:pt x="254668" y="306825"/>
                  </a:lnTo>
                  <a:lnTo>
                    <a:pt x="259127" y="303987"/>
                  </a:lnTo>
                  <a:lnTo>
                    <a:pt x="263495" y="301010"/>
                  </a:lnTo>
                  <a:lnTo>
                    <a:pt x="267766" y="297896"/>
                  </a:lnTo>
                  <a:lnTo>
                    <a:pt x="271936" y="294649"/>
                  </a:lnTo>
                  <a:lnTo>
                    <a:pt x="276002" y="291272"/>
                  </a:lnTo>
                  <a:lnTo>
                    <a:pt x="279959" y="287767"/>
                  </a:lnTo>
                  <a:lnTo>
                    <a:pt x="283804" y="284140"/>
                  </a:lnTo>
                  <a:lnTo>
                    <a:pt x="287531" y="280392"/>
                  </a:lnTo>
                  <a:lnTo>
                    <a:pt x="291139" y="276529"/>
                  </a:lnTo>
                  <a:lnTo>
                    <a:pt x="294622" y="272554"/>
                  </a:lnTo>
                  <a:lnTo>
                    <a:pt x="297978" y="268470"/>
                  </a:lnTo>
                  <a:lnTo>
                    <a:pt x="301203" y="264282"/>
                  </a:lnTo>
                  <a:lnTo>
                    <a:pt x="304294" y="259995"/>
                  </a:lnTo>
                  <a:lnTo>
                    <a:pt x="307249" y="255612"/>
                  </a:lnTo>
                  <a:lnTo>
                    <a:pt x="310063" y="251137"/>
                  </a:lnTo>
                  <a:lnTo>
                    <a:pt x="312734" y="246576"/>
                  </a:lnTo>
                  <a:lnTo>
                    <a:pt x="315259" y="241933"/>
                  </a:lnTo>
                  <a:lnTo>
                    <a:pt x="317637" y="237212"/>
                  </a:lnTo>
                  <a:lnTo>
                    <a:pt x="319864" y="232419"/>
                  </a:lnTo>
                  <a:lnTo>
                    <a:pt x="321939" y="227557"/>
                  </a:lnTo>
                  <a:lnTo>
                    <a:pt x="323858" y="222632"/>
                  </a:lnTo>
                  <a:lnTo>
                    <a:pt x="325621" y="217650"/>
                  </a:lnTo>
                  <a:lnTo>
                    <a:pt x="327226" y="212613"/>
                  </a:lnTo>
                  <a:lnTo>
                    <a:pt x="328671" y="207529"/>
                  </a:lnTo>
                  <a:lnTo>
                    <a:pt x="329954" y="202401"/>
                  </a:lnTo>
                  <a:lnTo>
                    <a:pt x="331074" y="197236"/>
                  </a:lnTo>
                  <a:lnTo>
                    <a:pt x="332031" y="192037"/>
                  </a:lnTo>
                  <a:lnTo>
                    <a:pt x="332823" y="186811"/>
                  </a:lnTo>
                  <a:lnTo>
                    <a:pt x="333449" y="181563"/>
                  </a:lnTo>
                  <a:lnTo>
                    <a:pt x="333909" y="176297"/>
                  </a:lnTo>
                  <a:lnTo>
                    <a:pt x="334202" y="171020"/>
                  </a:lnTo>
                  <a:lnTo>
                    <a:pt x="334328" y="165736"/>
                  </a:lnTo>
                  <a:lnTo>
                    <a:pt x="334287" y="160450"/>
                  </a:lnTo>
                  <a:lnTo>
                    <a:pt x="334079" y="155169"/>
                  </a:lnTo>
                  <a:lnTo>
                    <a:pt x="333704" y="149896"/>
                  </a:lnTo>
                  <a:lnTo>
                    <a:pt x="333163" y="144638"/>
                  </a:lnTo>
                  <a:lnTo>
                    <a:pt x="332456" y="139400"/>
                  </a:lnTo>
                  <a:lnTo>
                    <a:pt x="331583" y="134187"/>
                  </a:lnTo>
                  <a:lnTo>
                    <a:pt x="330546" y="129004"/>
                  </a:lnTo>
                  <a:lnTo>
                    <a:pt x="329346" y="123856"/>
                  </a:lnTo>
                  <a:lnTo>
                    <a:pt x="327983" y="118749"/>
                  </a:lnTo>
                  <a:lnTo>
                    <a:pt x="326460" y="113688"/>
                  </a:lnTo>
                  <a:lnTo>
                    <a:pt x="324777" y="108677"/>
                  </a:lnTo>
                  <a:lnTo>
                    <a:pt x="322937" y="103722"/>
                  </a:lnTo>
                  <a:lnTo>
                    <a:pt x="320942" y="98828"/>
                  </a:lnTo>
                  <a:lnTo>
                    <a:pt x="318792" y="93999"/>
                  </a:lnTo>
                  <a:lnTo>
                    <a:pt x="316491" y="89240"/>
                  </a:lnTo>
                  <a:lnTo>
                    <a:pt x="314041" y="84557"/>
                  </a:lnTo>
                  <a:lnTo>
                    <a:pt x="311443" y="79954"/>
                  </a:lnTo>
                  <a:lnTo>
                    <a:pt x="308702" y="75434"/>
                  </a:lnTo>
                  <a:lnTo>
                    <a:pt x="305819" y="71004"/>
                  </a:lnTo>
                  <a:lnTo>
                    <a:pt x="302797" y="66667"/>
                  </a:lnTo>
                  <a:lnTo>
                    <a:pt x="299640" y="62428"/>
                  </a:lnTo>
                  <a:lnTo>
                    <a:pt x="296350" y="58291"/>
                  </a:lnTo>
                  <a:lnTo>
                    <a:pt x="292931" y="54260"/>
                  </a:lnTo>
                  <a:lnTo>
                    <a:pt x="289387" y="50339"/>
                  </a:lnTo>
                  <a:lnTo>
                    <a:pt x="285720" y="46532"/>
                  </a:lnTo>
                  <a:lnTo>
                    <a:pt x="281935" y="42843"/>
                  </a:lnTo>
                  <a:lnTo>
                    <a:pt x="278035" y="39275"/>
                  </a:lnTo>
                  <a:lnTo>
                    <a:pt x="274024" y="35833"/>
                  </a:lnTo>
                  <a:lnTo>
                    <a:pt x="269906" y="32518"/>
                  </a:lnTo>
                  <a:lnTo>
                    <a:pt x="265686" y="29336"/>
                  </a:lnTo>
                  <a:lnTo>
                    <a:pt x="261367" y="26289"/>
                  </a:lnTo>
                  <a:lnTo>
                    <a:pt x="256954" y="23380"/>
                  </a:lnTo>
                  <a:lnTo>
                    <a:pt x="252451" y="20612"/>
                  </a:lnTo>
                  <a:lnTo>
                    <a:pt x="247863" y="17987"/>
                  </a:lnTo>
                  <a:lnTo>
                    <a:pt x="243194" y="15509"/>
                  </a:lnTo>
                  <a:lnTo>
                    <a:pt x="238449" y="13180"/>
                  </a:lnTo>
                  <a:lnTo>
                    <a:pt x="233633" y="11002"/>
                  </a:lnTo>
                  <a:lnTo>
                    <a:pt x="228751" y="8977"/>
                  </a:lnTo>
                  <a:lnTo>
                    <a:pt x="223807" y="7108"/>
                  </a:lnTo>
                  <a:lnTo>
                    <a:pt x="218806" y="5396"/>
                  </a:lnTo>
                  <a:lnTo>
                    <a:pt x="213754" y="3843"/>
                  </a:lnTo>
                  <a:lnTo>
                    <a:pt x="208655" y="2450"/>
                  </a:lnTo>
                  <a:lnTo>
                    <a:pt x="203514" y="1219"/>
                  </a:lnTo>
                  <a:lnTo>
                    <a:pt x="198338" y="152"/>
                  </a:lnTo>
                  <a:lnTo>
                    <a:pt x="167166" y="1643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86215" y="5399291"/>
              <a:ext cx="31171" cy="167167"/>
            </a:xfrm>
            <a:custGeom>
              <a:avLst/>
              <a:pathLst>
                <a:path w="31171" h="167167">
                  <a:moveTo>
                    <a:pt x="31171" y="2931"/>
                  </a:moveTo>
                  <a:lnTo>
                    <a:pt x="23438" y="1651"/>
                  </a:lnTo>
                  <a:lnTo>
                    <a:pt x="15654" y="734"/>
                  </a:lnTo>
                  <a:lnTo>
                    <a:pt x="7835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856386" y="5399291"/>
              <a:ext cx="167157" cy="296071"/>
            </a:xfrm>
            <a:custGeom>
              <a:avLst/>
              <a:pathLst>
                <a:path w="167157" h="296071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19" y="3040"/>
                  </a:lnTo>
                  <a:lnTo>
                    <a:pt x="130211" y="4133"/>
                  </a:lnTo>
                  <a:lnTo>
                    <a:pt x="125040" y="5392"/>
                  </a:lnTo>
                  <a:lnTo>
                    <a:pt x="119912" y="6815"/>
                  </a:lnTo>
                  <a:lnTo>
                    <a:pt x="114832" y="8400"/>
                  </a:lnTo>
                  <a:lnTo>
                    <a:pt x="109805" y="10146"/>
                  </a:lnTo>
                  <a:lnTo>
                    <a:pt x="104836" y="12051"/>
                  </a:lnTo>
                  <a:lnTo>
                    <a:pt x="99930" y="14113"/>
                  </a:lnTo>
                  <a:lnTo>
                    <a:pt x="95092" y="16331"/>
                  </a:lnTo>
                  <a:lnTo>
                    <a:pt x="90328" y="18701"/>
                  </a:lnTo>
                  <a:lnTo>
                    <a:pt x="85641" y="21222"/>
                  </a:lnTo>
                  <a:lnTo>
                    <a:pt x="81037" y="23890"/>
                  </a:lnTo>
                  <a:lnTo>
                    <a:pt x="76520" y="26704"/>
                  </a:lnTo>
                  <a:lnTo>
                    <a:pt x="72095" y="29660"/>
                  </a:lnTo>
                  <a:lnTo>
                    <a:pt x="67766" y="32756"/>
                  </a:lnTo>
                  <a:lnTo>
                    <a:pt x="63538" y="35988"/>
                  </a:lnTo>
                  <a:lnTo>
                    <a:pt x="59415" y="39352"/>
                  </a:lnTo>
                  <a:lnTo>
                    <a:pt x="55401" y="42847"/>
                  </a:lnTo>
                  <a:lnTo>
                    <a:pt x="51500" y="46467"/>
                  </a:lnTo>
                  <a:lnTo>
                    <a:pt x="47717" y="50210"/>
                  </a:lnTo>
                  <a:lnTo>
                    <a:pt x="44055" y="54071"/>
                  </a:lnTo>
                  <a:lnTo>
                    <a:pt x="40517" y="58046"/>
                  </a:lnTo>
                  <a:lnTo>
                    <a:pt x="37108" y="62133"/>
                  </a:lnTo>
                  <a:lnTo>
                    <a:pt x="33831" y="66325"/>
                  </a:lnTo>
                  <a:lnTo>
                    <a:pt x="30688" y="70620"/>
                  </a:lnTo>
                  <a:lnTo>
                    <a:pt x="27684" y="75013"/>
                  </a:lnTo>
                  <a:lnTo>
                    <a:pt x="24822" y="79499"/>
                  </a:lnTo>
                  <a:lnTo>
                    <a:pt x="22103" y="84074"/>
                  </a:lnTo>
                  <a:lnTo>
                    <a:pt x="19532" y="88734"/>
                  </a:lnTo>
                  <a:lnTo>
                    <a:pt x="17110" y="93472"/>
                  </a:lnTo>
                  <a:lnTo>
                    <a:pt x="14841" y="98286"/>
                  </a:lnTo>
                  <a:lnTo>
                    <a:pt x="12725" y="103169"/>
                  </a:lnTo>
                  <a:lnTo>
                    <a:pt x="10766" y="108117"/>
                  </a:lnTo>
                  <a:lnTo>
                    <a:pt x="8966" y="113125"/>
                  </a:lnTo>
                  <a:lnTo>
                    <a:pt x="7326" y="118188"/>
                  </a:lnTo>
                  <a:lnTo>
                    <a:pt x="5848" y="123300"/>
                  </a:lnTo>
                  <a:lnTo>
                    <a:pt x="4533" y="128457"/>
                  </a:lnTo>
                  <a:lnTo>
                    <a:pt x="3384" y="133653"/>
                  </a:lnTo>
                  <a:lnTo>
                    <a:pt x="2400" y="138883"/>
                  </a:lnTo>
                  <a:lnTo>
                    <a:pt x="1583" y="144142"/>
                  </a:lnTo>
                  <a:lnTo>
                    <a:pt x="934" y="149424"/>
                  </a:lnTo>
                  <a:lnTo>
                    <a:pt x="453" y="154724"/>
                  </a:lnTo>
                  <a:lnTo>
                    <a:pt x="142" y="160036"/>
                  </a:lnTo>
                  <a:lnTo>
                    <a:pt x="0" y="165356"/>
                  </a:lnTo>
                  <a:lnTo>
                    <a:pt x="27" y="170678"/>
                  </a:lnTo>
                  <a:lnTo>
                    <a:pt x="223" y="175996"/>
                  </a:lnTo>
                  <a:lnTo>
                    <a:pt x="589" y="181305"/>
                  </a:lnTo>
                  <a:lnTo>
                    <a:pt x="1123" y="186600"/>
                  </a:lnTo>
                  <a:lnTo>
                    <a:pt x="1826" y="191875"/>
                  </a:lnTo>
                  <a:lnTo>
                    <a:pt x="2696" y="197125"/>
                  </a:lnTo>
                  <a:lnTo>
                    <a:pt x="3733" y="202345"/>
                  </a:lnTo>
                  <a:lnTo>
                    <a:pt x="4935" y="207529"/>
                  </a:lnTo>
                  <a:lnTo>
                    <a:pt x="6302" y="212672"/>
                  </a:lnTo>
                  <a:lnTo>
                    <a:pt x="7832" y="217769"/>
                  </a:lnTo>
                  <a:lnTo>
                    <a:pt x="9524" y="222815"/>
                  </a:lnTo>
                  <a:lnTo>
                    <a:pt x="11375" y="227804"/>
                  </a:lnTo>
                  <a:lnTo>
                    <a:pt x="13384" y="232732"/>
                  </a:lnTo>
                  <a:lnTo>
                    <a:pt x="15549" y="237593"/>
                  </a:lnTo>
                  <a:lnTo>
                    <a:pt x="17867" y="242384"/>
                  </a:lnTo>
                  <a:lnTo>
                    <a:pt x="20337" y="247097"/>
                  </a:lnTo>
                  <a:lnTo>
                    <a:pt x="22956" y="251730"/>
                  </a:lnTo>
                  <a:lnTo>
                    <a:pt x="25721" y="256277"/>
                  </a:lnTo>
                  <a:lnTo>
                    <a:pt x="28629" y="260734"/>
                  </a:lnTo>
                  <a:lnTo>
                    <a:pt x="31677" y="265096"/>
                  </a:lnTo>
                  <a:lnTo>
                    <a:pt x="34863" y="269359"/>
                  </a:lnTo>
                  <a:lnTo>
                    <a:pt x="38183" y="273518"/>
                  </a:lnTo>
                  <a:lnTo>
                    <a:pt x="41634" y="277570"/>
                  </a:lnTo>
                  <a:lnTo>
                    <a:pt x="45211" y="281509"/>
                  </a:lnTo>
                  <a:lnTo>
                    <a:pt x="48913" y="285333"/>
                  </a:lnTo>
                  <a:lnTo>
                    <a:pt x="52734" y="289037"/>
                  </a:lnTo>
                  <a:lnTo>
                    <a:pt x="56671" y="292617"/>
                  </a:lnTo>
                  <a:lnTo>
                    <a:pt x="60720" y="29607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17107" y="5566459"/>
              <a:ext cx="106436" cy="128903"/>
            </a:xfrm>
            <a:custGeom>
              <a:avLst/>
              <a:pathLst>
                <a:path w="106436" h="128903">
                  <a:moveTo>
                    <a:pt x="0" y="128903"/>
                  </a:moveTo>
                  <a:lnTo>
                    <a:pt x="1064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17107" y="5566459"/>
              <a:ext cx="106436" cy="128903"/>
            </a:xfrm>
            <a:custGeom>
              <a:avLst/>
              <a:pathLst>
                <a:path w="106436" h="128903">
                  <a:moveTo>
                    <a:pt x="0" y="128903"/>
                  </a:moveTo>
                  <a:lnTo>
                    <a:pt x="1064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17107" y="5566459"/>
              <a:ext cx="106436" cy="128903"/>
            </a:xfrm>
            <a:custGeom>
              <a:avLst/>
              <a:pathLst>
                <a:path w="106436" h="128903">
                  <a:moveTo>
                    <a:pt x="0" y="128903"/>
                  </a:moveTo>
                  <a:lnTo>
                    <a:pt x="1064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17107" y="5566459"/>
              <a:ext cx="106436" cy="128903"/>
            </a:xfrm>
            <a:custGeom>
              <a:avLst/>
              <a:pathLst>
                <a:path w="106436" h="128903">
                  <a:moveTo>
                    <a:pt x="0" y="128903"/>
                  </a:moveTo>
                  <a:lnTo>
                    <a:pt x="1064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17107" y="5566459"/>
              <a:ext cx="106436" cy="128903"/>
            </a:xfrm>
            <a:custGeom>
              <a:avLst/>
              <a:pathLst>
                <a:path w="106436" h="128903">
                  <a:moveTo>
                    <a:pt x="0" y="128903"/>
                  </a:moveTo>
                  <a:lnTo>
                    <a:pt x="1064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17107" y="5566459"/>
              <a:ext cx="162161" cy="167162"/>
            </a:xfrm>
            <a:custGeom>
              <a:avLst/>
              <a:pathLst>
                <a:path w="162161" h="167162">
                  <a:moveTo>
                    <a:pt x="0" y="128903"/>
                  </a:moveTo>
                  <a:lnTo>
                    <a:pt x="4341" y="132368"/>
                  </a:lnTo>
                  <a:lnTo>
                    <a:pt x="8795" y="135687"/>
                  </a:lnTo>
                  <a:lnTo>
                    <a:pt x="13356" y="138856"/>
                  </a:lnTo>
                  <a:lnTo>
                    <a:pt x="18021" y="141871"/>
                  </a:lnTo>
                  <a:lnTo>
                    <a:pt x="22783" y="144730"/>
                  </a:lnTo>
                  <a:lnTo>
                    <a:pt x="27637" y="147430"/>
                  </a:lnTo>
                  <a:lnTo>
                    <a:pt x="32579" y="149966"/>
                  </a:lnTo>
                  <a:lnTo>
                    <a:pt x="37602" y="152337"/>
                  </a:lnTo>
                  <a:lnTo>
                    <a:pt x="42701" y="154540"/>
                  </a:lnTo>
                  <a:lnTo>
                    <a:pt x="47870" y="156572"/>
                  </a:lnTo>
                  <a:lnTo>
                    <a:pt x="53104" y="158431"/>
                  </a:lnTo>
                  <a:lnTo>
                    <a:pt x="58397" y="160116"/>
                  </a:lnTo>
                  <a:lnTo>
                    <a:pt x="63743" y="161623"/>
                  </a:lnTo>
                  <a:lnTo>
                    <a:pt x="69136" y="162952"/>
                  </a:lnTo>
                  <a:lnTo>
                    <a:pt x="74570" y="164102"/>
                  </a:lnTo>
                  <a:lnTo>
                    <a:pt x="80039" y="165070"/>
                  </a:lnTo>
                  <a:lnTo>
                    <a:pt x="85538" y="165855"/>
                  </a:lnTo>
                  <a:lnTo>
                    <a:pt x="91059" y="166458"/>
                  </a:lnTo>
                  <a:lnTo>
                    <a:pt x="96598" y="166877"/>
                  </a:lnTo>
                  <a:lnTo>
                    <a:pt x="102147" y="167112"/>
                  </a:lnTo>
                  <a:lnTo>
                    <a:pt x="107702" y="167162"/>
                  </a:lnTo>
                  <a:lnTo>
                    <a:pt x="113254" y="167028"/>
                  </a:lnTo>
                  <a:lnTo>
                    <a:pt x="118800" y="166709"/>
                  </a:lnTo>
                  <a:lnTo>
                    <a:pt x="124331" y="166206"/>
                  </a:lnTo>
                  <a:lnTo>
                    <a:pt x="129843" y="165520"/>
                  </a:lnTo>
                  <a:lnTo>
                    <a:pt x="135329" y="164651"/>
                  </a:lnTo>
                  <a:lnTo>
                    <a:pt x="140783" y="163600"/>
                  </a:lnTo>
                  <a:lnTo>
                    <a:pt x="146199" y="162369"/>
                  </a:lnTo>
                  <a:lnTo>
                    <a:pt x="151572" y="160958"/>
                  </a:lnTo>
                  <a:lnTo>
                    <a:pt x="156894" y="159370"/>
                  </a:lnTo>
                  <a:lnTo>
                    <a:pt x="162161" y="157606"/>
                  </a:lnTo>
                  <a:lnTo>
                    <a:pt x="1064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023544" y="5399291"/>
              <a:ext cx="167157" cy="324773"/>
            </a:xfrm>
            <a:custGeom>
              <a:avLst/>
              <a:pathLst>
                <a:path w="167157" h="324773">
                  <a:moveTo>
                    <a:pt x="55724" y="324773"/>
                  </a:moveTo>
                  <a:lnTo>
                    <a:pt x="60713" y="322920"/>
                  </a:lnTo>
                  <a:lnTo>
                    <a:pt x="65640" y="320908"/>
                  </a:lnTo>
                  <a:lnTo>
                    <a:pt x="70501" y="318740"/>
                  </a:lnTo>
                  <a:lnTo>
                    <a:pt x="75290" y="316419"/>
                  </a:lnTo>
                  <a:lnTo>
                    <a:pt x="80003" y="313947"/>
                  </a:lnTo>
                  <a:lnTo>
                    <a:pt x="84635" y="311326"/>
                  </a:lnTo>
                  <a:lnTo>
                    <a:pt x="89181" y="308559"/>
                  </a:lnTo>
                  <a:lnTo>
                    <a:pt x="93636" y="305648"/>
                  </a:lnTo>
                  <a:lnTo>
                    <a:pt x="97997" y="302597"/>
                  </a:lnTo>
                  <a:lnTo>
                    <a:pt x="102259" y="299409"/>
                  </a:lnTo>
                  <a:lnTo>
                    <a:pt x="106416" y="296087"/>
                  </a:lnTo>
                  <a:lnTo>
                    <a:pt x="110466" y="292634"/>
                  </a:lnTo>
                  <a:lnTo>
                    <a:pt x="114404" y="289054"/>
                  </a:lnTo>
                  <a:lnTo>
                    <a:pt x="118226" y="285351"/>
                  </a:lnTo>
                  <a:lnTo>
                    <a:pt x="121929" y="281527"/>
                  </a:lnTo>
                  <a:lnTo>
                    <a:pt x="125507" y="277588"/>
                  </a:lnTo>
                  <a:lnTo>
                    <a:pt x="128959" y="273537"/>
                  </a:lnTo>
                  <a:lnTo>
                    <a:pt x="132279" y="269378"/>
                  </a:lnTo>
                  <a:lnTo>
                    <a:pt x="135466" y="265115"/>
                  </a:lnTo>
                  <a:lnTo>
                    <a:pt x="138515" y="260753"/>
                  </a:lnTo>
                  <a:lnTo>
                    <a:pt x="141424" y="256296"/>
                  </a:lnTo>
                  <a:lnTo>
                    <a:pt x="144190" y="251749"/>
                  </a:lnTo>
                  <a:lnTo>
                    <a:pt x="146809" y="247117"/>
                  </a:lnTo>
                  <a:lnTo>
                    <a:pt x="149280" y="242403"/>
                  </a:lnTo>
                  <a:lnTo>
                    <a:pt x="151599" y="237613"/>
                  </a:lnTo>
                  <a:lnTo>
                    <a:pt x="153764" y="232751"/>
                  </a:lnTo>
                  <a:lnTo>
                    <a:pt x="155774" y="227823"/>
                  </a:lnTo>
                  <a:lnTo>
                    <a:pt x="157626" y="222834"/>
                  </a:lnTo>
                  <a:lnTo>
                    <a:pt x="159318" y="217788"/>
                  </a:lnTo>
                  <a:lnTo>
                    <a:pt x="160849" y="212691"/>
                  </a:lnTo>
                  <a:lnTo>
                    <a:pt x="162217" y="207547"/>
                  </a:lnTo>
                  <a:lnTo>
                    <a:pt x="163420" y="202363"/>
                  </a:lnTo>
                  <a:lnTo>
                    <a:pt x="164457" y="197143"/>
                  </a:lnTo>
                  <a:lnTo>
                    <a:pt x="165328" y="191893"/>
                  </a:lnTo>
                  <a:lnTo>
                    <a:pt x="166032" y="186617"/>
                  </a:lnTo>
                  <a:lnTo>
                    <a:pt x="166567" y="181322"/>
                  </a:lnTo>
                  <a:lnTo>
                    <a:pt x="166933" y="176013"/>
                  </a:lnTo>
                  <a:lnTo>
                    <a:pt x="167130" y="170694"/>
                  </a:lnTo>
                  <a:lnTo>
                    <a:pt x="167157" y="165373"/>
                  </a:lnTo>
                  <a:lnTo>
                    <a:pt x="167015" y="160052"/>
                  </a:lnTo>
                  <a:lnTo>
                    <a:pt x="166704" y="154739"/>
                  </a:lnTo>
                  <a:lnTo>
                    <a:pt x="166224" y="149439"/>
                  </a:lnTo>
                  <a:lnTo>
                    <a:pt x="165576" y="144157"/>
                  </a:lnTo>
                  <a:lnTo>
                    <a:pt x="164759" y="138898"/>
                  </a:lnTo>
                  <a:lnTo>
                    <a:pt x="163776" y="133667"/>
                  </a:lnTo>
                  <a:lnTo>
                    <a:pt x="162627" y="128471"/>
                  </a:lnTo>
                  <a:lnTo>
                    <a:pt x="161312" y="123313"/>
                  </a:lnTo>
                  <a:lnTo>
                    <a:pt x="159835" y="118201"/>
                  </a:lnTo>
                  <a:lnTo>
                    <a:pt x="158195" y="113138"/>
                  </a:lnTo>
                  <a:lnTo>
                    <a:pt x="156395" y="108129"/>
                  </a:lnTo>
                  <a:lnTo>
                    <a:pt x="154436" y="103181"/>
                  </a:lnTo>
                  <a:lnTo>
                    <a:pt x="152321" y="98297"/>
                  </a:lnTo>
                  <a:lnTo>
                    <a:pt x="150052" y="93483"/>
                  </a:lnTo>
                  <a:lnTo>
                    <a:pt x="147630" y="88744"/>
                  </a:lnTo>
                  <a:lnTo>
                    <a:pt x="145059" y="84084"/>
                  </a:lnTo>
                  <a:lnTo>
                    <a:pt x="142341" y="79509"/>
                  </a:lnTo>
                  <a:lnTo>
                    <a:pt x="139478" y="75022"/>
                  </a:lnTo>
                  <a:lnTo>
                    <a:pt x="136474" y="70629"/>
                  </a:lnTo>
                  <a:lnTo>
                    <a:pt x="133332" y="66333"/>
                  </a:lnTo>
                  <a:lnTo>
                    <a:pt x="130054" y="62140"/>
                  </a:lnTo>
                  <a:lnTo>
                    <a:pt x="126645" y="58053"/>
                  </a:lnTo>
                  <a:lnTo>
                    <a:pt x="123108" y="54077"/>
                  </a:lnTo>
                  <a:lnTo>
                    <a:pt x="119445" y="50216"/>
                  </a:lnTo>
                  <a:lnTo>
                    <a:pt x="115662" y="46473"/>
                  </a:lnTo>
                  <a:lnTo>
                    <a:pt x="111761" y="42852"/>
                  </a:lnTo>
                  <a:lnTo>
                    <a:pt x="107747" y="39357"/>
                  </a:lnTo>
                  <a:lnTo>
                    <a:pt x="103624" y="35992"/>
                  </a:lnTo>
                  <a:lnTo>
                    <a:pt x="99396" y="32760"/>
                  </a:lnTo>
                  <a:lnTo>
                    <a:pt x="95067" y="29664"/>
                  </a:lnTo>
                  <a:lnTo>
                    <a:pt x="90642" y="26707"/>
                  </a:lnTo>
                  <a:lnTo>
                    <a:pt x="86125" y="23893"/>
                  </a:lnTo>
                  <a:lnTo>
                    <a:pt x="81520" y="21224"/>
                  </a:lnTo>
                  <a:lnTo>
                    <a:pt x="76833" y="18703"/>
                  </a:lnTo>
                  <a:lnTo>
                    <a:pt x="72068" y="16333"/>
                  </a:lnTo>
                  <a:lnTo>
                    <a:pt x="67230" y="14115"/>
                  </a:lnTo>
                  <a:lnTo>
                    <a:pt x="62324" y="12052"/>
                  </a:lnTo>
                  <a:lnTo>
                    <a:pt x="57355" y="10147"/>
                  </a:lnTo>
                  <a:lnTo>
                    <a:pt x="52328" y="8401"/>
                  </a:lnTo>
                  <a:lnTo>
                    <a:pt x="47247" y="6815"/>
                  </a:lnTo>
                  <a:lnTo>
                    <a:pt x="42119" y="5393"/>
                  </a:lnTo>
                  <a:lnTo>
                    <a:pt x="36948" y="4134"/>
                  </a:lnTo>
                  <a:lnTo>
                    <a:pt x="31739" y="3040"/>
                  </a:lnTo>
                  <a:lnTo>
                    <a:pt x="26499" y="2113"/>
                  </a:lnTo>
                  <a:lnTo>
                    <a:pt x="21231" y="1353"/>
                  </a:lnTo>
                  <a:lnTo>
                    <a:pt x="15942" y="761"/>
                  </a:lnTo>
                  <a:lnTo>
                    <a:pt x="10637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34031" y="5269756"/>
              <a:ext cx="111227" cy="167167"/>
            </a:xfrm>
            <a:custGeom>
              <a:avLst/>
              <a:pathLst>
                <a:path w="111227" h="167167">
                  <a:moveTo>
                    <a:pt x="111227" y="0"/>
                  </a:moveTo>
                  <a:lnTo>
                    <a:pt x="105696" y="91"/>
                  </a:lnTo>
                  <a:lnTo>
                    <a:pt x="100172" y="365"/>
                  </a:lnTo>
                  <a:lnTo>
                    <a:pt x="94659" y="823"/>
                  </a:lnTo>
                  <a:lnTo>
                    <a:pt x="89165" y="1462"/>
                  </a:lnTo>
                  <a:lnTo>
                    <a:pt x="83695" y="2282"/>
                  </a:lnTo>
                  <a:lnTo>
                    <a:pt x="78255" y="3283"/>
                  </a:lnTo>
                  <a:lnTo>
                    <a:pt x="72851" y="4464"/>
                  </a:lnTo>
                  <a:lnTo>
                    <a:pt x="67489" y="5823"/>
                  </a:lnTo>
                  <a:lnTo>
                    <a:pt x="62175" y="7358"/>
                  </a:lnTo>
                  <a:lnTo>
                    <a:pt x="56915" y="9068"/>
                  </a:lnTo>
                  <a:lnTo>
                    <a:pt x="51714" y="10952"/>
                  </a:lnTo>
                  <a:lnTo>
                    <a:pt x="46578" y="13006"/>
                  </a:lnTo>
                  <a:lnTo>
                    <a:pt x="41514" y="15229"/>
                  </a:lnTo>
                  <a:lnTo>
                    <a:pt x="36525" y="17619"/>
                  </a:lnTo>
                  <a:lnTo>
                    <a:pt x="31618" y="20172"/>
                  </a:lnTo>
                  <a:lnTo>
                    <a:pt x="26799" y="22887"/>
                  </a:lnTo>
                  <a:lnTo>
                    <a:pt x="22071" y="25759"/>
                  </a:lnTo>
                  <a:lnTo>
                    <a:pt x="17442" y="28786"/>
                  </a:lnTo>
                  <a:lnTo>
                    <a:pt x="12915" y="31964"/>
                  </a:lnTo>
                  <a:lnTo>
                    <a:pt x="8496" y="35291"/>
                  </a:lnTo>
                  <a:lnTo>
                    <a:pt x="4189" y="38762"/>
                  </a:lnTo>
                  <a:lnTo>
                    <a:pt x="0" y="42373"/>
                  </a:lnTo>
                  <a:lnTo>
                    <a:pt x="1112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34031" y="5312130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34031" y="5312130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34031" y="5312130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34031" y="5312130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9194" y="5312130"/>
              <a:ext cx="146064" cy="124793"/>
            </a:xfrm>
            <a:custGeom>
              <a:avLst/>
              <a:pathLst>
                <a:path w="146064" h="124793">
                  <a:moveTo>
                    <a:pt x="34836" y="0"/>
                  </a:moveTo>
                  <a:lnTo>
                    <a:pt x="30271" y="4224"/>
                  </a:lnTo>
                  <a:lnTo>
                    <a:pt x="25865" y="8615"/>
                  </a:lnTo>
                  <a:lnTo>
                    <a:pt x="21627" y="13167"/>
                  </a:lnTo>
                  <a:lnTo>
                    <a:pt x="17560" y="17874"/>
                  </a:lnTo>
                  <a:lnTo>
                    <a:pt x="13671" y="22728"/>
                  </a:lnTo>
                  <a:lnTo>
                    <a:pt x="9966" y="27724"/>
                  </a:lnTo>
                  <a:lnTo>
                    <a:pt x="6449" y="32855"/>
                  </a:lnTo>
                  <a:lnTo>
                    <a:pt x="3125" y="38112"/>
                  </a:lnTo>
                  <a:lnTo>
                    <a:pt x="0" y="43490"/>
                  </a:lnTo>
                  <a:lnTo>
                    <a:pt x="146064" y="1247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21103" y="85864"/>
                  </a:moveTo>
                  <a:lnTo>
                    <a:pt x="18604" y="90525"/>
                  </a:lnTo>
                  <a:lnTo>
                    <a:pt x="16254" y="95263"/>
                  </a:lnTo>
                  <a:lnTo>
                    <a:pt x="14055" y="100073"/>
                  </a:lnTo>
                  <a:lnTo>
                    <a:pt x="12009" y="104949"/>
                  </a:lnTo>
                  <a:lnTo>
                    <a:pt x="10118" y="109889"/>
                  </a:lnTo>
                  <a:lnTo>
                    <a:pt x="8385" y="114885"/>
                  </a:lnTo>
                  <a:lnTo>
                    <a:pt x="6811" y="119934"/>
                  </a:lnTo>
                  <a:lnTo>
                    <a:pt x="5397" y="125030"/>
                  </a:lnTo>
                  <a:lnTo>
                    <a:pt x="4145" y="130169"/>
                  </a:lnTo>
                  <a:lnTo>
                    <a:pt x="3056" y="135344"/>
                  </a:lnTo>
                  <a:lnTo>
                    <a:pt x="2132" y="140551"/>
                  </a:lnTo>
                  <a:lnTo>
                    <a:pt x="1372" y="145785"/>
                  </a:lnTo>
                  <a:lnTo>
                    <a:pt x="779" y="151040"/>
                  </a:lnTo>
                  <a:lnTo>
                    <a:pt x="352" y="156312"/>
                  </a:lnTo>
                  <a:lnTo>
                    <a:pt x="92" y="161594"/>
                  </a:lnTo>
                  <a:lnTo>
                    <a:pt x="0" y="166882"/>
                  </a:lnTo>
                  <a:lnTo>
                    <a:pt x="74" y="172170"/>
                  </a:lnTo>
                  <a:lnTo>
                    <a:pt x="316" y="177453"/>
                  </a:lnTo>
                  <a:lnTo>
                    <a:pt x="725" y="182726"/>
                  </a:lnTo>
                  <a:lnTo>
                    <a:pt x="1300" y="187983"/>
                  </a:lnTo>
                  <a:lnTo>
                    <a:pt x="2042" y="193220"/>
                  </a:lnTo>
                  <a:lnTo>
                    <a:pt x="2949" y="198430"/>
                  </a:lnTo>
                  <a:lnTo>
                    <a:pt x="4020" y="203609"/>
                  </a:lnTo>
                  <a:lnTo>
                    <a:pt x="5254" y="208752"/>
                  </a:lnTo>
                  <a:lnTo>
                    <a:pt x="6651" y="213853"/>
                  </a:lnTo>
                  <a:lnTo>
                    <a:pt x="8208" y="218907"/>
                  </a:lnTo>
                  <a:lnTo>
                    <a:pt x="9924" y="223909"/>
                  </a:lnTo>
                  <a:lnTo>
                    <a:pt x="11798" y="228855"/>
                  </a:lnTo>
                  <a:lnTo>
                    <a:pt x="13827" y="233739"/>
                  </a:lnTo>
                  <a:lnTo>
                    <a:pt x="16009" y="238556"/>
                  </a:lnTo>
                  <a:lnTo>
                    <a:pt x="18343" y="243302"/>
                  </a:lnTo>
                  <a:lnTo>
                    <a:pt x="20826" y="247972"/>
                  </a:lnTo>
                  <a:lnTo>
                    <a:pt x="23455" y="252560"/>
                  </a:lnTo>
                  <a:lnTo>
                    <a:pt x="26229" y="257064"/>
                  </a:lnTo>
                  <a:lnTo>
                    <a:pt x="29143" y="261477"/>
                  </a:lnTo>
                  <a:lnTo>
                    <a:pt x="32195" y="265796"/>
                  </a:lnTo>
                  <a:lnTo>
                    <a:pt x="35383" y="270016"/>
                  </a:lnTo>
                  <a:lnTo>
                    <a:pt x="38702" y="274133"/>
                  </a:lnTo>
                  <a:lnTo>
                    <a:pt x="42150" y="278143"/>
                  </a:lnTo>
                  <a:lnTo>
                    <a:pt x="45723" y="282043"/>
                  </a:lnTo>
                  <a:lnTo>
                    <a:pt x="49418" y="285827"/>
                  </a:lnTo>
                  <a:lnTo>
                    <a:pt x="53230" y="289492"/>
                  </a:lnTo>
                  <a:lnTo>
                    <a:pt x="57157" y="293035"/>
                  </a:lnTo>
                  <a:lnTo>
                    <a:pt x="61193" y="296452"/>
                  </a:lnTo>
                  <a:lnTo>
                    <a:pt x="65336" y="299739"/>
                  </a:lnTo>
                  <a:lnTo>
                    <a:pt x="69581" y="302894"/>
                  </a:lnTo>
                  <a:lnTo>
                    <a:pt x="73923" y="305913"/>
                  </a:lnTo>
                  <a:lnTo>
                    <a:pt x="78359" y="308793"/>
                  </a:lnTo>
                  <a:lnTo>
                    <a:pt x="82883" y="311532"/>
                  </a:lnTo>
                  <a:lnTo>
                    <a:pt x="87492" y="314126"/>
                  </a:lnTo>
                  <a:lnTo>
                    <a:pt x="92181" y="316573"/>
                  </a:lnTo>
                  <a:lnTo>
                    <a:pt x="96944" y="318870"/>
                  </a:lnTo>
                  <a:lnTo>
                    <a:pt x="101778" y="321015"/>
                  </a:lnTo>
                  <a:lnTo>
                    <a:pt x="106678" y="323007"/>
                  </a:lnTo>
                  <a:lnTo>
                    <a:pt x="111637" y="324842"/>
                  </a:lnTo>
                  <a:lnTo>
                    <a:pt x="116653" y="326520"/>
                  </a:lnTo>
                  <a:lnTo>
                    <a:pt x="121719" y="328038"/>
                  </a:lnTo>
                  <a:lnTo>
                    <a:pt x="126831" y="329395"/>
                  </a:lnTo>
                  <a:lnTo>
                    <a:pt x="131983" y="330590"/>
                  </a:lnTo>
                  <a:lnTo>
                    <a:pt x="137170" y="331621"/>
                  </a:lnTo>
                  <a:lnTo>
                    <a:pt x="142387" y="332488"/>
                  </a:lnTo>
                  <a:lnTo>
                    <a:pt x="147629" y="333189"/>
                  </a:lnTo>
                  <a:lnTo>
                    <a:pt x="152890" y="333724"/>
                  </a:lnTo>
                  <a:lnTo>
                    <a:pt x="158166" y="334092"/>
                  </a:lnTo>
                  <a:lnTo>
                    <a:pt x="163451" y="334293"/>
                  </a:lnTo>
                  <a:lnTo>
                    <a:pt x="168740" y="334327"/>
                  </a:lnTo>
                  <a:lnTo>
                    <a:pt x="174027" y="334194"/>
                  </a:lnTo>
                  <a:lnTo>
                    <a:pt x="179307" y="333893"/>
                  </a:lnTo>
                  <a:lnTo>
                    <a:pt x="184575" y="333426"/>
                  </a:lnTo>
                  <a:lnTo>
                    <a:pt x="189825" y="332792"/>
                  </a:lnTo>
                  <a:lnTo>
                    <a:pt x="195053" y="331992"/>
                  </a:lnTo>
                  <a:lnTo>
                    <a:pt x="200253" y="331027"/>
                  </a:lnTo>
                  <a:lnTo>
                    <a:pt x="205420" y="329899"/>
                  </a:lnTo>
                  <a:lnTo>
                    <a:pt x="210548" y="328607"/>
                  </a:lnTo>
                  <a:lnTo>
                    <a:pt x="215633" y="327154"/>
                  </a:lnTo>
                  <a:lnTo>
                    <a:pt x="220670" y="325541"/>
                  </a:lnTo>
                  <a:lnTo>
                    <a:pt x="225653" y="323769"/>
                  </a:lnTo>
                  <a:lnTo>
                    <a:pt x="230578" y="321841"/>
                  </a:lnTo>
                  <a:lnTo>
                    <a:pt x="235439" y="319758"/>
                  </a:lnTo>
                  <a:lnTo>
                    <a:pt x="240231" y="317522"/>
                  </a:lnTo>
                  <a:lnTo>
                    <a:pt x="244951" y="315135"/>
                  </a:lnTo>
                  <a:lnTo>
                    <a:pt x="249593" y="312600"/>
                  </a:lnTo>
                  <a:lnTo>
                    <a:pt x="254152" y="309920"/>
                  </a:lnTo>
                  <a:lnTo>
                    <a:pt x="258624" y="307097"/>
                  </a:lnTo>
                  <a:lnTo>
                    <a:pt x="263005" y="304134"/>
                  </a:lnTo>
                  <a:lnTo>
                    <a:pt x="267290" y="301034"/>
                  </a:lnTo>
                  <a:lnTo>
                    <a:pt x="271474" y="297800"/>
                  </a:lnTo>
                  <a:lnTo>
                    <a:pt x="275554" y="294435"/>
                  </a:lnTo>
                  <a:lnTo>
                    <a:pt x="279526" y="290943"/>
                  </a:lnTo>
                  <a:lnTo>
                    <a:pt x="283385" y="287326"/>
                  </a:lnTo>
                  <a:lnTo>
                    <a:pt x="287128" y="283590"/>
                  </a:lnTo>
                  <a:lnTo>
                    <a:pt x="290751" y="279737"/>
                  </a:lnTo>
                  <a:lnTo>
                    <a:pt x="294250" y="275771"/>
                  </a:lnTo>
                  <a:lnTo>
                    <a:pt x="297621" y="271697"/>
                  </a:lnTo>
                  <a:lnTo>
                    <a:pt x="300863" y="267518"/>
                  </a:lnTo>
                  <a:lnTo>
                    <a:pt x="303970" y="263238"/>
                  </a:lnTo>
                  <a:lnTo>
                    <a:pt x="306941" y="258863"/>
                  </a:lnTo>
                  <a:lnTo>
                    <a:pt x="309771" y="254396"/>
                  </a:lnTo>
                  <a:lnTo>
                    <a:pt x="312459" y="249841"/>
                  </a:lnTo>
                  <a:lnTo>
                    <a:pt x="315002" y="245203"/>
                  </a:lnTo>
                  <a:lnTo>
                    <a:pt x="317396" y="240488"/>
                  </a:lnTo>
                  <a:lnTo>
                    <a:pt x="319641" y="235699"/>
                  </a:lnTo>
                  <a:lnTo>
                    <a:pt x="321732" y="230842"/>
                  </a:lnTo>
                  <a:lnTo>
                    <a:pt x="323669" y="225920"/>
                  </a:lnTo>
                  <a:lnTo>
                    <a:pt x="325449" y="220940"/>
                  </a:lnTo>
                  <a:lnTo>
                    <a:pt x="327071" y="215906"/>
                  </a:lnTo>
                  <a:lnTo>
                    <a:pt x="328533" y="210824"/>
                  </a:lnTo>
                  <a:lnTo>
                    <a:pt x="329833" y="205697"/>
                  </a:lnTo>
                  <a:lnTo>
                    <a:pt x="330971" y="200533"/>
                  </a:lnTo>
                  <a:lnTo>
                    <a:pt x="331944" y="195334"/>
                  </a:lnTo>
                  <a:lnTo>
                    <a:pt x="332753" y="190108"/>
                  </a:lnTo>
                  <a:lnTo>
                    <a:pt x="333395" y="184858"/>
                  </a:lnTo>
                  <a:lnTo>
                    <a:pt x="333872" y="179591"/>
                  </a:lnTo>
                  <a:lnTo>
                    <a:pt x="334181" y="174312"/>
                  </a:lnTo>
                  <a:lnTo>
                    <a:pt x="334324" y="169025"/>
                  </a:lnTo>
                  <a:lnTo>
                    <a:pt x="334299" y="163736"/>
                  </a:lnTo>
                  <a:lnTo>
                    <a:pt x="334107" y="158451"/>
                  </a:lnTo>
                  <a:lnTo>
                    <a:pt x="333748" y="153175"/>
                  </a:lnTo>
                  <a:lnTo>
                    <a:pt x="333222" y="147912"/>
                  </a:lnTo>
                  <a:lnTo>
                    <a:pt x="332529" y="142669"/>
                  </a:lnTo>
                  <a:lnTo>
                    <a:pt x="331672" y="137450"/>
                  </a:lnTo>
                  <a:lnTo>
                    <a:pt x="330649" y="132262"/>
                  </a:lnTo>
                  <a:lnTo>
                    <a:pt x="329463" y="127108"/>
                  </a:lnTo>
                  <a:lnTo>
                    <a:pt x="328115" y="121994"/>
                  </a:lnTo>
                  <a:lnTo>
                    <a:pt x="326605" y="116925"/>
                  </a:lnTo>
                  <a:lnTo>
                    <a:pt x="324936" y="111907"/>
                  </a:lnTo>
                  <a:lnTo>
                    <a:pt x="323109" y="106944"/>
                  </a:lnTo>
                  <a:lnTo>
                    <a:pt x="321126" y="102041"/>
                  </a:lnTo>
                  <a:lnTo>
                    <a:pt x="318989" y="97203"/>
                  </a:lnTo>
                  <a:lnTo>
                    <a:pt x="316700" y="92436"/>
                  </a:lnTo>
                  <a:lnTo>
                    <a:pt x="314261" y="87743"/>
                  </a:lnTo>
                  <a:lnTo>
                    <a:pt x="311675" y="83130"/>
                  </a:lnTo>
                  <a:lnTo>
                    <a:pt x="308944" y="78600"/>
                  </a:lnTo>
                  <a:lnTo>
                    <a:pt x="306072" y="74160"/>
                  </a:lnTo>
                  <a:lnTo>
                    <a:pt x="303060" y="69812"/>
                  </a:lnTo>
                  <a:lnTo>
                    <a:pt x="299913" y="65562"/>
                  </a:lnTo>
                  <a:lnTo>
                    <a:pt x="296632" y="61414"/>
                  </a:lnTo>
                  <a:lnTo>
                    <a:pt x="293222" y="57372"/>
                  </a:lnTo>
                  <a:lnTo>
                    <a:pt x="289686" y="53439"/>
                  </a:lnTo>
                  <a:lnTo>
                    <a:pt x="286027" y="49620"/>
                  </a:lnTo>
                  <a:lnTo>
                    <a:pt x="282249" y="45919"/>
                  </a:lnTo>
                  <a:lnTo>
                    <a:pt x="278356" y="42340"/>
                  </a:lnTo>
                  <a:lnTo>
                    <a:pt x="274352" y="38885"/>
                  </a:lnTo>
                  <a:lnTo>
                    <a:pt x="270240" y="35558"/>
                  </a:lnTo>
                  <a:lnTo>
                    <a:pt x="266026" y="32364"/>
                  </a:lnTo>
                  <a:lnTo>
                    <a:pt x="261712" y="29304"/>
                  </a:lnTo>
                  <a:lnTo>
                    <a:pt x="257304" y="26382"/>
                  </a:lnTo>
                  <a:lnTo>
                    <a:pt x="252805" y="23601"/>
                  </a:lnTo>
                  <a:lnTo>
                    <a:pt x="248221" y="20964"/>
                  </a:lnTo>
                  <a:lnTo>
                    <a:pt x="243555" y="18474"/>
                  </a:lnTo>
                  <a:lnTo>
                    <a:pt x="238814" y="16132"/>
                  </a:lnTo>
                  <a:lnTo>
                    <a:pt x="234000" y="13941"/>
                  </a:lnTo>
                  <a:lnTo>
                    <a:pt x="229120" y="11903"/>
                  </a:lnTo>
                  <a:lnTo>
                    <a:pt x="224177" y="10021"/>
                  </a:lnTo>
                  <a:lnTo>
                    <a:pt x="219178" y="8296"/>
                  </a:lnTo>
                  <a:lnTo>
                    <a:pt x="214126" y="6731"/>
                  </a:lnTo>
                  <a:lnTo>
                    <a:pt x="209027" y="5326"/>
                  </a:lnTo>
                  <a:lnTo>
                    <a:pt x="203887" y="4082"/>
                  </a:lnTo>
                  <a:lnTo>
                    <a:pt x="198710" y="3002"/>
                  </a:lnTo>
                  <a:lnTo>
                    <a:pt x="193501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55845" y="5018213"/>
              <a:ext cx="165193" cy="167167"/>
            </a:xfrm>
            <a:custGeom>
              <a:avLst/>
              <a:pathLst>
                <a:path w="165193" h="167167">
                  <a:moveTo>
                    <a:pt x="165193" y="0"/>
                  </a:moveTo>
                  <a:lnTo>
                    <a:pt x="159810" y="86"/>
                  </a:lnTo>
                  <a:lnTo>
                    <a:pt x="154434" y="346"/>
                  </a:lnTo>
                  <a:lnTo>
                    <a:pt x="149068" y="779"/>
                  </a:lnTo>
                  <a:lnTo>
                    <a:pt x="143719" y="1385"/>
                  </a:lnTo>
                  <a:lnTo>
                    <a:pt x="138392" y="2162"/>
                  </a:lnTo>
                  <a:lnTo>
                    <a:pt x="133093" y="3110"/>
                  </a:lnTo>
                  <a:lnTo>
                    <a:pt x="127827" y="4229"/>
                  </a:lnTo>
                  <a:lnTo>
                    <a:pt x="122600" y="5517"/>
                  </a:lnTo>
                  <a:lnTo>
                    <a:pt x="117418" y="6972"/>
                  </a:lnTo>
                  <a:lnTo>
                    <a:pt x="112284" y="8593"/>
                  </a:lnTo>
                  <a:lnTo>
                    <a:pt x="107206" y="10379"/>
                  </a:lnTo>
                  <a:lnTo>
                    <a:pt x="102188" y="12327"/>
                  </a:lnTo>
                  <a:lnTo>
                    <a:pt x="97235" y="14436"/>
                  </a:lnTo>
                  <a:lnTo>
                    <a:pt x="92352" y="16704"/>
                  </a:lnTo>
                  <a:lnTo>
                    <a:pt x="87546" y="19127"/>
                  </a:lnTo>
                  <a:lnTo>
                    <a:pt x="82819" y="21704"/>
                  </a:lnTo>
                  <a:lnTo>
                    <a:pt x="78178" y="24432"/>
                  </a:lnTo>
                  <a:lnTo>
                    <a:pt x="73628" y="27307"/>
                  </a:lnTo>
                  <a:lnTo>
                    <a:pt x="69172" y="30328"/>
                  </a:lnTo>
                  <a:lnTo>
                    <a:pt x="64816" y="33491"/>
                  </a:lnTo>
                  <a:lnTo>
                    <a:pt x="60564" y="36792"/>
                  </a:lnTo>
                  <a:lnTo>
                    <a:pt x="56420" y="40228"/>
                  </a:lnTo>
                  <a:lnTo>
                    <a:pt x="52389" y="43797"/>
                  </a:lnTo>
                  <a:lnTo>
                    <a:pt x="48475" y="47493"/>
                  </a:lnTo>
                  <a:lnTo>
                    <a:pt x="44683" y="51313"/>
                  </a:lnTo>
                  <a:lnTo>
                    <a:pt x="41015" y="55253"/>
                  </a:lnTo>
                  <a:lnTo>
                    <a:pt x="37476" y="59309"/>
                  </a:lnTo>
                  <a:lnTo>
                    <a:pt x="34069" y="63478"/>
                  </a:lnTo>
                  <a:lnTo>
                    <a:pt x="30798" y="67753"/>
                  </a:lnTo>
                  <a:lnTo>
                    <a:pt x="27667" y="72132"/>
                  </a:lnTo>
                  <a:lnTo>
                    <a:pt x="24679" y="76609"/>
                  </a:lnTo>
                  <a:lnTo>
                    <a:pt x="21836" y="81181"/>
                  </a:lnTo>
                  <a:lnTo>
                    <a:pt x="19141" y="85841"/>
                  </a:lnTo>
                  <a:lnTo>
                    <a:pt x="16599" y="90586"/>
                  </a:lnTo>
                  <a:lnTo>
                    <a:pt x="14210" y="95410"/>
                  </a:lnTo>
                  <a:lnTo>
                    <a:pt x="11978" y="100309"/>
                  </a:lnTo>
                  <a:lnTo>
                    <a:pt x="9904" y="105277"/>
                  </a:lnTo>
                  <a:lnTo>
                    <a:pt x="7992" y="110309"/>
                  </a:lnTo>
                  <a:lnTo>
                    <a:pt x="6243" y="115400"/>
                  </a:lnTo>
                  <a:lnTo>
                    <a:pt x="4659" y="120545"/>
                  </a:lnTo>
                  <a:lnTo>
                    <a:pt x="3241" y="125738"/>
                  </a:lnTo>
                  <a:lnTo>
                    <a:pt x="1991" y="130974"/>
                  </a:lnTo>
                  <a:lnTo>
                    <a:pt x="910" y="136247"/>
                  </a:lnTo>
                  <a:lnTo>
                    <a:pt x="0" y="141553"/>
                  </a:lnTo>
                  <a:lnTo>
                    <a:pt x="1651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55845" y="5159766"/>
              <a:ext cx="165193" cy="25614"/>
            </a:xfrm>
            <a:custGeom>
              <a:avLst/>
              <a:pathLst>
                <a:path w="165193" h="25614">
                  <a:moveTo>
                    <a:pt x="0" y="0"/>
                  </a:moveTo>
                  <a:lnTo>
                    <a:pt x="165193" y="25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55845" y="5159766"/>
              <a:ext cx="165193" cy="25614"/>
            </a:xfrm>
            <a:custGeom>
              <a:avLst/>
              <a:pathLst>
                <a:path w="165193" h="25614">
                  <a:moveTo>
                    <a:pt x="0" y="0"/>
                  </a:moveTo>
                  <a:lnTo>
                    <a:pt x="165193" y="25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5845" y="5159766"/>
              <a:ext cx="165193" cy="25614"/>
            </a:xfrm>
            <a:custGeom>
              <a:avLst/>
              <a:pathLst>
                <a:path w="165193" h="25614">
                  <a:moveTo>
                    <a:pt x="0" y="0"/>
                  </a:moveTo>
                  <a:lnTo>
                    <a:pt x="165193" y="25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3890" y="5159766"/>
              <a:ext cx="167148" cy="98843"/>
            </a:xfrm>
            <a:custGeom>
              <a:avLst/>
              <a:pathLst>
                <a:path w="167148" h="98843">
                  <a:moveTo>
                    <a:pt x="1955" y="0"/>
                  </a:moveTo>
                  <a:lnTo>
                    <a:pt x="1185" y="5586"/>
                  </a:lnTo>
                  <a:lnTo>
                    <a:pt x="604" y="11196"/>
                  </a:lnTo>
                  <a:lnTo>
                    <a:pt x="212" y="16822"/>
                  </a:lnTo>
                  <a:lnTo>
                    <a:pt x="11" y="22458"/>
                  </a:lnTo>
                  <a:lnTo>
                    <a:pt x="0" y="28097"/>
                  </a:lnTo>
                  <a:lnTo>
                    <a:pt x="178" y="33734"/>
                  </a:lnTo>
                  <a:lnTo>
                    <a:pt x="547" y="39361"/>
                  </a:lnTo>
                  <a:lnTo>
                    <a:pt x="1106" y="44973"/>
                  </a:lnTo>
                  <a:lnTo>
                    <a:pt x="1853" y="50563"/>
                  </a:lnTo>
                  <a:lnTo>
                    <a:pt x="2789" y="56124"/>
                  </a:lnTo>
                  <a:lnTo>
                    <a:pt x="3912" y="61651"/>
                  </a:lnTo>
                  <a:lnTo>
                    <a:pt x="5220" y="67136"/>
                  </a:lnTo>
                  <a:lnTo>
                    <a:pt x="6713" y="72575"/>
                  </a:lnTo>
                  <a:lnTo>
                    <a:pt x="8388" y="77960"/>
                  </a:lnTo>
                  <a:lnTo>
                    <a:pt x="10244" y="83285"/>
                  </a:lnTo>
                  <a:lnTo>
                    <a:pt x="12279" y="88545"/>
                  </a:lnTo>
                  <a:lnTo>
                    <a:pt x="14490" y="93733"/>
                  </a:lnTo>
                  <a:lnTo>
                    <a:pt x="16874" y="98843"/>
                  </a:lnTo>
                  <a:lnTo>
                    <a:pt x="167148" y="25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70764" y="5018213"/>
              <a:ext cx="317426" cy="334332"/>
            </a:xfrm>
            <a:custGeom>
              <a:avLst/>
              <a:pathLst>
                <a:path w="317426" h="334332">
                  <a:moveTo>
                    <a:pt x="0" y="240397"/>
                  </a:moveTo>
                  <a:lnTo>
                    <a:pt x="2402" y="245135"/>
                  </a:lnTo>
                  <a:lnTo>
                    <a:pt x="4955" y="249795"/>
                  </a:lnTo>
                  <a:lnTo>
                    <a:pt x="7654" y="254371"/>
                  </a:lnTo>
                  <a:lnTo>
                    <a:pt x="10497" y="258859"/>
                  </a:lnTo>
                  <a:lnTo>
                    <a:pt x="13481" y="263255"/>
                  </a:lnTo>
                  <a:lnTo>
                    <a:pt x="16604" y="267553"/>
                  </a:lnTo>
                  <a:lnTo>
                    <a:pt x="19862" y="271750"/>
                  </a:lnTo>
                  <a:lnTo>
                    <a:pt x="23251" y="275841"/>
                  </a:lnTo>
                  <a:lnTo>
                    <a:pt x="26768" y="279823"/>
                  </a:lnTo>
                  <a:lnTo>
                    <a:pt x="30411" y="283691"/>
                  </a:lnTo>
                  <a:lnTo>
                    <a:pt x="34174" y="287441"/>
                  </a:lnTo>
                  <a:lnTo>
                    <a:pt x="38055" y="291070"/>
                  </a:lnTo>
                  <a:lnTo>
                    <a:pt x="42049" y="294573"/>
                  </a:lnTo>
                  <a:lnTo>
                    <a:pt x="46152" y="297948"/>
                  </a:lnTo>
                  <a:lnTo>
                    <a:pt x="50361" y="301191"/>
                  </a:lnTo>
                  <a:lnTo>
                    <a:pt x="54670" y="304298"/>
                  </a:lnTo>
                  <a:lnTo>
                    <a:pt x="59076" y="307267"/>
                  </a:lnTo>
                  <a:lnTo>
                    <a:pt x="63574" y="310094"/>
                  </a:lnTo>
                  <a:lnTo>
                    <a:pt x="68160" y="312777"/>
                  </a:lnTo>
                  <a:lnTo>
                    <a:pt x="72829" y="315313"/>
                  </a:lnTo>
                  <a:lnTo>
                    <a:pt x="77576" y="317699"/>
                  </a:lnTo>
                  <a:lnTo>
                    <a:pt x="82396" y="319933"/>
                  </a:lnTo>
                  <a:lnTo>
                    <a:pt x="87285" y="322013"/>
                  </a:lnTo>
                  <a:lnTo>
                    <a:pt x="92237" y="323937"/>
                  </a:lnTo>
                  <a:lnTo>
                    <a:pt x="97248" y="325702"/>
                  </a:lnTo>
                  <a:lnTo>
                    <a:pt x="102313" y="327307"/>
                  </a:lnTo>
                  <a:lnTo>
                    <a:pt x="107426" y="328750"/>
                  </a:lnTo>
                  <a:lnTo>
                    <a:pt x="112583" y="330030"/>
                  </a:lnTo>
                  <a:lnTo>
                    <a:pt x="117777" y="331145"/>
                  </a:lnTo>
                  <a:lnTo>
                    <a:pt x="123004" y="332095"/>
                  </a:lnTo>
                  <a:lnTo>
                    <a:pt x="128259" y="332878"/>
                  </a:lnTo>
                  <a:lnTo>
                    <a:pt x="133536" y="333494"/>
                  </a:lnTo>
                  <a:lnTo>
                    <a:pt x="138830" y="333942"/>
                  </a:lnTo>
                  <a:lnTo>
                    <a:pt x="144136" y="334222"/>
                  </a:lnTo>
                  <a:lnTo>
                    <a:pt x="149447" y="334332"/>
                  </a:lnTo>
                  <a:lnTo>
                    <a:pt x="154760" y="334274"/>
                  </a:lnTo>
                  <a:lnTo>
                    <a:pt x="160068" y="334047"/>
                  </a:lnTo>
                  <a:lnTo>
                    <a:pt x="165366" y="333652"/>
                  </a:lnTo>
                  <a:lnTo>
                    <a:pt x="170649" y="333088"/>
                  </a:lnTo>
                  <a:lnTo>
                    <a:pt x="175911" y="332357"/>
                  </a:lnTo>
                  <a:lnTo>
                    <a:pt x="181148" y="331459"/>
                  </a:lnTo>
                  <a:lnTo>
                    <a:pt x="186353" y="330394"/>
                  </a:lnTo>
                  <a:lnTo>
                    <a:pt x="191522" y="329166"/>
                  </a:lnTo>
                  <a:lnTo>
                    <a:pt x="196649" y="327773"/>
                  </a:lnTo>
                  <a:lnTo>
                    <a:pt x="201729" y="326218"/>
                  </a:lnTo>
                  <a:lnTo>
                    <a:pt x="206758" y="324503"/>
                  </a:lnTo>
                  <a:lnTo>
                    <a:pt x="211729" y="322628"/>
                  </a:lnTo>
                  <a:lnTo>
                    <a:pt x="216638" y="320597"/>
                  </a:lnTo>
                  <a:lnTo>
                    <a:pt x="221480" y="318410"/>
                  </a:lnTo>
                  <a:lnTo>
                    <a:pt x="226251" y="316071"/>
                  </a:lnTo>
                  <a:lnTo>
                    <a:pt x="230944" y="313582"/>
                  </a:lnTo>
                  <a:lnTo>
                    <a:pt x="235556" y="310944"/>
                  </a:lnTo>
                  <a:lnTo>
                    <a:pt x="240082" y="308162"/>
                  </a:lnTo>
                  <a:lnTo>
                    <a:pt x="244517" y="305236"/>
                  </a:lnTo>
                  <a:lnTo>
                    <a:pt x="248857" y="302172"/>
                  </a:lnTo>
                  <a:lnTo>
                    <a:pt x="253097" y="298971"/>
                  </a:lnTo>
                  <a:lnTo>
                    <a:pt x="257234" y="295637"/>
                  </a:lnTo>
                  <a:lnTo>
                    <a:pt x="261262" y="292173"/>
                  </a:lnTo>
                  <a:lnTo>
                    <a:pt x="265179" y="288583"/>
                  </a:lnTo>
                  <a:lnTo>
                    <a:pt x="268979" y="284870"/>
                  </a:lnTo>
                  <a:lnTo>
                    <a:pt x="272659" y="281038"/>
                  </a:lnTo>
                  <a:lnTo>
                    <a:pt x="276216" y="277092"/>
                  </a:lnTo>
                  <a:lnTo>
                    <a:pt x="279646" y="273034"/>
                  </a:lnTo>
                  <a:lnTo>
                    <a:pt x="282945" y="268869"/>
                  </a:lnTo>
                  <a:lnTo>
                    <a:pt x="286110" y="264602"/>
                  </a:lnTo>
                  <a:lnTo>
                    <a:pt x="289137" y="260236"/>
                  </a:lnTo>
                  <a:lnTo>
                    <a:pt x="292025" y="255777"/>
                  </a:lnTo>
                  <a:lnTo>
                    <a:pt x="294769" y="251227"/>
                  </a:lnTo>
                  <a:lnTo>
                    <a:pt x="297367" y="246593"/>
                  </a:lnTo>
                  <a:lnTo>
                    <a:pt x="299817" y="241879"/>
                  </a:lnTo>
                  <a:lnTo>
                    <a:pt x="302115" y="237089"/>
                  </a:lnTo>
                  <a:lnTo>
                    <a:pt x="304261" y="232228"/>
                  </a:lnTo>
                  <a:lnTo>
                    <a:pt x="306250" y="227302"/>
                  </a:lnTo>
                  <a:lnTo>
                    <a:pt x="308083" y="222315"/>
                  </a:lnTo>
                  <a:lnTo>
                    <a:pt x="309755" y="217272"/>
                  </a:lnTo>
                  <a:lnTo>
                    <a:pt x="311267" y="212179"/>
                  </a:lnTo>
                  <a:lnTo>
                    <a:pt x="312616" y="207040"/>
                  </a:lnTo>
                  <a:lnTo>
                    <a:pt x="313801" y="201861"/>
                  </a:lnTo>
                  <a:lnTo>
                    <a:pt x="314821" y="196647"/>
                  </a:lnTo>
                  <a:lnTo>
                    <a:pt x="315675" y="191403"/>
                  </a:lnTo>
                  <a:lnTo>
                    <a:pt x="316362" y="186135"/>
                  </a:lnTo>
                  <a:lnTo>
                    <a:pt x="316880" y="180848"/>
                  </a:lnTo>
                  <a:lnTo>
                    <a:pt x="317231" y="175546"/>
                  </a:lnTo>
                  <a:lnTo>
                    <a:pt x="317413" y="170236"/>
                  </a:lnTo>
                  <a:lnTo>
                    <a:pt x="317426" y="164924"/>
                  </a:lnTo>
                  <a:lnTo>
                    <a:pt x="317270" y="159613"/>
                  </a:lnTo>
                  <a:lnTo>
                    <a:pt x="316946" y="154310"/>
                  </a:lnTo>
                  <a:lnTo>
                    <a:pt x="316453" y="149020"/>
                  </a:lnTo>
                  <a:lnTo>
                    <a:pt x="315793" y="143748"/>
                  </a:lnTo>
                  <a:lnTo>
                    <a:pt x="314965" y="138500"/>
                  </a:lnTo>
                  <a:lnTo>
                    <a:pt x="313971" y="133281"/>
                  </a:lnTo>
                  <a:lnTo>
                    <a:pt x="312811" y="128096"/>
                  </a:lnTo>
                  <a:lnTo>
                    <a:pt x="311488" y="122951"/>
                  </a:lnTo>
                  <a:lnTo>
                    <a:pt x="310001" y="117850"/>
                  </a:lnTo>
                  <a:lnTo>
                    <a:pt x="308353" y="112800"/>
                  </a:lnTo>
                  <a:lnTo>
                    <a:pt x="306546" y="107804"/>
                  </a:lnTo>
                  <a:lnTo>
                    <a:pt x="304580" y="102868"/>
                  </a:lnTo>
                  <a:lnTo>
                    <a:pt x="302459" y="97997"/>
                  </a:lnTo>
                  <a:lnTo>
                    <a:pt x="300184" y="93195"/>
                  </a:lnTo>
                  <a:lnTo>
                    <a:pt x="297758" y="88469"/>
                  </a:lnTo>
                  <a:lnTo>
                    <a:pt x="295183" y="83822"/>
                  </a:lnTo>
                  <a:lnTo>
                    <a:pt x="292461" y="79259"/>
                  </a:lnTo>
                  <a:lnTo>
                    <a:pt x="289596" y="74785"/>
                  </a:lnTo>
                  <a:lnTo>
                    <a:pt x="286589" y="70404"/>
                  </a:lnTo>
                  <a:lnTo>
                    <a:pt x="283446" y="66121"/>
                  </a:lnTo>
                  <a:lnTo>
                    <a:pt x="280167" y="61941"/>
                  </a:lnTo>
                  <a:lnTo>
                    <a:pt x="276758" y="57866"/>
                  </a:lnTo>
                  <a:lnTo>
                    <a:pt x="273221" y="53902"/>
                  </a:lnTo>
                  <a:lnTo>
                    <a:pt x="269559" y="50052"/>
                  </a:lnTo>
                  <a:lnTo>
                    <a:pt x="265777" y="46320"/>
                  </a:lnTo>
                  <a:lnTo>
                    <a:pt x="261879" y="42711"/>
                  </a:lnTo>
                  <a:lnTo>
                    <a:pt x="257868" y="39227"/>
                  </a:lnTo>
                  <a:lnTo>
                    <a:pt x="253748" y="35873"/>
                  </a:lnTo>
                  <a:lnTo>
                    <a:pt x="249523" y="32651"/>
                  </a:lnTo>
                  <a:lnTo>
                    <a:pt x="245198" y="29565"/>
                  </a:lnTo>
                  <a:lnTo>
                    <a:pt x="240778" y="26618"/>
                  </a:lnTo>
                  <a:lnTo>
                    <a:pt x="236266" y="23813"/>
                  </a:lnTo>
                  <a:lnTo>
                    <a:pt x="231667" y="21153"/>
                  </a:lnTo>
                  <a:lnTo>
                    <a:pt x="226986" y="18640"/>
                  </a:lnTo>
                  <a:lnTo>
                    <a:pt x="222227" y="16277"/>
                  </a:lnTo>
                  <a:lnTo>
                    <a:pt x="217396" y="14067"/>
                  </a:lnTo>
                  <a:lnTo>
                    <a:pt x="212497" y="12011"/>
                  </a:lnTo>
                  <a:lnTo>
                    <a:pt x="207535" y="10112"/>
                  </a:lnTo>
                  <a:lnTo>
                    <a:pt x="202515" y="8372"/>
                  </a:lnTo>
                  <a:lnTo>
                    <a:pt x="197442" y="6792"/>
                  </a:lnTo>
                  <a:lnTo>
                    <a:pt x="192322" y="5374"/>
                  </a:lnTo>
                  <a:lnTo>
                    <a:pt x="187160" y="4120"/>
                  </a:lnTo>
                  <a:lnTo>
                    <a:pt x="181960" y="3030"/>
                  </a:lnTo>
                  <a:lnTo>
                    <a:pt x="176728" y="2106"/>
                  </a:lnTo>
                  <a:lnTo>
                    <a:pt x="171469" y="1349"/>
                  </a:lnTo>
                  <a:lnTo>
                    <a:pt x="166189" y="759"/>
                  </a:lnTo>
                  <a:lnTo>
                    <a:pt x="160893" y="337"/>
                  </a:lnTo>
                  <a:lnTo>
                    <a:pt x="155586" y="84"/>
                  </a:lnTo>
                  <a:lnTo>
                    <a:pt x="150274" y="0"/>
                  </a:lnTo>
                  <a:lnTo>
                    <a:pt x="15027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256067" y="4659281"/>
              <a:ext cx="167167" cy="324036"/>
            </a:xfrm>
            <a:custGeom>
              <a:avLst/>
              <a:pathLst>
                <a:path w="167167" h="324036">
                  <a:moveTo>
                    <a:pt x="167167" y="0"/>
                  </a:moveTo>
                  <a:lnTo>
                    <a:pt x="161809" y="85"/>
                  </a:lnTo>
                  <a:lnTo>
                    <a:pt x="156457" y="343"/>
                  </a:lnTo>
                  <a:lnTo>
                    <a:pt x="151116" y="772"/>
                  </a:lnTo>
                  <a:lnTo>
                    <a:pt x="145792" y="1372"/>
                  </a:lnTo>
                  <a:lnTo>
                    <a:pt x="140489" y="2142"/>
                  </a:lnTo>
                  <a:lnTo>
                    <a:pt x="135214" y="3082"/>
                  </a:lnTo>
                  <a:lnTo>
                    <a:pt x="129972" y="4190"/>
                  </a:lnTo>
                  <a:lnTo>
                    <a:pt x="124767" y="5466"/>
                  </a:lnTo>
                  <a:lnTo>
                    <a:pt x="119607" y="6908"/>
                  </a:lnTo>
                  <a:lnTo>
                    <a:pt x="114495" y="8514"/>
                  </a:lnTo>
                  <a:lnTo>
                    <a:pt x="109438" y="10284"/>
                  </a:lnTo>
                  <a:lnTo>
                    <a:pt x="104439" y="12215"/>
                  </a:lnTo>
                  <a:lnTo>
                    <a:pt x="99505" y="14305"/>
                  </a:lnTo>
                  <a:lnTo>
                    <a:pt x="94641" y="16552"/>
                  </a:lnTo>
                  <a:lnTo>
                    <a:pt x="89851" y="18953"/>
                  </a:lnTo>
                  <a:lnTo>
                    <a:pt x="85141" y="21507"/>
                  </a:lnTo>
                  <a:lnTo>
                    <a:pt x="80515" y="24211"/>
                  </a:lnTo>
                  <a:lnTo>
                    <a:pt x="75978" y="27062"/>
                  </a:lnTo>
                  <a:lnTo>
                    <a:pt x="71534" y="30056"/>
                  </a:lnTo>
                  <a:lnTo>
                    <a:pt x="67189" y="33192"/>
                  </a:lnTo>
                  <a:lnTo>
                    <a:pt x="62947" y="36465"/>
                  </a:lnTo>
                  <a:lnTo>
                    <a:pt x="58811" y="39872"/>
                  </a:lnTo>
                  <a:lnTo>
                    <a:pt x="54787" y="43410"/>
                  </a:lnTo>
                  <a:lnTo>
                    <a:pt x="50879" y="47075"/>
                  </a:lnTo>
                  <a:lnTo>
                    <a:pt x="47090" y="50864"/>
                  </a:lnTo>
                  <a:lnTo>
                    <a:pt x="43424" y="54772"/>
                  </a:lnTo>
                  <a:lnTo>
                    <a:pt x="39885" y="58796"/>
                  </a:lnTo>
                  <a:lnTo>
                    <a:pt x="36478" y="62930"/>
                  </a:lnTo>
                  <a:lnTo>
                    <a:pt x="33204" y="67172"/>
                  </a:lnTo>
                  <a:lnTo>
                    <a:pt x="30068" y="71517"/>
                  </a:lnTo>
                  <a:lnTo>
                    <a:pt x="27073" y="75960"/>
                  </a:lnTo>
                  <a:lnTo>
                    <a:pt x="24222" y="80497"/>
                  </a:lnTo>
                  <a:lnTo>
                    <a:pt x="21518" y="85123"/>
                  </a:lnTo>
                  <a:lnTo>
                    <a:pt x="18963" y="89833"/>
                  </a:lnTo>
                  <a:lnTo>
                    <a:pt x="16561" y="94622"/>
                  </a:lnTo>
                  <a:lnTo>
                    <a:pt x="14313" y="99486"/>
                  </a:lnTo>
                  <a:lnTo>
                    <a:pt x="12223" y="104420"/>
                  </a:lnTo>
                  <a:lnTo>
                    <a:pt x="10291" y="109418"/>
                  </a:lnTo>
                  <a:lnTo>
                    <a:pt x="8521" y="114475"/>
                  </a:lnTo>
                  <a:lnTo>
                    <a:pt x="6914" y="119587"/>
                  </a:lnTo>
                  <a:lnTo>
                    <a:pt x="5471" y="124747"/>
                  </a:lnTo>
                  <a:lnTo>
                    <a:pt x="4195" y="129951"/>
                  </a:lnTo>
                  <a:lnTo>
                    <a:pt x="3086" y="135194"/>
                  </a:lnTo>
                  <a:lnTo>
                    <a:pt x="2145" y="140469"/>
                  </a:lnTo>
                  <a:lnTo>
                    <a:pt x="1374" y="145771"/>
                  </a:lnTo>
                  <a:lnTo>
                    <a:pt x="774" y="151096"/>
                  </a:lnTo>
                  <a:lnTo>
                    <a:pt x="344" y="156437"/>
                  </a:lnTo>
                  <a:lnTo>
                    <a:pt x="86" y="161789"/>
                  </a:lnTo>
                  <a:lnTo>
                    <a:pt x="0" y="167146"/>
                  </a:lnTo>
                  <a:lnTo>
                    <a:pt x="85" y="172504"/>
                  </a:lnTo>
                  <a:lnTo>
                    <a:pt x="342" y="177856"/>
                  </a:lnTo>
                  <a:lnTo>
                    <a:pt x="770" y="183197"/>
                  </a:lnTo>
                  <a:lnTo>
                    <a:pt x="1369" y="188522"/>
                  </a:lnTo>
                  <a:lnTo>
                    <a:pt x="2139" y="193824"/>
                  </a:lnTo>
                  <a:lnTo>
                    <a:pt x="3078" y="199100"/>
                  </a:lnTo>
                  <a:lnTo>
                    <a:pt x="4185" y="204342"/>
                  </a:lnTo>
                  <a:lnTo>
                    <a:pt x="5461" y="209546"/>
                  </a:lnTo>
                  <a:lnTo>
                    <a:pt x="6902" y="214707"/>
                  </a:lnTo>
                  <a:lnTo>
                    <a:pt x="8508" y="219819"/>
                  </a:lnTo>
                  <a:lnTo>
                    <a:pt x="10277" y="224877"/>
                  </a:lnTo>
                  <a:lnTo>
                    <a:pt x="12207" y="229875"/>
                  </a:lnTo>
                  <a:lnTo>
                    <a:pt x="14296" y="234809"/>
                  </a:lnTo>
                  <a:lnTo>
                    <a:pt x="16543" y="239674"/>
                  </a:lnTo>
                  <a:lnTo>
                    <a:pt x="18944" y="244464"/>
                  </a:lnTo>
                  <a:lnTo>
                    <a:pt x="21497" y="249175"/>
                  </a:lnTo>
                  <a:lnTo>
                    <a:pt x="24200" y="253801"/>
                  </a:lnTo>
                  <a:lnTo>
                    <a:pt x="27050" y="258339"/>
                  </a:lnTo>
                  <a:lnTo>
                    <a:pt x="30044" y="262783"/>
                  </a:lnTo>
                  <a:lnTo>
                    <a:pt x="33179" y="267128"/>
                  </a:lnTo>
                  <a:lnTo>
                    <a:pt x="36452" y="271371"/>
                  </a:lnTo>
                  <a:lnTo>
                    <a:pt x="39858" y="275507"/>
                  </a:lnTo>
                  <a:lnTo>
                    <a:pt x="43396" y="279531"/>
                  </a:lnTo>
                  <a:lnTo>
                    <a:pt x="47061" y="283440"/>
                  </a:lnTo>
                  <a:lnTo>
                    <a:pt x="50849" y="287230"/>
                  </a:lnTo>
                  <a:lnTo>
                    <a:pt x="54757" y="290896"/>
                  </a:lnTo>
                  <a:lnTo>
                    <a:pt x="58780" y="294435"/>
                  </a:lnTo>
                  <a:lnTo>
                    <a:pt x="62914" y="297843"/>
                  </a:lnTo>
                  <a:lnTo>
                    <a:pt x="67156" y="301117"/>
                  </a:lnTo>
                  <a:lnTo>
                    <a:pt x="71500" y="304254"/>
                  </a:lnTo>
                  <a:lnTo>
                    <a:pt x="75943" y="307249"/>
                  </a:lnTo>
                  <a:lnTo>
                    <a:pt x="80479" y="310101"/>
                  </a:lnTo>
                  <a:lnTo>
                    <a:pt x="85105" y="312806"/>
                  </a:lnTo>
                  <a:lnTo>
                    <a:pt x="89814" y="315361"/>
                  </a:lnTo>
                  <a:lnTo>
                    <a:pt x="94604" y="317764"/>
                  </a:lnTo>
                  <a:lnTo>
                    <a:pt x="99467" y="320012"/>
                  </a:lnTo>
                  <a:lnTo>
                    <a:pt x="104401" y="322104"/>
                  </a:lnTo>
                  <a:lnTo>
                    <a:pt x="109398" y="32403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365466" y="4826449"/>
              <a:ext cx="57768" cy="156868"/>
            </a:xfrm>
            <a:custGeom>
              <a:avLst/>
              <a:pathLst>
                <a:path w="57768" h="156868">
                  <a:moveTo>
                    <a:pt x="0" y="156868"/>
                  </a:moveTo>
                  <a:lnTo>
                    <a:pt x="577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365466" y="4826449"/>
              <a:ext cx="57768" cy="156868"/>
            </a:xfrm>
            <a:custGeom>
              <a:avLst/>
              <a:pathLst>
                <a:path w="57768" h="156868">
                  <a:moveTo>
                    <a:pt x="0" y="156868"/>
                  </a:moveTo>
                  <a:lnTo>
                    <a:pt x="577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365466" y="4826449"/>
              <a:ext cx="142974" cy="167160"/>
            </a:xfrm>
            <a:custGeom>
              <a:avLst/>
              <a:pathLst>
                <a:path w="142974" h="167160">
                  <a:moveTo>
                    <a:pt x="0" y="156868"/>
                  </a:moveTo>
                  <a:lnTo>
                    <a:pt x="5187" y="158682"/>
                  </a:lnTo>
                  <a:lnTo>
                    <a:pt x="10432" y="160325"/>
                  </a:lnTo>
                  <a:lnTo>
                    <a:pt x="15728" y="161794"/>
                  </a:lnTo>
                  <a:lnTo>
                    <a:pt x="21069" y="163089"/>
                  </a:lnTo>
                  <a:lnTo>
                    <a:pt x="26450" y="164207"/>
                  </a:lnTo>
                  <a:lnTo>
                    <a:pt x="31864" y="165148"/>
                  </a:lnTo>
                  <a:lnTo>
                    <a:pt x="37307" y="165910"/>
                  </a:lnTo>
                  <a:lnTo>
                    <a:pt x="42772" y="166493"/>
                  </a:lnTo>
                  <a:lnTo>
                    <a:pt x="48253" y="166896"/>
                  </a:lnTo>
                  <a:lnTo>
                    <a:pt x="53744" y="167119"/>
                  </a:lnTo>
                  <a:lnTo>
                    <a:pt x="59240" y="167160"/>
                  </a:lnTo>
                  <a:lnTo>
                    <a:pt x="64734" y="167022"/>
                  </a:lnTo>
                  <a:lnTo>
                    <a:pt x="70220" y="166703"/>
                  </a:lnTo>
                  <a:lnTo>
                    <a:pt x="75693" y="166203"/>
                  </a:lnTo>
                  <a:lnTo>
                    <a:pt x="81147" y="165524"/>
                  </a:lnTo>
                  <a:lnTo>
                    <a:pt x="86575" y="164666"/>
                  </a:lnTo>
                  <a:lnTo>
                    <a:pt x="91973" y="163630"/>
                  </a:lnTo>
                  <a:lnTo>
                    <a:pt x="97333" y="162417"/>
                  </a:lnTo>
                  <a:lnTo>
                    <a:pt x="102651" y="161029"/>
                  </a:lnTo>
                  <a:lnTo>
                    <a:pt x="107920" y="159467"/>
                  </a:lnTo>
                  <a:lnTo>
                    <a:pt x="113135" y="157732"/>
                  </a:lnTo>
                  <a:lnTo>
                    <a:pt x="118290" y="155827"/>
                  </a:lnTo>
                  <a:lnTo>
                    <a:pt x="123379" y="153753"/>
                  </a:lnTo>
                  <a:lnTo>
                    <a:pt x="128398" y="151513"/>
                  </a:lnTo>
                  <a:lnTo>
                    <a:pt x="133340" y="149110"/>
                  </a:lnTo>
                  <a:lnTo>
                    <a:pt x="138201" y="146545"/>
                  </a:lnTo>
                  <a:lnTo>
                    <a:pt x="142974" y="143822"/>
                  </a:lnTo>
                  <a:lnTo>
                    <a:pt x="5776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659281"/>
              <a:ext cx="167164" cy="310989"/>
            </a:xfrm>
            <a:custGeom>
              <a:avLst/>
              <a:pathLst>
                <a:path w="167164" h="310989">
                  <a:moveTo>
                    <a:pt x="85206" y="310989"/>
                  </a:moveTo>
                  <a:lnTo>
                    <a:pt x="89790" y="308173"/>
                  </a:lnTo>
                  <a:lnTo>
                    <a:pt x="94280" y="305211"/>
                  </a:lnTo>
                  <a:lnTo>
                    <a:pt x="98673" y="302106"/>
                  </a:lnTo>
                  <a:lnTo>
                    <a:pt x="102964" y="298861"/>
                  </a:lnTo>
                  <a:lnTo>
                    <a:pt x="107148" y="295480"/>
                  </a:lnTo>
                  <a:lnTo>
                    <a:pt x="111221" y="291966"/>
                  </a:lnTo>
                  <a:lnTo>
                    <a:pt x="115179" y="288322"/>
                  </a:lnTo>
                  <a:lnTo>
                    <a:pt x="119018" y="284553"/>
                  </a:lnTo>
                  <a:lnTo>
                    <a:pt x="122733" y="280663"/>
                  </a:lnTo>
                  <a:lnTo>
                    <a:pt x="126322" y="276655"/>
                  </a:lnTo>
                  <a:lnTo>
                    <a:pt x="129779" y="272534"/>
                  </a:lnTo>
                  <a:lnTo>
                    <a:pt x="133102" y="268303"/>
                  </a:lnTo>
                  <a:lnTo>
                    <a:pt x="136288" y="263968"/>
                  </a:lnTo>
                  <a:lnTo>
                    <a:pt x="139332" y="259533"/>
                  </a:lnTo>
                  <a:lnTo>
                    <a:pt x="142232" y="255002"/>
                  </a:lnTo>
                  <a:lnTo>
                    <a:pt x="144984" y="250380"/>
                  </a:lnTo>
                  <a:lnTo>
                    <a:pt x="147587" y="245672"/>
                  </a:lnTo>
                  <a:lnTo>
                    <a:pt x="150036" y="240882"/>
                  </a:lnTo>
                  <a:lnTo>
                    <a:pt x="152330" y="236016"/>
                  </a:lnTo>
                  <a:lnTo>
                    <a:pt x="154467" y="231079"/>
                  </a:lnTo>
                  <a:lnTo>
                    <a:pt x="156443" y="226076"/>
                  </a:lnTo>
                  <a:lnTo>
                    <a:pt x="158258" y="221011"/>
                  </a:lnTo>
                  <a:lnTo>
                    <a:pt x="159908" y="215891"/>
                  </a:lnTo>
                  <a:lnTo>
                    <a:pt x="161393" y="210721"/>
                  </a:lnTo>
                  <a:lnTo>
                    <a:pt x="162711" y="205505"/>
                  </a:lnTo>
                  <a:lnTo>
                    <a:pt x="163861" y="200250"/>
                  </a:lnTo>
                  <a:lnTo>
                    <a:pt x="164840" y="194960"/>
                  </a:lnTo>
                  <a:lnTo>
                    <a:pt x="165649" y="189642"/>
                  </a:lnTo>
                  <a:lnTo>
                    <a:pt x="166287" y="184300"/>
                  </a:lnTo>
                  <a:lnTo>
                    <a:pt x="166752" y="178941"/>
                  </a:lnTo>
                  <a:lnTo>
                    <a:pt x="167044" y="173569"/>
                  </a:lnTo>
                  <a:lnTo>
                    <a:pt x="167164" y="168191"/>
                  </a:lnTo>
                  <a:lnTo>
                    <a:pt x="167110" y="162812"/>
                  </a:lnTo>
                  <a:lnTo>
                    <a:pt x="166884" y="157437"/>
                  </a:lnTo>
                  <a:lnTo>
                    <a:pt x="166484" y="152072"/>
                  </a:lnTo>
                  <a:lnTo>
                    <a:pt x="165912" y="146723"/>
                  </a:lnTo>
                  <a:lnTo>
                    <a:pt x="165168" y="141395"/>
                  </a:lnTo>
                  <a:lnTo>
                    <a:pt x="164254" y="136094"/>
                  </a:lnTo>
                  <a:lnTo>
                    <a:pt x="163169" y="130825"/>
                  </a:lnTo>
                  <a:lnTo>
                    <a:pt x="161915" y="125593"/>
                  </a:lnTo>
                  <a:lnTo>
                    <a:pt x="160493" y="120405"/>
                  </a:lnTo>
                  <a:lnTo>
                    <a:pt x="158906" y="115265"/>
                  </a:lnTo>
                  <a:lnTo>
                    <a:pt x="157153" y="110179"/>
                  </a:lnTo>
                  <a:lnTo>
                    <a:pt x="155238" y="105152"/>
                  </a:lnTo>
                  <a:lnTo>
                    <a:pt x="153162" y="100189"/>
                  </a:lnTo>
                  <a:lnTo>
                    <a:pt x="150928" y="95295"/>
                  </a:lnTo>
                  <a:lnTo>
                    <a:pt x="148537" y="90476"/>
                  </a:lnTo>
                  <a:lnTo>
                    <a:pt x="145993" y="85737"/>
                  </a:lnTo>
                  <a:lnTo>
                    <a:pt x="143297" y="81081"/>
                  </a:lnTo>
                  <a:lnTo>
                    <a:pt x="140453" y="76515"/>
                  </a:lnTo>
                  <a:lnTo>
                    <a:pt x="137463" y="72043"/>
                  </a:lnTo>
                  <a:lnTo>
                    <a:pt x="134331" y="67669"/>
                  </a:lnTo>
                  <a:lnTo>
                    <a:pt x="131060" y="63398"/>
                  </a:lnTo>
                  <a:lnTo>
                    <a:pt x="127653" y="59235"/>
                  </a:lnTo>
                  <a:lnTo>
                    <a:pt x="124115" y="55183"/>
                  </a:lnTo>
                  <a:lnTo>
                    <a:pt x="120447" y="51247"/>
                  </a:lnTo>
                  <a:lnTo>
                    <a:pt x="116655" y="47432"/>
                  </a:lnTo>
                  <a:lnTo>
                    <a:pt x="112742" y="43740"/>
                  </a:lnTo>
                  <a:lnTo>
                    <a:pt x="108712" y="40176"/>
                  </a:lnTo>
                  <a:lnTo>
                    <a:pt x="104569" y="36744"/>
                  </a:lnTo>
                  <a:lnTo>
                    <a:pt x="100319" y="33447"/>
                  </a:lnTo>
                  <a:lnTo>
                    <a:pt x="95964" y="30288"/>
                  </a:lnTo>
                  <a:lnTo>
                    <a:pt x="91510" y="27271"/>
                  </a:lnTo>
                  <a:lnTo>
                    <a:pt x="86961" y="24399"/>
                  </a:lnTo>
                  <a:lnTo>
                    <a:pt x="82323" y="21675"/>
                  </a:lnTo>
                  <a:lnTo>
                    <a:pt x="77599" y="19102"/>
                  </a:lnTo>
                  <a:lnTo>
                    <a:pt x="72794" y="16681"/>
                  </a:lnTo>
                  <a:lnTo>
                    <a:pt x="67914" y="14417"/>
                  </a:lnTo>
                  <a:lnTo>
                    <a:pt x="62964" y="12311"/>
                  </a:lnTo>
                  <a:lnTo>
                    <a:pt x="57949" y="10365"/>
                  </a:lnTo>
                  <a:lnTo>
                    <a:pt x="52874" y="8582"/>
                  </a:lnTo>
                  <a:lnTo>
                    <a:pt x="47744" y="6963"/>
                  </a:lnTo>
                  <a:lnTo>
                    <a:pt x="42564" y="5509"/>
                  </a:lnTo>
                  <a:lnTo>
                    <a:pt x="37340" y="4223"/>
                  </a:lnTo>
                  <a:lnTo>
                    <a:pt x="32078" y="3106"/>
                  </a:lnTo>
                  <a:lnTo>
                    <a:pt x="26783" y="2159"/>
                  </a:lnTo>
                  <a:lnTo>
                    <a:pt x="21459" y="1383"/>
                  </a:lnTo>
                  <a:lnTo>
                    <a:pt x="16114" y="778"/>
                  </a:lnTo>
                  <a:lnTo>
                    <a:pt x="10752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561321" y="4213821"/>
              <a:ext cx="209724" cy="334333"/>
            </a:xfrm>
            <a:custGeom>
              <a:avLst/>
              <a:pathLst>
                <a:path w="209724" h="334333">
                  <a:moveTo>
                    <a:pt x="167150" y="0"/>
                  </a:moveTo>
                  <a:lnTo>
                    <a:pt x="161841" y="84"/>
                  </a:lnTo>
                  <a:lnTo>
                    <a:pt x="156536" y="337"/>
                  </a:lnTo>
                  <a:lnTo>
                    <a:pt x="151243" y="758"/>
                  </a:lnTo>
                  <a:lnTo>
                    <a:pt x="145965" y="1347"/>
                  </a:lnTo>
                  <a:lnTo>
                    <a:pt x="140709" y="2104"/>
                  </a:lnTo>
                  <a:lnTo>
                    <a:pt x="135480" y="3027"/>
                  </a:lnTo>
                  <a:lnTo>
                    <a:pt x="130282" y="4116"/>
                  </a:lnTo>
                  <a:lnTo>
                    <a:pt x="125122" y="5369"/>
                  </a:lnTo>
                  <a:lnTo>
                    <a:pt x="120004" y="6785"/>
                  </a:lnTo>
                  <a:lnTo>
                    <a:pt x="114934" y="8364"/>
                  </a:lnTo>
                  <a:lnTo>
                    <a:pt x="109917" y="10102"/>
                  </a:lnTo>
                  <a:lnTo>
                    <a:pt x="104957" y="12000"/>
                  </a:lnTo>
                  <a:lnTo>
                    <a:pt x="100060" y="14053"/>
                  </a:lnTo>
                  <a:lnTo>
                    <a:pt x="95230" y="16261"/>
                  </a:lnTo>
                  <a:lnTo>
                    <a:pt x="90473" y="18622"/>
                  </a:lnTo>
                  <a:lnTo>
                    <a:pt x="85794" y="21132"/>
                  </a:lnTo>
                  <a:lnTo>
                    <a:pt x="81197" y="23790"/>
                  </a:lnTo>
                  <a:lnTo>
                    <a:pt x="76686" y="26592"/>
                  </a:lnTo>
                  <a:lnTo>
                    <a:pt x="72267" y="29537"/>
                  </a:lnTo>
                  <a:lnTo>
                    <a:pt x="67943" y="32620"/>
                  </a:lnTo>
                  <a:lnTo>
                    <a:pt x="63720" y="35839"/>
                  </a:lnTo>
                  <a:lnTo>
                    <a:pt x="59601" y="39190"/>
                  </a:lnTo>
                  <a:lnTo>
                    <a:pt x="55590" y="42671"/>
                  </a:lnTo>
                  <a:lnTo>
                    <a:pt x="51692" y="46277"/>
                  </a:lnTo>
                  <a:lnTo>
                    <a:pt x="47911" y="50005"/>
                  </a:lnTo>
                  <a:lnTo>
                    <a:pt x="44250" y="53851"/>
                  </a:lnTo>
                  <a:lnTo>
                    <a:pt x="40713" y="57812"/>
                  </a:lnTo>
                  <a:lnTo>
                    <a:pt x="37303" y="61883"/>
                  </a:lnTo>
                  <a:lnTo>
                    <a:pt x="34024" y="66060"/>
                  </a:lnTo>
                  <a:lnTo>
                    <a:pt x="30880" y="70340"/>
                  </a:lnTo>
                  <a:lnTo>
                    <a:pt x="27874" y="74717"/>
                  </a:lnTo>
                  <a:lnTo>
                    <a:pt x="25008" y="79187"/>
                  </a:lnTo>
                  <a:lnTo>
                    <a:pt x="22285" y="83746"/>
                  </a:lnTo>
                  <a:lnTo>
                    <a:pt x="19708" y="88390"/>
                  </a:lnTo>
                  <a:lnTo>
                    <a:pt x="17281" y="93112"/>
                  </a:lnTo>
                  <a:lnTo>
                    <a:pt x="15004" y="97910"/>
                  </a:lnTo>
                  <a:lnTo>
                    <a:pt x="12881" y="102777"/>
                  </a:lnTo>
                  <a:lnTo>
                    <a:pt x="10914" y="107710"/>
                  </a:lnTo>
                  <a:lnTo>
                    <a:pt x="9104" y="112702"/>
                  </a:lnTo>
                  <a:lnTo>
                    <a:pt x="7454" y="117749"/>
                  </a:lnTo>
                  <a:lnTo>
                    <a:pt x="5965" y="122847"/>
                  </a:lnTo>
                  <a:lnTo>
                    <a:pt x="4639" y="127989"/>
                  </a:lnTo>
                  <a:lnTo>
                    <a:pt x="3476" y="133170"/>
                  </a:lnTo>
                  <a:lnTo>
                    <a:pt x="2479" y="138386"/>
                  </a:lnTo>
                  <a:lnTo>
                    <a:pt x="1648" y="143631"/>
                  </a:lnTo>
                  <a:lnTo>
                    <a:pt x="984" y="148899"/>
                  </a:lnTo>
                  <a:lnTo>
                    <a:pt x="487" y="154186"/>
                  </a:lnTo>
                  <a:lnTo>
                    <a:pt x="159" y="159486"/>
                  </a:lnTo>
                  <a:lnTo>
                    <a:pt x="0" y="164794"/>
                  </a:lnTo>
                  <a:lnTo>
                    <a:pt x="8" y="170104"/>
                  </a:lnTo>
                  <a:lnTo>
                    <a:pt x="186" y="175412"/>
                  </a:lnTo>
                  <a:lnTo>
                    <a:pt x="532" y="180711"/>
                  </a:lnTo>
                  <a:lnTo>
                    <a:pt x="1046" y="185996"/>
                  </a:lnTo>
                  <a:lnTo>
                    <a:pt x="1728" y="191262"/>
                  </a:lnTo>
                  <a:lnTo>
                    <a:pt x="2577" y="196504"/>
                  </a:lnTo>
                  <a:lnTo>
                    <a:pt x="3592" y="201717"/>
                  </a:lnTo>
                  <a:lnTo>
                    <a:pt x="4772" y="206894"/>
                  </a:lnTo>
                  <a:lnTo>
                    <a:pt x="6116" y="212032"/>
                  </a:lnTo>
                  <a:lnTo>
                    <a:pt x="7622" y="217124"/>
                  </a:lnTo>
                  <a:lnTo>
                    <a:pt x="9289" y="222165"/>
                  </a:lnTo>
                  <a:lnTo>
                    <a:pt x="11116" y="227152"/>
                  </a:lnTo>
                  <a:lnTo>
                    <a:pt x="13099" y="232077"/>
                  </a:lnTo>
                  <a:lnTo>
                    <a:pt x="15239" y="236938"/>
                  </a:lnTo>
                  <a:lnTo>
                    <a:pt x="17532" y="241727"/>
                  </a:lnTo>
                  <a:lnTo>
                    <a:pt x="19975" y="246442"/>
                  </a:lnTo>
                  <a:lnTo>
                    <a:pt x="22567" y="251077"/>
                  </a:lnTo>
                  <a:lnTo>
                    <a:pt x="25306" y="255626"/>
                  </a:lnTo>
                  <a:lnTo>
                    <a:pt x="28187" y="260087"/>
                  </a:lnTo>
                  <a:lnTo>
                    <a:pt x="31208" y="264454"/>
                  </a:lnTo>
                  <a:lnTo>
                    <a:pt x="34367" y="268723"/>
                  </a:lnTo>
                  <a:lnTo>
                    <a:pt x="37659" y="272889"/>
                  </a:lnTo>
                  <a:lnTo>
                    <a:pt x="41083" y="276948"/>
                  </a:lnTo>
                  <a:lnTo>
                    <a:pt x="44633" y="280897"/>
                  </a:lnTo>
                  <a:lnTo>
                    <a:pt x="48307" y="284731"/>
                  </a:lnTo>
                  <a:lnTo>
                    <a:pt x="52101" y="288447"/>
                  </a:lnTo>
                  <a:lnTo>
                    <a:pt x="56012" y="292040"/>
                  </a:lnTo>
                  <a:lnTo>
                    <a:pt x="60034" y="295507"/>
                  </a:lnTo>
                  <a:lnTo>
                    <a:pt x="64164" y="298844"/>
                  </a:lnTo>
                  <a:lnTo>
                    <a:pt x="68398" y="302049"/>
                  </a:lnTo>
                  <a:lnTo>
                    <a:pt x="72732" y="305117"/>
                  </a:lnTo>
                  <a:lnTo>
                    <a:pt x="77162" y="308046"/>
                  </a:lnTo>
                  <a:lnTo>
                    <a:pt x="81682" y="310834"/>
                  </a:lnTo>
                  <a:lnTo>
                    <a:pt x="86288" y="313476"/>
                  </a:lnTo>
                  <a:lnTo>
                    <a:pt x="90976" y="315970"/>
                  </a:lnTo>
                  <a:lnTo>
                    <a:pt x="95741" y="318315"/>
                  </a:lnTo>
                  <a:lnTo>
                    <a:pt x="100577" y="320506"/>
                  </a:lnTo>
                  <a:lnTo>
                    <a:pt x="105481" y="322544"/>
                  </a:lnTo>
                  <a:lnTo>
                    <a:pt x="110447" y="324424"/>
                  </a:lnTo>
                  <a:lnTo>
                    <a:pt x="115471" y="326146"/>
                  </a:lnTo>
                  <a:lnTo>
                    <a:pt x="120546" y="327707"/>
                  </a:lnTo>
                  <a:lnTo>
                    <a:pt x="125669" y="329106"/>
                  </a:lnTo>
                  <a:lnTo>
                    <a:pt x="130834" y="330342"/>
                  </a:lnTo>
                  <a:lnTo>
                    <a:pt x="136035" y="331413"/>
                  </a:lnTo>
                  <a:lnTo>
                    <a:pt x="141267" y="332318"/>
                  </a:lnTo>
                  <a:lnTo>
                    <a:pt x="146526" y="333057"/>
                  </a:lnTo>
                  <a:lnTo>
                    <a:pt x="151805" y="333629"/>
                  </a:lnTo>
                  <a:lnTo>
                    <a:pt x="157100" y="334032"/>
                  </a:lnTo>
                  <a:lnTo>
                    <a:pt x="162405" y="334267"/>
                  </a:lnTo>
                  <a:lnTo>
                    <a:pt x="167715" y="334333"/>
                  </a:lnTo>
                  <a:lnTo>
                    <a:pt x="173024" y="334231"/>
                  </a:lnTo>
                  <a:lnTo>
                    <a:pt x="178328" y="333960"/>
                  </a:lnTo>
                  <a:lnTo>
                    <a:pt x="183620" y="333521"/>
                  </a:lnTo>
                  <a:lnTo>
                    <a:pt x="188895" y="332914"/>
                  </a:lnTo>
                  <a:lnTo>
                    <a:pt x="194148" y="332140"/>
                  </a:lnTo>
                  <a:lnTo>
                    <a:pt x="199375" y="331199"/>
                  </a:lnTo>
                  <a:lnTo>
                    <a:pt x="204568" y="330093"/>
                  </a:lnTo>
                  <a:lnTo>
                    <a:pt x="209724" y="32882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80988"/>
              <a:ext cx="42574" cy="161655"/>
            </a:xfrm>
            <a:custGeom>
              <a:avLst/>
              <a:pathLst>
                <a:path w="42574" h="161655">
                  <a:moveTo>
                    <a:pt x="42574" y="1616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380988"/>
              <a:ext cx="162106" cy="161655"/>
            </a:xfrm>
            <a:custGeom>
              <a:avLst/>
              <a:pathLst>
                <a:path w="162106" h="161655">
                  <a:moveTo>
                    <a:pt x="42574" y="161655"/>
                  </a:moveTo>
                  <a:lnTo>
                    <a:pt x="47937" y="160146"/>
                  </a:lnTo>
                  <a:lnTo>
                    <a:pt x="53248" y="158460"/>
                  </a:lnTo>
                  <a:lnTo>
                    <a:pt x="58499" y="156597"/>
                  </a:lnTo>
                  <a:lnTo>
                    <a:pt x="63685" y="154561"/>
                  </a:lnTo>
                  <a:lnTo>
                    <a:pt x="68800" y="152352"/>
                  </a:lnTo>
                  <a:lnTo>
                    <a:pt x="73839" y="149975"/>
                  </a:lnTo>
                  <a:lnTo>
                    <a:pt x="78796" y="147431"/>
                  </a:lnTo>
                  <a:lnTo>
                    <a:pt x="83665" y="144723"/>
                  </a:lnTo>
                  <a:lnTo>
                    <a:pt x="88442" y="141855"/>
                  </a:lnTo>
                  <a:lnTo>
                    <a:pt x="93120" y="138829"/>
                  </a:lnTo>
                  <a:lnTo>
                    <a:pt x="97695" y="135648"/>
                  </a:lnTo>
                  <a:lnTo>
                    <a:pt x="102161" y="132317"/>
                  </a:lnTo>
                  <a:lnTo>
                    <a:pt x="106514" y="128839"/>
                  </a:lnTo>
                  <a:lnTo>
                    <a:pt x="110748" y="125218"/>
                  </a:lnTo>
                  <a:lnTo>
                    <a:pt x="114859" y="121458"/>
                  </a:lnTo>
                  <a:lnTo>
                    <a:pt x="118843" y="117563"/>
                  </a:lnTo>
                  <a:lnTo>
                    <a:pt x="122695" y="113537"/>
                  </a:lnTo>
                  <a:lnTo>
                    <a:pt x="126411" y="109385"/>
                  </a:lnTo>
                  <a:lnTo>
                    <a:pt x="129986" y="105112"/>
                  </a:lnTo>
                  <a:lnTo>
                    <a:pt x="133416" y="100722"/>
                  </a:lnTo>
                  <a:lnTo>
                    <a:pt x="136699" y="96220"/>
                  </a:lnTo>
                  <a:lnTo>
                    <a:pt x="139829" y="91611"/>
                  </a:lnTo>
                  <a:lnTo>
                    <a:pt x="142805" y="86900"/>
                  </a:lnTo>
                  <a:lnTo>
                    <a:pt x="145621" y="82093"/>
                  </a:lnTo>
                  <a:lnTo>
                    <a:pt x="148276" y="77194"/>
                  </a:lnTo>
                  <a:lnTo>
                    <a:pt x="150766" y="72210"/>
                  </a:lnTo>
                  <a:lnTo>
                    <a:pt x="153089" y="67146"/>
                  </a:lnTo>
                  <a:lnTo>
                    <a:pt x="155241" y="62007"/>
                  </a:lnTo>
                  <a:lnTo>
                    <a:pt x="157222" y="56799"/>
                  </a:lnTo>
                  <a:lnTo>
                    <a:pt x="159027" y="51528"/>
                  </a:lnTo>
                  <a:lnTo>
                    <a:pt x="160656" y="46200"/>
                  </a:lnTo>
                  <a:lnTo>
                    <a:pt x="162106" y="40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728472" y="4213821"/>
              <a:ext cx="167153" cy="207988"/>
            </a:xfrm>
            <a:custGeom>
              <a:avLst/>
              <a:pathLst>
                <a:path w="167153" h="207988">
                  <a:moveTo>
                    <a:pt x="162106" y="207988"/>
                  </a:moveTo>
                  <a:lnTo>
                    <a:pt x="163346" y="202706"/>
                  </a:lnTo>
                  <a:lnTo>
                    <a:pt x="164413" y="197387"/>
                  </a:lnTo>
                  <a:lnTo>
                    <a:pt x="165307" y="192036"/>
                  </a:lnTo>
                  <a:lnTo>
                    <a:pt x="166027" y="186658"/>
                  </a:lnTo>
                  <a:lnTo>
                    <a:pt x="166572" y="181261"/>
                  </a:lnTo>
                  <a:lnTo>
                    <a:pt x="166941" y="175848"/>
                  </a:lnTo>
                  <a:lnTo>
                    <a:pt x="167135" y="170426"/>
                  </a:lnTo>
                  <a:lnTo>
                    <a:pt x="167153" y="165001"/>
                  </a:lnTo>
                  <a:lnTo>
                    <a:pt x="166995" y="159578"/>
                  </a:lnTo>
                  <a:lnTo>
                    <a:pt x="166660" y="154164"/>
                  </a:lnTo>
                  <a:lnTo>
                    <a:pt x="166151" y="148762"/>
                  </a:lnTo>
                  <a:lnTo>
                    <a:pt x="165466" y="143381"/>
                  </a:lnTo>
                  <a:lnTo>
                    <a:pt x="164607" y="138024"/>
                  </a:lnTo>
                  <a:lnTo>
                    <a:pt x="163575" y="132698"/>
                  </a:lnTo>
                  <a:lnTo>
                    <a:pt x="162370" y="127408"/>
                  </a:lnTo>
                  <a:lnTo>
                    <a:pt x="160994" y="122160"/>
                  </a:lnTo>
                  <a:lnTo>
                    <a:pt x="159449" y="116960"/>
                  </a:lnTo>
                  <a:lnTo>
                    <a:pt x="157736" y="111812"/>
                  </a:lnTo>
                  <a:lnTo>
                    <a:pt x="155857" y="106723"/>
                  </a:lnTo>
                  <a:lnTo>
                    <a:pt x="153813" y="101697"/>
                  </a:lnTo>
                  <a:lnTo>
                    <a:pt x="151608" y="96740"/>
                  </a:lnTo>
                  <a:lnTo>
                    <a:pt x="149243" y="91858"/>
                  </a:lnTo>
                  <a:lnTo>
                    <a:pt x="146720" y="87055"/>
                  </a:lnTo>
                  <a:lnTo>
                    <a:pt x="144043" y="82336"/>
                  </a:lnTo>
                  <a:lnTo>
                    <a:pt x="141215" y="77707"/>
                  </a:lnTo>
                  <a:lnTo>
                    <a:pt x="138238" y="73171"/>
                  </a:lnTo>
                  <a:lnTo>
                    <a:pt x="135115" y="68735"/>
                  </a:lnTo>
                  <a:lnTo>
                    <a:pt x="131849" y="64402"/>
                  </a:lnTo>
                  <a:lnTo>
                    <a:pt x="128445" y="60178"/>
                  </a:lnTo>
                  <a:lnTo>
                    <a:pt x="124906" y="56067"/>
                  </a:lnTo>
                  <a:lnTo>
                    <a:pt x="121235" y="52072"/>
                  </a:lnTo>
                  <a:lnTo>
                    <a:pt x="117437" y="48198"/>
                  </a:lnTo>
                  <a:lnTo>
                    <a:pt x="113514" y="44450"/>
                  </a:lnTo>
                  <a:lnTo>
                    <a:pt x="109472" y="40832"/>
                  </a:lnTo>
                  <a:lnTo>
                    <a:pt x="105315" y="37346"/>
                  </a:lnTo>
                  <a:lnTo>
                    <a:pt x="101047" y="33997"/>
                  </a:lnTo>
                  <a:lnTo>
                    <a:pt x="96673" y="30788"/>
                  </a:lnTo>
                  <a:lnTo>
                    <a:pt x="92196" y="27723"/>
                  </a:lnTo>
                  <a:lnTo>
                    <a:pt x="87623" y="24804"/>
                  </a:lnTo>
                  <a:lnTo>
                    <a:pt x="82957" y="22036"/>
                  </a:lnTo>
                  <a:lnTo>
                    <a:pt x="78204" y="19421"/>
                  </a:lnTo>
                  <a:lnTo>
                    <a:pt x="73369" y="16961"/>
                  </a:lnTo>
                  <a:lnTo>
                    <a:pt x="68456" y="14659"/>
                  </a:lnTo>
                  <a:lnTo>
                    <a:pt x="63471" y="12518"/>
                  </a:lnTo>
                  <a:lnTo>
                    <a:pt x="58419" y="10540"/>
                  </a:lnTo>
                  <a:lnTo>
                    <a:pt x="53306" y="8727"/>
                  </a:lnTo>
                  <a:lnTo>
                    <a:pt x="48137" y="7080"/>
                  </a:lnTo>
                  <a:lnTo>
                    <a:pt x="42917" y="5603"/>
                  </a:lnTo>
                  <a:lnTo>
                    <a:pt x="37652" y="4295"/>
                  </a:lnTo>
                  <a:lnTo>
                    <a:pt x="32347" y="3159"/>
                  </a:lnTo>
                  <a:lnTo>
                    <a:pt x="27008" y="2196"/>
                  </a:lnTo>
                  <a:lnTo>
                    <a:pt x="21640" y="1406"/>
                  </a:lnTo>
                  <a:lnTo>
                    <a:pt x="16250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51847" y="3707720"/>
              <a:ext cx="181118" cy="334322"/>
            </a:xfrm>
            <a:custGeom>
              <a:avLst/>
              <a:pathLst>
                <a:path w="181118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4" y="766"/>
                  </a:lnTo>
                  <a:lnTo>
                    <a:pt x="145870" y="1361"/>
                  </a:lnTo>
                  <a:lnTo>
                    <a:pt x="140587" y="2126"/>
                  </a:lnTo>
                  <a:lnTo>
                    <a:pt x="135331" y="3058"/>
                  </a:lnTo>
                  <a:lnTo>
                    <a:pt x="130108" y="4158"/>
                  </a:lnTo>
                  <a:lnTo>
                    <a:pt x="124922" y="5424"/>
                  </a:lnTo>
                  <a:lnTo>
                    <a:pt x="119780" y="6856"/>
                  </a:lnTo>
                  <a:lnTo>
                    <a:pt x="114686" y="8450"/>
                  </a:lnTo>
                  <a:lnTo>
                    <a:pt x="109645" y="10206"/>
                  </a:lnTo>
                  <a:lnTo>
                    <a:pt x="104663" y="12123"/>
                  </a:lnTo>
                  <a:lnTo>
                    <a:pt x="99745" y="14197"/>
                  </a:lnTo>
                  <a:lnTo>
                    <a:pt x="94896" y="16428"/>
                  </a:lnTo>
                  <a:lnTo>
                    <a:pt x="90120" y="18812"/>
                  </a:lnTo>
                  <a:lnTo>
                    <a:pt x="85423" y="21347"/>
                  </a:lnTo>
                  <a:lnTo>
                    <a:pt x="80809" y="24031"/>
                  </a:lnTo>
                  <a:lnTo>
                    <a:pt x="76283" y="26861"/>
                  </a:lnTo>
                  <a:lnTo>
                    <a:pt x="71850" y="29835"/>
                  </a:lnTo>
                  <a:lnTo>
                    <a:pt x="67514" y="32948"/>
                  </a:lnTo>
                  <a:lnTo>
                    <a:pt x="63279" y="36198"/>
                  </a:lnTo>
                  <a:lnTo>
                    <a:pt x="59151" y="39581"/>
                  </a:lnTo>
                  <a:lnTo>
                    <a:pt x="55133" y="43095"/>
                  </a:lnTo>
                  <a:lnTo>
                    <a:pt x="51228" y="46735"/>
                  </a:lnTo>
                  <a:lnTo>
                    <a:pt x="47443" y="50497"/>
                  </a:lnTo>
                  <a:lnTo>
                    <a:pt x="43779" y="54379"/>
                  </a:lnTo>
                  <a:lnTo>
                    <a:pt x="40241" y="58376"/>
                  </a:lnTo>
                  <a:lnTo>
                    <a:pt x="36832" y="62484"/>
                  </a:lnTo>
                  <a:lnTo>
                    <a:pt x="33556" y="66698"/>
                  </a:lnTo>
                  <a:lnTo>
                    <a:pt x="30417" y="71015"/>
                  </a:lnTo>
                  <a:lnTo>
                    <a:pt x="27417" y="75430"/>
                  </a:lnTo>
                  <a:lnTo>
                    <a:pt x="24559" y="79939"/>
                  </a:lnTo>
                  <a:lnTo>
                    <a:pt x="21847" y="84536"/>
                  </a:lnTo>
                  <a:lnTo>
                    <a:pt x="19283" y="89218"/>
                  </a:lnTo>
                  <a:lnTo>
                    <a:pt x="16869" y="93979"/>
                  </a:lnTo>
                  <a:lnTo>
                    <a:pt x="14609" y="98814"/>
                  </a:lnTo>
                  <a:lnTo>
                    <a:pt x="12505" y="103720"/>
                  </a:lnTo>
                  <a:lnTo>
                    <a:pt x="10558" y="108690"/>
                  </a:lnTo>
                  <a:lnTo>
                    <a:pt x="8771" y="113720"/>
                  </a:lnTo>
                  <a:lnTo>
                    <a:pt x="7145" y="118804"/>
                  </a:lnTo>
                  <a:lnTo>
                    <a:pt x="5683" y="123938"/>
                  </a:lnTo>
                  <a:lnTo>
                    <a:pt x="4385" y="129115"/>
                  </a:lnTo>
                  <a:lnTo>
                    <a:pt x="3253" y="134332"/>
                  </a:lnTo>
                  <a:lnTo>
                    <a:pt x="2288" y="139581"/>
                  </a:lnTo>
                  <a:lnTo>
                    <a:pt x="1491" y="144860"/>
                  </a:lnTo>
                  <a:lnTo>
                    <a:pt x="864" y="150160"/>
                  </a:lnTo>
                  <a:lnTo>
                    <a:pt x="406" y="155478"/>
                  </a:lnTo>
                  <a:lnTo>
                    <a:pt x="117" y="160808"/>
                  </a:lnTo>
                  <a:lnTo>
                    <a:pt x="0" y="166145"/>
                  </a:lnTo>
                  <a:lnTo>
                    <a:pt x="52" y="171482"/>
                  </a:lnTo>
                  <a:lnTo>
                    <a:pt x="275" y="176816"/>
                  </a:lnTo>
                  <a:lnTo>
                    <a:pt x="668" y="182139"/>
                  </a:lnTo>
                  <a:lnTo>
                    <a:pt x="1231" y="187447"/>
                  </a:lnTo>
                  <a:lnTo>
                    <a:pt x="1963" y="192734"/>
                  </a:lnTo>
                  <a:lnTo>
                    <a:pt x="2864" y="197996"/>
                  </a:lnTo>
                  <a:lnTo>
                    <a:pt x="3932" y="203226"/>
                  </a:lnTo>
                  <a:lnTo>
                    <a:pt x="5166" y="208419"/>
                  </a:lnTo>
                  <a:lnTo>
                    <a:pt x="6566" y="213570"/>
                  </a:lnTo>
                  <a:lnTo>
                    <a:pt x="8129" y="218673"/>
                  </a:lnTo>
                  <a:lnTo>
                    <a:pt x="9855" y="223725"/>
                  </a:lnTo>
                  <a:lnTo>
                    <a:pt x="11741" y="228718"/>
                  </a:lnTo>
                  <a:lnTo>
                    <a:pt x="13785" y="233649"/>
                  </a:lnTo>
                  <a:lnTo>
                    <a:pt x="15986" y="238512"/>
                  </a:lnTo>
                  <a:lnTo>
                    <a:pt x="18341" y="243302"/>
                  </a:lnTo>
                  <a:lnTo>
                    <a:pt x="20847" y="248015"/>
                  </a:lnTo>
                  <a:lnTo>
                    <a:pt x="23503" y="252645"/>
                  </a:lnTo>
                  <a:lnTo>
                    <a:pt x="26305" y="257188"/>
                  </a:lnTo>
                  <a:lnTo>
                    <a:pt x="29251" y="261640"/>
                  </a:lnTo>
                  <a:lnTo>
                    <a:pt x="32338" y="265994"/>
                  </a:lnTo>
                  <a:lnTo>
                    <a:pt x="35562" y="270249"/>
                  </a:lnTo>
                  <a:lnTo>
                    <a:pt x="38920" y="274398"/>
                  </a:lnTo>
                  <a:lnTo>
                    <a:pt x="42409" y="278438"/>
                  </a:lnTo>
                  <a:lnTo>
                    <a:pt x="46025" y="282364"/>
                  </a:lnTo>
                  <a:lnTo>
                    <a:pt x="49765" y="286173"/>
                  </a:lnTo>
                  <a:lnTo>
                    <a:pt x="53624" y="289860"/>
                  </a:lnTo>
                  <a:lnTo>
                    <a:pt x="57599" y="293423"/>
                  </a:lnTo>
                  <a:lnTo>
                    <a:pt x="61686" y="296856"/>
                  </a:lnTo>
                  <a:lnTo>
                    <a:pt x="65880" y="300158"/>
                  </a:lnTo>
                  <a:lnTo>
                    <a:pt x="70178" y="303324"/>
                  </a:lnTo>
                  <a:lnTo>
                    <a:pt x="74574" y="306351"/>
                  </a:lnTo>
                  <a:lnTo>
                    <a:pt x="79065" y="309236"/>
                  </a:lnTo>
                  <a:lnTo>
                    <a:pt x="83646" y="311976"/>
                  </a:lnTo>
                  <a:lnTo>
                    <a:pt x="88312" y="314569"/>
                  </a:lnTo>
                  <a:lnTo>
                    <a:pt x="93058" y="317011"/>
                  </a:lnTo>
                  <a:lnTo>
                    <a:pt x="97880" y="319301"/>
                  </a:lnTo>
                  <a:lnTo>
                    <a:pt x="102772" y="321435"/>
                  </a:lnTo>
                  <a:lnTo>
                    <a:pt x="107731" y="323412"/>
                  </a:lnTo>
                  <a:lnTo>
                    <a:pt x="112749" y="325230"/>
                  </a:lnTo>
                  <a:lnTo>
                    <a:pt x="117823" y="326887"/>
                  </a:lnTo>
                  <a:lnTo>
                    <a:pt x="122948" y="328381"/>
                  </a:lnTo>
                  <a:lnTo>
                    <a:pt x="128118" y="329710"/>
                  </a:lnTo>
                  <a:lnTo>
                    <a:pt x="133327" y="330874"/>
                  </a:lnTo>
                  <a:lnTo>
                    <a:pt x="138571" y="331871"/>
                  </a:lnTo>
                  <a:lnTo>
                    <a:pt x="143844" y="332700"/>
                  </a:lnTo>
                  <a:lnTo>
                    <a:pt x="149141" y="333360"/>
                  </a:lnTo>
                  <a:lnTo>
                    <a:pt x="154456" y="333851"/>
                  </a:lnTo>
                  <a:lnTo>
                    <a:pt x="159784" y="334171"/>
                  </a:lnTo>
                  <a:lnTo>
                    <a:pt x="165120" y="334322"/>
                  </a:lnTo>
                  <a:lnTo>
                    <a:pt x="170458" y="334302"/>
                  </a:lnTo>
                  <a:lnTo>
                    <a:pt x="175792" y="334112"/>
                  </a:lnTo>
                  <a:lnTo>
                    <a:pt x="181118" y="33375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891"/>
              <a:ext cx="167153" cy="333580"/>
            </a:xfrm>
            <a:custGeom>
              <a:avLst/>
              <a:pathLst>
                <a:path w="167153" h="333580">
                  <a:moveTo>
                    <a:pt x="13953" y="333580"/>
                  </a:moveTo>
                  <a:lnTo>
                    <a:pt x="19285" y="333048"/>
                  </a:lnTo>
                  <a:lnTo>
                    <a:pt x="24596" y="332344"/>
                  </a:lnTo>
                  <a:lnTo>
                    <a:pt x="29882" y="331471"/>
                  </a:lnTo>
                  <a:lnTo>
                    <a:pt x="35137" y="330429"/>
                  </a:lnTo>
                  <a:lnTo>
                    <a:pt x="40357" y="329219"/>
                  </a:lnTo>
                  <a:lnTo>
                    <a:pt x="45535" y="327843"/>
                  </a:lnTo>
                  <a:lnTo>
                    <a:pt x="50666" y="326301"/>
                  </a:lnTo>
                  <a:lnTo>
                    <a:pt x="55745" y="324595"/>
                  </a:lnTo>
                  <a:lnTo>
                    <a:pt x="60766" y="322728"/>
                  </a:lnTo>
                  <a:lnTo>
                    <a:pt x="65726" y="320701"/>
                  </a:lnTo>
                  <a:lnTo>
                    <a:pt x="70618" y="318515"/>
                  </a:lnTo>
                  <a:lnTo>
                    <a:pt x="75437" y="316175"/>
                  </a:lnTo>
                  <a:lnTo>
                    <a:pt x="80179" y="313680"/>
                  </a:lnTo>
                  <a:lnTo>
                    <a:pt x="84838" y="311036"/>
                  </a:lnTo>
                  <a:lnTo>
                    <a:pt x="89411" y="308243"/>
                  </a:lnTo>
                  <a:lnTo>
                    <a:pt x="93891" y="305305"/>
                  </a:lnTo>
                  <a:lnTo>
                    <a:pt x="98275" y="302225"/>
                  </a:lnTo>
                  <a:lnTo>
                    <a:pt x="102558" y="299007"/>
                  </a:lnTo>
                  <a:lnTo>
                    <a:pt x="106736" y="295652"/>
                  </a:lnTo>
                  <a:lnTo>
                    <a:pt x="110804" y="292166"/>
                  </a:lnTo>
                  <a:lnTo>
                    <a:pt x="114758" y="288550"/>
                  </a:lnTo>
                  <a:lnTo>
                    <a:pt x="118594" y="284810"/>
                  </a:lnTo>
                  <a:lnTo>
                    <a:pt x="122309" y="280949"/>
                  </a:lnTo>
                  <a:lnTo>
                    <a:pt x="125898" y="276971"/>
                  </a:lnTo>
                  <a:lnTo>
                    <a:pt x="129358" y="272880"/>
                  </a:lnTo>
                  <a:lnTo>
                    <a:pt x="132684" y="268681"/>
                  </a:lnTo>
                  <a:lnTo>
                    <a:pt x="135875" y="264376"/>
                  </a:lnTo>
                  <a:lnTo>
                    <a:pt x="138926" y="259972"/>
                  </a:lnTo>
                  <a:lnTo>
                    <a:pt x="141834" y="255472"/>
                  </a:lnTo>
                  <a:lnTo>
                    <a:pt x="144596" y="250882"/>
                  </a:lnTo>
                  <a:lnTo>
                    <a:pt x="147210" y="246205"/>
                  </a:lnTo>
                  <a:lnTo>
                    <a:pt x="149673" y="241447"/>
                  </a:lnTo>
                  <a:lnTo>
                    <a:pt x="151982" y="236612"/>
                  </a:lnTo>
                  <a:lnTo>
                    <a:pt x="154135" y="231706"/>
                  </a:lnTo>
                  <a:lnTo>
                    <a:pt x="156129" y="226733"/>
                  </a:lnTo>
                  <a:lnTo>
                    <a:pt x="157963" y="221699"/>
                  </a:lnTo>
                  <a:lnTo>
                    <a:pt x="159635" y="216609"/>
                  </a:lnTo>
                  <a:lnTo>
                    <a:pt x="161143" y="211468"/>
                  </a:lnTo>
                  <a:lnTo>
                    <a:pt x="162485" y="206281"/>
                  </a:lnTo>
                  <a:lnTo>
                    <a:pt x="163661" y="201054"/>
                  </a:lnTo>
                  <a:lnTo>
                    <a:pt x="164668" y="195792"/>
                  </a:lnTo>
                  <a:lnTo>
                    <a:pt x="165506" y="190500"/>
                  </a:lnTo>
                  <a:lnTo>
                    <a:pt x="166175" y="185184"/>
                  </a:lnTo>
                  <a:lnTo>
                    <a:pt x="166672" y="179850"/>
                  </a:lnTo>
                  <a:lnTo>
                    <a:pt x="166998" y="174502"/>
                  </a:lnTo>
                  <a:lnTo>
                    <a:pt x="167153" y="169146"/>
                  </a:lnTo>
                  <a:lnTo>
                    <a:pt x="167136" y="163789"/>
                  </a:lnTo>
                  <a:lnTo>
                    <a:pt x="166948" y="158434"/>
                  </a:lnTo>
                  <a:lnTo>
                    <a:pt x="166587" y="153089"/>
                  </a:lnTo>
                  <a:lnTo>
                    <a:pt x="166056" y="147757"/>
                  </a:lnTo>
                  <a:lnTo>
                    <a:pt x="165354" y="142446"/>
                  </a:lnTo>
                  <a:lnTo>
                    <a:pt x="164483" y="137159"/>
                  </a:lnTo>
                  <a:lnTo>
                    <a:pt x="163442" y="131904"/>
                  </a:lnTo>
                  <a:lnTo>
                    <a:pt x="162233" y="126684"/>
                  </a:lnTo>
                  <a:lnTo>
                    <a:pt x="160858" y="121506"/>
                  </a:lnTo>
                  <a:lnTo>
                    <a:pt x="159318" y="116374"/>
                  </a:lnTo>
                  <a:lnTo>
                    <a:pt x="157614" y="111295"/>
                  </a:lnTo>
                  <a:lnTo>
                    <a:pt x="155748" y="106272"/>
                  </a:lnTo>
                  <a:lnTo>
                    <a:pt x="153722" y="101313"/>
                  </a:lnTo>
                  <a:lnTo>
                    <a:pt x="151538" y="96420"/>
                  </a:lnTo>
                  <a:lnTo>
                    <a:pt x="149199" y="91600"/>
                  </a:lnTo>
                  <a:lnTo>
                    <a:pt x="146706" y="86858"/>
                  </a:lnTo>
                  <a:lnTo>
                    <a:pt x="144062" y="82197"/>
                  </a:lnTo>
                  <a:lnTo>
                    <a:pt x="141271" y="77624"/>
                  </a:lnTo>
                  <a:lnTo>
                    <a:pt x="138334" y="73143"/>
                  </a:lnTo>
                  <a:lnTo>
                    <a:pt x="135256" y="68758"/>
                  </a:lnTo>
                  <a:lnTo>
                    <a:pt x="132038" y="64474"/>
                  </a:lnTo>
                  <a:lnTo>
                    <a:pt x="128685" y="60296"/>
                  </a:lnTo>
                  <a:lnTo>
                    <a:pt x="125199" y="56227"/>
                  </a:lnTo>
                  <a:lnTo>
                    <a:pt x="121585" y="52271"/>
                  </a:lnTo>
                  <a:lnTo>
                    <a:pt x="117846" y="48434"/>
                  </a:lnTo>
                  <a:lnTo>
                    <a:pt x="113987" y="44718"/>
                  </a:lnTo>
                  <a:lnTo>
                    <a:pt x="110009" y="41128"/>
                  </a:lnTo>
                  <a:lnTo>
                    <a:pt x="105919" y="37668"/>
                  </a:lnTo>
                  <a:lnTo>
                    <a:pt x="101721" y="34340"/>
                  </a:lnTo>
                  <a:lnTo>
                    <a:pt x="97417" y="31148"/>
                  </a:lnTo>
                  <a:lnTo>
                    <a:pt x="93014" y="28096"/>
                  </a:lnTo>
                  <a:lnTo>
                    <a:pt x="88515" y="25187"/>
                  </a:lnTo>
                  <a:lnTo>
                    <a:pt x="83925" y="22423"/>
                  </a:lnTo>
                  <a:lnTo>
                    <a:pt x="79249" y="19808"/>
                  </a:lnTo>
                  <a:lnTo>
                    <a:pt x="74491" y="17344"/>
                  </a:lnTo>
                  <a:lnTo>
                    <a:pt x="69657" y="15033"/>
                  </a:lnTo>
                  <a:lnTo>
                    <a:pt x="64752" y="12879"/>
                  </a:lnTo>
                  <a:lnTo>
                    <a:pt x="59780" y="10883"/>
                  </a:lnTo>
                  <a:lnTo>
                    <a:pt x="54746" y="9048"/>
                  </a:lnTo>
                  <a:lnTo>
                    <a:pt x="49656" y="7374"/>
                  </a:lnTo>
                  <a:lnTo>
                    <a:pt x="44516" y="5865"/>
                  </a:lnTo>
                  <a:lnTo>
                    <a:pt x="39329" y="4521"/>
                  </a:lnTo>
                  <a:lnTo>
                    <a:pt x="34102" y="3344"/>
                  </a:lnTo>
                  <a:lnTo>
                    <a:pt x="28840" y="2336"/>
                  </a:lnTo>
                  <a:lnTo>
                    <a:pt x="23549" y="1496"/>
                  </a:lnTo>
                  <a:lnTo>
                    <a:pt x="18233" y="826"/>
                  </a:lnTo>
                  <a:lnTo>
                    <a:pt x="12899" y="327"/>
                  </a:lnTo>
                  <a:lnTo>
                    <a:pt x="7551" y="0"/>
                  </a:lnTo>
                  <a:lnTo>
                    <a:pt x="0" y="166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7551" cy="167167"/>
            </a:xfrm>
            <a:custGeom>
              <a:avLst/>
              <a:pathLst>
                <a:path w="7551" h="167167">
                  <a:moveTo>
                    <a:pt x="7551" y="1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tx89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2025-06-24T19:37:52Z</dcterms:modified>
  <cp:category/>
</cp:coreProperties>
</file>