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07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64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6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63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6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49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11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00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243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70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8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77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06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46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39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8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654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290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7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62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63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71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72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558" y="3170392"/>
              <a:ext cx="2220" cy="167167"/>
            </a:xfrm>
            <a:custGeom>
              <a:avLst/>
              <a:pathLst>
                <a:path w="2220" h="167167">
                  <a:moveTo>
                    <a:pt x="2220" y="0"/>
                  </a:moveTo>
                  <a:lnTo>
                    <a:pt x="0" y="14"/>
                  </a:lnTo>
                  <a:lnTo>
                    <a:pt x="222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558" y="3170407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12" y="3170407"/>
              <a:ext cx="334331" cy="334309"/>
            </a:xfrm>
            <a:custGeom>
              <a:avLst/>
              <a:pathLst>
                <a:path w="334331" h="334309">
                  <a:moveTo>
                    <a:pt x="164945" y="0"/>
                  </a:moveTo>
                  <a:lnTo>
                    <a:pt x="159647" y="154"/>
                  </a:lnTo>
                  <a:lnTo>
                    <a:pt x="154355" y="476"/>
                  </a:lnTo>
                  <a:lnTo>
                    <a:pt x="149077" y="966"/>
                  </a:lnTo>
                  <a:lnTo>
                    <a:pt x="143817" y="1623"/>
                  </a:lnTo>
                  <a:lnTo>
                    <a:pt x="138580" y="2447"/>
                  </a:lnTo>
                  <a:lnTo>
                    <a:pt x="133372" y="3436"/>
                  </a:lnTo>
                  <a:lnTo>
                    <a:pt x="128198" y="4590"/>
                  </a:lnTo>
                  <a:lnTo>
                    <a:pt x="123063" y="5907"/>
                  </a:lnTo>
                  <a:lnTo>
                    <a:pt x="117973" y="7387"/>
                  </a:lnTo>
                  <a:lnTo>
                    <a:pt x="112932" y="9027"/>
                  </a:lnTo>
                  <a:lnTo>
                    <a:pt x="107946" y="10826"/>
                  </a:lnTo>
                  <a:lnTo>
                    <a:pt x="103019" y="12782"/>
                  </a:lnTo>
                  <a:lnTo>
                    <a:pt x="98156" y="14894"/>
                  </a:lnTo>
                  <a:lnTo>
                    <a:pt x="93363" y="17158"/>
                  </a:lnTo>
                  <a:lnTo>
                    <a:pt x="88645" y="19574"/>
                  </a:lnTo>
                  <a:lnTo>
                    <a:pt x="84005" y="22138"/>
                  </a:lnTo>
                  <a:lnTo>
                    <a:pt x="79449" y="24847"/>
                  </a:lnTo>
                  <a:lnTo>
                    <a:pt x="74981" y="27700"/>
                  </a:lnTo>
                  <a:lnTo>
                    <a:pt x="70605" y="30693"/>
                  </a:lnTo>
                  <a:lnTo>
                    <a:pt x="66327" y="33824"/>
                  </a:lnTo>
                  <a:lnTo>
                    <a:pt x="62150" y="37088"/>
                  </a:lnTo>
                  <a:lnTo>
                    <a:pt x="58079" y="40483"/>
                  </a:lnTo>
                  <a:lnTo>
                    <a:pt x="54118" y="44006"/>
                  </a:lnTo>
                  <a:lnTo>
                    <a:pt x="50270" y="47652"/>
                  </a:lnTo>
                  <a:lnTo>
                    <a:pt x="46540" y="51418"/>
                  </a:lnTo>
                  <a:lnTo>
                    <a:pt x="42931" y="55301"/>
                  </a:lnTo>
                  <a:lnTo>
                    <a:pt x="39447" y="59297"/>
                  </a:lnTo>
                  <a:lnTo>
                    <a:pt x="36091" y="63401"/>
                  </a:lnTo>
                  <a:lnTo>
                    <a:pt x="32868" y="67609"/>
                  </a:lnTo>
                  <a:lnTo>
                    <a:pt x="29779" y="71917"/>
                  </a:lnTo>
                  <a:lnTo>
                    <a:pt x="26828" y="76321"/>
                  </a:lnTo>
                  <a:lnTo>
                    <a:pt x="24019" y="80816"/>
                  </a:lnTo>
                  <a:lnTo>
                    <a:pt x="21353" y="85399"/>
                  </a:lnTo>
                  <a:lnTo>
                    <a:pt x="18834" y="90063"/>
                  </a:lnTo>
                  <a:lnTo>
                    <a:pt x="16465" y="94805"/>
                  </a:lnTo>
                  <a:lnTo>
                    <a:pt x="14247" y="99620"/>
                  </a:lnTo>
                  <a:lnTo>
                    <a:pt x="12182" y="104502"/>
                  </a:lnTo>
                  <a:lnTo>
                    <a:pt x="10274" y="109448"/>
                  </a:lnTo>
                  <a:lnTo>
                    <a:pt x="8523" y="114451"/>
                  </a:lnTo>
                  <a:lnTo>
                    <a:pt x="6932" y="119508"/>
                  </a:lnTo>
                  <a:lnTo>
                    <a:pt x="5502" y="124612"/>
                  </a:lnTo>
                  <a:lnTo>
                    <a:pt x="4234" y="129760"/>
                  </a:lnTo>
                  <a:lnTo>
                    <a:pt x="3130" y="134945"/>
                  </a:lnTo>
                  <a:lnTo>
                    <a:pt x="2192" y="140162"/>
                  </a:lnTo>
                  <a:lnTo>
                    <a:pt x="1419" y="145406"/>
                  </a:lnTo>
                  <a:lnTo>
                    <a:pt x="813" y="150673"/>
                  </a:lnTo>
                  <a:lnTo>
                    <a:pt x="374" y="155956"/>
                  </a:lnTo>
                  <a:lnTo>
                    <a:pt x="103" y="161250"/>
                  </a:lnTo>
                  <a:lnTo>
                    <a:pt x="0" y="166550"/>
                  </a:lnTo>
                  <a:lnTo>
                    <a:pt x="64" y="171850"/>
                  </a:lnTo>
                  <a:lnTo>
                    <a:pt x="297" y="177146"/>
                  </a:lnTo>
                  <a:lnTo>
                    <a:pt x="698" y="182432"/>
                  </a:lnTo>
                  <a:lnTo>
                    <a:pt x="1266" y="187703"/>
                  </a:lnTo>
                  <a:lnTo>
                    <a:pt x="2001" y="192953"/>
                  </a:lnTo>
                  <a:lnTo>
                    <a:pt x="2903" y="198177"/>
                  </a:lnTo>
                  <a:lnTo>
                    <a:pt x="3969" y="203369"/>
                  </a:lnTo>
                  <a:lnTo>
                    <a:pt x="5199" y="208526"/>
                  </a:lnTo>
                  <a:lnTo>
                    <a:pt x="6592" y="213640"/>
                  </a:lnTo>
                  <a:lnTo>
                    <a:pt x="8147" y="218708"/>
                  </a:lnTo>
                  <a:lnTo>
                    <a:pt x="9862" y="223724"/>
                  </a:lnTo>
                  <a:lnTo>
                    <a:pt x="11735" y="228683"/>
                  </a:lnTo>
                  <a:lnTo>
                    <a:pt x="13764" y="233581"/>
                  </a:lnTo>
                  <a:lnTo>
                    <a:pt x="15947" y="238411"/>
                  </a:lnTo>
                  <a:lnTo>
                    <a:pt x="18283" y="243170"/>
                  </a:lnTo>
                  <a:lnTo>
                    <a:pt x="20768" y="247853"/>
                  </a:lnTo>
                  <a:lnTo>
                    <a:pt x="23400" y="252454"/>
                  </a:lnTo>
                  <a:lnTo>
                    <a:pt x="26177" y="256969"/>
                  </a:lnTo>
                  <a:lnTo>
                    <a:pt x="29096" y="261395"/>
                  </a:lnTo>
                  <a:lnTo>
                    <a:pt x="32153" y="265725"/>
                  </a:lnTo>
                  <a:lnTo>
                    <a:pt x="35347" y="269956"/>
                  </a:lnTo>
                  <a:lnTo>
                    <a:pt x="38673" y="274084"/>
                  </a:lnTo>
                  <a:lnTo>
                    <a:pt x="42128" y="278105"/>
                  </a:lnTo>
                  <a:lnTo>
                    <a:pt x="45709" y="282013"/>
                  </a:lnTo>
                  <a:lnTo>
                    <a:pt x="49412" y="285807"/>
                  </a:lnTo>
                  <a:lnTo>
                    <a:pt x="53233" y="289481"/>
                  </a:lnTo>
                  <a:lnTo>
                    <a:pt x="57169" y="293032"/>
                  </a:lnTo>
                  <a:lnTo>
                    <a:pt x="61216" y="296456"/>
                  </a:lnTo>
                  <a:lnTo>
                    <a:pt x="65369" y="299750"/>
                  </a:lnTo>
                  <a:lnTo>
                    <a:pt x="69624" y="302911"/>
                  </a:lnTo>
                  <a:lnTo>
                    <a:pt x="73978" y="305936"/>
                  </a:lnTo>
                  <a:lnTo>
                    <a:pt x="78425" y="308821"/>
                  </a:lnTo>
                  <a:lnTo>
                    <a:pt x="82962" y="311563"/>
                  </a:lnTo>
                  <a:lnTo>
                    <a:pt x="87583" y="314161"/>
                  </a:lnTo>
                  <a:lnTo>
                    <a:pt x="92284" y="316610"/>
                  </a:lnTo>
                  <a:lnTo>
                    <a:pt x="97061" y="318909"/>
                  </a:lnTo>
                  <a:lnTo>
                    <a:pt x="101908" y="321056"/>
                  </a:lnTo>
                  <a:lnTo>
                    <a:pt x="106820" y="323048"/>
                  </a:lnTo>
                  <a:lnTo>
                    <a:pt x="111794" y="324883"/>
                  </a:lnTo>
                  <a:lnTo>
                    <a:pt x="116823" y="326559"/>
                  </a:lnTo>
                  <a:lnTo>
                    <a:pt x="121902" y="328075"/>
                  </a:lnTo>
                  <a:lnTo>
                    <a:pt x="127027" y="329429"/>
                  </a:lnTo>
                  <a:lnTo>
                    <a:pt x="132193" y="330620"/>
                  </a:lnTo>
                  <a:lnTo>
                    <a:pt x="137394" y="331647"/>
                  </a:lnTo>
                  <a:lnTo>
                    <a:pt x="142624" y="332508"/>
                  </a:lnTo>
                  <a:lnTo>
                    <a:pt x="147880" y="333203"/>
                  </a:lnTo>
                  <a:lnTo>
                    <a:pt x="153154" y="333731"/>
                  </a:lnTo>
                  <a:lnTo>
                    <a:pt x="158443" y="334092"/>
                  </a:lnTo>
                  <a:lnTo>
                    <a:pt x="163741" y="334285"/>
                  </a:lnTo>
                  <a:lnTo>
                    <a:pt x="169042" y="334309"/>
                  </a:lnTo>
                  <a:lnTo>
                    <a:pt x="174341" y="334166"/>
                  </a:lnTo>
                  <a:lnTo>
                    <a:pt x="179633" y="333854"/>
                  </a:lnTo>
                  <a:lnTo>
                    <a:pt x="184912" y="333375"/>
                  </a:lnTo>
                  <a:lnTo>
                    <a:pt x="190174" y="332729"/>
                  </a:lnTo>
                  <a:lnTo>
                    <a:pt x="195412" y="331916"/>
                  </a:lnTo>
                  <a:lnTo>
                    <a:pt x="200622" y="330938"/>
                  </a:lnTo>
                  <a:lnTo>
                    <a:pt x="205798" y="329794"/>
                  </a:lnTo>
                  <a:lnTo>
                    <a:pt x="210936" y="328488"/>
                  </a:lnTo>
                  <a:lnTo>
                    <a:pt x="216029" y="327019"/>
                  </a:lnTo>
                  <a:lnTo>
                    <a:pt x="221074" y="325389"/>
                  </a:lnTo>
                  <a:lnTo>
                    <a:pt x="226064" y="323600"/>
                  </a:lnTo>
                  <a:lnTo>
                    <a:pt x="230995" y="321654"/>
                  </a:lnTo>
                  <a:lnTo>
                    <a:pt x="235861" y="319553"/>
                  </a:lnTo>
                  <a:lnTo>
                    <a:pt x="240659" y="317298"/>
                  </a:lnTo>
                  <a:lnTo>
                    <a:pt x="245383" y="314892"/>
                  </a:lnTo>
                  <a:lnTo>
                    <a:pt x="250028" y="312338"/>
                  </a:lnTo>
                  <a:lnTo>
                    <a:pt x="254590" y="309637"/>
                  </a:lnTo>
                  <a:lnTo>
                    <a:pt x="259063" y="306794"/>
                  </a:lnTo>
                  <a:lnTo>
                    <a:pt x="263445" y="303810"/>
                  </a:lnTo>
                  <a:lnTo>
                    <a:pt x="267729" y="300688"/>
                  </a:lnTo>
                  <a:lnTo>
                    <a:pt x="271913" y="297433"/>
                  </a:lnTo>
                  <a:lnTo>
                    <a:pt x="275991" y="294046"/>
                  </a:lnTo>
                  <a:lnTo>
                    <a:pt x="279960" y="290532"/>
                  </a:lnTo>
                  <a:lnTo>
                    <a:pt x="283815" y="286893"/>
                  </a:lnTo>
                  <a:lnTo>
                    <a:pt x="287553" y="283134"/>
                  </a:lnTo>
                  <a:lnTo>
                    <a:pt x="291170" y="279259"/>
                  </a:lnTo>
                  <a:lnTo>
                    <a:pt x="294662" y="275271"/>
                  </a:lnTo>
                  <a:lnTo>
                    <a:pt x="298026" y="271174"/>
                  </a:lnTo>
                  <a:lnTo>
                    <a:pt x="301259" y="266972"/>
                  </a:lnTo>
                  <a:lnTo>
                    <a:pt x="304356" y="262671"/>
                  </a:lnTo>
                  <a:lnTo>
                    <a:pt x="307316" y="258273"/>
                  </a:lnTo>
                  <a:lnTo>
                    <a:pt x="310135" y="253783"/>
                  </a:lnTo>
                  <a:lnTo>
                    <a:pt x="312810" y="249206"/>
                  </a:lnTo>
                  <a:lnTo>
                    <a:pt x="315338" y="244547"/>
                  </a:lnTo>
                  <a:lnTo>
                    <a:pt x="317717" y="239810"/>
                  </a:lnTo>
                  <a:lnTo>
                    <a:pt x="319946" y="235000"/>
                  </a:lnTo>
                  <a:lnTo>
                    <a:pt x="322020" y="230122"/>
                  </a:lnTo>
                  <a:lnTo>
                    <a:pt x="323939" y="225180"/>
                  </a:lnTo>
                  <a:lnTo>
                    <a:pt x="325700" y="220180"/>
                  </a:lnTo>
                  <a:lnTo>
                    <a:pt x="327301" y="215127"/>
                  </a:lnTo>
                  <a:lnTo>
                    <a:pt x="328742" y="210025"/>
                  </a:lnTo>
                  <a:lnTo>
                    <a:pt x="330020" y="204881"/>
                  </a:lnTo>
                  <a:lnTo>
                    <a:pt x="331135" y="199698"/>
                  </a:lnTo>
                  <a:lnTo>
                    <a:pt x="332084" y="194483"/>
                  </a:lnTo>
                  <a:lnTo>
                    <a:pt x="332868" y="189240"/>
                  </a:lnTo>
                  <a:lnTo>
                    <a:pt x="333485" y="183975"/>
                  </a:lnTo>
                  <a:lnTo>
                    <a:pt x="333934" y="178693"/>
                  </a:lnTo>
                  <a:lnTo>
                    <a:pt x="334217" y="173399"/>
                  </a:lnTo>
                  <a:lnTo>
                    <a:pt x="334331" y="168099"/>
                  </a:lnTo>
                  <a:lnTo>
                    <a:pt x="334277" y="162799"/>
                  </a:lnTo>
                  <a:lnTo>
                    <a:pt x="334055" y="157502"/>
                  </a:lnTo>
                  <a:lnTo>
                    <a:pt x="333665" y="152215"/>
                  </a:lnTo>
                  <a:lnTo>
                    <a:pt x="333107" y="146944"/>
                  </a:lnTo>
                  <a:lnTo>
                    <a:pt x="332383" y="141692"/>
                  </a:lnTo>
                  <a:lnTo>
                    <a:pt x="331493" y="136467"/>
                  </a:lnTo>
                  <a:lnTo>
                    <a:pt x="330437" y="131272"/>
                  </a:lnTo>
                  <a:lnTo>
                    <a:pt x="329217" y="126113"/>
                  </a:lnTo>
                  <a:lnTo>
                    <a:pt x="327835" y="120995"/>
                  </a:lnTo>
                  <a:lnTo>
                    <a:pt x="326290" y="115924"/>
                  </a:lnTo>
                  <a:lnTo>
                    <a:pt x="324586" y="110905"/>
                  </a:lnTo>
                  <a:lnTo>
                    <a:pt x="322724" y="105942"/>
                  </a:lnTo>
                  <a:lnTo>
                    <a:pt x="320705" y="101040"/>
                  </a:lnTo>
                  <a:lnTo>
                    <a:pt x="318531" y="96205"/>
                  </a:lnTo>
                  <a:lnTo>
                    <a:pt x="316206" y="91441"/>
                  </a:lnTo>
                  <a:lnTo>
                    <a:pt x="313730" y="86754"/>
                  </a:lnTo>
                  <a:lnTo>
                    <a:pt x="311107" y="82147"/>
                  </a:lnTo>
                  <a:lnTo>
                    <a:pt x="308339" y="77626"/>
                  </a:lnTo>
                  <a:lnTo>
                    <a:pt x="305430" y="73195"/>
                  </a:lnTo>
                  <a:lnTo>
                    <a:pt x="302381" y="68858"/>
                  </a:lnTo>
                  <a:lnTo>
                    <a:pt x="299197" y="64620"/>
                  </a:lnTo>
                  <a:lnTo>
                    <a:pt x="295879" y="60485"/>
                  </a:lnTo>
                  <a:lnTo>
                    <a:pt x="292432" y="56458"/>
                  </a:lnTo>
                  <a:lnTo>
                    <a:pt x="288860" y="52542"/>
                  </a:lnTo>
                  <a:lnTo>
                    <a:pt x="285164" y="48741"/>
                  </a:lnTo>
                  <a:lnTo>
                    <a:pt x="281351" y="45059"/>
                  </a:lnTo>
                  <a:lnTo>
                    <a:pt x="277422" y="41500"/>
                  </a:lnTo>
                  <a:lnTo>
                    <a:pt x="273383" y="38067"/>
                  </a:lnTo>
                  <a:lnTo>
                    <a:pt x="269236" y="34764"/>
                  </a:lnTo>
                  <a:lnTo>
                    <a:pt x="264987" y="31594"/>
                  </a:lnTo>
                  <a:lnTo>
                    <a:pt x="260640" y="28561"/>
                  </a:lnTo>
                  <a:lnTo>
                    <a:pt x="256199" y="25667"/>
                  </a:lnTo>
                  <a:lnTo>
                    <a:pt x="251668" y="22915"/>
                  </a:lnTo>
                  <a:lnTo>
                    <a:pt x="247052" y="20308"/>
                  </a:lnTo>
                  <a:lnTo>
                    <a:pt x="242356" y="17849"/>
                  </a:lnTo>
                  <a:lnTo>
                    <a:pt x="237584" y="15540"/>
                  </a:lnTo>
                  <a:lnTo>
                    <a:pt x="232741" y="13384"/>
                  </a:lnTo>
                  <a:lnTo>
                    <a:pt x="227833" y="11382"/>
                  </a:lnTo>
                  <a:lnTo>
                    <a:pt x="222863" y="9536"/>
                  </a:lnTo>
                  <a:lnTo>
                    <a:pt x="217838" y="7850"/>
                  </a:lnTo>
                  <a:lnTo>
                    <a:pt x="212761" y="6323"/>
                  </a:lnTo>
                  <a:lnTo>
                    <a:pt x="207639" y="4958"/>
                  </a:lnTo>
                  <a:lnTo>
                    <a:pt x="202476" y="3756"/>
                  </a:lnTo>
                  <a:lnTo>
                    <a:pt x="197277" y="2719"/>
                  </a:lnTo>
                  <a:lnTo>
                    <a:pt x="192048" y="1847"/>
                  </a:lnTo>
                  <a:lnTo>
                    <a:pt x="186795" y="1141"/>
                  </a:lnTo>
                  <a:lnTo>
                    <a:pt x="181521" y="602"/>
                  </a:lnTo>
                  <a:lnTo>
                    <a:pt x="167166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14355" cy="167167"/>
            </a:xfrm>
            <a:custGeom>
              <a:avLst/>
              <a:pathLst>
                <a:path w="14355" h="167167">
                  <a:moveTo>
                    <a:pt x="14355" y="6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0805" y="2633064"/>
              <a:ext cx="28206" cy="167167"/>
            </a:xfrm>
            <a:custGeom>
              <a:avLst/>
              <a:pathLst>
                <a:path w="28206" h="167167">
                  <a:moveTo>
                    <a:pt x="28206" y="0"/>
                  </a:moveTo>
                  <a:lnTo>
                    <a:pt x="21122" y="150"/>
                  </a:lnTo>
                  <a:lnTo>
                    <a:pt x="14052" y="600"/>
                  </a:lnTo>
                  <a:lnTo>
                    <a:pt x="7007" y="1349"/>
                  </a:lnTo>
                  <a:lnTo>
                    <a:pt x="0" y="2396"/>
                  </a:lnTo>
                  <a:lnTo>
                    <a:pt x="282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0805" y="2635461"/>
              <a:ext cx="28206" cy="164770"/>
            </a:xfrm>
            <a:custGeom>
              <a:avLst/>
              <a:pathLst>
                <a:path w="28206" h="164770">
                  <a:moveTo>
                    <a:pt x="0" y="0"/>
                  </a:moveTo>
                  <a:lnTo>
                    <a:pt x="28206" y="1647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53" y="2635461"/>
              <a:ext cx="334318" cy="331938"/>
            </a:xfrm>
            <a:custGeom>
              <a:avLst/>
              <a:pathLst>
                <a:path w="334318" h="331938">
                  <a:moveTo>
                    <a:pt x="138952" y="0"/>
                  </a:moveTo>
                  <a:lnTo>
                    <a:pt x="133758" y="973"/>
                  </a:lnTo>
                  <a:lnTo>
                    <a:pt x="128598" y="2111"/>
                  </a:lnTo>
                  <a:lnTo>
                    <a:pt x="123476" y="3411"/>
                  </a:lnTo>
                  <a:lnTo>
                    <a:pt x="118398" y="4872"/>
                  </a:lnTo>
                  <a:lnTo>
                    <a:pt x="113369" y="6493"/>
                  </a:lnTo>
                  <a:lnTo>
                    <a:pt x="108394" y="8272"/>
                  </a:lnTo>
                  <a:lnTo>
                    <a:pt x="103477" y="10207"/>
                  </a:lnTo>
                  <a:lnTo>
                    <a:pt x="98624" y="12297"/>
                  </a:lnTo>
                  <a:lnTo>
                    <a:pt x="93839" y="14539"/>
                  </a:lnTo>
                  <a:lnTo>
                    <a:pt x="89127" y="16932"/>
                  </a:lnTo>
                  <a:lnTo>
                    <a:pt x="84494" y="19472"/>
                  </a:lnTo>
                  <a:lnTo>
                    <a:pt x="79943" y="22157"/>
                  </a:lnTo>
                  <a:lnTo>
                    <a:pt x="75479" y="24985"/>
                  </a:lnTo>
                  <a:lnTo>
                    <a:pt x="71107" y="27952"/>
                  </a:lnTo>
                  <a:lnTo>
                    <a:pt x="66831" y="31056"/>
                  </a:lnTo>
                  <a:lnTo>
                    <a:pt x="62655" y="34294"/>
                  </a:lnTo>
                  <a:lnTo>
                    <a:pt x="58583" y="37662"/>
                  </a:lnTo>
                  <a:lnTo>
                    <a:pt x="54620" y="41157"/>
                  </a:lnTo>
                  <a:lnTo>
                    <a:pt x="50770" y="44775"/>
                  </a:lnTo>
                  <a:lnTo>
                    <a:pt x="47035" y="48514"/>
                  </a:lnTo>
                  <a:lnTo>
                    <a:pt x="43421" y="52368"/>
                  </a:lnTo>
                  <a:lnTo>
                    <a:pt x="39930" y="56335"/>
                  </a:lnTo>
                  <a:lnTo>
                    <a:pt x="36567" y="60410"/>
                  </a:lnTo>
                  <a:lnTo>
                    <a:pt x="33334" y="64590"/>
                  </a:lnTo>
                  <a:lnTo>
                    <a:pt x="30234" y="68870"/>
                  </a:lnTo>
                  <a:lnTo>
                    <a:pt x="27272" y="73245"/>
                  </a:lnTo>
                  <a:lnTo>
                    <a:pt x="24449" y="77712"/>
                  </a:lnTo>
                  <a:lnTo>
                    <a:pt x="21769" y="82266"/>
                  </a:lnTo>
                  <a:lnTo>
                    <a:pt x="19234" y="86902"/>
                  </a:lnTo>
                  <a:lnTo>
                    <a:pt x="16847" y="91616"/>
                  </a:lnTo>
                  <a:lnTo>
                    <a:pt x="14610" y="96403"/>
                  </a:lnTo>
                  <a:lnTo>
                    <a:pt x="12525" y="101259"/>
                  </a:lnTo>
                  <a:lnTo>
                    <a:pt x="10595" y="106178"/>
                  </a:lnTo>
                  <a:lnTo>
                    <a:pt x="8822" y="111155"/>
                  </a:lnTo>
                  <a:lnTo>
                    <a:pt x="7206" y="116186"/>
                  </a:lnTo>
                  <a:lnTo>
                    <a:pt x="5751" y="121266"/>
                  </a:lnTo>
                  <a:lnTo>
                    <a:pt x="4456" y="126389"/>
                  </a:lnTo>
                  <a:lnTo>
                    <a:pt x="3325" y="131550"/>
                  </a:lnTo>
                  <a:lnTo>
                    <a:pt x="2356" y="136745"/>
                  </a:lnTo>
                  <a:lnTo>
                    <a:pt x="1553" y="141967"/>
                  </a:lnTo>
                  <a:lnTo>
                    <a:pt x="915" y="147213"/>
                  </a:lnTo>
                  <a:lnTo>
                    <a:pt x="443" y="152476"/>
                  </a:lnTo>
                  <a:lnTo>
                    <a:pt x="138" y="157751"/>
                  </a:lnTo>
                  <a:lnTo>
                    <a:pt x="0" y="163033"/>
                  </a:lnTo>
                  <a:lnTo>
                    <a:pt x="28" y="168317"/>
                  </a:lnTo>
                  <a:lnTo>
                    <a:pt x="224" y="173597"/>
                  </a:lnTo>
                  <a:lnTo>
                    <a:pt x="586" y="178869"/>
                  </a:lnTo>
                  <a:lnTo>
                    <a:pt x="1115" y="184126"/>
                  </a:lnTo>
                  <a:lnTo>
                    <a:pt x="1810" y="189365"/>
                  </a:lnTo>
                  <a:lnTo>
                    <a:pt x="2670" y="194578"/>
                  </a:lnTo>
                  <a:lnTo>
                    <a:pt x="3694" y="199762"/>
                  </a:lnTo>
                  <a:lnTo>
                    <a:pt x="4881" y="204911"/>
                  </a:lnTo>
                  <a:lnTo>
                    <a:pt x="6231" y="210020"/>
                  </a:lnTo>
                  <a:lnTo>
                    <a:pt x="7742" y="215083"/>
                  </a:lnTo>
                  <a:lnTo>
                    <a:pt x="9411" y="220096"/>
                  </a:lnTo>
                  <a:lnTo>
                    <a:pt x="11239" y="225054"/>
                  </a:lnTo>
                  <a:lnTo>
                    <a:pt x="13222" y="229952"/>
                  </a:lnTo>
                  <a:lnTo>
                    <a:pt x="15359" y="234785"/>
                  </a:lnTo>
                  <a:lnTo>
                    <a:pt x="17648" y="239547"/>
                  </a:lnTo>
                  <a:lnTo>
                    <a:pt x="20086" y="244235"/>
                  </a:lnTo>
                  <a:lnTo>
                    <a:pt x="22671" y="248844"/>
                  </a:lnTo>
                  <a:lnTo>
                    <a:pt x="25400" y="253368"/>
                  </a:lnTo>
                  <a:lnTo>
                    <a:pt x="28271" y="257804"/>
                  </a:lnTo>
                  <a:lnTo>
                    <a:pt x="31281" y="262148"/>
                  </a:lnTo>
                  <a:lnTo>
                    <a:pt x="34426" y="266393"/>
                  </a:lnTo>
                  <a:lnTo>
                    <a:pt x="37704" y="270538"/>
                  </a:lnTo>
                  <a:lnTo>
                    <a:pt x="41112" y="274576"/>
                  </a:lnTo>
                  <a:lnTo>
                    <a:pt x="44645" y="278505"/>
                  </a:lnTo>
                  <a:lnTo>
                    <a:pt x="48301" y="282320"/>
                  </a:lnTo>
                  <a:lnTo>
                    <a:pt x="52076" y="286018"/>
                  </a:lnTo>
                  <a:lnTo>
                    <a:pt x="55965" y="289595"/>
                  </a:lnTo>
                  <a:lnTo>
                    <a:pt x="59966" y="293047"/>
                  </a:lnTo>
                  <a:lnTo>
                    <a:pt x="64074" y="296370"/>
                  </a:lnTo>
                  <a:lnTo>
                    <a:pt x="68284" y="299563"/>
                  </a:lnTo>
                  <a:lnTo>
                    <a:pt x="72594" y="302620"/>
                  </a:lnTo>
                  <a:lnTo>
                    <a:pt x="76998" y="305540"/>
                  </a:lnTo>
                  <a:lnTo>
                    <a:pt x="81492" y="308319"/>
                  </a:lnTo>
                  <a:lnTo>
                    <a:pt x="86072" y="310955"/>
                  </a:lnTo>
                  <a:lnTo>
                    <a:pt x="90733" y="313445"/>
                  </a:lnTo>
                  <a:lnTo>
                    <a:pt x="95470" y="315786"/>
                  </a:lnTo>
                  <a:lnTo>
                    <a:pt x="100278" y="317976"/>
                  </a:lnTo>
                  <a:lnTo>
                    <a:pt x="105154" y="320013"/>
                  </a:lnTo>
                  <a:lnTo>
                    <a:pt x="110091" y="321895"/>
                  </a:lnTo>
                  <a:lnTo>
                    <a:pt x="115086" y="323621"/>
                  </a:lnTo>
                  <a:lnTo>
                    <a:pt x="120132" y="325187"/>
                  </a:lnTo>
                  <a:lnTo>
                    <a:pt x="125226" y="326593"/>
                  </a:lnTo>
                  <a:lnTo>
                    <a:pt x="130361" y="327837"/>
                  </a:lnTo>
                  <a:lnTo>
                    <a:pt x="135533" y="328919"/>
                  </a:lnTo>
                  <a:lnTo>
                    <a:pt x="140737" y="329836"/>
                  </a:lnTo>
                  <a:lnTo>
                    <a:pt x="145967" y="330589"/>
                  </a:lnTo>
                  <a:lnTo>
                    <a:pt x="151219" y="331176"/>
                  </a:lnTo>
                  <a:lnTo>
                    <a:pt x="156486" y="331597"/>
                  </a:lnTo>
                  <a:lnTo>
                    <a:pt x="161764" y="331851"/>
                  </a:lnTo>
                  <a:lnTo>
                    <a:pt x="167047" y="331938"/>
                  </a:lnTo>
                  <a:lnTo>
                    <a:pt x="172331" y="331858"/>
                  </a:lnTo>
                  <a:lnTo>
                    <a:pt x="177609" y="331611"/>
                  </a:lnTo>
                  <a:lnTo>
                    <a:pt x="182877" y="331197"/>
                  </a:lnTo>
                  <a:lnTo>
                    <a:pt x="188129" y="330617"/>
                  </a:lnTo>
                  <a:lnTo>
                    <a:pt x="193360" y="329871"/>
                  </a:lnTo>
                  <a:lnTo>
                    <a:pt x="198565" y="328961"/>
                  </a:lnTo>
                  <a:lnTo>
                    <a:pt x="203739" y="327886"/>
                  </a:lnTo>
                  <a:lnTo>
                    <a:pt x="208876" y="326648"/>
                  </a:lnTo>
                  <a:lnTo>
                    <a:pt x="213971" y="325249"/>
                  </a:lnTo>
                  <a:lnTo>
                    <a:pt x="219020" y="323689"/>
                  </a:lnTo>
                  <a:lnTo>
                    <a:pt x="224016" y="321971"/>
                  </a:lnTo>
                  <a:lnTo>
                    <a:pt x="228956" y="320095"/>
                  </a:lnTo>
                  <a:lnTo>
                    <a:pt x="233834" y="318065"/>
                  </a:lnTo>
                  <a:lnTo>
                    <a:pt x="238646" y="315881"/>
                  </a:lnTo>
                  <a:lnTo>
                    <a:pt x="243386" y="313546"/>
                  </a:lnTo>
                  <a:lnTo>
                    <a:pt x="248050" y="311062"/>
                  </a:lnTo>
                  <a:lnTo>
                    <a:pt x="252633" y="308433"/>
                  </a:lnTo>
                  <a:lnTo>
                    <a:pt x="257131" y="305659"/>
                  </a:lnTo>
                  <a:lnTo>
                    <a:pt x="261539" y="302745"/>
                  </a:lnTo>
                  <a:lnTo>
                    <a:pt x="265853" y="299693"/>
                  </a:lnTo>
                  <a:lnTo>
                    <a:pt x="270068" y="296507"/>
                  </a:lnTo>
                  <a:lnTo>
                    <a:pt x="274180" y="293188"/>
                  </a:lnTo>
                  <a:lnTo>
                    <a:pt x="278185" y="289742"/>
                  </a:lnTo>
                  <a:lnTo>
                    <a:pt x="282079" y="286170"/>
                  </a:lnTo>
                  <a:lnTo>
                    <a:pt x="285859" y="282478"/>
                  </a:lnTo>
                  <a:lnTo>
                    <a:pt x="289520" y="278667"/>
                  </a:lnTo>
                  <a:lnTo>
                    <a:pt x="293058" y="274743"/>
                  </a:lnTo>
                  <a:lnTo>
                    <a:pt x="296471" y="270709"/>
                  </a:lnTo>
                  <a:lnTo>
                    <a:pt x="299755" y="266569"/>
                  </a:lnTo>
                  <a:lnTo>
                    <a:pt x="302906" y="262327"/>
                  </a:lnTo>
                  <a:lnTo>
                    <a:pt x="305921" y="257988"/>
                  </a:lnTo>
                  <a:lnTo>
                    <a:pt x="308798" y="253556"/>
                  </a:lnTo>
                  <a:lnTo>
                    <a:pt x="311534" y="249035"/>
                  </a:lnTo>
                  <a:lnTo>
                    <a:pt x="314125" y="244430"/>
                  </a:lnTo>
                  <a:lnTo>
                    <a:pt x="316569" y="239745"/>
                  </a:lnTo>
                  <a:lnTo>
                    <a:pt x="318864" y="234986"/>
                  </a:lnTo>
                  <a:lnTo>
                    <a:pt x="321007" y="230156"/>
                  </a:lnTo>
                  <a:lnTo>
                    <a:pt x="322997" y="225261"/>
                  </a:lnTo>
                  <a:lnTo>
                    <a:pt x="324831" y="220305"/>
                  </a:lnTo>
                  <a:lnTo>
                    <a:pt x="326507" y="215294"/>
                  </a:lnTo>
                  <a:lnTo>
                    <a:pt x="328025" y="210233"/>
                  </a:lnTo>
                  <a:lnTo>
                    <a:pt x="329381" y="205126"/>
                  </a:lnTo>
                  <a:lnTo>
                    <a:pt x="330576" y="199979"/>
                  </a:lnTo>
                  <a:lnTo>
                    <a:pt x="331607" y="194796"/>
                  </a:lnTo>
                  <a:lnTo>
                    <a:pt x="332474" y="189584"/>
                  </a:lnTo>
                  <a:lnTo>
                    <a:pt x="333175" y="184346"/>
                  </a:lnTo>
                  <a:lnTo>
                    <a:pt x="333711" y="179090"/>
                  </a:lnTo>
                  <a:lnTo>
                    <a:pt x="334080" y="173818"/>
                  </a:lnTo>
                  <a:lnTo>
                    <a:pt x="334283" y="168538"/>
                  </a:lnTo>
                  <a:lnTo>
                    <a:pt x="334318" y="163254"/>
                  </a:lnTo>
                  <a:lnTo>
                    <a:pt x="334187" y="157972"/>
                  </a:lnTo>
                  <a:lnTo>
                    <a:pt x="333889" y="152696"/>
                  </a:lnTo>
                  <a:lnTo>
                    <a:pt x="333424" y="147433"/>
                  </a:lnTo>
                  <a:lnTo>
                    <a:pt x="332793" y="142187"/>
                  </a:lnTo>
                  <a:lnTo>
                    <a:pt x="331996" y="136963"/>
                  </a:lnTo>
                  <a:lnTo>
                    <a:pt x="331035" y="131767"/>
                  </a:lnTo>
                  <a:lnTo>
                    <a:pt x="329910" y="126604"/>
                  </a:lnTo>
                  <a:lnTo>
                    <a:pt x="328623" y="121479"/>
                  </a:lnTo>
                  <a:lnTo>
                    <a:pt x="327174" y="116398"/>
                  </a:lnTo>
                  <a:lnTo>
                    <a:pt x="325565" y="111365"/>
                  </a:lnTo>
                  <a:lnTo>
                    <a:pt x="323798" y="106385"/>
                  </a:lnTo>
                  <a:lnTo>
                    <a:pt x="321875" y="101464"/>
                  </a:lnTo>
                  <a:lnTo>
                    <a:pt x="319796" y="96605"/>
                  </a:lnTo>
                  <a:lnTo>
                    <a:pt x="317566" y="91815"/>
                  </a:lnTo>
                  <a:lnTo>
                    <a:pt x="315185" y="87098"/>
                  </a:lnTo>
                  <a:lnTo>
                    <a:pt x="312656" y="82458"/>
                  </a:lnTo>
                  <a:lnTo>
                    <a:pt x="309982" y="77901"/>
                  </a:lnTo>
                  <a:lnTo>
                    <a:pt x="307165" y="73430"/>
                  </a:lnTo>
                  <a:lnTo>
                    <a:pt x="304208" y="69051"/>
                  </a:lnTo>
                  <a:lnTo>
                    <a:pt x="301115" y="64767"/>
                  </a:lnTo>
                  <a:lnTo>
                    <a:pt x="297887" y="60584"/>
                  </a:lnTo>
                  <a:lnTo>
                    <a:pt x="294529" y="56504"/>
                  </a:lnTo>
                  <a:lnTo>
                    <a:pt x="291043" y="52532"/>
                  </a:lnTo>
                  <a:lnTo>
                    <a:pt x="287434" y="48673"/>
                  </a:lnTo>
                  <a:lnTo>
                    <a:pt x="283705" y="44930"/>
                  </a:lnTo>
                  <a:lnTo>
                    <a:pt x="279859" y="41306"/>
                  </a:lnTo>
                  <a:lnTo>
                    <a:pt x="275901" y="37806"/>
                  </a:lnTo>
                  <a:lnTo>
                    <a:pt x="271834" y="34432"/>
                  </a:lnTo>
                  <a:lnTo>
                    <a:pt x="267662" y="31189"/>
                  </a:lnTo>
                  <a:lnTo>
                    <a:pt x="263390" y="28079"/>
                  </a:lnTo>
                  <a:lnTo>
                    <a:pt x="259022" y="25106"/>
                  </a:lnTo>
                  <a:lnTo>
                    <a:pt x="167158" y="1647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91863" cy="167167"/>
            </a:xfrm>
            <a:custGeom>
              <a:avLst/>
              <a:pathLst>
                <a:path w="91863" h="167167">
                  <a:moveTo>
                    <a:pt x="91863" y="27503"/>
                  </a:moveTo>
                  <a:lnTo>
                    <a:pt x="87031" y="24442"/>
                  </a:lnTo>
                  <a:lnTo>
                    <a:pt x="82096" y="21547"/>
                  </a:lnTo>
                  <a:lnTo>
                    <a:pt x="77065" y="18823"/>
                  </a:lnTo>
                  <a:lnTo>
                    <a:pt x="71944" y="16273"/>
                  </a:lnTo>
                  <a:lnTo>
                    <a:pt x="66739" y="13900"/>
                  </a:lnTo>
                  <a:lnTo>
                    <a:pt x="61456" y="11706"/>
                  </a:lnTo>
                  <a:lnTo>
                    <a:pt x="56100" y="9694"/>
                  </a:lnTo>
                  <a:lnTo>
                    <a:pt x="50679" y="7867"/>
                  </a:lnTo>
                  <a:lnTo>
                    <a:pt x="45199" y="6226"/>
                  </a:lnTo>
                  <a:lnTo>
                    <a:pt x="39665" y="4774"/>
                  </a:lnTo>
                  <a:lnTo>
                    <a:pt x="34085" y="3511"/>
                  </a:lnTo>
                  <a:lnTo>
                    <a:pt x="28466" y="2441"/>
                  </a:lnTo>
                  <a:lnTo>
                    <a:pt x="22812" y="1563"/>
                  </a:lnTo>
                  <a:lnTo>
                    <a:pt x="17133" y="880"/>
                  </a:lnTo>
                  <a:lnTo>
                    <a:pt x="11433" y="391"/>
                  </a:lnTo>
                  <a:lnTo>
                    <a:pt x="571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135" y="2126963"/>
              <a:ext cx="6337" cy="167167"/>
            </a:xfrm>
            <a:custGeom>
              <a:avLst/>
              <a:pathLst>
                <a:path w="6337" h="167167">
                  <a:moveTo>
                    <a:pt x="6337" y="0"/>
                  </a:moveTo>
                  <a:lnTo>
                    <a:pt x="0" y="120"/>
                  </a:lnTo>
                  <a:lnTo>
                    <a:pt x="633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2135" y="2127083"/>
              <a:ext cx="6337" cy="167047"/>
            </a:xfrm>
            <a:custGeom>
              <a:avLst/>
              <a:pathLst>
                <a:path w="6337" h="167047">
                  <a:moveTo>
                    <a:pt x="0" y="0"/>
                  </a:moveTo>
                  <a:lnTo>
                    <a:pt x="6337" y="1670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09" y="2127083"/>
              <a:ext cx="333947" cy="334206"/>
            </a:xfrm>
            <a:custGeom>
              <a:avLst/>
              <a:pathLst>
                <a:path w="333947" h="334206">
                  <a:moveTo>
                    <a:pt x="160825" y="0"/>
                  </a:moveTo>
                  <a:lnTo>
                    <a:pt x="155522" y="285"/>
                  </a:lnTo>
                  <a:lnTo>
                    <a:pt x="150230" y="739"/>
                  </a:lnTo>
                  <a:lnTo>
                    <a:pt x="144956" y="1361"/>
                  </a:lnTo>
                  <a:lnTo>
                    <a:pt x="139704" y="2150"/>
                  </a:lnTo>
                  <a:lnTo>
                    <a:pt x="134479" y="3105"/>
                  </a:lnTo>
                  <a:lnTo>
                    <a:pt x="129288" y="4226"/>
                  </a:lnTo>
                  <a:lnTo>
                    <a:pt x="124135" y="5511"/>
                  </a:lnTo>
                  <a:lnTo>
                    <a:pt x="119025" y="6960"/>
                  </a:lnTo>
                  <a:lnTo>
                    <a:pt x="113964" y="8570"/>
                  </a:lnTo>
                  <a:lnTo>
                    <a:pt x="108957" y="10340"/>
                  </a:lnTo>
                  <a:lnTo>
                    <a:pt x="104008" y="12268"/>
                  </a:lnTo>
                  <a:lnTo>
                    <a:pt x="99124" y="14352"/>
                  </a:lnTo>
                  <a:lnTo>
                    <a:pt x="94307" y="16590"/>
                  </a:lnTo>
                  <a:lnTo>
                    <a:pt x="89565" y="18980"/>
                  </a:lnTo>
                  <a:lnTo>
                    <a:pt x="84901" y="21520"/>
                  </a:lnTo>
                  <a:lnTo>
                    <a:pt x="80319" y="24207"/>
                  </a:lnTo>
                  <a:lnTo>
                    <a:pt x="75826" y="27037"/>
                  </a:lnTo>
                  <a:lnTo>
                    <a:pt x="71424" y="30009"/>
                  </a:lnTo>
                  <a:lnTo>
                    <a:pt x="67119" y="33120"/>
                  </a:lnTo>
                  <a:lnTo>
                    <a:pt x="62915" y="36365"/>
                  </a:lnTo>
                  <a:lnTo>
                    <a:pt x="58817" y="39743"/>
                  </a:lnTo>
                  <a:lnTo>
                    <a:pt x="54828" y="43249"/>
                  </a:lnTo>
                  <a:lnTo>
                    <a:pt x="50952" y="46880"/>
                  </a:lnTo>
                  <a:lnTo>
                    <a:pt x="47193" y="50632"/>
                  </a:lnTo>
                  <a:lnTo>
                    <a:pt x="43556" y="54501"/>
                  </a:lnTo>
                  <a:lnTo>
                    <a:pt x="40043" y="58485"/>
                  </a:lnTo>
                  <a:lnTo>
                    <a:pt x="36658" y="62578"/>
                  </a:lnTo>
                  <a:lnTo>
                    <a:pt x="33406" y="66776"/>
                  </a:lnTo>
                  <a:lnTo>
                    <a:pt x="30288" y="71075"/>
                  </a:lnTo>
                  <a:lnTo>
                    <a:pt x="27308" y="75472"/>
                  </a:lnTo>
                  <a:lnTo>
                    <a:pt x="24470" y="79960"/>
                  </a:lnTo>
                  <a:lnTo>
                    <a:pt x="21776" y="84537"/>
                  </a:lnTo>
                  <a:lnTo>
                    <a:pt x="19228" y="89197"/>
                  </a:lnTo>
                  <a:lnTo>
                    <a:pt x="16830" y="93936"/>
                  </a:lnTo>
                  <a:lnTo>
                    <a:pt x="14583" y="98748"/>
                  </a:lnTo>
                  <a:lnTo>
                    <a:pt x="12491" y="103629"/>
                  </a:lnTo>
                  <a:lnTo>
                    <a:pt x="10554" y="108575"/>
                  </a:lnTo>
                  <a:lnTo>
                    <a:pt x="8776" y="113579"/>
                  </a:lnTo>
                  <a:lnTo>
                    <a:pt x="7157" y="118637"/>
                  </a:lnTo>
                  <a:lnTo>
                    <a:pt x="5700" y="123744"/>
                  </a:lnTo>
                  <a:lnTo>
                    <a:pt x="4406" y="128895"/>
                  </a:lnTo>
                  <a:lnTo>
                    <a:pt x="3276" y="134085"/>
                  </a:lnTo>
                  <a:lnTo>
                    <a:pt x="2312" y="139307"/>
                  </a:lnTo>
                  <a:lnTo>
                    <a:pt x="1514" y="144558"/>
                  </a:lnTo>
                  <a:lnTo>
                    <a:pt x="883" y="149831"/>
                  </a:lnTo>
                  <a:lnTo>
                    <a:pt x="420" y="155122"/>
                  </a:lnTo>
                  <a:lnTo>
                    <a:pt x="126" y="160425"/>
                  </a:lnTo>
                  <a:lnTo>
                    <a:pt x="0" y="165734"/>
                  </a:lnTo>
                  <a:lnTo>
                    <a:pt x="42" y="171045"/>
                  </a:lnTo>
                  <a:lnTo>
                    <a:pt x="253" y="176351"/>
                  </a:lnTo>
                  <a:lnTo>
                    <a:pt x="633" y="181649"/>
                  </a:lnTo>
                  <a:lnTo>
                    <a:pt x="1181" y="186931"/>
                  </a:lnTo>
                  <a:lnTo>
                    <a:pt x="1897" y="192194"/>
                  </a:lnTo>
                  <a:lnTo>
                    <a:pt x="2779" y="197431"/>
                  </a:lnTo>
                  <a:lnTo>
                    <a:pt x="3827" y="202637"/>
                  </a:lnTo>
                  <a:lnTo>
                    <a:pt x="5040" y="207808"/>
                  </a:lnTo>
                  <a:lnTo>
                    <a:pt x="6417" y="212937"/>
                  </a:lnTo>
                  <a:lnTo>
                    <a:pt x="7955" y="218020"/>
                  </a:lnTo>
                  <a:lnTo>
                    <a:pt x="9655" y="223052"/>
                  </a:lnTo>
                  <a:lnTo>
                    <a:pt x="11514" y="228027"/>
                  </a:lnTo>
                  <a:lnTo>
                    <a:pt x="13529" y="232941"/>
                  </a:lnTo>
                  <a:lnTo>
                    <a:pt x="15700" y="237788"/>
                  </a:lnTo>
                  <a:lnTo>
                    <a:pt x="18024" y="242563"/>
                  </a:lnTo>
                  <a:lnTo>
                    <a:pt x="20498" y="247263"/>
                  </a:lnTo>
                  <a:lnTo>
                    <a:pt x="23120" y="251881"/>
                  </a:lnTo>
                  <a:lnTo>
                    <a:pt x="25887" y="256414"/>
                  </a:lnTo>
                  <a:lnTo>
                    <a:pt x="28798" y="260857"/>
                  </a:lnTo>
                  <a:lnTo>
                    <a:pt x="31847" y="265205"/>
                  </a:lnTo>
                  <a:lnTo>
                    <a:pt x="35034" y="269453"/>
                  </a:lnTo>
                  <a:lnTo>
                    <a:pt x="38353" y="273599"/>
                  </a:lnTo>
                  <a:lnTo>
                    <a:pt x="41803" y="277637"/>
                  </a:lnTo>
                  <a:lnTo>
                    <a:pt x="45379" y="281563"/>
                  </a:lnTo>
                  <a:lnTo>
                    <a:pt x="49079" y="285374"/>
                  </a:lnTo>
                  <a:lnTo>
                    <a:pt x="52897" y="289065"/>
                  </a:lnTo>
                  <a:lnTo>
                    <a:pt x="56831" y="292633"/>
                  </a:lnTo>
                  <a:lnTo>
                    <a:pt x="60876" y="296075"/>
                  </a:lnTo>
                  <a:lnTo>
                    <a:pt x="65028" y="299386"/>
                  </a:lnTo>
                  <a:lnTo>
                    <a:pt x="69284" y="302564"/>
                  </a:lnTo>
                  <a:lnTo>
                    <a:pt x="73638" y="305604"/>
                  </a:lnTo>
                  <a:lnTo>
                    <a:pt x="78086" y="308505"/>
                  </a:lnTo>
                  <a:lnTo>
                    <a:pt x="82625" y="311264"/>
                  </a:lnTo>
                  <a:lnTo>
                    <a:pt x="87249" y="313876"/>
                  </a:lnTo>
                  <a:lnTo>
                    <a:pt x="91953" y="316341"/>
                  </a:lnTo>
                  <a:lnTo>
                    <a:pt x="96734" y="318654"/>
                  </a:lnTo>
                  <a:lnTo>
                    <a:pt x="101585" y="320815"/>
                  </a:lnTo>
                  <a:lnTo>
                    <a:pt x="106503" y="322821"/>
                  </a:lnTo>
                  <a:lnTo>
                    <a:pt x="111482" y="324669"/>
                  </a:lnTo>
                  <a:lnTo>
                    <a:pt x="116517" y="326358"/>
                  </a:lnTo>
                  <a:lnTo>
                    <a:pt x="121603" y="327886"/>
                  </a:lnTo>
                  <a:lnTo>
                    <a:pt x="126736" y="329252"/>
                  </a:lnTo>
                  <a:lnTo>
                    <a:pt x="131909" y="330455"/>
                  </a:lnTo>
                  <a:lnTo>
                    <a:pt x="137117" y="331492"/>
                  </a:lnTo>
                  <a:lnTo>
                    <a:pt x="142356" y="332364"/>
                  </a:lnTo>
                  <a:lnTo>
                    <a:pt x="147620" y="333068"/>
                  </a:lnTo>
                  <a:lnTo>
                    <a:pt x="152904" y="333605"/>
                  </a:lnTo>
                  <a:lnTo>
                    <a:pt x="158202" y="333974"/>
                  </a:lnTo>
                  <a:lnTo>
                    <a:pt x="163509" y="334174"/>
                  </a:lnTo>
                  <a:lnTo>
                    <a:pt x="168820" y="334206"/>
                  </a:lnTo>
                  <a:lnTo>
                    <a:pt x="174129" y="334069"/>
                  </a:lnTo>
                  <a:lnTo>
                    <a:pt x="179431" y="333763"/>
                  </a:lnTo>
                  <a:lnTo>
                    <a:pt x="184721" y="333289"/>
                  </a:lnTo>
                  <a:lnTo>
                    <a:pt x="189993" y="332648"/>
                  </a:lnTo>
                  <a:lnTo>
                    <a:pt x="195242" y="331839"/>
                  </a:lnTo>
                  <a:lnTo>
                    <a:pt x="200462" y="330864"/>
                  </a:lnTo>
                  <a:lnTo>
                    <a:pt x="205649" y="329723"/>
                  </a:lnTo>
                  <a:lnTo>
                    <a:pt x="210798" y="328419"/>
                  </a:lnTo>
                  <a:lnTo>
                    <a:pt x="215902" y="326951"/>
                  </a:lnTo>
                  <a:lnTo>
                    <a:pt x="220957" y="325322"/>
                  </a:lnTo>
                  <a:lnTo>
                    <a:pt x="225957" y="323533"/>
                  </a:lnTo>
                  <a:lnTo>
                    <a:pt x="230899" y="321587"/>
                  </a:lnTo>
                  <a:lnTo>
                    <a:pt x="235776" y="319484"/>
                  </a:lnTo>
                  <a:lnTo>
                    <a:pt x="240583" y="317228"/>
                  </a:lnTo>
                  <a:lnTo>
                    <a:pt x="245317" y="314819"/>
                  </a:lnTo>
                  <a:lnTo>
                    <a:pt x="249971" y="312262"/>
                  </a:lnTo>
                  <a:lnTo>
                    <a:pt x="254543" y="309558"/>
                  </a:lnTo>
                  <a:lnTo>
                    <a:pt x="259026" y="306711"/>
                  </a:lnTo>
                  <a:lnTo>
                    <a:pt x="263416" y="303722"/>
                  </a:lnTo>
                  <a:lnTo>
                    <a:pt x="267709" y="300595"/>
                  </a:lnTo>
                  <a:lnTo>
                    <a:pt x="271900" y="297334"/>
                  </a:lnTo>
                  <a:lnTo>
                    <a:pt x="275986" y="293941"/>
                  </a:lnTo>
                  <a:lnTo>
                    <a:pt x="279962" y="290420"/>
                  </a:lnTo>
                  <a:lnTo>
                    <a:pt x="283824" y="286775"/>
                  </a:lnTo>
                  <a:lnTo>
                    <a:pt x="287569" y="283008"/>
                  </a:lnTo>
                  <a:lnTo>
                    <a:pt x="291192" y="279125"/>
                  </a:lnTo>
                  <a:lnTo>
                    <a:pt x="294689" y="275129"/>
                  </a:lnTo>
                  <a:lnTo>
                    <a:pt x="298058" y="271023"/>
                  </a:lnTo>
                  <a:lnTo>
                    <a:pt x="301295" y="266812"/>
                  </a:lnTo>
                  <a:lnTo>
                    <a:pt x="304397" y="262501"/>
                  </a:lnTo>
                  <a:lnTo>
                    <a:pt x="307360" y="258094"/>
                  </a:lnTo>
                  <a:lnTo>
                    <a:pt x="310181" y="253594"/>
                  </a:lnTo>
                  <a:lnTo>
                    <a:pt x="312858" y="249007"/>
                  </a:lnTo>
                  <a:lnTo>
                    <a:pt x="315388" y="244338"/>
                  </a:lnTo>
                  <a:lnTo>
                    <a:pt x="317769" y="239590"/>
                  </a:lnTo>
                  <a:lnTo>
                    <a:pt x="319997" y="234769"/>
                  </a:lnTo>
                  <a:lnTo>
                    <a:pt x="322071" y="229880"/>
                  </a:lnTo>
                  <a:lnTo>
                    <a:pt x="323989" y="224928"/>
                  </a:lnTo>
                  <a:lnTo>
                    <a:pt x="325748" y="219917"/>
                  </a:lnTo>
                  <a:lnTo>
                    <a:pt x="327348" y="214852"/>
                  </a:lnTo>
                  <a:lnTo>
                    <a:pt x="328786" y="209740"/>
                  </a:lnTo>
                  <a:lnTo>
                    <a:pt x="330060" y="204584"/>
                  </a:lnTo>
                  <a:lnTo>
                    <a:pt x="331170" y="199391"/>
                  </a:lnTo>
                  <a:lnTo>
                    <a:pt x="332115" y="194164"/>
                  </a:lnTo>
                  <a:lnTo>
                    <a:pt x="332893" y="188911"/>
                  </a:lnTo>
                  <a:lnTo>
                    <a:pt x="333504" y="183635"/>
                  </a:lnTo>
                  <a:lnTo>
                    <a:pt x="333947" y="178343"/>
                  </a:lnTo>
                  <a:lnTo>
                    <a:pt x="167162" y="1670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8472" y="2126963"/>
              <a:ext cx="167166" cy="178463"/>
            </a:xfrm>
            <a:custGeom>
              <a:avLst/>
              <a:pathLst>
                <a:path w="167166" h="178463">
                  <a:moveTo>
                    <a:pt x="166785" y="178463"/>
                  </a:moveTo>
                  <a:lnTo>
                    <a:pt x="167062" y="173100"/>
                  </a:lnTo>
                  <a:lnTo>
                    <a:pt x="167166" y="167731"/>
                  </a:lnTo>
                  <a:lnTo>
                    <a:pt x="167098" y="162361"/>
                  </a:lnTo>
                  <a:lnTo>
                    <a:pt x="166857" y="156996"/>
                  </a:lnTo>
                  <a:lnTo>
                    <a:pt x="166444" y="151642"/>
                  </a:lnTo>
                  <a:lnTo>
                    <a:pt x="165860" y="146304"/>
                  </a:lnTo>
                  <a:lnTo>
                    <a:pt x="165104" y="140987"/>
                  </a:lnTo>
                  <a:lnTo>
                    <a:pt x="164178" y="135697"/>
                  </a:lnTo>
                  <a:lnTo>
                    <a:pt x="163083" y="130440"/>
                  </a:lnTo>
                  <a:lnTo>
                    <a:pt x="161819" y="125221"/>
                  </a:lnTo>
                  <a:lnTo>
                    <a:pt x="160388" y="120044"/>
                  </a:lnTo>
                  <a:lnTo>
                    <a:pt x="158792" y="114917"/>
                  </a:lnTo>
                  <a:lnTo>
                    <a:pt x="157031" y="109844"/>
                  </a:lnTo>
                  <a:lnTo>
                    <a:pt x="155109" y="104829"/>
                  </a:lnTo>
                  <a:lnTo>
                    <a:pt x="153027" y="99879"/>
                  </a:lnTo>
                  <a:lnTo>
                    <a:pt x="150786" y="94999"/>
                  </a:lnTo>
                  <a:lnTo>
                    <a:pt x="148391" y="90193"/>
                  </a:lnTo>
                  <a:lnTo>
                    <a:pt x="145842" y="85466"/>
                  </a:lnTo>
                  <a:lnTo>
                    <a:pt x="143142" y="80824"/>
                  </a:lnTo>
                  <a:lnTo>
                    <a:pt x="140295" y="76270"/>
                  </a:lnTo>
                  <a:lnTo>
                    <a:pt x="137303" y="71811"/>
                  </a:lnTo>
                  <a:lnTo>
                    <a:pt x="134169" y="67450"/>
                  </a:lnTo>
                  <a:lnTo>
                    <a:pt x="130897" y="63192"/>
                  </a:lnTo>
                  <a:lnTo>
                    <a:pt x="127490" y="59041"/>
                  </a:lnTo>
                  <a:lnTo>
                    <a:pt x="123951" y="55002"/>
                  </a:lnTo>
                  <a:lnTo>
                    <a:pt x="120284" y="51078"/>
                  </a:lnTo>
                  <a:lnTo>
                    <a:pt x="116493" y="47275"/>
                  </a:lnTo>
                  <a:lnTo>
                    <a:pt x="112582" y="43595"/>
                  </a:lnTo>
                  <a:lnTo>
                    <a:pt x="108555" y="40042"/>
                  </a:lnTo>
                  <a:lnTo>
                    <a:pt x="104415" y="36621"/>
                  </a:lnTo>
                  <a:lnTo>
                    <a:pt x="100168" y="33334"/>
                  </a:lnTo>
                  <a:lnTo>
                    <a:pt x="95818" y="30186"/>
                  </a:lnTo>
                  <a:lnTo>
                    <a:pt x="91369" y="27179"/>
                  </a:lnTo>
                  <a:lnTo>
                    <a:pt x="86825" y="24316"/>
                  </a:lnTo>
                  <a:lnTo>
                    <a:pt x="82192" y="21601"/>
                  </a:lnTo>
                  <a:lnTo>
                    <a:pt x="77474" y="19036"/>
                  </a:lnTo>
                  <a:lnTo>
                    <a:pt x="72676" y="16624"/>
                  </a:lnTo>
                  <a:lnTo>
                    <a:pt x="67803" y="14368"/>
                  </a:lnTo>
                  <a:lnTo>
                    <a:pt x="62860" y="12268"/>
                  </a:lnTo>
                  <a:lnTo>
                    <a:pt x="57852" y="10329"/>
                  </a:lnTo>
                  <a:lnTo>
                    <a:pt x="52784" y="8552"/>
                  </a:lnTo>
                  <a:lnTo>
                    <a:pt x="47662" y="6938"/>
                  </a:lnTo>
                  <a:lnTo>
                    <a:pt x="42491" y="5490"/>
                  </a:lnTo>
                  <a:lnTo>
                    <a:pt x="37276" y="4209"/>
                  </a:lnTo>
                  <a:lnTo>
                    <a:pt x="32023" y="3095"/>
                  </a:lnTo>
                  <a:lnTo>
                    <a:pt x="26736" y="2151"/>
                  </a:lnTo>
                  <a:lnTo>
                    <a:pt x="21422" y="1378"/>
                  </a:lnTo>
                  <a:lnTo>
                    <a:pt x="16086" y="775"/>
                  </a:lnTo>
                  <a:lnTo>
                    <a:pt x="10733" y="344"/>
                  </a:lnTo>
                  <a:lnTo>
                    <a:pt x="536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1979" y="1681503"/>
              <a:ext cx="11255" cy="167167"/>
            </a:xfrm>
            <a:custGeom>
              <a:avLst/>
              <a:pathLst>
                <a:path w="11255" h="167167">
                  <a:moveTo>
                    <a:pt x="11255" y="0"/>
                  </a:moveTo>
                  <a:lnTo>
                    <a:pt x="0" y="379"/>
                  </a:lnTo>
                  <a:lnTo>
                    <a:pt x="1125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1979" y="1681882"/>
              <a:ext cx="11255" cy="166788"/>
            </a:xfrm>
            <a:custGeom>
              <a:avLst/>
              <a:pathLst>
                <a:path w="11255" h="166788">
                  <a:moveTo>
                    <a:pt x="0" y="0"/>
                  </a:moveTo>
                  <a:lnTo>
                    <a:pt x="11255" y="1667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86" y="1681882"/>
              <a:ext cx="334307" cy="333954"/>
            </a:xfrm>
            <a:custGeom>
              <a:avLst/>
              <a:pathLst>
                <a:path w="334307" h="333954">
                  <a:moveTo>
                    <a:pt x="155892" y="0"/>
                  </a:moveTo>
                  <a:lnTo>
                    <a:pt x="150617" y="439"/>
                  </a:lnTo>
                  <a:lnTo>
                    <a:pt x="145359" y="1046"/>
                  </a:lnTo>
                  <a:lnTo>
                    <a:pt x="140123" y="1819"/>
                  </a:lnTo>
                  <a:lnTo>
                    <a:pt x="134914" y="2757"/>
                  </a:lnTo>
                  <a:lnTo>
                    <a:pt x="129737" y="3860"/>
                  </a:lnTo>
                  <a:lnTo>
                    <a:pt x="124598" y="5126"/>
                  </a:lnTo>
                  <a:lnTo>
                    <a:pt x="119501" y="6554"/>
                  </a:lnTo>
                  <a:lnTo>
                    <a:pt x="114453" y="8143"/>
                  </a:lnTo>
                  <a:lnTo>
                    <a:pt x="109457" y="9890"/>
                  </a:lnTo>
                  <a:lnTo>
                    <a:pt x="104518" y="11796"/>
                  </a:lnTo>
                  <a:lnTo>
                    <a:pt x="99643" y="13856"/>
                  </a:lnTo>
                  <a:lnTo>
                    <a:pt x="94835" y="16070"/>
                  </a:lnTo>
                  <a:lnTo>
                    <a:pt x="90100" y="18435"/>
                  </a:lnTo>
                  <a:lnTo>
                    <a:pt x="85442" y="20948"/>
                  </a:lnTo>
                  <a:lnTo>
                    <a:pt x="80866" y="23608"/>
                  </a:lnTo>
                  <a:lnTo>
                    <a:pt x="76376" y="26411"/>
                  </a:lnTo>
                  <a:lnTo>
                    <a:pt x="71978" y="29355"/>
                  </a:lnTo>
                  <a:lnTo>
                    <a:pt x="67675" y="32437"/>
                  </a:lnTo>
                  <a:lnTo>
                    <a:pt x="63471" y="35654"/>
                  </a:lnTo>
                  <a:lnTo>
                    <a:pt x="59372" y="39001"/>
                  </a:lnTo>
                  <a:lnTo>
                    <a:pt x="55380" y="42478"/>
                  </a:lnTo>
                  <a:lnTo>
                    <a:pt x="51501" y="46078"/>
                  </a:lnTo>
                  <a:lnTo>
                    <a:pt x="47737" y="49800"/>
                  </a:lnTo>
                  <a:lnTo>
                    <a:pt x="44093" y="53639"/>
                  </a:lnTo>
                  <a:lnTo>
                    <a:pt x="40573" y="57591"/>
                  </a:lnTo>
                  <a:lnTo>
                    <a:pt x="37179" y="61653"/>
                  </a:lnTo>
                  <a:lnTo>
                    <a:pt x="33916" y="65821"/>
                  </a:lnTo>
                  <a:lnTo>
                    <a:pt x="30787" y="70089"/>
                  </a:lnTo>
                  <a:lnTo>
                    <a:pt x="27794" y="74454"/>
                  </a:lnTo>
                  <a:lnTo>
                    <a:pt x="24940" y="78912"/>
                  </a:lnTo>
                  <a:lnTo>
                    <a:pt x="22230" y="83459"/>
                  </a:lnTo>
                  <a:lnTo>
                    <a:pt x="19664" y="88088"/>
                  </a:lnTo>
                  <a:lnTo>
                    <a:pt x="17247" y="92797"/>
                  </a:lnTo>
                  <a:lnTo>
                    <a:pt x="14979" y="97579"/>
                  </a:lnTo>
                  <a:lnTo>
                    <a:pt x="12865" y="102432"/>
                  </a:lnTo>
                  <a:lnTo>
                    <a:pt x="10904" y="107348"/>
                  </a:lnTo>
                  <a:lnTo>
                    <a:pt x="9101" y="112324"/>
                  </a:lnTo>
                  <a:lnTo>
                    <a:pt x="7456" y="117355"/>
                  </a:lnTo>
                  <a:lnTo>
                    <a:pt x="5971" y="122435"/>
                  </a:lnTo>
                  <a:lnTo>
                    <a:pt x="4648" y="127560"/>
                  </a:lnTo>
                  <a:lnTo>
                    <a:pt x="3487" y="132724"/>
                  </a:lnTo>
                  <a:lnTo>
                    <a:pt x="2491" y="137923"/>
                  </a:lnTo>
                  <a:lnTo>
                    <a:pt x="1660" y="143150"/>
                  </a:lnTo>
                  <a:lnTo>
                    <a:pt x="994" y="148401"/>
                  </a:lnTo>
                  <a:lnTo>
                    <a:pt x="496" y="153670"/>
                  </a:lnTo>
                  <a:lnTo>
                    <a:pt x="164" y="158953"/>
                  </a:lnTo>
                  <a:lnTo>
                    <a:pt x="0" y="164243"/>
                  </a:lnTo>
                  <a:lnTo>
                    <a:pt x="3" y="169536"/>
                  </a:lnTo>
                  <a:lnTo>
                    <a:pt x="174" y="174826"/>
                  </a:lnTo>
                  <a:lnTo>
                    <a:pt x="512" y="180108"/>
                  </a:lnTo>
                  <a:lnTo>
                    <a:pt x="1017" y="185377"/>
                  </a:lnTo>
                  <a:lnTo>
                    <a:pt x="1689" y="190627"/>
                  </a:lnTo>
                  <a:lnTo>
                    <a:pt x="2526" y="195853"/>
                  </a:lnTo>
                  <a:lnTo>
                    <a:pt x="3529" y="201050"/>
                  </a:lnTo>
                  <a:lnTo>
                    <a:pt x="4696" y="206213"/>
                  </a:lnTo>
                  <a:lnTo>
                    <a:pt x="6025" y="211336"/>
                  </a:lnTo>
                  <a:lnTo>
                    <a:pt x="7516" y="216415"/>
                  </a:lnTo>
                  <a:lnTo>
                    <a:pt x="9168" y="221444"/>
                  </a:lnTo>
                  <a:lnTo>
                    <a:pt x="10977" y="226418"/>
                  </a:lnTo>
                  <a:lnTo>
                    <a:pt x="12943" y="231332"/>
                  </a:lnTo>
                  <a:lnTo>
                    <a:pt x="15064" y="236181"/>
                  </a:lnTo>
                  <a:lnTo>
                    <a:pt x="17337" y="240961"/>
                  </a:lnTo>
                  <a:lnTo>
                    <a:pt x="19760" y="245667"/>
                  </a:lnTo>
                  <a:lnTo>
                    <a:pt x="22331" y="250293"/>
                  </a:lnTo>
                  <a:lnTo>
                    <a:pt x="25048" y="254836"/>
                  </a:lnTo>
                  <a:lnTo>
                    <a:pt x="27906" y="259291"/>
                  </a:lnTo>
                  <a:lnTo>
                    <a:pt x="30905" y="263653"/>
                  </a:lnTo>
                  <a:lnTo>
                    <a:pt x="34040" y="267917"/>
                  </a:lnTo>
                  <a:lnTo>
                    <a:pt x="37308" y="272080"/>
                  </a:lnTo>
                  <a:lnTo>
                    <a:pt x="40706" y="276138"/>
                  </a:lnTo>
                  <a:lnTo>
                    <a:pt x="44232" y="280086"/>
                  </a:lnTo>
                  <a:lnTo>
                    <a:pt x="47880" y="283921"/>
                  </a:lnTo>
                  <a:lnTo>
                    <a:pt x="51648" y="287638"/>
                  </a:lnTo>
                  <a:lnTo>
                    <a:pt x="55532" y="291234"/>
                  </a:lnTo>
                  <a:lnTo>
                    <a:pt x="59528" y="294705"/>
                  </a:lnTo>
                  <a:lnTo>
                    <a:pt x="63631" y="298048"/>
                  </a:lnTo>
                  <a:lnTo>
                    <a:pt x="67839" y="301259"/>
                  </a:lnTo>
                  <a:lnTo>
                    <a:pt x="72146" y="304336"/>
                  </a:lnTo>
                  <a:lnTo>
                    <a:pt x="76548" y="307275"/>
                  </a:lnTo>
                  <a:lnTo>
                    <a:pt x="81041" y="310072"/>
                  </a:lnTo>
                  <a:lnTo>
                    <a:pt x="85620" y="312727"/>
                  </a:lnTo>
                  <a:lnTo>
                    <a:pt x="90281" y="315235"/>
                  </a:lnTo>
                  <a:lnTo>
                    <a:pt x="95019" y="317594"/>
                  </a:lnTo>
                  <a:lnTo>
                    <a:pt x="99830" y="319801"/>
                  </a:lnTo>
                  <a:lnTo>
                    <a:pt x="104708" y="321856"/>
                  </a:lnTo>
                  <a:lnTo>
                    <a:pt x="109648" y="323755"/>
                  </a:lnTo>
                  <a:lnTo>
                    <a:pt x="114646" y="325497"/>
                  </a:lnTo>
                  <a:lnTo>
                    <a:pt x="119697" y="327079"/>
                  </a:lnTo>
                  <a:lnTo>
                    <a:pt x="124795" y="328501"/>
                  </a:lnTo>
                  <a:lnTo>
                    <a:pt x="129936" y="329761"/>
                  </a:lnTo>
                  <a:lnTo>
                    <a:pt x="135114" y="330857"/>
                  </a:lnTo>
                  <a:lnTo>
                    <a:pt x="140325" y="331789"/>
                  </a:lnTo>
                  <a:lnTo>
                    <a:pt x="145562" y="332556"/>
                  </a:lnTo>
                  <a:lnTo>
                    <a:pt x="150820" y="333156"/>
                  </a:lnTo>
                  <a:lnTo>
                    <a:pt x="156096" y="333589"/>
                  </a:lnTo>
                  <a:lnTo>
                    <a:pt x="161382" y="333856"/>
                  </a:lnTo>
                  <a:lnTo>
                    <a:pt x="166674" y="333954"/>
                  </a:lnTo>
                  <a:lnTo>
                    <a:pt x="171966" y="333886"/>
                  </a:lnTo>
                  <a:lnTo>
                    <a:pt x="177254" y="333649"/>
                  </a:lnTo>
                  <a:lnTo>
                    <a:pt x="182531" y="333246"/>
                  </a:lnTo>
                  <a:lnTo>
                    <a:pt x="187793" y="332675"/>
                  </a:lnTo>
                  <a:lnTo>
                    <a:pt x="193035" y="331938"/>
                  </a:lnTo>
                  <a:lnTo>
                    <a:pt x="198250" y="331036"/>
                  </a:lnTo>
                  <a:lnTo>
                    <a:pt x="203435" y="329969"/>
                  </a:lnTo>
                  <a:lnTo>
                    <a:pt x="208582" y="328739"/>
                  </a:lnTo>
                  <a:lnTo>
                    <a:pt x="213689" y="327346"/>
                  </a:lnTo>
                  <a:lnTo>
                    <a:pt x="218748" y="325792"/>
                  </a:lnTo>
                  <a:lnTo>
                    <a:pt x="223756" y="324078"/>
                  </a:lnTo>
                  <a:lnTo>
                    <a:pt x="228708" y="322207"/>
                  </a:lnTo>
                  <a:lnTo>
                    <a:pt x="233597" y="320181"/>
                  </a:lnTo>
                  <a:lnTo>
                    <a:pt x="238420" y="318000"/>
                  </a:lnTo>
                  <a:lnTo>
                    <a:pt x="243171" y="315668"/>
                  </a:lnTo>
                  <a:lnTo>
                    <a:pt x="247847" y="313186"/>
                  </a:lnTo>
                  <a:lnTo>
                    <a:pt x="252441" y="310558"/>
                  </a:lnTo>
                  <a:lnTo>
                    <a:pt x="256950" y="307786"/>
                  </a:lnTo>
                  <a:lnTo>
                    <a:pt x="261368" y="304872"/>
                  </a:lnTo>
                  <a:lnTo>
                    <a:pt x="265693" y="301820"/>
                  </a:lnTo>
                  <a:lnTo>
                    <a:pt x="269918" y="298633"/>
                  </a:lnTo>
                  <a:lnTo>
                    <a:pt x="274041" y="295313"/>
                  </a:lnTo>
                  <a:lnTo>
                    <a:pt x="278056" y="291865"/>
                  </a:lnTo>
                  <a:lnTo>
                    <a:pt x="281960" y="288291"/>
                  </a:lnTo>
                  <a:lnTo>
                    <a:pt x="285749" y="284595"/>
                  </a:lnTo>
                  <a:lnTo>
                    <a:pt x="289419" y="280781"/>
                  </a:lnTo>
                  <a:lnTo>
                    <a:pt x="292967" y="276853"/>
                  </a:lnTo>
                  <a:lnTo>
                    <a:pt x="296388" y="272815"/>
                  </a:lnTo>
                  <a:lnTo>
                    <a:pt x="299680" y="268670"/>
                  </a:lnTo>
                  <a:lnTo>
                    <a:pt x="302839" y="264423"/>
                  </a:lnTo>
                  <a:lnTo>
                    <a:pt x="305862" y="260079"/>
                  </a:lnTo>
                  <a:lnTo>
                    <a:pt x="308746" y="255640"/>
                  </a:lnTo>
                  <a:lnTo>
                    <a:pt x="311488" y="251113"/>
                  </a:lnTo>
                  <a:lnTo>
                    <a:pt x="314085" y="246501"/>
                  </a:lnTo>
                  <a:lnTo>
                    <a:pt x="316535" y="241809"/>
                  </a:lnTo>
                  <a:lnTo>
                    <a:pt x="318835" y="237042"/>
                  </a:lnTo>
                  <a:lnTo>
                    <a:pt x="320984" y="232205"/>
                  </a:lnTo>
                  <a:lnTo>
                    <a:pt x="322977" y="227302"/>
                  </a:lnTo>
                  <a:lnTo>
                    <a:pt x="324815" y="222338"/>
                  </a:lnTo>
                  <a:lnTo>
                    <a:pt x="326495" y="217319"/>
                  </a:lnTo>
                  <a:lnTo>
                    <a:pt x="328015" y="212249"/>
                  </a:lnTo>
                  <a:lnTo>
                    <a:pt x="329373" y="207133"/>
                  </a:lnTo>
                  <a:lnTo>
                    <a:pt x="330569" y="201977"/>
                  </a:lnTo>
                  <a:lnTo>
                    <a:pt x="331601" y="196786"/>
                  </a:lnTo>
                  <a:lnTo>
                    <a:pt x="332469" y="191565"/>
                  </a:lnTo>
                  <a:lnTo>
                    <a:pt x="333170" y="186318"/>
                  </a:lnTo>
                  <a:lnTo>
                    <a:pt x="333705" y="181053"/>
                  </a:lnTo>
                  <a:lnTo>
                    <a:pt x="334073" y="175773"/>
                  </a:lnTo>
                  <a:lnTo>
                    <a:pt x="334274" y="170483"/>
                  </a:lnTo>
                  <a:lnTo>
                    <a:pt x="334307" y="165191"/>
                  </a:lnTo>
                  <a:lnTo>
                    <a:pt x="334173" y="159899"/>
                  </a:lnTo>
                  <a:lnTo>
                    <a:pt x="333871" y="154615"/>
                  </a:lnTo>
                  <a:lnTo>
                    <a:pt x="333402" y="149343"/>
                  </a:lnTo>
                  <a:lnTo>
                    <a:pt x="332767" y="144088"/>
                  </a:lnTo>
                  <a:lnTo>
                    <a:pt x="331965" y="138857"/>
                  </a:lnTo>
                  <a:lnTo>
                    <a:pt x="330998" y="133653"/>
                  </a:lnTo>
                  <a:lnTo>
                    <a:pt x="329867" y="128482"/>
                  </a:lnTo>
                  <a:lnTo>
                    <a:pt x="328573" y="123350"/>
                  </a:lnTo>
                  <a:lnTo>
                    <a:pt x="327117" y="118261"/>
                  </a:lnTo>
                  <a:lnTo>
                    <a:pt x="325500" y="113221"/>
                  </a:lnTo>
                  <a:lnTo>
                    <a:pt x="323725" y="108235"/>
                  </a:lnTo>
                  <a:lnTo>
                    <a:pt x="321793" y="103307"/>
                  </a:lnTo>
                  <a:lnTo>
                    <a:pt x="319706" y="98443"/>
                  </a:lnTo>
                  <a:lnTo>
                    <a:pt x="317466" y="93648"/>
                  </a:lnTo>
                  <a:lnTo>
                    <a:pt x="315075" y="88925"/>
                  </a:lnTo>
                  <a:lnTo>
                    <a:pt x="312536" y="84281"/>
                  </a:lnTo>
                  <a:lnTo>
                    <a:pt x="309851" y="79720"/>
                  </a:lnTo>
                  <a:lnTo>
                    <a:pt x="307023" y="75246"/>
                  </a:lnTo>
                  <a:lnTo>
                    <a:pt x="304055" y="70864"/>
                  </a:lnTo>
                  <a:lnTo>
                    <a:pt x="300949" y="66577"/>
                  </a:lnTo>
                  <a:lnTo>
                    <a:pt x="297710" y="62392"/>
                  </a:lnTo>
                  <a:lnTo>
                    <a:pt x="294339" y="58311"/>
                  </a:lnTo>
                  <a:lnTo>
                    <a:pt x="290841" y="54338"/>
                  </a:lnTo>
                  <a:lnTo>
                    <a:pt x="287219" y="50479"/>
                  </a:lnTo>
                  <a:lnTo>
                    <a:pt x="283477" y="46736"/>
                  </a:lnTo>
                  <a:lnTo>
                    <a:pt x="279618" y="43113"/>
                  </a:lnTo>
                  <a:lnTo>
                    <a:pt x="275646" y="39614"/>
                  </a:lnTo>
                  <a:lnTo>
                    <a:pt x="271566" y="36243"/>
                  </a:lnTo>
                  <a:lnTo>
                    <a:pt x="267381" y="33003"/>
                  </a:lnTo>
                  <a:lnTo>
                    <a:pt x="263095" y="29897"/>
                  </a:lnTo>
                  <a:lnTo>
                    <a:pt x="258713" y="26928"/>
                  </a:lnTo>
                  <a:lnTo>
                    <a:pt x="254239" y="24099"/>
                  </a:lnTo>
                  <a:lnTo>
                    <a:pt x="249679" y="21414"/>
                  </a:lnTo>
                  <a:lnTo>
                    <a:pt x="245035" y="18874"/>
                  </a:lnTo>
                  <a:lnTo>
                    <a:pt x="240313" y="16482"/>
                  </a:lnTo>
                  <a:lnTo>
                    <a:pt x="235518" y="14241"/>
                  </a:lnTo>
                  <a:lnTo>
                    <a:pt x="230654" y="12153"/>
                  </a:lnTo>
                  <a:lnTo>
                    <a:pt x="225727" y="10220"/>
                  </a:lnTo>
                  <a:lnTo>
                    <a:pt x="220741" y="8444"/>
                  </a:lnTo>
                  <a:lnTo>
                    <a:pt x="215701" y="6827"/>
                  </a:lnTo>
                  <a:lnTo>
                    <a:pt x="210613" y="5370"/>
                  </a:lnTo>
                  <a:lnTo>
                    <a:pt x="205481" y="4075"/>
                  </a:lnTo>
                  <a:lnTo>
                    <a:pt x="167148" y="1667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38333" cy="167167"/>
            </a:xfrm>
            <a:custGeom>
              <a:avLst/>
              <a:pathLst>
                <a:path w="38333" h="167167">
                  <a:moveTo>
                    <a:pt x="38333" y="4454"/>
                  </a:moveTo>
                  <a:lnTo>
                    <a:pt x="32031" y="3097"/>
                  </a:lnTo>
                  <a:lnTo>
                    <a:pt x="25682" y="1984"/>
                  </a:lnTo>
                  <a:lnTo>
                    <a:pt x="19295" y="1117"/>
                  </a:lnTo>
                  <a:lnTo>
                    <a:pt x="12879" y="496"/>
                  </a:lnTo>
                  <a:lnTo>
                    <a:pt x="6444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2" y="1322571"/>
              <a:ext cx="167167" cy="310421"/>
            </a:xfrm>
            <a:custGeom>
              <a:avLst/>
              <a:pathLst>
                <a:path w="167167" h="310421">
                  <a:moveTo>
                    <a:pt x="167167" y="0"/>
                  </a:moveTo>
                  <a:lnTo>
                    <a:pt x="161801" y="86"/>
                  </a:lnTo>
                  <a:lnTo>
                    <a:pt x="156442" y="344"/>
                  </a:lnTo>
                  <a:lnTo>
                    <a:pt x="151093" y="774"/>
                  </a:lnTo>
                  <a:lnTo>
                    <a:pt x="145761" y="1376"/>
                  </a:lnTo>
                  <a:lnTo>
                    <a:pt x="140451" y="2148"/>
                  </a:lnTo>
                  <a:lnTo>
                    <a:pt x="135169" y="3090"/>
                  </a:lnTo>
                  <a:lnTo>
                    <a:pt x="129919" y="4202"/>
                  </a:lnTo>
                  <a:lnTo>
                    <a:pt x="124708" y="5481"/>
                  </a:lnTo>
                  <a:lnTo>
                    <a:pt x="119541" y="6927"/>
                  </a:lnTo>
                  <a:lnTo>
                    <a:pt x="114422" y="8538"/>
                  </a:lnTo>
                  <a:lnTo>
                    <a:pt x="109358" y="10313"/>
                  </a:lnTo>
                  <a:lnTo>
                    <a:pt x="104354" y="12249"/>
                  </a:lnTo>
                  <a:lnTo>
                    <a:pt x="99414" y="14345"/>
                  </a:lnTo>
                  <a:lnTo>
                    <a:pt x="94544" y="16598"/>
                  </a:lnTo>
                  <a:lnTo>
                    <a:pt x="89749" y="19007"/>
                  </a:lnTo>
                  <a:lnTo>
                    <a:pt x="85034" y="21568"/>
                  </a:lnTo>
                  <a:lnTo>
                    <a:pt x="80403" y="24279"/>
                  </a:lnTo>
                  <a:lnTo>
                    <a:pt x="75862" y="27137"/>
                  </a:lnTo>
                  <a:lnTo>
                    <a:pt x="71415" y="30139"/>
                  </a:lnTo>
                  <a:lnTo>
                    <a:pt x="67066" y="33283"/>
                  </a:lnTo>
                  <a:lnTo>
                    <a:pt x="62821" y="36565"/>
                  </a:lnTo>
                  <a:lnTo>
                    <a:pt x="58683" y="39981"/>
                  </a:lnTo>
                  <a:lnTo>
                    <a:pt x="54657" y="43528"/>
                  </a:lnTo>
                  <a:lnTo>
                    <a:pt x="50747" y="47203"/>
                  </a:lnTo>
                  <a:lnTo>
                    <a:pt x="46956" y="51001"/>
                  </a:lnTo>
                  <a:lnTo>
                    <a:pt x="43290" y="54919"/>
                  </a:lnTo>
                  <a:lnTo>
                    <a:pt x="39751" y="58953"/>
                  </a:lnTo>
                  <a:lnTo>
                    <a:pt x="36344" y="63098"/>
                  </a:lnTo>
                  <a:lnTo>
                    <a:pt x="33071" y="67350"/>
                  </a:lnTo>
                  <a:lnTo>
                    <a:pt x="29937" y="71705"/>
                  </a:lnTo>
                  <a:lnTo>
                    <a:pt x="26944" y="76159"/>
                  </a:lnTo>
                  <a:lnTo>
                    <a:pt x="24095" y="80706"/>
                  </a:lnTo>
                  <a:lnTo>
                    <a:pt x="21394" y="85343"/>
                  </a:lnTo>
                  <a:lnTo>
                    <a:pt x="18843" y="90063"/>
                  </a:lnTo>
                  <a:lnTo>
                    <a:pt x="16444" y="94864"/>
                  </a:lnTo>
                  <a:lnTo>
                    <a:pt x="14201" y="99738"/>
                  </a:lnTo>
                  <a:lnTo>
                    <a:pt x="12116" y="104682"/>
                  </a:lnTo>
                  <a:lnTo>
                    <a:pt x="10191" y="109691"/>
                  </a:lnTo>
                  <a:lnTo>
                    <a:pt x="8427" y="114758"/>
                  </a:lnTo>
                  <a:lnTo>
                    <a:pt x="6827" y="119880"/>
                  </a:lnTo>
                  <a:lnTo>
                    <a:pt x="5392" y="125051"/>
                  </a:lnTo>
                  <a:lnTo>
                    <a:pt x="4123" y="130264"/>
                  </a:lnTo>
                  <a:lnTo>
                    <a:pt x="3023" y="135516"/>
                  </a:lnTo>
                  <a:lnTo>
                    <a:pt x="2091" y="140801"/>
                  </a:lnTo>
                  <a:lnTo>
                    <a:pt x="1330" y="146112"/>
                  </a:lnTo>
                  <a:lnTo>
                    <a:pt x="740" y="151446"/>
                  </a:lnTo>
                  <a:lnTo>
                    <a:pt x="321" y="156795"/>
                  </a:lnTo>
                  <a:lnTo>
                    <a:pt x="74" y="162155"/>
                  </a:lnTo>
                  <a:lnTo>
                    <a:pt x="0" y="167521"/>
                  </a:lnTo>
                  <a:lnTo>
                    <a:pt x="97" y="172886"/>
                  </a:lnTo>
                  <a:lnTo>
                    <a:pt x="367" y="178245"/>
                  </a:lnTo>
                  <a:lnTo>
                    <a:pt x="808" y="183593"/>
                  </a:lnTo>
                  <a:lnTo>
                    <a:pt x="1421" y="188923"/>
                  </a:lnTo>
                  <a:lnTo>
                    <a:pt x="2205" y="194232"/>
                  </a:lnTo>
                  <a:lnTo>
                    <a:pt x="3158" y="199512"/>
                  </a:lnTo>
                  <a:lnTo>
                    <a:pt x="4281" y="204759"/>
                  </a:lnTo>
                  <a:lnTo>
                    <a:pt x="5571" y="209968"/>
                  </a:lnTo>
                  <a:lnTo>
                    <a:pt x="7028" y="215132"/>
                  </a:lnTo>
                  <a:lnTo>
                    <a:pt x="8650" y="220247"/>
                  </a:lnTo>
                  <a:lnTo>
                    <a:pt x="10435" y="225307"/>
                  </a:lnTo>
                  <a:lnTo>
                    <a:pt x="12382" y="230308"/>
                  </a:lnTo>
                  <a:lnTo>
                    <a:pt x="14488" y="235243"/>
                  </a:lnTo>
                  <a:lnTo>
                    <a:pt x="16752" y="240108"/>
                  </a:lnTo>
                  <a:lnTo>
                    <a:pt x="19170" y="244898"/>
                  </a:lnTo>
                  <a:lnTo>
                    <a:pt x="21741" y="249608"/>
                  </a:lnTo>
                  <a:lnTo>
                    <a:pt x="24462" y="254233"/>
                  </a:lnTo>
                  <a:lnTo>
                    <a:pt x="27330" y="258768"/>
                  </a:lnTo>
                  <a:lnTo>
                    <a:pt x="30342" y="263209"/>
                  </a:lnTo>
                  <a:lnTo>
                    <a:pt x="33495" y="267550"/>
                  </a:lnTo>
                  <a:lnTo>
                    <a:pt x="36786" y="271789"/>
                  </a:lnTo>
                  <a:lnTo>
                    <a:pt x="40211" y="275920"/>
                  </a:lnTo>
                  <a:lnTo>
                    <a:pt x="43766" y="279938"/>
                  </a:lnTo>
                  <a:lnTo>
                    <a:pt x="47449" y="283841"/>
                  </a:lnTo>
                  <a:lnTo>
                    <a:pt x="51256" y="287623"/>
                  </a:lnTo>
                  <a:lnTo>
                    <a:pt x="55181" y="291281"/>
                  </a:lnTo>
                  <a:lnTo>
                    <a:pt x="59222" y="294811"/>
                  </a:lnTo>
                  <a:lnTo>
                    <a:pt x="63375" y="298210"/>
                  </a:lnTo>
                  <a:lnTo>
                    <a:pt x="67634" y="301473"/>
                  </a:lnTo>
                  <a:lnTo>
                    <a:pt x="71996" y="304599"/>
                  </a:lnTo>
                  <a:lnTo>
                    <a:pt x="76456" y="307582"/>
                  </a:lnTo>
                  <a:lnTo>
                    <a:pt x="81009" y="31042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4881" y="1489739"/>
              <a:ext cx="86157" cy="143254"/>
            </a:xfrm>
            <a:custGeom>
              <a:avLst/>
              <a:pathLst>
                <a:path w="86157" h="143254">
                  <a:moveTo>
                    <a:pt x="0" y="143254"/>
                  </a:moveTo>
                  <a:lnTo>
                    <a:pt x="8615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4881" y="1348889"/>
              <a:ext cx="253306" cy="308017"/>
            </a:xfrm>
            <a:custGeom>
              <a:avLst/>
              <a:pathLst>
                <a:path w="253306" h="308017">
                  <a:moveTo>
                    <a:pt x="0" y="284104"/>
                  </a:moveTo>
                  <a:lnTo>
                    <a:pt x="4595" y="286769"/>
                  </a:lnTo>
                  <a:lnTo>
                    <a:pt x="9272" y="289287"/>
                  </a:lnTo>
                  <a:lnTo>
                    <a:pt x="14027" y="291655"/>
                  </a:lnTo>
                  <a:lnTo>
                    <a:pt x="18855" y="293871"/>
                  </a:lnTo>
                  <a:lnTo>
                    <a:pt x="23751" y="295932"/>
                  </a:lnTo>
                  <a:lnTo>
                    <a:pt x="28710" y="297836"/>
                  </a:lnTo>
                  <a:lnTo>
                    <a:pt x="33727" y="299582"/>
                  </a:lnTo>
                  <a:lnTo>
                    <a:pt x="38797" y="301168"/>
                  </a:lnTo>
                  <a:lnTo>
                    <a:pt x="43915" y="302592"/>
                  </a:lnTo>
                  <a:lnTo>
                    <a:pt x="49075" y="303852"/>
                  </a:lnTo>
                  <a:lnTo>
                    <a:pt x="54273" y="304948"/>
                  </a:lnTo>
                  <a:lnTo>
                    <a:pt x="59503" y="305878"/>
                  </a:lnTo>
                  <a:lnTo>
                    <a:pt x="64760" y="306642"/>
                  </a:lnTo>
                  <a:lnTo>
                    <a:pt x="70039" y="307238"/>
                  </a:lnTo>
                  <a:lnTo>
                    <a:pt x="75334" y="307666"/>
                  </a:lnTo>
                  <a:lnTo>
                    <a:pt x="80639" y="307926"/>
                  </a:lnTo>
                  <a:lnTo>
                    <a:pt x="85951" y="308017"/>
                  </a:lnTo>
                  <a:lnTo>
                    <a:pt x="91262" y="307939"/>
                  </a:lnTo>
                  <a:lnTo>
                    <a:pt x="96569" y="307692"/>
                  </a:lnTo>
                  <a:lnTo>
                    <a:pt x="101865" y="307277"/>
                  </a:lnTo>
                  <a:lnTo>
                    <a:pt x="107145" y="306694"/>
                  </a:lnTo>
                  <a:lnTo>
                    <a:pt x="112403" y="305944"/>
                  </a:lnTo>
                  <a:lnTo>
                    <a:pt x="117636" y="305026"/>
                  </a:lnTo>
                  <a:lnTo>
                    <a:pt x="122836" y="303943"/>
                  </a:lnTo>
                  <a:lnTo>
                    <a:pt x="128000" y="302696"/>
                  </a:lnTo>
                  <a:lnTo>
                    <a:pt x="133121" y="301284"/>
                  </a:lnTo>
                  <a:lnTo>
                    <a:pt x="138195" y="299711"/>
                  </a:lnTo>
                  <a:lnTo>
                    <a:pt x="143216" y="297978"/>
                  </a:lnTo>
                  <a:lnTo>
                    <a:pt x="148180" y="296085"/>
                  </a:lnTo>
                  <a:lnTo>
                    <a:pt x="153081" y="294036"/>
                  </a:lnTo>
                  <a:lnTo>
                    <a:pt x="157914" y="291833"/>
                  </a:lnTo>
                  <a:lnTo>
                    <a:pt x="162675" y="289476"/>
                  </a:lnTo>
                  <a:lnTo>
                    <a:pt x="167359" y="286970"/>
                  </a:lnTo>
                  <a:lnTo>
                    <a:pt x="171961" y="284316"/>
                  </a:lnTo>
                  <a:lnTo>
                    <a:pt x="176476" y="281518"/>
                  </a:lnTo>
                  <a:lnTo>
                    <a:pt x="180900" y="278577"/>
                  </a:lnTo>
                  <a:lnTo>
                    <a:pt x="185228" y="275497"/>
                  </a:lnTo>
                  <a:lnTo>
                    <a:pt x="189456" y="272281"/>
                  </a:lnTo>
                  <a:lnTo>
                    <a:pt x="193580" y="268933"/>
                  </a:lnTo>
                  <a:lnTo>
                    <a:pt x="197595" y="265455"/>
                  </a:lnTo>
                  <a:lnTo>
                    <a:pt x="201498" y="261851"/>
                  </a:lnTo>
                  <a:lnTo>
                    <a:pt x="205284" y="258125"/>
                  </a:lnTo>
                  <a:lnTo>
                    <a:pt x="208951" y="254281"/>
                  </a:lnTo>
                  <a:lnTo>
                    <a:pt x="212493" y="250322"/>
                  </a:lnTo>
                  <a:lnTo>
                    <a:pt x="215907" y="246253"/>
                  </a:lnTo>
                  <a:lnTo>
                    <a:pt x="219191" y="242077"/>
                  </a:lnTo>
                  <a:lnTo>
                    <a:pt x="222340" y="237799"/>
                  </a:lnTo>
                  <a:lnTo>
                    <a:pt x="225351" y="233423"/>
                  </a:lnTo>
                  <a:lnTo>
                    <a:pt x="228223" y="228954"/>
                  </a:lnTo>
                  <a:lnTo>
                    <a:pt x="230950" y="224395"/>
                  </a:lnTo>
                  <a:lnTo>
                    <a:pt x="233532" y="219753"/>
                  </a:lnTo>
                  <a:lnTo>
                    <a:pt x="235964" y="215030"/>
                  </a:lnTo>
                  <a:lnTo>
                    <a:pt x="238246" y="210233"/>
                  </a:lnTo>
                  <a:lnTo>
                    <a:pt x="240373" y="205366"/>
                  </a:lnTo>
                  <a:lnTo>
                    <a:pt x="242345" y="200433"/>
                  </a:lnTo>
                  <a:lnTo>
                    <a:pt x="244160" y="195440"/>
                  </a:lnTo>
                  <a:lnTo>
                    <a:pt x="245814" y="190393"/>
                  </a:lnTo>
                  <a:lnTo>
                    <a:pt x="247308" y="185295"/>
                  </a:lnTo>
                  <a:lnTo>
                    <a:pt x="248639" y="180152"/>
                  </a:lnTo>
                  <a:lnTo>
                    <a:pt x="249805" y="174970"/>
                  </a:lnTo>
                  <a:lnTo>
                    <a:pt x="250807" y="169753"/>
                  </a:lnTo>
                  <a:lnTo>
                    <a:pt x="251642" y="164507"/>
                  </a:lnTo>
                  <a:lnTo>
                    <a:pt x="252310" y="159237"/>
                  </a:lnTo>
                  <a:lnTo>
                    <a:pt x="252811" y="153948"/>
                  </a:lnTo>
                  <a:lnTo>
                    <a:pt x="253143" y="148647"/>
                  </a:lnTo>
                  <a:lnTo>
                    <a:pt x="253306" y="143337"/>
                  </a:lnTo>
                  <a:lnTo>
                    <a:pt x="253301" y="138025"/>
                  </a:lnTo>
                  <a:lnTo>
                    <a:pt x="253127" y="132716"/>
                  </a:lnTo>
                  <a:lnTo>
                    <a:pt x="252784" y="127414"/>
                  </a:lnTo>
                  <a:lnTo>
                    <a:pt x="252273" y="122127"/>
                  </a:lnTo>
                  <a:lnTo>
                    <a:pt x="251594" y="116858"/>
                  </a:lnTo>
                  <a:lnTo>
                    <a:pt x="250748" y="111614"/>
                  </a:lnTo>
                  <a:lnTo>
                    <a:pt x="249736" y="106399"/>
                  </a:lnTo>
                  <a:lnTo>
                    <a:pt x="248559" y="101219"/>
                  </a:lnTo>
                  <a:lnTo>
                    <a:pt x="247218" y="96079"/>
                  </a:lnTo>
                  <a:lnTo>
                    <a:pt x="245714" y="90984"/>
                  </a:lnTo>
                  <a:lnTo>
                    <a:pt x="244049" y="85940"/>
                  </a:lnTo>
                  <a:lnTo>
                    <a:pt x="242225" y="80951"/>
                  </a:lnTo>
                  <a:lnTo>
                    <a:pt x="240243" y="76022"/>
                  </a:lnTo>
                  <a:lnTo>
                    <a:pt x="238105" y="71159"/>
                  </a:lnTo>
                  <a:lnTo>
                    <a:pt x="235814" y="66367"/>
                  </a:lnTo>
                  <a:lnTo>
                    <a:pt x="233372" y="61649"/>
                  </a:lnTo>
                  <a:lnTo>
                    <a:pt x="230781" y="57012"/>
                  </a:lnTo>
                  <a:lnTo>
                    <a:pt x="228044" y="52459"/>
                  </a:lnTo>
                  <a:lnTo>
                    <a:pt x="225164" y="47995"/>
                  </a:lnTo>
                  <a:lnTo>
                    <a:pt x="222144" y="43625"/>
                  </a:lnTo>
                  <a:lnTo>
                    <a:pt x="218986" y="39354"/>
                  </a:lnTo>
                  <a:lnTo>
                    <a:pt x="215694" y="35184"/>
                  </a:lnTo>
                  <a:lnTo>
                    <a:pt x="212271" y="31122"/>
                  </a:lnTo>
                  <a:lnTo>
                    <a:pt x="208721" y="27170"/>
                  </a:lnTo>
                  <a:lnTo>
                    <a:pt x="205047" y="23333"/>
                  </a:lnTo>
                  <a:lnTo>
                    <a:pt x="201254" y="19615"/>
                  </a:lnTo>
                  <a:lnTo>
                    <a:pt x="197343" y="16020"/>
                  </a:lnTo>
                  <a:lnTo>
                    <a:pt x="193321" y="12550"/>
                  </a:lnTo>
                  <a:lnTo>
                    <a:pt x="189190" y="9210"/>
                  </a:lnTo>
                  <a:lnTo>
                    <a:pt x="184956" y="6002"/>
                  </a:lnTo>
                  <a:lnTo>
                    <a:pt x="180621" y="2931"/>
                  </a:lnTo>
                  <a:lnTo>
                    <a:pt x="176192" y="0"/>
                  </a:lnTo>
                  <a:lnTo>
                    <a:pt x="86157" y="1408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90034" cy="167167"/>
            </a:xfrm>
            <a:custGeom>
              <a:avLst/>
              <a:pathLst>
                <a:path w="90034" h="167167">
                  <a:moveTo>
                    <a:pt x="90034" y="26317"/>
                  </a:moveTo>
                  <a:lnTo>
                    <a:pt x="85272" y="23384"/>
                  </a:lnTo>
                  <a:lnTo>
                    <a:pt x="80415" y="20612"/>
                  </a:lnTo>
                  <a:lnTo>
                    <a:pt x="75468" y="18004"/>
                  </a:lnTo>
                  <a:lnTo>
                    <a:pt x="70436" y="15563"/>
                  </a:lnTo>
                  <a:lnTo>
                    <a:pt x="65325" y="13292"/>
                  </a:lnTo>
                  <a:lnTo>
                    <a:pt x="60141" y="11193"/>
                  </a:lnTo>
                  <a:lnTo>
                    <a:pt x="54890" y="9268"/>
                  </a:lnTo>
                  <a:lnTo>
                    <a:pt x="49578" y="7521"/>
                  </a:lnTo>
                  <a:lnTo>
                    <a:pt x="44210" y="5952"/>
                  </a:lnTo>
                  <a:lnTo>
                    <a:pt x="38793" y="4563"/>
                  </a:lnTo>
                  <a:lnTo>
                    <a:pt x="33332" y="3356"/>
                  </a:lnTo>
                  <a:lnTo>
                    <a:pt x="27834" y="2333"/>
                  </a:lnTo>
                  <a:lnTo>
                    <a:pt x="22304" y="1494"/>
                  </a:lnTo>
                  <a:lnTo>
                    <a:pt x="16750" y="841"/>
                  </a:lnTo>
                  <a:lnTo>
                    <a:pt x="11177" y="374"/>
                  </a:lnTo>
                  <a:lnTo>
                    <a:pt x="559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2" y="1071028"/>
              <a:ext cx="167166" cy="286678"/>
            </a:xfrm>
            <a:custGeom>
              <a:avLst/>
              <a:pathLst>
                <a:path w="167166" h="286678">
                  <a:moveTo>
                    <a:pt x="167166" y="0"/>
                  </a:moveTo>
                  <a:lnTo>
                    <a:pt x="161819" y="85"/>
                  </a:lnTo>
                  <a:lnTo>
                    <a:pt x="156478" y="342"/>
                  </a:lnTo>
                  <a:lnTo>
                    <a:pt x="151147" y="769"/>
                  </a:lnTo>
                  <a:lnTo>
                    <a:pt x="145833" y="1366"/>
                  </a:lnTo>
                  <a:lnTo>
                    <a:pt x="140541" y="2133"/>
                  </a:lnTo>
                  <a:lnTo>
                    <a:pt x="135276" y="3069"/>
                  </a:lnTo>
                  <a:lnTo>
                    <a:pt x="130044" y="4173"/>
                  </a:lnTo>
                  <a:lnTo>
                    <a:pt x="124849" y="5444"/>
                  </a:lnTo>
                  <a:lnTo>
                    <a:pt x="119698" y="6880"/>
                  </a:lnTo>
                  <a:lnTo>
                    <a:pt x="114596" y="8481"/>
                  </a:lnTo>
                  <a:lnTo>
                    <a:pt x="109547" y="10243"/>
                  </a:lnTo>
                  <a:lnTo>
                    <a:pt x="104557" y="12167"/>
                  </a:lnTo>
                  <a:lnTo>
                    <a:pt x="99632" y="14249"/>
                  </a:lnTo>
                  <a:lnTo>
                    <a:pt x="94775" y="16487"/>
                  </a:lnTo>
                  <a:lnTo>
                    <a:pt x="89993" y="18879"/>
                  </a:lnTo>
                  <a:lnTo>
                    <a:pt x="85289" y="21424"/>
                  </a:lnTo>
                  <a:lnTo>
                    <a:pt x="80669" y="24117"/>
                  </a:lnTo>
                  <a:lnTo>
                    <a:pt x="76138" y="26957"/>
                  </a:lnTo>
                  <a:lnTo>
                    <a:pt x="71700" y="29940"/>
                  </a:lnTo>
                  <a:lnTo>
                    <a:pt x="67360" y="33064"/>
                  </a:lnTo>
                  <a:lnTo>
                    <a:pt x="63121" y="36325"/>
                  </a:lnTo>
                  <a:lnTo>
                    <a:pt x="58990" y="39720"/>
                  </a:lnTo>
                  <a:lnTo>
                    <a:pt x="54969" y="43245"/>
                  </a:lnTo>
                  <a:lnTo>
                    <a:pt x="51062" y="46897"/>
                  </a:lnTo>
                  <a:lnTo>
                    <a:pt x="47275" y="50672"/>
                  </a:lnTo>
                  <a:lnTo>
                    <a:pt x="43610" y="54566"/>
                  </a:lnTo>
                  <a:lnTo>
                    <a:pt x="40072" y="58576"/>
                  </a:lnTo>
                  <a:lnTo>
                    <a:pt x="36664" y="62697"/>
                  </a:lnTo>
                  <a:lnTo>
                    <a:pt x="33389" y="66924"/>
                  </a:lnTo>
                  <a:lnTo>
                    <a:pt x="30251" y="71254"/>
                  </a:lnTo>
                  <a:lnTo>
                    <a:pt x="27253" y="75683"/>
                  </a:lnTo>
                  <a:lnTo>
                    <a:pt x="24399" y="80205"/>
                  </a:lnTo>
                  <a:lnTo>
                    <a:pt x="21690" y="84816"/>
                  </a:lnTo>
                  <a:lnTo>
                    <a:pt x="19131" y="89511"/>
                  </a:lnTo>
                  <a:lnTo>
                    <a:pt x="16723" y="94285"/>
                  </a:lnTo>
                  <a:lnTo>
                    <a:pt x="14468" y="99135"/>
                  </a:lnTo>
                  <a:lnTo>
                    <a:pt x="12371" y="104054"/>
                  </a:lnTo>
                  <a:lnTo>
                    <a:pt x="10431" y="109037"/>
                  </a:lnTo>
                  <a:lnTo>
                    <a:pt x="8652" y="114080"/>
                  </a:lnTo>
                  <a:lnTo>
                    <a:pt x="7035" y="119177"/>
                  </a:lnTo>
                  <a:lnTo>
                    <a:pt x="5582" y="124324"/>
                  </a:lnTo>
                  <a:lnTo>
                    <a:pt x="4294" y="129514"/>
                  </a:lnTo>
                  <a:lnTo>
                    <a:pt x="3173" y="134743"/>
                  </a:lnTo>
                  <a:lnTo>
                    <a:pt x="2220" y="140004"/>
                  </a:lnTo>
                  <a:lnTo>
                    <a:pt x="1436" y="145294"/>
                  </a:lnTo>
                  <a:lnTo>
                    <a:pt x="821" y="150606"/>
                  </a:lnTo>
                  <a:lnTo>
                    <a:pt x="376" y="155935"/>
                  </a:lnTo>
                  <a:lnTo>
                    <a:pt x="102" y="161276"/>
                  </a:lnTo>
                  <a:lnTo>
                    <a:pt x="0" y="166622"/>
                  </a:lnTo>
                  <a:lnTo>
                    <a:pt x="68" y="171970"/>
                  </a:lnTo>
                  <a:lnTo>
                    <a:pt x="307" y="177312"/>
                  </a:lnTo>
                  <a:lnTo>
                    <a:pt x="717" y="182644"/>
                  </a:lnTo>
                  <a:lnTo>
                    <a:pt x="1297" y="187960"/>
                  </a:lnTo>
                  <a:lnTo>
                    <a:pt x="2047" y="193254"/>
                  </a:lnTo>
                  <a:lnTo>
                    <a:pt x="2966" y="198522"/>
                  </a:lnTo>
                  <a:lnTo>
                    <a:pt x="4053" y="203758"/>
                  </a:lnTo>
                  <a:lnTo>
                    <a:pt x="5306" y="208957"/>
                  </a:lnTo>
                  <a:lnTo>
                    <a:pt x="6726" y="214112"/>
                  </a:lnTo>
                  <a:lnTo>
                    <a:pt x="8309" y="219220"/>
                  </a:lnTo>
                  <a:lnTo>
                    <a:pt x="10056" y="224275"/>
                  </a:lnTo>
                  <a:lnTo>
                    <a:pt x="11963" y="229271"/>
                  </a:lnTo>
                  <a:lnTo>
                    <a:pt x="14028" y="234203"/>
                  </a:lnTo>
                  <a:lnTo>
                    <a:pt x="16251" y="239067"/>
                  </a:lnTo>
                  <a:lnTo>
                    <a:pt x="18628" y="243857"/>
                  </a:lnTo>
                  <a:lnTo>
                    <a:pt x="21157" y="248569"/>
                  </a:lnTo>
                  <a:lnTo>
                    <a:pt x="23835" y="253197"/>
                  </a:lnTo>
                  <a:lnTo>
                    <a:pt x="26660" y="257738"/>
                  </a:lnTo>
                  <a:lnTo>
                    <a:pt x="29629" y="262186"/>
                  </a:lnTo>
                  <a:lnTo>
                    <a:pt x="32739" y="266536"/>
                  </a:lnTo>
                  <a:lnTo>
                    <a:pt x="35986" y="270785"/>
                  </a:lnTo>
                  <a:lnTo>
                    <a:pt x="39367" y="274928"/>
                  </a:lnTo>
                  <a:lnTo>
                    <a:pt x="42879" y="278960"/>
                  </a:lnTo>
                  <a:lnTo>
                    <a:pt x="46519" y="282878"/>
                  </a:lnTo>
                  <a:lnTo>
                    <a:pt x="50281" y="286678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8373" y="1238196"/>
              <a:ext cx="116884" cy="119511"/>
            </a:xfrm>
            <a:custGeom>
              <a:avLst/>
              <a:pathLst>
                <a:path w="116884" h="119511">
                  <a:moveTo>
                    <a:pt x="0" y="119511"/>
                  </a:moveTo>
                  <a:lnTo>
                    <a:pt x="11688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8373" y="1142324"/>
              <a:ext cx="284048" cy="263028"/>
            </a:xfrm>
            <a:custGeom>
              <a:avLst/>
              <a:pathLst>
                <a:path w="284048" h="263028">
                  <a:moveTo>
                    <a:pt x="0" y="215383"/>
                  </a:moveTo>
                  <a:lnTo>
                    <a:pt x="3856" y="219037"/>
                  </a:lnTo>
                  <a:lnTo>
                    <a:pt x="7827" y="222567"/>
                  </a:lnTo>
                  <a:lnTo>
                    <a:pt x="11909" y="225968"/>
                  </a:lnTo>
                  <a:lnTo>
                    <a:pt x="16096" y="229238"/>
                  </a:lnTo>
                  <a:lnTo>
                    <a:pt x="20385" y="232374"/>
                  </a:lnTo>
                  <a:lnTo>
                    <a:pt x="24771" y="235372"/>
                  </a:lnTo>
                  <a:lnTo>
                    <a:pt x="29251" y="238228"/>
                  </a:lnTo>
                  <a:lnTo>
                    <a:pt x="33819" y="240941"/>
                  </a:lnTo>
                  <a:lnTo>
                    <a:pt x="38471" y="243508"/>
                  </a:lnTo>
                  <a:lnTo>
                    <a:pt x="43202" y="245925"/>
                  </a:lnTo>
                  <a:lnTo>
                    <a:pt x="48008" y="248191"/>
                  </a:lnTo>
                  <a:lnTo>
                    <a:pt x="52883" y="250302"/>
                  </a:lnTo>
                  <a:lnTo>
                    <a:pt x="57823" y="252258"/>
                  </a:lnTo>
                  <a:lnTo>
                    <a:pt x="62823" y="254056"/>
                  </a:lnTo>
                  <a:lnTo>
                    <a:pt x="67877" y="255694"/>
                  </a:lnTo>
                  <a:lnTo>
                    <a:pt x="72980" y="257171"/>
                  </a:lnTo>
                  <a:lnTo>
                    <a:pt x="78128" y="258485"/>
                  </a:lnTo>
                  <a:lnTo>
                    <a:pt x="83315" y="259634"/>
                  </a:lnTo>
                  <a:lnTo>
                    <a:pt x="88536" y="260618"/>
                  </a:lnTo>
                  <a:lnTo>
                    <a:pt x="93786" y="261436"/>
                  </a:lnTo>
                  <a:lnTo>
                    <a:pt x="99059" y="262086"/>
                  </a:lnTo>
                  <a:lnTo>
                    <a:pt x="104350" y="262569"/>
                  </a:lnTo>
                  <a:lnTo>
                    <a:pt x="109654" y="262883"/>
                  </a:lnTo>
                  <a:lnTo>
                    <a:pt x="114965" y="263028"/>
                  </a:lnTo>
                  <a:lnTo>
                    <a:pt x="120278" y="263005"/>
                  </a:lnTo>
                  <a:lnTo>
                    <a:pt x="125587" y="262813"/>
                  </a:lnTo>
                  <a:lnTo>
                    <a:pt x="130888" y="262452"/>
                  </a:lnTo>
                  <a:lnTo>
                    <a:pt x="136174" y="261923"/>
                  </a:lnTo>
                  <a:lnTo>
                    <a:pt x="141441" y="261226"/>
                  </a:lnTo>
                  <a:lnTo>
                    <a:pt x="146684" y="260362"/>
                  </a:lnTo>
                  <a:lnTo>
                    <a:pt x="151896" y="259332"/>
                  </a:lnTo>
                  <a:lnTo>
                    <a:pt x="157072" y="258137"/>
                  </a:lnTo>
                  <a:lnTo>
                    <a:pt x="162209" y="256778"/>
                  </a:lnTo>
                  <a:lnTo>
                    <a:pt x="167299" y="255256"/>
                  </a:lnTo>
                  <a:lnTo>
                    <a:pt x="172338" y="253573"/>
                  </a:lnTo>
                  <a:lnTo>
                    <a:pt x="177322" y="251731"/>
                  </a:lnTo>
                  <a:lnTo>
                    <a:pt x="182244" y="249732"/>
                  </a:lnTo>
                  <a:lnTo>
                    <a:pt x="187101" y="247577"/>
                  </a:lnTo>
                  <a:lnTo>
                    <a:pt x="191886" y="245269"/>
                  </a:lnTo>
                  <a:lnTo>
                    <a:pt x="196596" y="242811"/>
                  </a:lnTo>
                  <a:lnTo>
                    <a:pt x="201225" y="240203"/>
                  </a:lnTo>
                  <a:lnTo>
                    <a:pt x="205769" y="237450"/>
                  </a:lnTo>
                  <a:lnTo>
                    <a:pt x="210223" y="234554"/>
                  </a:lnTo>
                  <a:lnTo>
                    <a:pt x="214583" y="231518"/>
                  </a:lnTo>
                  <a:lnTo>
                    <a:pt x="218845" y="228345"/>
                  </a:lnTo>
                  <a:lnTo>
                    <a:pt x="223003" y="225038"/>
                  </a:lnTo>
                  <a:lnTo>
                    <a:pt x="227054" y="221600"/>
                  </a:lnTo>
                  <a:lnTo>
                    <a:pt x="230994" y="218036"/>
                  </a:lnTo>
                  <a:lnTo>
                    <a:pt x="234818" y="214348"/>
                  </a:lnTo>
                  <a:lnTo>
                    <a:pt x="238524" y="210540"/>
                  </a:lnTo>
                  <a:lnTo>
                    <a:pt x="242106" y="206617"/>
                  </a:lnTo>
                  <a:lnTo>
                    <a:pt x="245562" y="202582"/>
                  </a:lnTo>
                  <a:lnTo>
                    <a:pt x="248888" y="198439"/>
                  </a:lnTo>
                  <a:lnTo>
                    <a:pt x="252081" y="194192"/>
                  </a:lnTo>
                  <a:lnTo>
                    <a:pt x="255137" y="189846"/>
                  </a:lnTo>
                  <a:lnTo>
                    <a:pt x="258053" y="185405"/>
                  </a:lnTo>
                  <a:lnTo>
                    <a:pt x="260827" y="180874"/>
                  </a:lnTo>
                  <a:lnTo>
                    <a:pt x="263456" y="176257"/>
                  </a:lnTo>
                  <a:lnTo>
                    <a:pt x="265936" y="171558"/>
                  </a:lnTo>
                  <a:lnTo>
                    <a:pt x="268266" y="166783"/>
                  </a:lnTo>
                  <a:lnTo>
                    <a:pt x="270443" y="161937"/>
                  </a:lnTo>
                  <a:lnTo>
                    <a:pt x="272465" y="157024"/>
                  </a:lnTo>
                  <a:lnTo>
                    <a:pt x="274330" y="152049"/>
                  </a:lnTo>
                  <a:lnTo>
                    <a:pt x="276036" y="147017"/>
                  </a:lnTo>
                  <a:lnTo>
                    <a:pt x="277580" y="141934"/>
                  </a:lnTo>
                  <a:lnTo>
                    <a:pt x="278963" y="136804"/>
                  </a:lnTo>
                  <a:lnTo>
                    <a:pt x="280182" y="131632"/>
                  </a:lnTo>
                  <a:lnTo>
                    <a:pt x="281236" y="126425"/>
                  </a:lnTo>
                  <a:lnTo>
                    <a:pt x="282124" y="121187"/>
                  </a:lnTo>
                  <a:lnTo>
                    <a:pt x="282845" y="115923"/>
                  </a:lnTo>
                  <a:lnTo>
                    <a:pt x="283398" y="110639"/>
                  </a:lnTo>
                  <a:lnTo>
                    <a:pt x="283783" y="105340"/>
                  </a:lnTo>
                  <a:lnTo>
                    <a:pt x="284000" y="100032"/>
                  </a:lnTo>
                  <a:lnTo>
                    <a:pt x="284048" y="94719"/>
                  </a:lnTo>
                  <a:lnTo>
                    <a:pt x="283927" y="89407"/>
                  </a:lnTo>
                  <a:lnTo>
                    <a:pt x="283637" y="84102"/>
                  </a:lnTo>
                  <a:lnTo>
                    <a:pt x="283179" y="78809"/>
                  </a:lnTo>
                  <a:lnTo>
                    <a:pt x="282552" y="73533"/>
                  </a:lnTo>
                  <a:lnTo>
                    <a:pt x="281759" y="68280"/>
                  </a:lnTo>
                  <a:lnTo>
                    <a:pt x="280799" y="63054"/>
                  </a:lnTo>
                  <a:lnTo>
                    <a:pt x="279673" y="57862"/>
                  </a:lnTo>
                  <a:lnTo>
                    <a:pt x="278383" y="52708"/>
                  </a:lnTo>
                  <a:lnTo>
                    <a:pt x="276930" y="47598"/>
                  </a:lnTo>
                  <a:lnTo>
                    <a:pt x="275315" y="42536"/>
                  </a:lnTo>
                  <a:lnTo>
                    <a:pt x="273540" y="37528"/>
                  </a:lnTo>
                  <a:lnTo>
                    <a:pt x="271607" y="32580"/>
                  </a:lnTo>
                  <a:lnTo>
                    <a:pt x="269517" y="27695"/>
                  </a:lnTo>
                  <a:lnTo>
                    <a:pt x="267274" y="22879"/>
                  </a:lnTo>
                  <a:lnTo>
                    <a:pt x="264878" y="18137"/>
                  </a:lnTo>
                  <a:lnTo>
                    <a:pt x="262333" y="13473"/>
                  </a:lnTo>
                  <a:lnTo>
                    <a:pt x="259641" y="8892"/>
                  </a:lnTo>
                  <a:lnTo>
                    <a:pt x="256805" y="4400"/>
                  </a:lnTo>
                  <a:lnTo>
                    <a:pt x="253828" y="0"/>
                  </a:lnTo>
                  <a:lnTo>
                    <a:pt x="116884" y="958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36943" cy="167167"/>
            </a:xfrm>
            <a:custGeom>
              <a:avLst/>
              <a:pathLst>
                <a:path w="136943" h="167167">
                  <a:moveTo>
                    <a:pt x="136943" y="71295"/>
                  </a:moveTo>
                  <a:lnTo>
                    <a:pt x="133695" y="66815"/>
                  </a:lnTo>
                  <a:lnTo>
                    <a:pt x="130300" y="62445"/>
                  </a:lnTo>
                  <a:lnTo>
                    <a:pt x="126762" y="58189"/>
                  </a:lnTo>
                  <a:lnTo>
                    <a:pt x="123086" y="54053"/>
                  </a:lnTo>
                  <a:lnTo>
                    <a:pt x="119275" y="50042"/>
                  </a:lnTo>
                  <a:lnTo>
                    <a:pt x="115333" y="46158"/>
                  </a:lnTo>
                  <a:lnTo>
                    <a:pt x="111265" y="42407"/>
                  </a:lnTo>
                  <a:lnTo>
                    <a:pt x="107074" y="38793"/>
                  </a:lnTo>
                  <a:lnTo>
                    <a:pt x="102767" y="35319"/>
                  </a:lnTo>
                  <a:lnTo>
                    <a:pt x="98347" y="31990"/>
                  </a:lnTo>
                  <a:lnTo>
                    <a:pt x="93819" y="28809"/>
                  </a:lnTo>
                  <a:lnTo>
                    <a:pt x="89188" y="25780"/>
                  </a:lnTo>
                  <a:lnTo>
                    <a:pt x="84459" y="22905"/>
                  </a:lnTo>
                  <a:lnTo>
                    <a:pt x="79638" y="20189"/>
                  </a:lnTo>
                  <a:lnTo>
                    <a:pt x="74730" y="17633"/>
                  </a:lnTo>
                  <a:lnTo>
                    <a:pt x="69740" y="15242"/>
                  </a:lnTo>
                  <a:lnTo>
                    <a:pt x="64673" y="13017"/>
                  </a:lnTo>
                  <a:lnTo>
                    <a:pt x="59536" y="10961"/>
                  </a:lnTo>
                  <a:lnTo>
                    <a:pt x="54333" y="9076"/>
                  </a:lnTo>
                  <a:lnTo>
                    <a:pt x="49071" y="7364"/>
                  </a:lnTo>
                  <a:lnTo>
                    <a:pt x="43755" y="5827"/>
                  </a:lnTo>
                  <a:lnTo>
                    <a:pt x="38391" y="4468"/>
                  </a:lnTo>
                  <a:lnTo>
                    <a:pt x="32985" y="3286"/>
                  </a:lnTo>
                  <a:lnTo>
                    <a:pt x="27543" y="2284"/>
                  </a:lnTo>
                  <a:lnTo>
                    <a:pt x="22070" y="1463"/>
                  </a:lnTo>
                  <a:lnTo>
                    <a:pt x="16574" y="823"/>
                  </a:lnTo>
                  <a:lnTo>
                    <a:pt x="11059" y="366"/>
                  </a:lnTo>
                  <a:lnTo>
                    <a:pt x="5532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54461" y="941493"/>
              <a:ext cx="69083" cy="167167"/>
            </a:xfrm>
            <a:custGeom>
              <a:avLst/>
              <a:pathLst>
                <a:path w="69083" h="167167">
                  <a:moveTo>
                    <a:pt x="69083" y="0"/>
                  </a:moveTo>
                  <a:lnTo>
                    <a:pt x="63149" y="105"/>
                  </a:lnTo>
                  <a:lnTo>
                    <a:pt x="57223" y="421"/>
                  </a:lnTo>
                  <a:lnTo>
                    <a:pt x="51312" y="947"/>
                  </a:lnTo>
                  <a:lnTo>
                    <a:pt x="45423" y="1682"/>
                  </a:lnTo>
                  <a:lnTo>
                    <a:pt x="39564" y="2626"/>
                  </a:lnTo>
                  <a:lnTo>
                    <a:pt x="33742" y="3778"/>
                  </a:lnTo>
                  <a:lnTo>
                    <a:pt x="27965" y="5135"/>
                  </a:lnTo>
                  <a:lnTo>
                    <a:pt x="22240" y="6697"/>
                  </a:lnTo>
                  <a:lnTo>
                    <a:pt x="16573" y="8461"/>
                  </a:lnTo>
                  <a:lnTo>
                    <a:pt x="10973" y="10424"/>
                  </a:lnTo>
                  <a:lnTo>
                    <a:pt x="5446" y="12586"/>
                  </a:lnTo>
                  <a:lnTo>
                    <a:pt x="0" y="14942"/>
                  </a:lnTo>
                  <a:lnTo>
                    <a:pt x="6908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54461" y="956435"/>
              <a:ext cx="69083" cy="152225"/>
            </a:xfrm>
            <a:custGeom>
              <a:avLst/>
              <a:pathLst>
                <a:path w="69083" h="152225">
                  <a:moveTo>
                    <a:pt x="0" y="0"/>
                  </a:moveTo>
                  <a:lnTo>
                    <a:pt x="69083" y="1522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77" y="956435"/>
              <a:ext cx="334328" cy="319384"/>
            </a:xfrm>
            <a:custGeom>
              <a:avLst/>
              <a:pathLst>
                <a:path w="334328" h="319384">
                  <a:moveTo>
                    <a:pt x="98083" y="0"/>
                  </a:moveTo>
                  <a:lnTo>
                    <a:pt x="93294" y="2265"/>
                  </a:lnTo>
                  <a:lnTo>
                    <a:pt x="88579" y="4681"/>
                  </a:lnTo>
                  <a:lnTo>
                    <a:pt x="83944" y="7245"/>
                  </a:lnTo>
                  <a:lnTo>
                    <a:pt x="79391" y="9955"/>
                  </a:lnTo>
                  <a:lnTo>
                    <a:pt x="74927" y="12808"/>
                  </a:lnTo>
                  <a:lnTo>
                    <a:pt x="70556" y="15800"/>
                  </a:lnTo>
                  <a:lnTo>
                    <a:pt x="66282" y="18930"/>
                  </a:lnTo>
                  <a:lnTo>
                    <a:pt x="62109" y="22194"/>
                  </a:lnTo>
                  <a:lnTo>
                    <a:pt x="58041" y="25588"/>
                  </a:lnTo>
                  <a:lnTo>
                    <a:pt x="54084" y="29109"/>
                  </a:lnTo>
                  <a:lnTo>
                    <a:pt x="50239" y="32754"/>
                  </a:lnTo>
                  <a:lnTo>
                    <a:pt x="46512" y="36519"/>
                  </a:lnTo>
                  <a:lnTo>
                    <a:pt x="42907" y="40400"/>
                  </a:lnTo>
                  <a:lnTo>
                    <a:pt x="39426" y="44394"/>
                  </a:lnTo>
                  <a:lnTo>
                    <a:pt x="36073" y="48496"/>
                  </a:lnTo>
                  <a:lnTo>
                    <a:pt x="32852" y="52702"/>
                  </a:lnTo>
                  <a:lnTo>
                    <a:pt x="29766" y="57008"/>
                  </a:lnTo>
                  <a:lnTo>
                    <a:pt x="26818" y="61409"/>
                  </a:lnTo>
                  <a:lnTo>
                    <a:pt x="24011" y="65902"/>
                  </a:lnTo>
                  <a:lnTo>
                    <a:pt x="21347" y="70481"/>
                  </a:lnTo>
                  <a:lnTo>
                    <a:pt x="18830" y="75143"/>
                  </a:lnTo>
                  <a:lnTo>
                    <a:pt x="16463" y="79882"/>
                  </a:lnTo>
                  <a:lnTo>
                    <a:pt x="14246" y="84693"/>
                  </a:lnTo>
                  <a:lnTo>
                    <a:pt x="12183" y="89573"/>
                  </a:lnTo>
                  <a:lnTo>
                    <a:pt x="10275" y="94515"/>
                  </a:lnTo>
                  <a:lnTo>
                    <a:pt x="8526" y="99515"/>
                  </a:lnTo>
                  <a:lnTo>
                    <a:pt x="6935" y="104568"/>
                  </a:lnTo>
                  <a:lnTo>
                    <a:pt x="5505" y="109670"/>
                  </a:lnTo>
                  <a:lnTo>
                    <a:pt x="4238" y="114813"/>
                  </a:lnTo>
                  <a:lnTo>
                    <a:pt x="3135" y="119995"/>
                  </a:lnTo>
                  <a:lnTo>
                    <a:pt x="2196" y="125208"/>
                  </a:lnTo>
                  <a:lnTo>
                    <a:pt x="1423" y="130449"/>
                  </a:lnTo>
                  <a:lnTo>
                    <a:pt x="816" y="135712"/>
                  </a:lnTo>
                  <a:lnTo>
                    <a:pt x="376" y="140991"/>
                  </a:lnTo>
                  <a:lnTo>
                    <a:pt x="104" y="146282"/>
                  </a:lnTo>
                  <a:lnTo>
                    <a:pt x="0" y="151579"/>
                  </a:lnTo>
                  <a:lnTo>
                    <a:pt x="63" y="156876"/>
                  </a:lnTo>
                  <a:lnTo>
                    <a:pt x="294" y="162168"/>
                  </a:lnTo>
                  <a:lnTo>
                    <a:pt x="693" y="167451"/>
                  </a:lnTo>
                  <a:lnTo>
                    <a:pt x="1259" y="172718"/>
                  </a:lnTo>
                  <a:lnTo>
                    <a:pt x="1992" y="177965"/>
                  </a:lnTo>
                  <a:lnTo>
                    <a:pt x="2890" y="183186"/>
                  </a:lnTo>
                  <a:lnTo>
                    <a:pt x="3954" y="188376"/>
                  </a:lnTo>
                  <a:lnTo>
                    <a:pt x="5181" y="193529"/>
                  </a:lnTo>
                  <a:lnTo>
                    <a:pt x="6572" y="198641"/>
                  </a:lnTo>
                  <a:lnTo>
                    <a:pt x="8123" y="203706"/>
                  </a:lnTo>
                  <a:lnTo>
                    <a:pt x="9834" y="208720"/>
                  </a:lnTo>
                  <a:lnTo>
                    <a:pt x="11703" y="213677"/>
                  </a:lnTo>
                  <a:lnTo>
                    <a:pt x="13729" y="218572"/>
                  </a:lnTo>
                  <a:lnTo>
                    <a:pt x="15908" y="223401"/>
                  </a:lnTo>
                  <a:lnTo>
                    <a:pt x="18239" y="228158"/>
                  </a:lnTo>
                  <a:lnTo>
                    <a:pt x="20720" y="232839"/>
                  </a:lnTo>
                  <a:lnTo>
                    <a:pt x="23348" y="237438"/>
                  </a:lnTo>
                  <a:lnTo>
                    <a:pt x="26120" y="241953"/>
                  </a:lnTo>
                  <a:lnTo>
                    <a:pt x="29034" y="246377"/>
                  </a:lnTo>
                  <a:lnTo>
                    <a:pt x="32087" y="250707"/>
                  </a:lnTo>
                  <a:lnTo>
                    <a:pt x="35275" y="254937"/>
                  </a:lnTo>
                  <a:lnTo>
                    <a:pt x="38596" y="259065"/>
                  </a:lnTo>
                  <a:lnTo>
                    <a:pt x="42046" y="263085"/>
                  </a:lnTo>
                  <a:lnTo>
                    <a:pt x="45622" y="266994"/>
                  </a:lnTo>
                  <a:lnTo>
                    <a:pt x="49319" y="270788"/>
                  </a:lnTo>
                  <a:lnTo>
                    <a:pt x="53135" y="274462"/>
                  </a:lnTo>
                  <a:lnTo>
                    <a:pt x="57066" y="278014"/>
                  </a:lnTo>
                  <a:lnTo>
                    <a:pt x="61107" y="281440"/>
                  </a:lnTo>
                  <a:lnTo>
                    <a:pt x="65255" y="284735"/>
                  </a:lnTo>
                  <a:lnTo>
                    <a:pt x="69505" y="287898"/>
                  </a:lnTo>
                  <a:lnTo>
                    <a:pt x="73853" y="290924"/>
                  </a:lnTo>
                  <a:lnTo>
                    <a:pt x="78295" y="293812"/>
                  </a:lnTo>
                  <a:lnTo>
                    <a:pt x="82826" y="296556"/>
                  </a:lnTo>
                  <a:lnTo>
                    <a:pt x="87441" y="299156"/>
                  </a:lnTo>
                  <a:lnTo>
                    <a:pt x="92137" y="301609"/>
                  </a:lnTo>
                  <a:lnTo>
                    <a:pt x="96908" y="303911"/>
                  </a:lnTo>
                  <a:lnTo>
                    <a:pt x="101750" y="306061"/>
                  </a:lnTo>
                  <a:lnTo>
                    <a:pt x="106657" y="308057"/>
                  </a:lnTo>
                  <a:lnTo>
                    <a:pt x="111625" y="309896"/>
                  </a:lnTo>
                  <a:lnTo>
                    <a:pt x="116649" y="311577"/>
                  </a:lnTo>
                  <a:lnTo>
                    <a:pt x="121724" y="313097"/>
                  </a:lnTo>
                  <a:lnTo>
                    <a:pt x="126844" y="314456"/>
                  </a:lnTo>
                  <a:lnTo>
                    <a:pt x="132005" y="315653"/>
                  </a:lnTo>
                  <a:lnTo>
                    <a:pt x="137201" y="316685"/>
                  </a:lnTo>
                  <a:lnTo>
                    <a:pt x="142427" y="317551"/>
                  </a:lnTo>
                  <a:lnTo>
                    <a:pt x="147679" y="318252"/>
                  </a:lnTo>
                  <a:lnTo>
                    <a:pt x="152949" y="318786"/>
                  </a:lnTo>
                  <a:lnTo>
                    <a:pt x="158234" y="319153"/>
                  </a:lnTo>
                  <a:lnTo>
                    <a:pt x="163528" y="319352"/>
                  </a:lnTo>
                  <a:lnTo>
                    <a:pt x="168825" y="319384"/>
                  </a:lnTo>
                  <a:lnTo>
                    <a:pt x="174121" y="319247"/>
                  </a:lnTo>
                  <a:lnTo>
                    <a:pt x="179410" y="318943"/>
                  </a:lnTo>
                  <a:lnTo>
                    <a:pt x="184687" y="318471"/>
                  </a:lnTo>
                  <a:lnTo>
                    <a:pt x="189946" y="317833"/>
                  </a:lnTo>
                  <a:lnTo>
                    <a:pt x="195182" y="317028"/>
                  </a:lnTo>
                  <a:lnTo>
                    <a:pt x="200390" y="316057"/>
                  </a:lnTo>
                  <a:lnTo>
                    <a:pt x="205564" y="314922"/>
                  </a:lnTo>
                  <a:lnTo>
                    <a:pt x="210700" y="313624"/>
                  </a:lnTo>
                  <a:lnTo>
                    <a:pt x="215793" y="312163"/>
                  </a:lnTo>
                  <a:lnTo>
                    <a:pt x="220836" y="310542"/>
                  </a:lnTo>
                  <a:lnTo>
                    <a:pt x="225826" y="308762"/>
                  </a:lnTo>
                  <a:lnTo>
                    <a:pt x="230756" y="306825"/>
                  </a:lnTo>
                  <a:lnTo>
                    <a:pt x="235623" y="304732"/>
                  </a:lnTo>
                  <a:lnTo>
                    <a:pt x="240421" y="302486"/>
                  </a:lnTo>
                  <a:lnTo>
                    <a:pt x="245146" y="300090"/>
                  </a:lnTo>
                  <a:lnTo>
                    <a:pt x="249792" y="297544"/>
                  </a:lnTo>
                  <a:lnTo>
                    <a:pt x="254355" y="294853"/>
                  </a:lnTo>
                  <a:lnTo>
                    <a:pt x="258831" y="292019"/>
                  </a:lnTo>
                  <a:lnTo>
                    <a:pt x="263214" y="289044"/>
                  </a:lnTo>
                  <a:lnTo>
                    <a:pt x="267501" y="285932"/>
                  </a:lnTo>
                  <a:lnTo>
                    <a:pt x="271688" y="282686"/>
                  </a:lnTo>
                  <a:lnTo>
                    <a:pt x="275769" y="279308"/>
                  </a:lnTo>
                  <a:lnTo>
                    <a:pt x="279741" y="275803"/>
                  </a:lnTo>
                  <a:lnTo>
                    <a:pt x="283601" y="272174"/>
                  </a:lnTo>
                  <a:lnTo>
                    <a:pt x="287343" y="268424"/>
                  </a:lnTo>
                  <a:lnTo>
                    <a:pt x="290965" y="264558"/>
                  </a:lnTo>
                  <a:lnTo>
                    <a:pt x="294462" y="260579"/>
                  </a:lnTo>
                  <a:lnTo>
                    <a:pt x="297831" y="256491"/>
                  </a:lnTo>
                  <a:lnTo>
                    <a:pt x="301070" y="252298"/>
                  </a:lnTo>
                  <a:lnTo>
                    <a:pt x="304173" y="248005"/>
                  </a:lnTo>
                  <a:lnTo>
                    <a:pt x="307139" y="243616"/>
                  </a:lnTo>
                  <a:lnTo>
                    <a:pt x="309965" y="239134"/>
                  </a:lnTo>
                  <a:lnTo>
                    <a:pt x="312647" y="234566"/>
                  </a:lnTo>
                  <a:lnTo>
                    <a:pt x="315183" y="229915"/>
                  </a:lnTo>
                  <a:lnTo>
                    <a:pt x="317571" y="225186"/>
                  </a:lnTo>
                  <a:lnTo>
                    <a:pt x="319807" y="220383"/>
                  </a:lnTo>
                  <a:lnTo>
                    <a:pt x="321890" y="215512"/>
                  </a:lnTo>
                  <a:lnTo>
                    <a:pt x="323818" y="210578"/>
                  </a:lnTo>
                  <a:lnTo>
                    <a:pt x="325588" y="205585"/>
                  </a:lnTo>
                  <a:lnTo>
                    <a:pt x="327199" y="200538"/>
                  </a:lnTo>
                  <a:lnTo>
                    <a:pt x="328650" y="195443"/>
                  </a:lnTo>
                  <a:lnTo>
                    <a:pt x="329938" y="190304"/>
                  </a:lnTo>
                  <a:lnTo>
                    <a:pt x="331063" y="185128"/>
                  </a:lnTo>
                  <a:lnTo>
                    <a:pt x="332023" y="179918"/>
                  </a:lnTo>
                  <a:lnTo>
                    <a:pt x="332818" y="174680"/>
                  </a:lnTo>
                  <a:lnTo>
                    <a:pt x="333446" y="169420"/>
                  </a:lnTo>
                  <a:lnTo>
                    <a:pt x="333908" y="164142"/>
                  </a:lnTo>
                  <a:lnTo>
                    <a:pt x="334202" y="158853"/>
                  </a:lnTo>
                  <a:lnTo>
                    <a:pt x="334328" y="153557"/>
                  </a:lnTo>
                  <a:lnTo>
                    <a:pt x="334286" y="148259"/>
                  </a:lnTo>
                  <a:lnTo>
                    <a:pt x="334077" y="142966"/>
                  </a:lnTo>
                  <a:lnTo>
                    <a:pt x="333699" y="137682"/>
                  </a:lnTo>
                  <a:lnTo>
                    <a:pt x="333155" y="132412"/>
                  </a:lnTo>
                  <a:lnTo>
                    <a:pt x="332444" y="127163"/>
                  </a:lnTo>
                  <a:lnTo>
                    <a:pt x="331567" y="121938"/>
                  </a:lnTo>
                  <a:lnTo>
                    <a:pt x="330524" y="116744"/>
                  </a:lnTo>
                  <a:lnTo>
                    <a:pt x="329318" y="111586"/>
                  </a:lnTo>
                  <a:lnTo>
                    <a:pt x="327949" y="106468"/>
                  </a:lnTo>
                  <a:lnTo>
                    <a:pt x="326418" y="101396"/>
                  </a:lnTo>
                  <a:lnTo>
                    <a:pt x="324728" y="96376"/>
                  </a:lnTo>
                  <a:lnTo>
                    <a:pt x="322879" y="91411"/>
                  </a:lnTo>
                  <a:lnTo>
                    <a:pt x="320874" y="86508"/>
                  </a:lnTo>
                  <a:lnTo>
                    <a:pt x="318714" y="81670"/>
                  </a:lnTo>
                  <a:lnTo>
                    <a:pt x="316403" y="76903"/>
                  </a:lnTo>
                  <a:lnTo>
                    <a:pt x="313941" y="72213"/>
                  </a:lnTo>
                  <a:lnTo>
                    <a:pt x="311332" y="67602"/>
                  </a:lnTo>
                  <a:lnTo>
                    <a:pt x="308578" y="63076"/>
                  </a:lnTo>
                  <a:lnTo>
                    <a:pt x="305683" y="58640"/>
                  </a:lnTo>
                  <a:lnTo>
                    <a:pt x="302648" y="54298"/>
                  </a:lnTo>
                  <a:lnTo>
                    <a:pt x="299477" y="50054"/>
                  </a:lnTo>
                  <a:lnTo>
                    <a:pt x="296173" y="45913"/>
                  </a:lnTo>
                  <a:lnTo>
                    <a:pt x="292739" y="41879"/>
                  </a:lnTo>
                  <a:lnTo>
                    <a:pt x="289180" y="37955"/>
                  </a:lnTo>
                  <a:lnTo>
                    <a:pt x="285498" y="34146"/>
                  </a:lnTo>
                  <a:lnTo>
                    <a:pt x="281697" y="30456"/>
                  </a:lnTo>
                  <a:lnTo>
                    <a:pt x="277781" y="26888"/>
                  </a:lnTo>
                  <a:lnTo>
                    <a:pt x="167166" y="152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110615" cy="167167"/>
            </a:xfrm>
            <a:custGeom>
              <a:avLst/>
              <a:pathLst>
                <a:path w="110615" h="167167">
                  <a:moveTo>
                    <a:pt x="110615" y="41830"/>
                  </a:moveTo>
                  <a:lnTo>
                    <a:pt x="106436" y="38263"/>
                  </a:lnTo>
                  <a:lnTo>
                    <a:pt x="102143" y="34835"/>
                  </a:lnTo>
                  <a:lnTo>
                    <a:pt x="97739" y="31550"/>
                  </a:lnTo>
                  <a:lnTo>
                    <a:pt x="93229" y="28411"/>
                  </a:lnTo>
                  <a:lnTo>
                    <a:pt x="88619" y="25423"/>
                  </a:lnTo>
                  <a:lnTo>
                    <a:pt x="83914" y="22587"/>
                  </a:lnTo>
                  <a:lnTo>
                    <a:pt x="79117" y="19907"/>
                  </a:lnTo>
                  <a:lnTo>
                    <a:pt x="74235" y="17387"/>
                  </a:lnTo>
                  <a:lnTo>
                    <a:pt x="69273" y="15028"/>
                  </a:lnTo>
                  <a:lnTo>
                    <a:pt x="64236" y="12834"/>
                  </a:lnTo>
                  <a:lnTo>
                    <a:pt x="59130" y="10807"/>
                  </a:lnTo>
                  <a:lnTo>
                    <a:pt x="53960" y="8948"/>
                  </a:lnTo>
                  <a:lnTo>
                    <a:pt x="48731" y="7260"/>
                  </a:lnTo>
                  <a:lnTo>
                    <a:pt x="43450" y="5745"/>
                  </a:lnTo>
                  <a:lnTo>
                    <a:pt x="38122" y="4404"/>
                  </a:lnTo>
                  <a:lnTo>
                    <a:pt x="32753" y="3240"/>
                  </a:lnTo>
                  <a:lnTo>
                    <a:pt x="27348" y="2252"/>
                  </a:lnTo>
                  <a:lnTo>
                    <a:pt x="21914" y="1442"/>
                  </a:lnTo>
                  <a:lnTo>
                    <a:pt x="16456" y="811"/>
                  </a:lnTo>
                  <a:lnTo>
                    <a:pt x="10980" y="361"/>
                  </a:lnTo>
                  <a:lnTo>
                    <a:pt x="5493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9929" y="941493"/>
              <a:ext cx="36286" cy="167167"/>
            </a:xfrm>
            <a:custGeom>
              <a:avLst/>
              <a:pathLst>
                <a:path w="36286" h="167167">
                  <a:moveTo>
                    <a:pt x="36286" y="0"/>
                  </a:moveTo>
                  <a:lnTo>
                    <a:pt x="28973" y="160"/>
                  </a:lnTo>
                  <a:lnTo>
                    <a:pt x="21674" y="639"/>
                  </a:lnTo>
                  <a:lnTo>
                    <a:pt x="14402" y="1438"/>
                  </a:lnTo>
                  <a:lnTo>
                    <a:pt x="7173" y="2554"/>
                  </a:lnTo>
                  <a:lnTo>
                    <a:pt x="0" y="3985"/>
                  </a:lnTo>
                  <a:lnTo>
                    <a:pt x="3628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49929" y="945479"/>
              <a:ext cx="36286" cy="163181"/>
            </a:xfrm>
            <a:custGeom>
              <a:avLst/>
              <a:pathLst>
                <a:path w="36286" h="163181">
                  <a:moveTo>
                    <a:pt x="0" y="0"/>
                  </a:moveTo>
                  <a:lnTo>
                    <a:pt x="36286" y="1631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48" y="945479"/>
              <a:ext cx="167167" cy="320147"/>
            </a:xfrm>
            <a:custGeom>
              <a:avLst/>
              <a:pathLst>
                <a:path w="167167" h="320147">
                  <a:moveTo>
                    <a:pt x="130880" y="0"/>
                  </a:moveTo>
                  <a:lnTo>
                    <a:pt x="125654" y="1250"/>
                  </a:lnTo>
                  <a:lnTo>
                    <a:pt x="120471" y="2668"/>
                  </a:lnTo>
                  <a:lnTo>
                    <a:pt x="115336" y="4252"/>
                  </a:lnTo>
                  <a:lnTo>
                    <a:pt x="110255" y="6000"/>
                  </a:lnTo>
                  <a:lnTo>
                    <a:pt x="105233" y="7910"/>
                  </a:lnTo>
                  <a:lnTo>
                    <a:pt x="100274" y="9981"/>
                  </a:lnTo>
                  <a:lnTo>
                    <a:pt x="95385" y="12210"/>
                  </a:lnTo>
                  <a:lnTo>
                    <a:pt x="90570" y="14595"/>
                  </a:lnTo>
                  <a:lnTo>
                    <a:pt x="85834" y="17133"/>
                  </a:lnTo>
                  <a:lnTo>
                    <a:pt x="81182" y="19823"/>
                  </a:lnTo>
                  <a:lnTo>
                    <a:pt x="76619" y="22660"/>
                  </a:lnTo>
                  <a:lnTo>
                    <a:pt x="72150" y="25643"/>
                  </a:lnTo>
                  <a:lnTo>
                    <a:pt x="67778" y="28768"/>
                  </a:lnTo>
                  <a:lnTo>
                    <a:pt x="63510" y="32032"/>
                  </a:lnTo>
                  <a:lnTo>
                    <a:pt x="59348" y="35431"/>
                  </a:lnTo>
                  <a:lnTo>
                    <a:pt x="55298" y="38962"/>
                  </a:lnTo>
                  <a:lnTo>
                    <a:pt x="51363" y="42622"/>
                  </a:lnTo>
                  <a:lnTo>
                    <a:pt x="47548" y="46406"/>
                  </a:lnTo>
                  <a:lnTo>
                    <a:pt x="43857" y="50311"/>
                  </a:lnTo>
                  <a:lnTo>
                    <a:pt x="40293" y="54332"/>
                  </a:lnTo>
                  <a:lnTo>
                    <a:pt x="36860" y="58466"/>
                  </a:lnTo>
                  <a:lnTo>
                    <a:pt x="33562" y="62708"/>
                  </a:lnTo>
                  <a:lnTo>
                    <a:pt x="30402" y="67054"/>
                  </a:lnTo>
                  <a:lnTo>
                    <a:pt x="27383" y="71500"/>
                  </a:lnTo>
                  <a:lnTo>
                    <a:pt x="24509" y="76040"/>
                  </a:lnTo>
                  <a:lnTo>
                    <a:pt x="21782" y="80670"/>
                  </a:lnTo>
                  <a:lnTo>
                    <a:pt x="19205" y="85385"/>
                  </a:lnTo>
                  <a:lnTo>
                    <a:pt x="16781" y="90180"/>
                  </a:lnTo>
                  <a:lnTo>
                    <a:pt x="14512" y="95052"/>
                  </a:lnTo>
                  <a:lnTo>
                    <a:pt x="12402" y="99993"/>
                  </a:lnTo>
                  <a:lnTo>
                    <a:pt x="10451" y="105000"/>
                  </a:lnTo>
                  <a:lnTo>
                    <a:pt x="8662" y="110067"/>
                  </a:lnTo>
                  <a:lnTo>
                    <a:pt x="7037" y="115188"/>
                  </a:lnTo>
                  <a:lnTo>
                    <a:pt x="5577" y="120360"/>
                  </a:lnTo>
                  <a:lnTo>
                    <a:pt x="4284" y="125575"/>
                  </a:lnTo>
                  <a:lnTo>
                    <a:pt x="3160" y="130830"/>
                  </a:lnTo>
                  <a:lnTo>
                    <a:pt x="2204" y="136118"/>
                  </a:lnTo>
                  <a:lnTo>
                    <a:pt x="1420" y="141433"/>
                  </a:lnTo>
                  <a:lnTo>
                    <a:pt x="807" y="146772"/>
                  </a:lnTo>
                  <a:lnTo>
                    <a:pt x="365" y="152127"/>
                  </a:lnTo>
                  <a:lnTo>
                    <a:pt x="96" y="157494"/>
                  </a:lnTo>
                  <a:lnTo>
                    <a:pt x="0" y="162866"/>
                  </a:lnTo>
                  <a:lnTo>
                    <a:pt x="76" y="168239"/>
                  </a:lnTo>
                  <a:lnTo>
                    <a:pt x="325" y="173607"/>
                  </a:lnTo>
                  <a:lnTo>
                    <a:pt x="746" y="178964"/>
                  </a:lnTo>
                  <a:lnTo>
                    <a:pt x="1339" y="184304"/>
                  </a:lnTo>
                  <a:lnTo>
                    <a:pt x="2104" y="189623"/>
                  </a:lnTo>
                  <a:lnTo>
                    <a:pt x="3039" y="194914"/>
                  </a:lnTo>
                  <a:lnTo>
                    <a:pt x="4143" y="200173"/>
                  </a:lnTo>
                  <a:lnTo>
                    <a:pt x="5417" y="205393"/>
                  </a:lnTo>
                  <a:lnTo>
                    <a:pt x="6857" y="210570"/>
                  </a:lnTo>
                  <a:lnTo>
                    <a:pt x="8463" y="215698"/>
                  </a:lnTo>
                  <a:lnTo>
                    <a:pt x="10233" y="220772"/>
                  </a:lnTo>
                  <a:lnTo>
                    <a:pt x="12165" y="225786"/>
                  </a:lnTo>
                  <a:lnTo>
                    <a:pt x="14257" y="230735"/>
                  </a:lnTo>
                  <a:lnTo>
                    <a:pt x="16507" y="235615"/>
                  </a:lnTo>
                  <a:lnTo>
                    <a:pt x="18913" y="240419"/>
                  </a:lnTo>
                  <a:lnTo>
                    <a:pt x="21472" y="245144"/>
                  </a:lnTo>
                  <a:lnTo>
                    <a:pt x="24181" y="249785"/>
                  </a:lnTo>
                  <a:lnTo>
                    <a:pt x="27039" y="254335"/>
                  </a:lnTo>
                  <a:lnTo>
                    <a:pt x="30041" y="258792"/>
                  </a:lnTo>
                  <a:lnTo>
                    <a:pt x="33184" y="263150"/>
                  </a:lnTo>
                  <a:lnTo>
                    <a:pt x="36467" y="267404"/>
                  </a:lnTo>
                  <a:lnTo>
                    <a:pt x="39884" y="271551"/>
                  </a:lnTo>
                  <a:lnTo>
                    <a:pt x="43433" y="275586"/>
                  </a:lnTo>
                  <a:lnTo>
                    <a:pt x="47109" y="279505"/>
                  </a:lnTo>
                  <a:lnTo>
                    <a:pt x="50910" y="283303"/>
                  </a:lnTo>
                  <a:lnTo>
                    <a:pt x="54831" y="286978"/>
                  </a:lnTo>
                  <a:lnTo>
                    <a:pt x="58867" y="290524"/>
                  </a:lnTo>
                  <a:lnTo>
                    <a:pt x="63016" y="293939"/>
                  </a:lnTo>
                  <a:lnTo>
                    <a:pt x="67272" y="297219"/>
                  </a:lnTo>
                  <a:lnTo>
                    <a:pt x="71632" y="300360"/>
                  </a:lnTo>
                  <a:lnTo>
                    <a:pt x="76090" y="303360"/>
                  </a:lnTo>
                  <a:lnTo>
                    <a:pt x="80643" y="306214"/>
                  </a:lnTo>
                  <a:lnTo>
                    <a:pt x="85284" y="308921"/>
                  </a:lnTo>
                  <a:lnTo>
                    <a:pt x="90011" y="311478"/>
                  </a:lnTo>
                  <a:lnTo>
                    <a:pt x="94817" y="313881"/>
                  </a:lnTo>
                  <a:lnTo>
                    <a:pt x="99698" y="316128"/>
                  </a:lnTo>
                  <a:lnTo>
                    <a:pt x="104648" y="318218"/>
                  </a:lnTo>
                  <a:lnTo>
                    <a:pt x="109663" y="320147"/>
                  </a:lnTo>
                  <a:lnTo>
                    <a:pt x="167167" y="1631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28712" y="941493"/>
              <a:ext cx="224652" cy="334334"/>
            </a:xfrm>
            <a:custGeom>
              <a:avLst/>
              <a:pathLst>
                <a:path w="224652" h="334334">
                  <a:moveTo>
                    <a:pt x="0" y="324133"/>
                  </a:moveTo>
                  <a:lnTo>
                    <a:pt x="5012" y="325879"/>
                  </a:lnTo>
                  <a:lnTo>
                    <a:pt x="10077" y="327466"/>
                  </a:lnTo>
                  <a:lnTo>
                    <a:pt x="15190" y="328891"/>
                  </a:lnTo>
                  <a:lnTo>
                    <a:pt x="20345" y="330152"/>
                  </a:lnTo>
                  <a:lnTo>
                    <a:pt x="25538" y="331250"/>
                  </a:lnTo>
                  <a:lnTo>
                    <a:pt x="30764" y="332182"/>
                  </a:lnTo>
                  <a:lnTo>
                    <a:pt x="36016" y="332948"/>
                  </a:lnTo>
                  <a:lnTo>
                    <a:pt x="41290" y="333546"/>
                  </a:lnTo>
                  <a:lnTo>
                    <a:pt x="46580" y="333977"/>
                  </a:lnTo>
                  <a:lnTo>
                    <a:pt x="51881" y="334240"/>
                  </a:lnTo>
                  <a:lnTo>
                    <a:pt x="57188" y="334334"/>
                  </a:lnTo>
                  <a:lnTo>
                    <a:pt x="62495" y="334260"/>
                  </a:lnTo>
                  <a:lnTo>
                    <a:pt x="67797" y="334017"/>
                  </a:lnTo>
                  <a:lnTo>
                    <a:pt x="73089" y="333606"/>
                  </a:lnTo>
                  <a:lnTo>
                    <a:pt x="78365" y="333027"/>
                  </a:lnTo>
                  <a:lnTo>
                    <a:pt x="83620" y="332282"/>
                  </a:lnTo>
                  <a:lnTo>
                    <a:pt x="88849" y="331369"/>
                  </a:lnTo>
                  <a:lnTo>
                    <a:pt x="94046" y="330291"/>
                  </a:lnTo>
                  <a:lnTo>
                    <a:pt x="99206" y="329049"/>
                  </a:lnTo>
                  <a:lnTo>
                    <a:pt x="104325" y="327643"/>
                  </a:lnTo>
                  <a:lnTo>
                    <a:pt x="109396" y="326076"/>
                  </a:lnTo>
                  <a:lnTo>
                    <a:pt x="114414" y="324348"/>
                  </a:lnTo>
                  <a:lnTo>
                    <a:pt x="119376" y="322462"/>
                  </a:lnTo>
                  <a:lnTo>
                    <a:pt x="124275" y="320420"/>
                  </a:lnTo>
                  <a:lnTo>
                    <a:pt x="129106" y="318223"/>
                  </a:lnTo>
                  <a:lnTo>
                    <a:pt x="133866" y="315874"/>
                  </a:lnTo>
                  <a:lnTo>
                    <a:pt x="138548" y="313374"/>
                  </a:lnTo>
                  <a:lnTo>
                    <a:pt x="143149" y="310728"/>
                  </a:lnTo>
                  <a:lnTo>
                    <a:pt x="147663" y="307936"/>
                  </a:lnTo>
                  <a:lnTo>
                    <a:pt x="152087" y="305003"/>
                  </a:lnTo>
                  <a:lnTo>
                    <a:pt x="156415" y="301931"/>
                  </a:lnTo>
                  <a:lnTo>
                    <a:pt x="160644" y="298723"/>
                  </a:lnTo>
                  <a:lnTo>
                    <a:pt x="164768" y="295382"/>
                  </a:lnTo>
                  <a:lnTo>
                    <a:pt x="168785" y="291912"/>
                  </a:lnTo>
                  <a:lnTo>
                    <a:pt x="172689" y="288316"/>
                  </a:lnTo>
                  <a:lnTo>
                    <a:pt x="176477" y="284598"/>
                  </a:lnTo>
                  <a:lnTo>
                    <a:pt x="180145" y="280762"/>
                  </a:lnTo>
                  <a:lnTo>
                    <a:pt x="183689" y="276811"/>
                  </a:lnTo>
                  <a:lnTo>
                    <a:pt x="187107" y="272750"/>
                  </a:lnTo>
                  <a:lnTo>
                    <a:pt x="190393" y="268582"/>
                  </a:lnTo>
                  <a:lnTo>
                    <a:pt x="193546" y="264312"/>
                  </a:lnTo>
                  <a:lnTo>
                    <a:pt x="196561" y="259944"/>
                  </a:lnTo>
                  <a:lnTo>
                    <a:pt x="199437" y="255483"/>
                  </a:lnTo>
                  <a:lnTo>
                    <a:pt x="202169" y="250932"/>
                  </a:lnTo>
                  <a:lnTo>
                    <a:pt x="204755" y="246297"/>
                  </a:lnTo>
                  <a:lnTo>
                    <a:pt x="207193" y="241583"/>
                  </a:lnTo>
                  <a:lnTo>
                    <a:pt x="209480" y="236793"/>
                  </a:lnTo>
                  <a:lnTo>
                    <a:pt x="211614" y="231933"/>
                  </a:lnTo>
                  <a:lnTo>
                    <a:pt x="213593" y="227008"/>
                  </a:lnTo>
                  <a:lnTo>
                    <a:pt x="215414" y="222022"/>
                  </a:lnTo>
                  <a:lnTo>
                    <a:pt x="217076" y="216982"/>
                  </a:lnTo>
                  <a:lnTo>
                    <a:pt x="218577" y="211890"/>
                  </a:lnTo>
                  <a:lnTo>
                    <a:pt x="219915" y="206754"/>
                  </a:lnTo>
                  <a:lnTo>
                    <a:pt x="221090" y="201578"/>
                  </a:lnTo>
                  <a:lnTo>
                    <a:pt x="222100" y="196368"/>
                  </a:lnTo>
                  <a:lnTo>
                    <a:pt x="222944" y="191127"/>
                  </a:lnTo>
                  <a:lnTo>
                    <a:pt x="223621" y="185863"/>
                  </a:lnTo>
                  <a:lnTo>
                    <a:pt x="224131" y="180580"/>
                  </a:lnTo>
                  <a:lnTo>
                    <a:pt x="224473" y="175283"/>
                  </a:lnTo>
                  <a:lnTo>
                    <a:pt x="224647" y="169978"/>
                  </a:lnTo>
                  <a:lnTo>
                    <a:pt x="224652" y="164671"/>
                  </a:lnTo>
                  <a:lnTo>
                    <a:pt x="224488" y="159365"/>
                  </a:lnTo>
                  <a:lnTo>
                    <a:pt x="224156" y="154068"/>
                  </a:lnTo>
                  <a:lnTo>
                    <a:pt x="223656" y="148784"/>
                  </a:lnTo>
                  <a:lnTo>
                    <a:pt x="222989" y="143518"/>
                  </a:lnTo>
                  <a:lnTo>
                    <a:pt x="222155" y="138276"/>
                  </a:lnTo>
                  <a:lnTo>
                    <a:pt x="221155" y="133064"/>
                  </a:lnTo>
                  <a:lnTo>
                    <a:pt x="219990" y="127886"/>
                  </a:lnTo>
                  <a:lnTo>
                    <a:pt x="218661" y="122747"/>
                  </a:lnTo>
                  <a:lnTo>
                    <a:pt x="217169" y="117653"/>
                  </a:lnTo>
                  <a:lnTo>
                    <a:pt x="215517" y="112609"/>
                  </a:lnTo>
                  <a:lnTo>
                    <a:pt x="213705" y="107620"/>
                  </a:lnTo>
                  <a:lnTo>
                    <a:pt x="211736" y="102691"/>
                  </a:lnTo>
                  <a:lnTo>
                    <a:pt x="209611" y="97827"/>
                  </a:lnTo>
                  <a:lnTo>
                    <a:pt x="207333" y="93033"/>
                  </a:lnTo>
                  <a:lnTo>
                    <a:pt x="204904" y="88314"/>
                  </a:lnTo>
                  <a:lnTo>
                    <a:pt x="202327" y="83674"/>
                  </a:lnTo>
                  <a:lnTo>
                    <a:pt x="199603" y="79119"/>
                  </a:lnTo>
                  <a:lnTo>
                    <a:pt x="196736" y="74652"/>
                  </a:lnTo>
                  <a:lnTo>
                    <a:pt x="193729" y="70278"/>
                  </a:lnTo>
                  <a:lnTo>
                    <a:pt x="190584" y="66002"/>
                  </a:lnTo>
                  <a:lnTo>
                    <a:pt x="187305" y="61828"/>
                  </a:lnTo>
                  <a:lnTo>
                    <a:pt x="183896" y="57760"/>
                  </a:lnTo>
                  <a:lnTo>
                    <a:pt x="180359" y="53803"/>
                  </a:lnTo>
                  <a:lnTo>
                    <a:pt x="176698" y="49960"/>
                  </a:lnTo>
                  <a:lnTo>
                    <a:pt x="172917" y="46235"/>
                  </a:lnTo>
                  <a:lnTo>
                    <a:pt x="169019" y="42632"/>
                  </a:lnTo>
                  <a:lnTo>
                    <a:pt x="165010" y="39154"/>
                  </a:lnTo>
                  <a:lnTo>
                    <a:pt x="160891" y="35806"/>
                  </a:lnTo>
                  <a:lnTo>
                    <a:pt x="156669" y="32590"/>
                  </a:lnTo>
                  <a:lnTo>
                    <a:pt x="152347" y="29509"/>
                  </a:lnTo>
                  <a:lnTo>
                    <a:pt x="147929" y="26568"/>
                  </a:lnTo>
                  <a:lnTo>
                    <a:pt x="143419" y="23768"/>
                  </a:lnTo>
                  <a:lnTo>
                    <a:pt x="138824" y="21113"/>
                  </a:lnTo>
                  <a:lnTo>
                    <a:pt x="134146" y="18604"/>
                  </a:lnTo>
                  <a:lnTo>
                    <a:pt x="129391" y="16246"/>
                  </a:lnTo>
                  <a:lnTo>
                    <a:pt x="124563" y="14040"/>
                  </a:lnTo>
                  <a:lnTo>
                    <a:pt x="119668" y="11988"/>
                  </a:lnTo>
                  <a:lnTo>
                    <a:pt x="114710" y="10093"/>
                  </a:lnTo>
                  <a:lnTo>
                    <a:pt x="109695" y="8356"/>
                  </a:lnTo>
                  <a:lnTo>
                    <a:pt x="104627" y="6779"/>
                  </a:lnTo>
                  <a:lnTo>
                    <a:pt x="99511" y="5364"/>
                  </a:lnTo>
                  <a:lnTo>
                    <a:pt x="94353" y="4112"/>
                  </a:lnTo>
                  <a:lnTo>
                    <a:pt x="89158" y="3024"/>
                  </a:lnTo>
                  <a:lnTo>
                    <a:pt x="83931" y="2102"/>
                  </a:lnTo>
                  <a:lnTo>
                    <a:pt x="78678" y="1346"/>
                  </a:lnTo>
                  <a:lnTo>
                    <a:pt x="73403" y="757"/>
                  </a:lnTo>
                  <a:lnTo>
                    <a:pt x="68112" y="336"/>
                  </a:lnTo>
                  <a:lnTo>
                    <a:pt x="62810" y="84"/>
                  </a:lnTo>
                  <a:lnTo>
                    <a:pt x="57503" y="0"/>
                  </a:lnTo>
                  <a:lnTo>
                    <a:pt x="575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624" y="1071028"/>
              <a:ext cx="166877" cy="167167"/>
            </a:xfrm>
            <a:custGeom>
              <a:avLst/>
              <a:pathLst>
                <a:path w="166877" h="167167">
                  <a:moveTo>
                    <a:pt x="166877" y="0"/>
                  </a:moveTo>
                  <a:lnTo>
                    <a:pt x="161500" y="86"/>
                  </a:lnTo>
                  <a:lnTo>
                    <a:pt x="156130" y="345"/>
                  </a:lnTo>
                  <a:lnTo>
                    <a:pt x="150770" y="777"/>
                  </a:lnTo>
                  <a:lnTo>
                    <a:pt x="145427" y="1381"/>
                  </a:lnTo>
                  <a:lnTo>
                    <a:pt x="140106" y="2157"/>
                  </a:lnTo>
                  <a:lnTo>
                    <a:pt x="134813" y="3103"/>
                  </a:lnTo>
                  <a:lnTo>
                    <a:pt x="129553" y="4220"/>
                  </a:lnTo>
                  <a:lnTo>
                    <a:pt x="124331" y="5504"/>
                  </a:lnTo>
                  <a:lnTo>
                    <a:pt x="119154" y="6956"/>
                  </a:lnTo>
                  <a:lnTo>
                    <a:pt x="114026" y="8574"/>
                  </a:lnTo>
                  <a:lnTo>
                    <a:pt x="108953" y="10356"/>
                  </a:lnTo>
                  <a:lnTo>
                    <a:pt x="103939" y="12300"/>
                  </a:lnTo>
                  <a:lnTo>
                    <a:pt x="98991" y="14404"/>
                  </a:lnTo>
                  <a:lnTo>
                    <a:pt x="94113" y="16666"/>
                  </a:lnTo>
                  <a:lnTo>
                    <a:pt x="89310" y="19085"/>
                  </a:lnTo>
                  <a:lnTo>
                    <a:pt x="84588" y="21656"/>
                  </a:lnTo>
                  <a:lnTo>
                    <a:pt x="79950" y="24378"/>
                  </a:lnTo>
                  <a:lnTo>
                    <a:pt x="75403" y="27247"/>
                  </a:lnTo>
                  <a:lnTo>
                    <a:pt x="70950" y="30262"/>
                  </a:lnTo>
                  <a:lnTo>
                    <a:pt x="66597" y="33418"/>
                  </a:lnTo>
                  <a:lnTo>
                    <a:pt x="62347" y="36712"/>
                  </a:lnTo>
                  <a:lnTo>
                    <a:pt x="58205" y="40141"/>
                  </a:lnTo>
                  <a:lnTo>
                    <a:pt x="54176" y="43702"/>
                  </a:lnTo>
                  <a:lnTo>
                    <a:pt x="50264" y="47391"/>
                  </a:lnTo>
                  <a:lnTo>
                    <a:pt x="46472" y="51203"/>
                  </a:lnTo>
                  <a:lnTo>
                    <a:pt x="42805" y="55136"/>
                  </a:lnTo>
                  <a:lnTo>
                    <a:pt x="39266" y="59184"/>
                  </a:lnTo>
                  <a:lnTo>
                    <a:pt x="35859" y="63344"/>
                  </a:lnTo>
                  <a:lnTo>
                    <a:pt x="32587" y="67611"/>
                  </a:lnTo>
                  <a:lnTo>
                    <a:pt x="29455" y="71982"/>
                  </a:lnTo>
                  <a:lnTo>
                    <a:pt x="26465" y="76451"/>
                  </a:lnTo>
                  <a:lnTo>
                    <a:pt x="23620" y="81014"/>
                  </a:lnTo>
                  <a:lnTo>
                    <a:pt x="20923" y="85666"/>
                  </a:lnTo>
                  <a:lnTo>
                    <a:pt x="18377" y="90402"/>
                  </a:lnTo>
                  <a:lnTo>
                    <a:pt x="15985" y="95218"/>
                  </a:lnTo>
                  <a:lnTo>
                    <a:pt x="13749" y="100108"/>
                  </a:lnTo>
                  <a:lnTo>
                    <a:pt x="11672" y="105068"/>
                  </a:lnTo>
                  <a:lnTo>
                    <a:pt x="9755" y="110091"/>
                  </a:lnTo>
                  <a:lnTo>
                    <a:pt x="8000" y="115174"/>
                  </a:lnTo>
                  <a:lnTo>
                    <a:pt x="6410" y="120311"/>
                  </a:lnTo>
                  <a:lnTo>
                    <a:pt x="4986" y="125496"/>
                  </a:lnTo>
                  <a:lnTo>
                    <a:pt x="3730" y="130724"/>
                  </a:lnTo>
                  <a:lnTo>
                    <a:pt x="2642" y="135990"/>
                  </a:lnTo>
                  <a:lnTo>
                    <a:pt x="1725" y="141288"/>
                  </a:lnTo>
                  <a:lnTo>
                    <a:pt x="978" y="146613"/>
                  </a:lnTo>
                  <a:lnTo>
                    <a:pt x="402" y="151960"/>
                  </a:lnTo>
                  <a:lnTo>
                    <a:pt x="0" y="157322"/>
                  </a:lnTo>
                  <a:lnTo>
                    <a:pt x="16687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624" y="1228350"/>
              <a:ext cx="166877" cy="9845"/>
            </a:xfrm>
            <a:custGeom>
              <a:avLst/>
              <a:pathLst>
                <a:path w="166877" h="9845">
                  <a:moveTo>
                    <a:pt x="0" y="0"/>
                  </a:moveTo>
                  <a:lnTo>
                    <a:pt x="166877" y="98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35" y="1072437"/>
              <a:ext cx="334324" cy="332919"/>
            </a:xfrm>
            <a:custGeom>
              <a:avLst/>
              <a:pathLst>
                <a:path w="334324" h="332919">
                  <a:moveTo>
                    <a:pt x="288" y="155912"/>
                  </a:moveTo>
                  <a:lnTo>
                    <a:pt x="59" y="161222"/>
                  </a:lnTo>
                  <a:lnTo>
                    <a:pt x="0" y="166535"/>
                  </a:lnTo>
                  <a:lnTo>
                    <a:pt x="109" y="171848"/>
                  </a:lnTo>
                  <a:lnTo>
                    <a:pt x="387" y="177155"/>
                  </a:lnTo>
                  <a:lnTo>
                    <a:pt x="833" y="182450"/>
                  </a:lnTo>
                  <a:lnTo>
                    <a:pt x="1448" y="187729"/>
                  </a:lnTo>
                  <a:lnTo>
                    <a:pt x="2230" y="192985"/>
                  </a:lnTo>
                  <a:lnTo>
                    <a:pt x="3179" y="198214"/>
                  </a:lnTo>
                  <a:lnTo>
                    <a:pt x="4293" y="203410"/>
                  </a:lnTo>
                  <a:lnTo>
                    <a:pt x="5572" y="208568"/>
                  </a:lnTo>
                  <a:lnTo>
                    <a:pt x="7015" y="213682"/>
                  </a:lnTo>
                  <a:lnTo>
                    <a:pt x="8619" y="218748"/>
                  </a:lnTo>
                  <a:lnTo>
                    <a:pt x="10383" y="223761"/>
                  </a:lnTo>
                  <a:lnTo>
                    <a:pt x="12306" y="228715"/>
                  </a:lnTo>
                  <a:lnTo>
                    <a:pt x="14385" y="233605"/>
                  </a:lnTo>
                  <a:lnTo>
                    <a:pt x="16619" y="238427"/>
                  </a:lnTo>
                  <a:lnTo>
                    <a:pt x="19005" y="243175"/>
                  </a:lnTo>
                  <a:lnTo>
                    <a:pt x="21540" y="247846"/>
                  </a:lnTo>
                  <a:lnTo>
                    <a:pt x="24223" y="252433"/>
                  </a:lnTo>
                  <a:lnTo>
                    <a:pt x="27050" y="256932"/>
                  </a:lnTo>
                  <a:lnTo>
                    <a:pt x="30019" y="261340"/>
                  </a:lnTo>
                  <a:lnTo>
                    <a:pt x="33127" y="265651"/>
                  </a:lnTo>
                  <a:lnTo>
                    <a:pt x="36369" y="269861"/>
                  </a:lnTo>
                  <a:lnTo>
                    <a:pt x="39744" y="273965"/>
                  </a:lnTo>
                  <a:lnTo>
                    <a:pt x="43248" y="277961"/>
                  </a:lnTo>
                  <a:lnTo>
                    <a:pt x="46877" y="281843"/>
                  </a:lnTo>
                  <a:lnTo>
                    <a:pt x="50628" y="285608"/>
                  </a:lnTo>
                  <a:lnTo>
                    <a:pt x="54496" y="289251"/>
                  </a:lnTo>
                  <a:lnTo>
                    <a:pt x="58478" y="292770"/>
                  </a:lnTo>
                  <a:lnTo>
                    <a:pt x="62570" y="296160"/>
                  </a:lnTo>
                  <a:lnTo>
                    <a:pt x="66768" y="299419"/>
                  </a:lnTo>
                  <a:lnTo>
                    <a:pt x="71067" y="302543"/>
                  </a:lnTo>
                  <a:lnTo>
                    <a:pt x="75463" y="305528"/>
                  </a:lnTo>
                  <a:lnTo>
                    <a:pt x="79952" y="308372"/>
                  </a:lnTo>
                  <a:lnTo>
                    <a:pt x="84529" y="311072"/>
                  </a:lnTo>
                  <a:lnTo>
                    <a:pt x="89190" y="313625"/>
                  </a:lnTo>
                  <a:lnTo>
                    <a:pt x="93929" y="316029"/>
                  </a:lnTo>
                  <a:lnTo>
                    <a:pt x="98742" y="318281"/>
                  </a:lnTo>
                  <a:lnTo>
                    <a:pt x="103625" y="320379"/>
                  </a:lnTo>
                  <a:lnTo>
                    <a:pt x="108572" y="322320"/>
                  </a:lnTo>
                  <a:lnTo>
                    <a:pt x="113578" y="324103"/>
                  </a:lnTo>
                  <a:lnTo>
                    <a:pt x="118638" y="325727"/>
                  </a:lnTo>
                  <a:lnTo>
                    <a:pt x="123747" y="327188"/>
                  </a:lnTo>
                  <a:lnTo>
                    <a:pt x="128900" y="328487"/>
                  </a:lnTo>
                  <a:lnTo>
                    <a:pt x="134091" y="329621"/>
                  </a:lnTo>
                  <a:lnTo>
                    <a:pt x="139317" y="330589"/>
                  </a:lnTo>
                  <a:lnTo>
                    <a:pt x="144570" y="331391"/>
                  </a:lnTo>
                  <a:lnTo>
                    <a:pt x="149846" y="332026"/>
                  </a:lnTo>
                  <a:lnTo>
                    <a:pt x="155139" y="332492"/>
                  </a:lnTo>
                  <a:lnTo>
                    <a:pt x="160445" y="332790"/>
                  </a:lnTo>
                  <a:lnTo>
                    <a:pt x="165758" y="332919"/>
                  </a:lnTo>
                  <a:lnTo>
                    <a:pt x="171072" y="332880"/>
                  </a:lnTo>
                  <a:lnTo>
                    <a:pt x="176382" y="332671"/>
                  </a:lnTo>
                  <a:lnTo>
                    <a:pt x="181682" y="332294"/>
                  </a:lnTo>
                  <a:lnTo>
                    <a:pt x="186968" y="331748"/>
                  </a:lnTo>
                  <a:lnTo>
                    <a:pt x="192234" y="331035"/>
                  </a:lnTo>
                  <a:lnTo>
                    <a:pt x="197475" y="330155"/>
                  </a:lnTo>
                  <a:lnTo>
                    <a:pt x="202685" y="329108"/>
                  </a:lnTo>
                  <a:lnTo>
                    <a:pt x="207859" y="327897"/>
                  </a:lnTo>
                  <a:lnTo>
                    <a:pt x="212992" y="326521"/>
                  </a:lnTo>
                  <a:lnTo>
                    <a:pt x="218079" y="324983"/>
                  </a:lnTo>
                  <a:lnTo>
                    <a:pt x="223114" y="323285"/>
                  </a:lnTo>
                  <a:lnTo>
                    <a:pt x="228093" y="321427"/>
                  </a:lnTo>
                  <a:lnTo>
                    <a:pt x="233010" y="319411"/>
                  </a:lnTo>
                  <a:lnTo>
                    <a:pt x="237860" y="317241"/>
                  </a:lnTo>
                  <a:lnTo>
                    <a:pt x="242640" y="314917"/>
                  </a:lnTo>
                  <a:lnTo>
                    <a:pt x="247342" y="312443"/>
                  </a:lnTo>
                  <a:lnTo>
                    <a:pt x="251964" y="309820"/>
                  </a:lnTo>
                  <a:lnTo>
                    <a:pt x="256501" y="307052"/>
                  </a:lnTo>
                  <a:lnTo>
                    <a:pt x="260946" y="304141"/>
                  </a:lnTo>
                  <a:lnTo>
                    <a:pt x="265298" y="301091"/>
                  </a:lnTo>
                  <a:lnTo>
                    <a:pt x="269550" y="297903"/>
                  </a:lnTo>
                  <a:lnTo>
                    <a:pt x="273698" y="294582"/>
                  </a:lnTo>
                  <a:lnTo>
                    <a:pt x="277739" y="291131"/>
                  </a:lnTo>
                  <a:lnTo>
                    <a:pt x="281668" y="287553"/>
                  </a:lnTo>
                  <a:lnTo>
                    <a:pt x="285481" y="283852"/>
                  </a:lnTo>
                  <a:lnTo>
                    <a:pt x="289175" y="280032"/>
                  </a:lnTo>
                  <a:lnTo>
                    <a:pt x="292746" y="276096"/>
                  </a:lnTo>
                  <a:lnTo>
                    <a:pt x="296189" y="272048"/>
                  </a:lnTo>
                  <a:lnTo>
                    <a:pt x="299503" y="267894"/>
                  </a:lnTo>
                  <a:lnTo>
                    <a:pt x="302682" y="263636"/>
                  </a:lnTo>
                  <a:lnTo>
                    <a:pt x="305725" y="259279"/>
                  </a:lnTo>
                  <a:lnTo>
                    <a:pt x="308627" y="254828"/>
                  </a:lnTo>
                  <a:lnTo>
                    <a:pt x="311387" y="250286"/>
                  </a:lnTo>
                  <a:lnTo>
                    <a:pt x="314001" y="245659"/>
                  </a:lnTo>
                  <a:lnTo>
                    <a:pt x="316466" y="240952"/>
                  </a:lnTo>
                  <a:lnTo>
                    <a:pt x="318781" y="236168"/>
                  </a:lnTo>
                  <a:lnTo>
                    <a:pt x="320942" y="231314"/>
                  </a:lnTo>
                  <a:lnTo>
                    <a:pt x="322948" y="226393"/>
                  </a:lnTo>
                  <a:lnTo>
                    <a:pt x="324797" y="221411"/>
                  </a:lnTo>
                  <a:lnTo>
                    <a:pt x="326486" y="216372"/>
                  </a:lnTo>
                  <a:lnTo>
                    <a:pt x="328014" y="211283"/>
                  </a:lnTo>
                  <a:lnTo>
                    <a:pt x="329380" y="206147"/>
                  </a:lnTo>
                  <a:lnTo>
                    <a:pt x="330582" y="200971"/>
                  </a:lnTo>
                  <a:lnTo>
                    <a:pt x="331618" y="195759"/>
                  </a:lnTo>
                  <a:lnTo>
                    <a:pt x="332489" y="190516"/>
                  </a:lnTo>
                  <a:lnTo>
                    <a:pt x="333192" y="185249"/>
                  </a:lnTo>
                  <a:lnTo>
                    <a:pt x="333728" y="179962"/>
                  </a:lnTo>
                  <a:lnTo>
                    <a:pt x="334095" y="174661"/>
                  </a:lnTo>
                  <a:lnTo>
                    <a:pt x="334294" y="169350"/>
                  </a:lnTo>
                  <a:lnTo>
                    <a:pt x="334324" y="164036"/>
                  </a:lnTo>
                  <a:lnTo>
                    <a:pt x="334185" y="158724"/>
                  </a:lnTo>
                  <a:lnTo>
                    <a:pt x="333877" y="153419"/>
                  </a:lnTo>
                  <a:lnTo>
                    <a:pt x="333400" y="148126"/>
                  </a:lnTo>
                  <a:lnTo>
                    <a:pt x="332756" y="142851"/>
                  </a:lnTo>
                  <a:lnTo>
                    <a:pt x="331944" y="137600"/>
                  </a:lnTo>
                  <a:lnTo>
                    <a:pt x="330966" y="132376"/>
                  </a:lnTo>
                  <a:lnTo>
                    <a:pt x="329822" y="127187"/>
                  </a:lnTo>
                  <a:lnTo>
                    <a:pt x="328514" y="122036"/>
                  </a:lnTo>
                  <a:lnTo>
                    <a:pt x="327043" y="116930"/>
                  </a:lnTo>
                  <a:lnTo>
                    <a:pt x="325410" y="111873"/>
                  </a:lnTo>
                  <a:lnTo>
                    <a:pt x="323617" y="106870"/>
                  </a:lnTo>
                  <a:lnTo>
                    <a:pt x="321666" y="101927"/>
                  </a:lnTo>
                  <a:lnTo>
                    <a:pt x="319559" y="97049"/>
                  </a:lnTo>
                  <a:lnTo>
                    <a:pt x="317298" y="92239"/>
                  </a:lnTo>
                  <a:lnTo>
                    <a:pt x="314886" y="87505"/>
                  </a:lnTo>
                  <a:lnTo>
                    <a:pt x="312324" y="82849"/>
                  </a:lnTo>
                  <a:lnTo>
                    <a:pt x="309615" y="78277"/>
                  </a:lnTo>
                  <a:lnTo>
                    <a:pt x="306763" y="73793"/>
                  </a:lnTo>
                  <a:lnTo>
                    <a:pt x="303769" y="69403"/>
                  </a:lnTo>
                  <a:lnTo>
                    <a:pt x="300637" y="65109"/>
                  </a:lnTo>
                  <a:lnTo>
                    <a:pt x="297371" y="60918"/>
                  </a:lnTo>
                  <a:lnTo>
                    <a:pt x="293973" y="56832"/>
                  </a:lnTo>
                  <a:lnTo>
                    <a:pt x="290447" y="52857"/>
                  </a:lnTo>
                  <a:lnTo>
                    <a:pt x="286796" y="48995"/>
                  </a:lnTo>
                  <a:lnTo>
                    <a:pt x="283024" y="45252"/>
                  </a:lnTo>
                  <a:lnTo>
                    <a:pt x="279135" y="41630"/>
                  </a:lnTo>
                  <a:lnTo>
                    <a:pt x="275133" y="38134"/>
                  </a:lnTo>
                  <a:lnTo>
                    <a:pt x="271022" y="34767"/>
                  </a:lnTo>
                  <a:lnTo>
                    <a:pt x="266806" y="31532"/>
                  </a:lnTo>
                  <a:lnTo>
                    <a:pt x="262489" y="28432"/>
                  </a:lnTo>
                  <a:lnTo>
                    <a:pt x="258076" y="25472"/>
                  </a:lnTo>
                  <a:lnTo>
                    <a:pt x="253571" y="22653"/>
                  </a:lnTo>
                  <a:lnTo>
                    <a:pt x="248979" y="19979"/>
                  </a:lnTo>
                  <a:lnTo>
                    <a:pt x="244304" y="17452"/>
                  </a:lnTo>
                  <a:lnTo>
                    <a:pt x="239551" y="15075"/>
                  </a:lnTo>
                  <a:lnTo>
                    <a:pt x="234725" y="12851"/>
                  </a:lnTo>
                  <a:lnTo>
                    <a:pt x="229831" y="10781"/>
                  </a:lnTo>
                  <a:lnTo>
                    <a:pt x="224874" y="8867"/>
                  </a:lnTo>
                  <a:lnTo>
                    <a:pt x="219858" y="7112"/>
                  </a:lnTo>
                  <a:lnTo>
                    <a:pt x="214788" y="5517"/>
                  </a:lnTo>
                  <a:lnTo>
                    <a:pt x="209671" y="4085"/>
                  </a:lnTo>
                  <a:lnTo>
                    <a:pt x="204511" y="2815"/>
                  </a:lnTo>
                  <a:lnTo>
                    <a:pt x="199313" y="1711"/>
                  </a:lnTo>
                  <a:lnTo>
                    <a:pt x="194082" y="772"/>
                  </a:lnTo>
                  <a:lnTo>
                    <a:pt x="188825" y="0"/>
                  </a:lnTo>
                  <a:lnTo>
                    <a:pt x="167165" y="1657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21659" cy="167167"/>
            </a:xfrm>
            <a:custGeom>
              <a:avLst/>
              <a:pathLst>
                <a:path w="21659" h="167167">
                  <a:moveTo>
                    <a:pt x="21659" y="1409"/>
                  </a:moveTo>
                  <a:lnTo>
                    <a:pt x="14462" y="626"/>
                  </a:lnTo>
                  <a:lnTo>
                    <a:pt x="7237" y="15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5407" y="1322571"/>
              <a:ext cx="53313" cy="167167"/>
            </a:xfrm>
            <a:custGeom>
              <a:avLst/>
              <a:pathLst>
                <a:path w="53313" h="167167">
                  <a:moveTo>
                    <a:pt x="53313" y="0"/>
                  </a:moveTo>
                  <a:lnTo>
                    <a:pt x="47285" y="108"/>
                  </a:lnTo>
                  <a:lnTo>
                    <a:pt x="41265" y="434"/>
                  </a:lnTo>
                  <a:lnTo>
                    <a:pt x="35261" y="977"/>
                  </a:lnTo>
                  <a:lnTo>
                    <a:pt x="29280" y="1736"/>
                  </a:lnTo>
                  <a:lnTo>
                    <a:pt x="23331" y="2710"/>
                  </a:lnTo>
                  <a:lnTo>
                    <a:pt x="17420" y="3898"/>
                  </a:lnTo>
                  <a:lnTo>
                    <a:pt x="11557" y="5299"/>
                  </a:lnTo>
                  <a:lnTo>
                    <a:pt x="5747" y="6910"/>
                  </a:lnTo>
                  <a:lnTo>
                    <a:pt x="0" y="8729"/>
                  </a:lnTo>
                  <a:lnTo>
                    <a:pt x="5331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5407" y="1331301"/>
              <a:ext cx="53313" cy="158438"/>
            </a:xfrm>
            <a:custGeom>
              <a:avLst/>
              <a:pathLst>
                <a:path w="53313" h="158438">
                  <a:moveTo>
                    <a:pt x="0" y="0"/>
                  </a:moveTo>
                  <a:lnTo>
                    <a:pt x="53313" y="1584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64" y="1331301"/>
              <a:ext cx="334309" cy="325605"/>
            </a:xfrm>
            <a:custGeom>
              <a:avLst/>
              <a:pathLst>
                <a:path w="334309" h="325605">
                  <a:moveTo>
                    <a:pt x="113843" y="0"/>
                  </a:moveTo>
                  <a:lnTo>
                    <a:pt x="108854" y="1767"/>
                  </a:lnTo>
                  <a:lnTo>
                    <a:pt x="103923" y="3691"/>
                  </a:lnTo>
                  <a:lnTo>
                    <a:pt x="99056" y="5770"/>
                  </a:lnTo>
                  <a:lnTo>
                    <a:pt x="94257" y="8003"/>
                  </a:lnTo>
                  <a:lnTo>
                    <a:pt x="89531" y="10386"/>
                  </a:lnTo>
                  <a:lnTo>
                    <a:pt x="84883" y="12917"/>
                  </a:lnTo>
                  <a:lnTo>
                    <a:pt x="80318" y="15595"/>
                  </a:lnTo>
                  <a:lnTo>
                    <a:pt x="75839" y="18416"/>
                  </a:lnTo>
                  <a:lnTo>
                    <a:pt x="71452" y="21377"/>
                  </a:lnTo>
                  <a:lnTo>
                    <a:pt x="67161" y="24475"/>
                  </a:lnTo>
                  <a:lnTo>
                    <a:pt x="62970" y="27708"/>
                  </a:lnTo>
                  <a:lnTo>
                    <a:pt x="58884" y="31072"/>
                  </a:lnTo>
                  <a:lnTo>
                    <a:pt x="54906" y="34563"/>
                  </a:lnTo>
                  <a:lnTo>
                    <a:pt x="51041" y="38179"/>
                  </a:lnTo>
                  <a:lnTo>
                    <a:pt x="47292" y="41915"/>
                  </a:lnTo>
                  <a:lnTo>
                    <a:pt x="43663" y="45768"/>
                  </a:lnTo>
                  <a:lnTo>
                    <a:pt x="40158" y="49734"/>
                  </a:lnTo>
                  <a:lnTo>
                    <a:pt x="36781" y="53809"/>
                  </a:lnTo>
                  <a:lnTo>
                    <a:pt x="33534" y="57989"/>
                  </a:lnTo>
                  <a:lnTo>
                    <a:pt x="30421" y="62269"/>
                  </a:lnTo>
                  <a:lnTo>
                    <a:pt x="27445" y="66646"/>
                  </a:lnTo>
                  <a:lnTo>
                    <a:pt x="24609" y="71115"/>
                  </a:lnTo>
                  <a:lnTo>
                    <a:pt x="21916" y="75671"/>
                  </a:lnTo>
                  <a:lnTo>
                    <a:pt x="19369" y="80311"/>
                  </a:lnTo>
                  <a:lnTo>
                    <a:pt x="16969" y="85028"/>
                  </a:lnTo>
                  <a:lnTo>
                    <a:pt x="14721" y="89820"/>
                  </a:lnTo>
                  <a:lnTo>
                    <a:pt x="12625" y="94680"/>
                  </a:lnTo>
                  <a:lnTo>
                    <a:pt x="10684" y="99604"/>
                  </a:lnTo>
                  <a:lnTo>
                    <a:pt x="8900" y="104587"/>
                  </a:lnTo>
                  <a:lnTo>
                    <a:pt x="7274" y="109624"/>
                  </a:lnTo>
                  <a:lnTo>
                    <a:pt x="5809" y="114710"/>
                  </a:lnTo>
                  <a:lnTo>
                    <a:pt x="4506" y="119839"/>
                  </a:lnTo>
                  <a:lnTo>
                    <a:pt x="3365" y="125008"/>
                  </a:lnTo>
                  <a:lnTo>
                    <a:pt x="2389" y="130210"/>
                  </a:lnTo>
                  <a:lnTo>
                    <a:pt x="1578" y="135440"/>
                  </a:lnTo>
                  <a:lnTo>
                    <a:pt x="933" y="140693"/>
                  </a:lnTo>
                  <a:lnTo>
                    <a:pt x="455" y="145964"/>
                  </a:lnTo>
                  <a:lnTo>
                    <a:pt x="143" y="151248"/>
                  </a:lnTo>
                  <a:lnTo>
                    <a:pt x="0" y="156539"/>
                  </a:lnTo>
                  <a:lnTo>
                    <a:pt x="23" y="161832"/>
                  </a:lnTo>
                  <a:lnTo>
                    <a:pt x="214" y="167121"/>
                  </a:lnTo>
                  <a:lnTo>
                    <a:pt x="573" y="172401"/>
                  </a:lnTo>
                  <a:lnTo>
                    <a:pt x="1099" y="177668"/>
                  </a:lnTo>
                  <a:lnTo>
                    <a:pt x="1791" y="182915"/>
                  </a:lnTo>
                  <a:lnTo>
                    <a:pt x="2648" y="188138"/>
                  </a:lnTo>
                  <a:lnTo>
                    <a:pt x="3671" y="193331"/>
                  </a:lnTo>
                  <a:lnTo>
                    <a:pt x="4858" y="198489"/>
                  </a:lnTo>
                  <a:lnTo>
                    <a:pt x="6207" y="203607"/>
                  </a:lnTo>
                  <a:lnTo>
                    <a:pt x="7717" y="208680"/>
                  </a:lnTo>
                  <a:lnTo>
                    <a:pt x="9388" y="213702"/>
                  </a:lnTo>
                  <a:lnTo>
                    <a:pt x="11217" y="218669"/>
                  </a:lnTo>
                  <a:lnTo>
                    <a:pt x="13201" y="223575"/>
                  </a:lnTo>
                  <a:lnTo>
                    <a:pt x="15341" y="228416"/>
                  </a:lnTo>
                  <a:lnTo>
                    <a:pt x="17632" y="233187"/>
                  </a:lnTo>
                  <a:lnTo>
                    <a:pt x="20073" y="237883"/>
                  </a:lnTo>
                  <a:lnTo>
                    <a:pt x="22662" y="242500"/>
                  </a:lnTo>
                  <a:lnTo>
                    <a:pt x="25396" y="247032"/>
                  </a:lnTo>
                  <a:lnTo>
                    <a:pt x="28272" y="251475"/>
                  </a:lnTo>
                  <a:lnTo>
                    <a:pt x="31287" y="255825"/>
                  </a:lnTo>
                  <a:lnTo>
                    <a:pt x="34438" y="260078"/>
                  </a:lnTo>
                  <a:lnTo>
                    <a:pt x="37722" y="264229"/>
                  </a:lnTo>
                  <a:lnTo>
                    <a:pt x="41136" y="268273"/>
                  </a:lnTo>
                  <a:lnTo>
                    <a:pt x="44676" y="272207"/>
                  </a:lnTo>
                  <a:lnTo>
                    <a:pt x="48339" y="276028"/>
                  </a:lnTo>
                  <a:lnTo>
                    <a:pt x="52121" y="279730"/>
                  </a:lnTo>
                  <a:lnTo>
                    <a:pt x="56019" y="283311"/>
                  </a:lnTo>
                  <a:lnTo>
                    <a:pt x="60028" y="286767"/>
                  </a:lnTo>
                  <a:lnTo>
                    <a:pt x="64144" y="290094"/>
                  </a:lnTo>
                  <a:lnTo>
                    <a:pt x="68363" y="293289"/>
                  </a:lnTo>
                  <a:lnTo>
                    <a:pt x="72682" y="296349"/>
                  </a:lnTo>
                  <a:lnTo>
                    <a:pt x="77095" y="299271"/>
                  </a:lnTo>
                  <a:lnTo>
                    <a:pt x="81599" y="302051"/>
                  </a:lnTo>
                  <a:lnTo>
                    <a:pt x="86188" y="304688"/>
                  </a:lnTo>
                  <a:lnTo>
                    <a:pt x="90859" y="307178"/>
                  </a:lnTo>
                  <a:lnTo>
                    <a:pt x="95606" y="309519"/>
                  </a:lnTo>
                  <a:lnTo>
                    <a:pt x="100424" y="311708"/>
                  </a:lnTo>
                  <a:lnTo>
                    <a:pt x="105310" y="313744"/>
                  </a:lnTo>
                  <a:lnTo>
                    <a:pt x="110258" y="315624"/>
                  </a:lnTo>
                  <a:lnTo>
                    <a:pt x="115262" y="317346"/>
                  </a:lnTo>
                  <a:lnTo>
                    <a:pt x="120319" y="318909"/>
                  </a:lnTo>
                  <a:lnTo>
                    <a:pt x="125422" y="320312"/>
                  </a:lnTo>
                  <a:lnTo>
                    <a:pt x="130568" y="321552"/>
                  </a:lnTo>
                  <a:lnTo>
                    <a:pt x="135750" y="322628"/>
                  </a:lnTo>
                  <a:lnTo>
                    <a:pt x="140964" y="323540"/>
                  </a:lnTo>
                  <a:lnTo>
                    <a:pt x="146203" y="324287"/>
                  </a:lnTo>
                  <a:lnTo>
                    <a:pt x="151464" y="324867"/>
                  </a:lnTo>
                  <a:lnTo>
                    <a:pt x="156741" y="325280"/>
                  </a:lnTo>
                  <a:lnTo>
                    <a:pt x="162028" y="325526"/>
                  </a:lnTo>
                  <a:lnTo>
                    <a:pt x="167320" y="325605"/>
                  </a:lnTo>
                  <a:lnTo>
                    <a:pt x="172612" y="325516"/>
                  </a:lnTo>
                  <a:lnTo>
                    <a:pt x="177899" y="325260"/>
                  </a:lnTo>
                  <a:lnTo>
                    <a:pt x="183174" y="324836"/>
                  </a:lnTo>
                  <a:lnTo>
                    <a:pt x="188434" y="324245"/>
                  </a:lnTo>
                  <a:lnTo>
                    <a:pt x="193672" y="323489"/>
                  </a:lnTo>
                  <a:lnTo>
                    <a:pt x="198884" y="322566"/>
                  </a:lnTo>
                  <a:lnTo>
                    <a:pt x="204064" y="321480"/>
                  </a:lnTo>
                  <a:lnTo>
                    <a:pt x="209207" y="320230"/>
                  </a:lnTo>
                  <a:lnTo>
                    <a:pt x="214308" y="318817"/>
                  </a:lnTo>
                  <a:lnTo>
                    <a:pt x="219362" y="317244"/>
                  </a:lnTo>
                  <a:lnTo>
                    <a:pt x="224363" y="315512"/>
                  </a:lnTo>
                  <a:lnTo>
                    <a:pt x="229307" y="313622"/>
                  </a:lnTo>
                  <a:lnTo>
                    <a:pt x="234188" y="311577"/>
                  </a:lnTo>
                  <a:lnTo>
                    <a:pt x="239003" y="309378"/>
                  </a:lnTo>
                  <a:lnTo>
                    <a:pt x="243745" y="307028"/>
                  </a:lnTo>
                  <a:lnTo>
                    <a:pt x="248411" y="304529"/>
                  </a:lnTo>
                  <a:lnTo>
                    <a:pt x="252995" y="301883"/>
                  </a:lnTo>
                  <a:lnTo>
                    <a:pt x="257493" y="299094"/>
                  </a:lnTo>
                  <a:lnTo>
                    <a:pt x="261901" y="296164"/>
                  </a:lnTo>
                  <a:lnTo>
                    <a:pt x="266213" y="293095"/>
                  </a:lnTo>
                  <a:lnTo>
                    <a:pt x="270426" y="289892"/>
                  </a:lnTo>
                  <a:lnTo>
                    <a:pt x="274536" y="286557"/>
                  </a:lnTo>
                  <a:lnTo>
                    <a:pt x="278538" y="283093"/>
                  </a:lnTo>
                  <a:lnTo>
                    <a:pt x="282429" y="279505"/>
                  </a:lnTo>
                  <a:lnTo>
                    <a:pt x="286204" y="275795"/>
                  </a:lnTo>
                  <a:lnTo>
                    <a:pt x="289859" y="271967"/>
                  </a:lnTo>
                  <a:lnTo>
                    <a:pt x="293392" y="268026"/>
                  </a:lnTo>
                  <a:lnTo>
                    <a:pt x="296798" y="263975"/>
                  </a:lnTo>
                  <a:lnTo>
                    <a:pt x="300074" y="259817"/>
                  </a:lnTo>
                  <a:lnTo>
                    <a:pt x="303216" y="255559"/>
                  </a:lnTo>
                  <a:lnTo>
                    <a:pt x="306223" y="251203"/>
                  </a:lnTo>
                  <a:lnTo>
                    <a:pt x="309090" y="246754"/>
                  </a:lnTo>
                  <a:lnTo>
                    <a:pt x="311815" y="242216"/>
                  </a:lnTo>
                  <a:lnTo>
                    <a:pt x="314394" y="237595"/>
                  </a:lnTo>
                  <a:lnTo>
                    <a:pt x="316826" y="232894"/>
                  </a:lnTo>
                  <a:lnTo>
                    <a:pt x="319109" y="228119"/>
                  </a:lnTo>
                  <a:lnTo>
                    <a:pt x="321238" y="223273"/>
                  </a:lnTo>
                  <a:lnTo>
                    <a:pt x="323214" y="218363"/>
                  </a:lnTo>
                  <a:lnTo>
                    <a:pt x="325032" y="213392"/>
                  </a:lnTo>
                  <a:lnTo>
                    <a:pt x="326693" y="208367"/>
                  </a:lnTo>
                  <a:lnTo>
                    <a:pt x="328194" y="203291"/>
                  </a:lnTo>
                  <a:lnTo>
                    <a:pt x="329533" y="198171"/>
                  </a:lnTo>
                  <a:lnTo>
                    <a:pt x="330709" y="193011"/>
                  </a:lnTo>
                  <a:lnTo>
                    <a:pt x="331722" y="187815"/>
                  </a:lnTo>
                  <a:lnTo>
                    <a:pt x="332569" y="182591"/>
                  </a:lnTo>
                  <a:lnTo>
                    <a:pt x="333251" y="177342"/>
                  </a:lnTo>
                  <a:lnTo>
                    <a:pt x="333766" y="172075"/>
                  </a:lnTo>
                  <a:lnTo>
                    <a:pt x="334115" y="166793"/>
                  </a:lnTo>
                  <a:lnTo>
                    <a:pt x="334295" y="161504"/>
                  </a:lnTo>
                  <a:lnTo>
                    <a:pt x="334309" y="156211"/>
                  </a:lnTo>
                  <a:lnTo>
                    <a:pt x="334155" y="150921"/>
                  </a:lnTo>
                  <a:lnTo>
                    <a:pt x="333833" y="145638"/>
                  </a:lnTo>
                  <a:lnTo>
                    <a:pt x="333344" y="140367"/>
                  </a:lnTo>
                  <a:lnTo>
                    <a:pt x="332689" y="135115"/>
                  </a:lnTo>
                  <a:lnTo>
                    <a:pt x="331867" y="129887"/>
                  </a:lnTo>
                  <a:lnTo>
                    <a:pt x="330881" y="124687"/>
                  </a:lnTo>
                  <a:lnTo>
                    <a:pt x="329731" y="119521"/>
                  </a:lnTo>
                  <a:lnTo>
                    <a:pt x="328417" y="114393"/>
                  </a:lnTo>
                  <a:lnTo>
                    <a:pt x="326942" y="109310"/>
                  </a:lnTo>
                  <a:lnTo>
                    <a:pt x="325307" y="104277"/>
                  </a:lnTo>
                  <a:lnTo>
                    <a:pt x="323513" y="99297"/>
                  </a:lnTo>
                  <a:lnTo>
                    <a:pt x="321562" y="94377"/>
                  </a:lnTo>
                  <a:lnTo>
                    <a:pt x="319457" y="89521"/>
                  </a:lnTo>
                  <a:lnTo>
                    <a:pt x="317199" y="84734"/>
                  </a:lnTo>
                  <a:lnTo>
                    <a:pt x="314790" y="80021"/>
                  </a:lnTo>
                  <a:lnTo>
                    <a:pt x="312234" y="75387"/>
                  </a:lnTo>
                  <a:lnTo>
                    <a:pt x="309532" y="70835"/>
                  </a:lnTo>
                  <a:lnTo>
                    <a:pt x="306687" y="66372"/>
                  </a:lnTo>
                  <a:lnTo>
                    <a:pt x="303703" y="62001"/>
                  </a:lnTo>
                  <a:lnTo>
                    <a:pt x="300581" y="57727"/>
                  </a:lnTo>
                  <a:lnTo>
                    <a:pt x="297326" y="53553"/>
                  </a:lnTo>
                  <a:lnTo>
                    <a:pt x="293941" y="49485"/>
                  </a:lnTo>
                  <a:lnTo>
                    <a:pt x="290428" y="45526"/>
                  </a:lnTo>
                  <a:lnTo>
                    <a:pt x="286792" y="41680"/>
                  </a:lnTo>
                  <a:lnTo>
                    <a:pt x="283035" y="37951"/>
                  </a:lnTo>
                  <a:lnTo>
                    <a:pt x="279163" y="34343"/>
                  </a:lnTo>
                  <a:lnTo>
                    <a:pt x="275178" y="30860"/>
                  </a:lnTo>
                  <a:lnTo>
                    <a:pt x="271085" y="27504"/>
                  </a:lnTo>
                  <a:lnTo>
                    <a:pt x="167156" y="1584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103929" cy="167167"/>
            </a:xfrm>
            <a:custGeom>
              <a:avLst/>
              <a:pathLst>
                <a:path w="103929" h="167167">
                  <a:moveTo>
                    <a:pt x="103929" y="36233"/>
                  </a:moveTo>
                  <a:lnTo>
                    <a:pt x="99479" y="32821"/>
                  </a:lnTo>
                  <a:lnTo>
                    <a:pt x="94917" y="29560"/>
                  </a:lnTo>
                  <a:lnTo>
                    <a:pt x="90248" y="26454"/>
                  </a:lnTo>
                  <a:lnTo>
                    <a:pt x="85478" y="23506"/>
                  </a:lnTo>
                  <a:lnTo>
                    <a:pt x="80612" y="20720"/>
                  </a:lnTo>
                  <a:lnTo>
                    <a:pt x="75654" y="18099"/>
                  </a:lnTo>
                  <a:lnTo>
                    <a:pt x="70612" y="15645"/>
                  </a:lnTo>
                  <a:lnTo>
                    <a:pt x="65490" y="13362"/>
                  </a:lnTo>
                  <a:lnTo>
                    <a:pt x="60295" y="11252"/>
                  </a:lnTo>
                  <a:lnTo>
                    <a:pt x="55032" y="9318"/>
                  </a:lnTo>
                  <a:lnTo>
                    <a:pt x="49707" y="7561"/>
                  </a:lnTo>
                  <a:lnTo>
                    <a:pt x="44325" y="5983"/>
                  </a:lnTo>
                  <a:lnTo>
                    <a:pt x="38894" y="4587"/>
                  </a:lnTo>
                  <a:lnTo>
                    <a:pt x="33420" y="3374"/>
                  </a:lnTo>
                  <a:lnTo>
                    <a:pt x="27907" y="2345"/>
                  </a:lnTo>
                  <a:lnTo>
                    <a:pt x="22363" y="1502"/>
                  </a:lnTo>
                  <a:lnTo>
                    <a:pt x="16795" y="845"/>
                  </a:lnTo>
                  <a:lnTo>
                    <a:pt x="11207" y="376"/>
                  </a:lnTo>
                  <a:lnTo>
                    <a:pt x="560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143" y="1681503"/>
              <a:ext cx="2381" cy="167167"/>
            </a:xfrm>
            <a:custGeom>
              <a:avLst/>
              <a:pathLst>
                <a:path w="2381" h="167167">
                  <a:moveTo>
                    <a:pt x="2381" y="0"/>
                  </a:moveTo>
                  <a:lnTo>
                    <a:pt x="0" y="16"/>
                  </a:lnTo>
                  <a:lnTo>
                    <a:pt x="238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4143" y="1681520"/>
              <a:ext cx="2381" cy="167150"/>
            </a:xfrm>
            <a:custGeom>
              <a:avLst/>
              <a:pathLst>
                <a:path w="2381" h="167150">
                  <a:moveTo>
                    <a:pt x="0" y="0"/>
                  </a:moveTo>
                  <a:lnTo>
                    <a:pt x="2381" y="16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67863" y="1681520"/>
              <a:ext cx="118661" cy="167150"/>
            </a:xfrm>
            <a:custGeom>
              <a:avLst/>
              <a:pathLst>
                <a:path w="118661" h="167150">
                  <a:moveTo>
                    <a:pt x="116279" y="0"/>
                  </a:moveTo>
                  <a:lnTo>
                    <a:pt x="110649" y="175"/>
                  </a:lnTo>
                  <a:lnTo>
                    <a:pt x="105028" y="539"/>
                  </a:lnTo>
                  <a:lnTo>
                    <a:pt x="99423" y="1093"/>
                  </a:lnTo>
                  <a:lnTo>
                    <a:pt x="93839" y="1836"/>
                  </a:lnTo>
                  <a:lnTo>
                    <a:pt x="88284" y="2766"/>
                  </a:lnTo>
                  <a:lnTo>
                    <a:pt x="82763" y="3882"/>
                  </a:lnTo>
                  <a:lnTo>
                    <a:pt x="77283" y="5184"/>
                  </a:lnTo>
                  <a:lnTo>
                    <a:pt x="71850" y="6670"/>
                  </a:lnTo>
                  <a:lnTo>
                    <a:pt x="66470" y="8339"/>
                  </a:lnTo>
                  <a:lnTo>
                    <a:pt x="61149" y="10187"/>
                  </a:lnTo>
                  <a:lnTo>
                    <a:pt x="55894" y="12214"/>
                  </a:lnTo>
                  <a:lnTo>
                    <a:pt x="50710" y="14416"/>
                  </a:lnTo>
                  <a:lnTo>
                    <a:pt x="45603" y="16792"/>
                  </a:lnTo>
                  <a:lnTo>
                    <a:pt x="40578" y="19339"/>
                  </a:lnTo>
                  <a:lnTo>
                    <a:pt x="35643" y="22053"/>
                  </a:lnTo>
                  <a:lnTo>
                    <a:pt x="30802" y="24933"/>
                  </a:lnTo>
                  <a:lnTo>
                    <a:pt x="26060" y="27973"/>
                  </a:lnTo>
                  <a:lnTo>
                    <a:pt x="21424" y="31172"/>
                  </a:lnTo>
                  <a:lnTo>
                    <a:pt x="16898" y="34525"/>
                  </a:lnTo>
                  <a:lnTo>
                    <a:pt x="12488" y="38029"/>
                  </a:lnTo>
                  <a:lnTo>
                    <a:pt x="8198" y="41679"/>
                  </a:lnTo>
                  <a:lnTo>
                    <a:pt x="4034" y="45472"/>
                  </a:lnTo>
                  <a:lnTo>
                    <a:pt x="0" y="49402"/>
                  </a:lnTo>
                  <a:lnTo>
                    <a:pt x="118661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70" y="1681503"/>
              <a:ext cx="334303" cy="334334"/>
            </a:xfrm>
            <a:custGeom>
              <a:avLst/>
              <a:pathLst>
                <a:path w="334303" h="334334">
                  <a:moveTo>
                    <a:pt x="48493" y="49419"/>
                  </a:moveTo>
                  <a:lnTo>
                    <a:pt x="44814" y="53246"/>
                  </a:lnTo>
                  <a:lnTo>
                    <a:pt x="41259" y="57188"/>
                  </a:lnTo>
                  <a:lnTo>
                    <a:pt x="37830" y="61241"/>
                  </a:lnTo>
                  <a:lnTo>
                    <a:pt x="34532" y="65401"/>
                  </a:lnTo>
                  <a:lnTo>
                    <a:pt x="31368" y="69663"/>
                  </a:lnTo>
                  <a:lnTo>
                    <a:pt x="28340" y="74024"/>
                  </a:lnTo>
                  <a:lnTo>
                    <a:pt x="25453" y="78478"/>
                  </a:lnTo>
                  <a:lnTo>
                    <a:pt x="22708" y="83022"/>
                  </a:lnTo>
                  <a:lnTo>
                    <a:pt x="20109" y="87651"/>
                  </a:lnTo>
                  <a:lnTo>
                    <a:pt x="17659" y="92360"/>
                  </a:lnTo>
                  <a:lnTo>
                    <a:pt x="15359" y="97144"/>
                  </a:lnTo>
                  <a:lnTo>
                    <a:pt x="13212" y="101999"/>
                  </a:lnTo>
                  <a:lnTo>
                    <a:pt x="11221" y="106920"/>
                  </a:lnTo>
                  <a:lnTo>
                    <a:pt x="9386" y="111901"/>
                  </a:lnTo>
                  <a:lnTo>
                    <a:pt x="7711" y="116939"/>
                  </a:lnTo>
                  <a:lnTo>
                    <a:pt x="6197" y="122027"/>
                  </a:lnTo>
                  <a:lnTo>
                    <a:pt x="4845" y="127160"/>
                  </a:lnTo>
                  <a:lnTo>
                    <a:pt x="3656" y="132334"/>
                  </a:lnTo>
                  <a:lnTo>
                    <a:pt x="2633" y="137542"/>
                  </a:lnTo>
                  <a:lnTo>
                    <a:pt x="1775" y="142781"/>
                  </a:lnTo>
                  <a:lnTo>
                    <a:pt x="1084" y="148045"/>
                  </a:lnTo>
                  <a:lnTo>
                    <a:pt x="561" y="153327"/>
                  </a:lnTo>
                  <a:lnTo>
                    <a:pt x="205" y="158624"/>
                  </a:lnTo>
                  <a:lnTo>
                    <a:pt x="18" y="163929"/>
                  </a:lnTo>
                  <a:lnTo>
                    <a:pt x="0" y="169237"/>
                  </a:lnTo>
                  <a:lnTo>
                    <a:pt x="150" y="174544"/>
                  </a:lnTo>
                  <a:lnTo>
                    <a:pt x="468" y="179843"/>
                  </a:lnTo>
                  <a:lnTo>
                    <a:pt x="954" y="185129"/>
                  </a:lnTo>
                  <a:lnTo>
                    <a:pt x="1609" y="190397"/>
                  </a:lnTo>
                  <a:lnTo>
                    <a:pt x="2430" y="195641"/>
                  </a:lnTo>
                  <a:lnTo>
                    <a:pt x="3417" y="200857"/>
                  </a:lnTo>
                  <a:lnTo>
                    <a:pt x="4569" y="206039"/>
                  </a:lnTo>
                  <a:lnTo>
                    <a:pt x="5885" y="211182"/>
                  </a:lnTo>
                  <a:lnTo>
                    <a:pt x="7364" y="216280"/>
                  </a:lnTo>
                  <a:lnTo>
                    <a:pt x="9004" y="221329"/>
                  </a:lnTo>
                  <a:lnTo>
                    <a:pt x="10804" y="226323"/>
                  </a:lnTo>
                  <a:lnTo>
                    <a:pt x="12761" y="231258"/>
                  </a:lnTo>
                  <a:lnTo>
                    <a:pt x="14874" y="236128"/>
                  </a:lnTo>
                  <a:lnTo>
                    <a:pt x="17140" y="240928"/>
                  </a:lnTo>
                  <a:lnTo>
                    <a:pt x="19558" y="245654"/>
                  </a:lnTo>
                  <a:lnTo>
                    <a:pt x="22124" y="250301"/>
                  </a:lnTo>
                  <a:lnTo>
                    <a:pt x="24837" y="254864"/>
                  </a:lnTo>
                  <a:lnTo>
                    <a:pt x="27693" y="259338"/>
                  </a:lnTo>
                  <a:lnTo>
                    <a:pt x="30690" y="263720"/>
                  </a:lnTo>
                  <a:lnTo>
                    <a:pt x="33824" y="268004"/>
                  </a:lnTo>
                  <a:lnTo>
                    <a:pt x="37093" y="272187"/>
                  </a:lnTo>
                  <a:lnTo>
                    <a:pt x="40494" y="276263"/>
                  </a:lnTo>
                  <a:lnTo>
                    <a:pt x="44021" y="280230"/>
                  </a:lnTo>
                  <a:lnTo>
                    <a:pt x="47673" y="284083"/>
                  </a:lnTo>
                  <a:lnTo>
                    <a:pt x="51446" y="287817"/>
                  </a:lnTo>
                  <a:lnTo>
                    <a:pt x="55335" y="291431"/>
                  </a:lnTo>
                  <a:lnTo>
                    <a:pt x="59337" y="294918"/>
                  </a:lnTo>
                  <a:lnTo>
                    <a:pt x="63448" y="298277"/>
                  </a:lnTo>
                  <a:lnTo>
                    <a:pt x="67663" y="301504"/>
                  </a:lnTo>
                  <a:lnTo>
                    <a:pt x="71978" y="304595"/>
                  </a:lnTo>
                  <a:lnTo>
                    <a:pt x="76390" y="307548"/>
                  </a:lnTo>
                  <a:lnTo>
                    <a:pt x="80893" y="310359"/>
                  </a:lnTo>
                  <a:lnTo>
                    <a:pt x="85483" y="313026"/>
                  </a:lnTo>
                  <a:lnTo>
                    <a:pt x="90155" y="315545"/>
                  </a:lnTo>
                  <a:lnTo>
                    <a:pt x="94905" y="317915"/>
                  </a:lnTo>
                  <a:lnTo>
                    <a:pt x="99728" y="320133"/>
                  </a:lnTo>
                  <a:lnTo>
                    <a:pt x="104619" y="322197"/>
                  </a:lnTo>
                  <a:lnTo>
                    <a:pt x="109573" y="324104"/>
                  </a:lnTo>
                  <a:lnTo>
                    <a:pt x="114585" y="325854"/>
                  </a:lnTo>
                  <a:lnTo>
                    <a:pt x="119650" y="327443"/>
                  </a:lnTo>
                  <a:lnTo>
                    <a:pt x="124763" y="328870"/>
                  </a:lnTo>
                  <a:lnTo>
                    <a:pt x="129919" y="330135"/>
                  </a:lnTo>
                  <a:lnTo>
                    <a:pt x="135112" y="331235"/>
                  </a:lnTo>
                  <a:lnTo>
                    <a:pt x="140338" y="332169"/>
                  </a:lnTo>
                  <a:lnTo>
                    <a:pt x="145590" y="332938"/>
                  </a:lnTo>
                  <a:lnTo>
                    <a:pt x="150865" y="333539"/>
                  </a:lnTo>
                  <a:lnTo>
                    <a:pt x="156155" y="333972"/>
                  </a:lnTo>
                  <a:lnTo>
                    <a:pt x="161457" y="334237"/>
                  </a:lnTo>
                  <a:lnTo>
                    <a:pt x="166765" y="334334"/>
                  </a:lnTo>
                  <a:lnTo>
                    <a:pt x="172073" y="334262"/>
                  </a:lnTo>
                  <a:lnTo>
                    <a:pt x="177376" y="334022"/>
                  </a:lnTo>
                  <a:lnTo>
                    <a:pt x="182669" y="333613"/>
                  </a:lnTo>
                  <a:lnTo>
                    <a:pt x="187946" y="333036"/>
                  </a:lnTo>
                  <a:lnTo>
                    <a:pt x="193202" y="332293"/>
                  </a:lnTo>
                  <a:lnTo>
                    <a:pt x="198432" y="331382"/>
                  </a:lnTo>
                  <a:lnTo>
                    <a:pt x="203630" y="330306"/>
                  </a:lnTo>
                  <a:lnTo>
                    <a:pt x="208791" y="329066"/>
                  </a:lnTo>
                  <a:lnTo>
                    <a:pt x="213911" y="327662"/>
                  </a:lnTo>
                  <a:lnTo>
                    <a:pt x="218983" y="326097"/>
                  </a:lnTo>
                  <a:lnTo>
                    <a:pt x="224003" y="324371"/>
                  </a:lnTo>
                  <a:lnTo>
                    <a:pt x="228966" y="322487"/>
                  </a:lnTo>
                  <a:lnTo>
                    <a:pt x="233867" y="320446"/>
                  </a:lnTo>
                  <a:lnTo>
                    <a:pt x="238700" y="318250"/>
                  </a:lnTo>
                  <a:lnTo>
                    <a:pt x="243461" y="315902"/>
                  </a:lnTo>
                  <a:lnTo>
                    <a:pt x="248145" y="313404"/>
                  </a:lnTo>
                  <a:lnTo>
                    <a:pt x="252747" y="310759"/>
                  </a:lnTo>
                  <a:lnTo>
                    <a:pt x="257264" y="307969"/>
                  </a:lnTo>
                  <a:lnTo>
                    <a:pt x="261689" y="305037"/>
                  </a:lnTo>
                  <a:lnTo>
                    <a:pt x="266019" y="301966"/>
                  </a:lnTo>
                  <a:lnTo>
                    <a:pt x="270249" y="298759"/>
                  </a:lnTo>
                  <a:lnTo>
                    <a:pt x="274375" y="295419"/>
                  </a:lnTo>
                  <a:lnTo>
                    <a:pt x="278393" y="291950"/>
                  </a:lnTo>
                  <a:lnTo>
                    <a:pt x="282299" y="288355"/>
                  </a:lnTo>
                  <a:lnTo>
                    <a:pt x="286089" y="284638"/>
                  </a:lnTo>
                  <a:lnTo>
                    <a:pt x="289759" y="280802"/>
                  </a:lnTo>
                  <a:lnTo>
                    <a:pt x="293305" y="276852"/>
                  </a:lnTo>
                  <a:lnTo>
                    <a:pt x="296724" y="272791"/>
                  </a:lnTo>
                  <a:lnTo>
                    <a:pt x="300013" y="268624"/>
                  </a:lnTo>
                  <a:lnTo>
                    <a:pt x="303167" y="264354"/>
                  </a:lnTo>
                  <a:lnTo>
                    <a:pt x="306184" y="259987"/>
                  </a:lnTo>
                  <a:lnTo>
                    <a:pt x="309061" y="255526"/>
                  </a:lnTo>
                  <a:lnTo>
                    <a:pt x="311795" y="250975"/>
                  </a:lnTo>
                  <a:lnTo>
                    <a:pt x="314384" y="246340"/>
                  </a:lnTo>
                  <a:lnTo>
                    <a:pt x="316823" y="241626"/>
                  </a:lnTo>
                  <a:lnTo>
                    <a:pt x="319112" y="236836"/>
                  </a:lnTo>
                  <a:lnTo>
                    <a:pt x="321247" y="231976"/>
                  </a:lnTo>
                  <a:lnTo>
                    <a:pt x="323227" y="227051"/>
                  </a:lnTo>
                  <a:lnTo>
                    <a:pt x="325050" y="222065"/>
                  </a:lnTo>
                  <a:lnTo>
                    <a:pt x="326714" y="217024"/>
                  </a:lnTo>
                  <a:lnTo>
                    <a:pt x="328216" y="211932"/>
                  </a:lnTo>
                  <a:lnTo>
                    <a:pt x="329556" y="206796"/>
                  </a:lnTo>
                  <a:lnTo>
                    <a:pt x="330733" y="201619"/>
                  </a:lnTo>
                  <a:lnTo>
                    <a:pt x="331744" y="196408"/>
                  </a:lnTo>
                  <a:lnTo>
                    <a:pt x="332590" y="191167"/>
                  </a:lnTo>
                  <a:lnTo>
                    <a:pt x="333268" y="185903"/>
                  </a:lnTo>
                  <a:lnTo>
                    <a:pt x="333779" y="180619"/>
                  </a:lnTo>
                  <a:lnTo>
                    <a:pt x="334123" y="175321"/>
                  </a:lnTo>
                  <a:lnTo>
                    <a:pt x="334297" y="170016"/>
                  </a:lnTo>
                  <a:lnTo>
                    <a:pt x="334303" y="164707"/>
                  </a:lnTo>
                  <a:lnTo>
                    <a:pt x="334141" y="159401"/>
                  </a:lnTo>
                  <a:lnTo>
                    <a:pt x="333810" y="154103"/>
                  </a:lnTo>
                  <a:lnTo>
                    <a:pt x="333312" y="148818"/>
                  </a:lnTo>
                  <a:lnTo>
                    <a:pt x="332645" y="143552"/>
                  </a:lnTo>
                  <a:lnTo>
                    <a:pt x="331812" y="138309"/>
                  </a:lnTo>
                  <a:lnTo>
                    <a:pt x="330813" y="133095"/>
                  </a:lnTo>
                  <a:lnTo>
                    <a:pt x="329648" y="127916"/>
                  </a:lnTo>
                  <a:lnTo>
                    <a:pt x="328320" y="122777"/>
                  </a:lnTo>
                  <a:lnTo>
                    <a:pt x="326829" y="117682"/>
                  </a:lnTo>
                  <a:lnTo>
                    <a:pt x="325178" y="112637"/>
                  </a:lnTo>
                  <a:lnTo>
                    <a:pt x="323366" y="107647"/>
                  </a:lnTo>
                  <a:lnTo>
                    <a:pt x="321398" y="102717"/>
                  </a:lnTo>
                  <a:lnTo>
                    <a:pt x="319274" y="97852"/>
                  </a:lnTo>
                  <a:lnTo>
                    <a:pt x="316996" y="93057"/>
                  </a:lnTo>
                  <a:lnTo>
                    <a:pt x="314568" y="88336"/>
                  </a:lnTo>
                  <a:lnTo>
                    <a:pt x="311990" y="83696"/>
                  </a:lnTo>
                  <a:lnTo>
                    <a:pt x="309267" y="79139"/>
                  </a:lnTo>
                  <a:lnTo>
                    <a:pt x="306400" y="74671"/>
                  </a:lnTo>
                  <a:lnTo>
                    <a:pt x="303393" y="70296"/>
                  </a:lnTo>
                  <a:lnTo>
                    <a:pt x="300249" y="66019"/>
                  </a:lnTo>
                  <a:lnTo>
                    <a:pt x="296970" y="61845"/>
                  </a:lnTo>
                  <a:lnTo>
                    <a:pt x="293560" y="57776"/>
                  </a:lnTo>
                  <a:lnTo>
                    <a:pt x="290023" y="53817"/>
                  </a:lnTo>
                  <a:lnTo>
                    <a:pt x="286362" y="49973"/>
                  </a:lnTo>
                  <a:lnTo>
                    <a:pt x="282581" y="46247"/>
                  </a:lnTo>
                  <a:lnTo>
                    <a:pt x="278684" y="42643"/>
                  </a:lnTo>
                  <a:lnTo>
                    <a:pt x="274674" y="39165"/>
                  </a:lnTo>
                  <a:lnTo>
                    <a:pt x="270555" y="35816"/>
                  </a:lnTo>
                  <a:lnTo>
                    <a:pt x="266332" y="32599"/>
                  </a:lnTo>
                  <a:lnTo>
                    <a:pt x="262010" y="29517"/>
                  </a:lnTo>
                  <a:lnTo>
                    <a:pt x="257591" y="26575"/>
                  </a:lnTo>
                  <a:lnTo>
                    <a:pt x="253082" y="23774"/>
                  </a:lnTo>
                  <a:lnTo>
                    <a:pt x="248485" y="21118"/>
                  </a:lnTo>
                  <a:lnTo>
                    <a:pt x="243807" y="18610"/>
                  </a:lnTo>
                  <a:lnTo>
                    <a:pt x="239052" y="16251"/>
                  </a:lnTo>
                  <a:lnTo>
                    <a:pt x="234223" y="14044"/>
                  </a:lnTo>
                  <a:lnTo>
                    <a:pt x="229328" y="11992"/>
                  </a:lnTo>
                  <a:lnTo>
                    <a:pt x="224369" y="10096"/>
                  </a:lnTo>
                  <a:lnTo>
                    <a:pt x="219353" y="8358"/>
                  </a:lnTo>
                  <a:lnTo>
                    <a:pt x="214285" y="6781"/>
                  </a:lnTo>
                  <a:lnTo>
                    <a:pt x="209168" y="5365"/>
                  </a:lnTo>
                  <a:lnTo>
                    <a:pt x="204010" y="4113"/>
                  </a:lnTo>
                  <a:lnTo>
                    <a:pt x="198814" y="3025"/>
                  </a:lnTo>
                  <a:lnTo>
                    <a:pt x="193586" y="2102"/>
                  </a:lnTo>
                  <a:lnTo>
                    <a:pt x="188332" y="1346"/>
                  </a:lnTo>
                  <a:lnTo>
                    <a:pt x="183056" y="758"/>
                  </a:lnTo>
                  <a:lnTo>
                    <a:pt x="177764" y="337"/>
                  </a:lnTo>
                  <a:lnTo>
                    <a:pt x="172462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107" y="2126963"/>
              <a:ext cx="22179" cy="167167"/>
            </a:xfrm>
            <a:custGeom>
              <a:avLst/>
              <a:pathLst>
                <a:path w="22179" h="167167">
                  <a:moveTo>
                    <a:pt x="22179" y="0"/>
                  </a:moveTo>
                  <a:lnTo>
                    <a:pt x="14767" y="164"/>
                  </a:lnTo>
                  <a:lnTo>
                    <a:pt x="7369" y="657"/>
                  </a:lnTo>
                  <a:lnTo>
                    <a:pt x="0" y="1477"/>
                  </a:lnTo>
                  <a:lnTo>
                    <a:pt x="2217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9107" y="2128441"/>
              <a:ext cx="22179" cy="165689"/>
            </a:xfrm>
            <a:custGeom>
              <a:avLst/>
              <a:pathLst>
                <a:path w="22179" h="165689">
                  <a:moveTo>
                    <a:pt x="0" y="0"/>
                  </a:moveTo>
                  <a:lnTo>
                    <a:pt x="22179" y="1656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29" y="2128441"/>
              <a:ext cx="334313" cy="332855"/>
            </a:xfrm>
            <a:custGeom>
              <a:avLst/>
              <a:pathLst>
                <a:path w="334313" h="332855">
                  <a:moveTo>
                    <a:pt x="144978" y="0"/>
                  </a:moveTo>
                  <a:lnTo>
                    <a:pt x="139735" y="786"/>
                  </a:lnTo>
                  <a:lnTo>
                    <a:pt x="134520" y="1739"/>
                  </a:lnTo>
                  <a:lnTo>
                    <a:pt x="129337" y="2856"/>
                  </a:lnTo>
                  <a:lnTo>
                    <a:pt x="124193" y="4137"/>
                  </a:lnTo>
                  <a:lnTo>
                    <a:pt x="119091" y="5581"/>
                  </a:lnTo>
                  <a:lnTo>
                    <a:pt x="114038" y="7186"/>
                  </a:lnTo>
                  <a:lnTo>
                    <a:pt x="109039" y="8950"/>
                  </a:lnTo>
                  <a:lnTo>
                    <a:pt x="104098" y="10872"/>
                  </a:lnTo>
                  <a:lnTo>
                    <a:pt x="99220" y="12949"/>
                  </a:lnTo>
                  <a:lnTo>
                    <a:pt x="94411" y="15180"/>
                  </a:lnTo>
                  <a:lnTo>
                    <a:pt x="89675" y="17563"/>
                  </a:lnTo>
                  <a:lnTo>
                    <a:pt x="85017" y="20094"/>
                  </a:lnTo>
                  <a:lnTo>
                    <a:pt x="80441" y="22772"/>
                  </a:lnTo>
                  <a:lnTo>
                    <a:pt x="75953" y="25594"/>
                  </a:lnTo>
                  <a:lnTo>
                    <a:pt x="71556" y="28556"/>
                  </a:lnTo>
                  <a:lnTo>
                    <a:pt x="67256" y="31657"/>
                  </a:lnTo>
                  <a:lnTo>
                    <a:pt x="63056" y="34892"/>
                  </a:lnTo>
                  <a:lnTo>
                    <a:pt x="58961" y="38259"/>
                  </a:lnTo>
                  <a:lnTo>
                    <a:pt x="54974" y="41754"/>
                  </a:lnTo>
                  <a:lnTo>
                    <a:pt x="51101" y="45374"/>
                  </a:lnTo>
                  <a:lnTo>
                    <a:pt x="47344" y="49115"/>
                  </a:lnTo>
                  <a:lnTo>
                    <a:pt x="43707" y="52973"/>
                  </a:lnTo>
                  <a:lnTo>
                    <a:pt x="40195" y="56944"/>
                  </a:lnTo>
                  <a:lnTo>
                    <a:pt x="36811" y="61025"/>
                  </a:lnTo>
                  <a:lnTo>
                    <a:pt x="33557" y="65211"/>
                  </a:lnTo>
                  <a:lnTo>
                    <a:pt x="30438" y="69498"/>
                  </a:lnTo>
                  <a:lnTo>
                    <a:pt x="27457" y="73881"/>
                  </a:lnTo>
                  <a:lnTo>
                    <a:pt x="24616" y="78357"/>
                  </a:lnTo>
                  <a:lnTo>
                    <a:pt x="21918" y="82921"/>
                  </a:lnTo>
                  <a:lnTo>
                    <a:pt x="19367" y="87569"/>
                  </a:lnTo>
                  <a:lnTo>
                    <a:pt x="16964" y="92294"/>
                  </a:lnTo>
                  <a:lnTo>
                    <a:pt x="14712" y="97094"/>
                  </a:lnTo>
                  <a:lnTo>
                    <a:pt x="12614" y="101963"/>
                  </a:lnTo>
                  <a:lnTo>
                    <a:pt x="10670" y="106895"/>
                  </a:lnTo>
                  <a:lnTo>
                    <a:pt x="8885" y="111887"/>
                  </a:lnTo>
                  <a:lnTo>
                    <a:pt x="7258" y="116933"/>
                  </a:lnTo>
                  <a:lnTo>
                    <a:pt x="5793" y="122028"/>
                  </a:lnTo>
                  <a:lnTo>
                    <a:pt x="4489" y="127167"/>
                  </a:lnTo>
                  <a:lnTo>
                    <a:pt x="3350" y="132345"/>
                  </a:lnTo>
                  <a:lnTo>
                    <a:pt x="2375" y="137556"/>
                  </a:lnTo>
                  <a:lnTo>
                    <a:pt x="1565" y="142795"/>
                  </a:lnTo>
                  <a:lnTo>
                    <a:pt x="923" y="148058"/>
                  </a:lnTo>
                  <a:lnTo>
                    <a:pt x="447" y="153338"/>
                  </a:lnTo>
                  <a:lnTo>
                    <a:pt x="139" y="158631"/>
                  </a:lnTo>
                  <a:lnTo>
                    <a:pt x="0" y="163930"/>
                  </a:lnTo>
                  <a:lnTo>
                    <a:pt x="28" y="169232"/>
                  </a:lnTo>
                  <a:lnTo>
                    <a:pt x="224" y="174530"/>
                  </a:lnTo>
                  <a:lnTo>
                    <a:pt x="588" y="179819"/>
                  </a:lnTo>
                  <a:lnTo>
                    <a:pt x="1120" y="185094"/>
                  </a:lnTo>
                  <a:lnTo>
                    <a:pt x="1819" y="190349"/>
                  </a:lnTo>
                  <a:lnTo>
                    <a:pt x="2684" y="195580"/>
                  </a:lnTo>
                  <a:lnTo>
                    <a:pt x="3715" y="200780"/>
                  </a:lnTo>
                  <a:lnTo>
                    <a:pt x="4910" y="205945"/>
                  </a:lnTo>
                  <a:lnTo>
                    <a:pt x="6268" y="211070"/>
                  </a:lnTo>
                  <a:lnTo>
                    <a:pt x="7788" y="216149"/>
                  </a:lnTo>
                  <a:lnTo>
                    <a:pt x="9468" y="221177"/>
                  </a:lnTo>
                  <a:lnTo>
                    <a:pt x="11307" y="226150"/>
                  </a:lnTo>
                  <a:lnTo>
                    <a:pt x="13303" y="231061"/>
                  </a:lnTo>
                  <a:lnTo>
                    <a:pt x="15453" y="235907"/>
                  </a:lnTo>
                  <a:lnTo>
                    <a:pt x="17756" y="240683"/>
                  </a:lnTo>
                  <a:lnTo>
                    <a:pt x="20209" y="245382"/>
                  </a:lnTo>
                  <a:lnTo>
                    <a:pt x="22810" y="250002"/>
                  </a:lnTo>
                  <a:lnTo>
                    <a:pt x="25556" y="254537"/>
                  </a:lnTo>
                  <a:lnTo>
                    <a:pt x="28445" y="258983"/>
                  </a:lnTo>
                  <a:lnTo>
                    <a:pt x="31473" y="263334"/>
                  </a:lnTo>
                  <a:lnTo>
                    <a:pt x="34638" y="267588"/>
                  </a:lnTo>
                  <a:lnTo>
                    <a:pt x="37935" y="271739"/>
                  </a:lnTo>
                  <a:lnTo>
                    <a:pt x="41363" y="275783"/>
                  </a:lnTo>
                  <a:lnTo>
                    <a:pt x="44918" y="279717"/>
                  </a:lnTo>
                  <a:lnTo>
                    <a:pt x="48595" y="283536"/>
                  </a:lnTo>
                  <a:lnTo>
                    <a:pt x="52392" y="287236"/>
                  </a:lnTo>
                  <a:lnTo>
                    <a:pt x="56304" y="290814"/>
                  </a:lnTo>
                  <a:lnTo>
                    <a:pt x="60327" y="294267"/>
                  </a:lnTo>
                  <a:lnTo>
                    <a:pt x="64458" y="297589"/>
                  </a:lnTo>
                  <a:lnTo>
                    <a:pt x="68692" y="300780"/>
                  </a:lnTo>
                  <a:lnTo>
                    <a:pt x="73026" y="303834"/>
                  </a:lnTo>
                  <a:lnTo>
                    <a:pt x="77454" y="306750"/>
                  </a:lnTo>
                  <a:lnTo>
                    <a:pt x="81972" y="309523"/>
                  </a:lnTo>
                  <a:lnTo>
                    <a:pt x="86576" y="312152"/>
                  </a:lnTo>
                  <a:lnTo>
                    <a:pt x="91261" y="314634"/>
                  </a:lnTo>
                  <a:lnTo>
                    <a:pt x="96022" y="316966"/>
                  </a:lnTo>
                  <a:lnTo>
                    <a:pt x="100855" y="319145"/>
                  </a:lnTo>
                  <a:lnTo>
                    <a:pt x="105754" y="321171"/>
                  </a:lnTo>
                  <a:lnTo>
                    <a:pt x="110715" y="323040"/>
                  </a:lnTo>
                  <a:lnTo>
                    <a:pt x="115733" y="324750"/>
                  </a:lnTo>
                  <a:lnTo>
                    <a:pt x="120803" y="326301"/>
                  </a:lnTo>
                  <a:lnTo>
                    <a:pt x="125919" y="327690"/>
                  </a:lnTo>
                  <a:lnTo>
                    <a:pt x="131077" y="328916"/>
                  </a:lnTo>
                  <a:lnTo>
                    <a:pt x="136271" y="329978"/>
                  </a:lnTo>
                  <a:lnTo>
                    <a:pt x="141497" y="330875"/>
                  </a:lnTo>
                  <a:lnTo>
                    <a:pt x="146748" y="331606"/>
                  </a:lnTo>
                  <a:lnTo>
                    <a:pt x="152019" y="332170"/>
                  </a:lnTo>
                  <a:lnTo>
                    <a:pt x="157306" y="332566"/>
                  </a:lnTo>
                  <a:lnTo>
                    <a:pt x="162603" y="332794"/>
                  </a:lnTo>
                  <a:lnTo>
                    <a:pt x="167904" y="332855"/>
                  </a:lnTo>
                  <a:lnTo>
                    <a:pt x="173204" y="332747"/>
                  </a:lnTo>
                  <a:lnTo>
                    <a:pt x="178499" y="332471"/>
                  </a:lnTo>
                  <a:lnTo>
                    <a:pt x="183782" y="332028"/>
                  </a:lnTo>
                  <a:lnTo>
                    <a:pt x="189048" y="331417"/>
                  </a:lnTo>
                  <a:lnTo>
                    <a:pt x="194292" y="330639"/>
                  </a:lnTo>
                  <a:lnTo>
                    <a:pt x="199509" y="329696"/>
                  </a:lnTo>
                  <a:lnTo>
                    <a:pt x="204694" y="328588"/>
                  </a:lnTo>
                  <a:lnTo>
                    <a:pt x="209840" y="327316"/>
                  </a:lnTo>
                  <a:lnTo>
                    <a:pt x="214944" y="325881"/>
                  </a:lnTo>
                  <a:lnTo>
                    <a:pt x="220000" y="324285"/>
                  </a:lnTo>
                  <a:lnTo>
                    <a:pt x="225002" y="322529"/>
                  </a:lnTo>
                  <a:lnTo>
                    <a:pt x="229947" y="320616"/>
                  </a:lnTo>
                  <a:lnTo>
                    <a:pt x="234828" y="318547"/>
                  </a:lnTo>
                  <a:lnTo>
                    <a:pt x="239641" y="316325"/>
                  </a:lnTo>
                  <a:lnTo>
                    <a:pt x="244381" y="313950"/>
                  </a:lnTo>
                  <a:lnTo>
                    <a:pt x="249044" y="311427"/>
                  </a:lnTo>
                  <a:lnTo>
                    <a:pt x="253624" y="308757"/>
                  </a:lnTo>
                  <a:lnTo>
                    <a:pt x="258117" y="305943"/>
                  </a:lnTo>
                  <a:lnTo>
                    <a:pt x="262519" y="302988"/>
                  </a:lnTo>
                  <a:lnTo>
                    <a:pt x="266825" y="299895"/>
                  </a:lnTo>
                  <a:lnTo>
                    <a:pt x="271031" y="296667"/>
                  </a:lnTo>
                  <a:lnTo>
                    <a:pt x="275132" y="293308"/>
                  </a:lnTo>
                  <a:lnTo>
                    <a:pt x="279124" y="289820"/>
                  </a:lnTo>
                  <a:lnTo>
                    <a:pt x="283004" y="286207"/>
                  </a:lnTo>
                  <a:lnTo>
                    <a:pt x="286768" y="282473"/>
                  </a:lnTo>
                  <a:lnTo>
                    <a:pt x="290411" y="278621"/>
                  </a:lnTo>
                  <a:lnTo>
                    <a:pt x="293930" y="274656"/>
                  </a:lnTo>
                  <a:lnTo>
                    <a:pt x="297321" y="270581"/>
                  </a:lnTo>
                  <a:lnTo>
                    <a:pt x="300582" y="266401"/>
                  </a:lnTo>
                  <a:lnTo>
                    <a:pt x="303709" y="262119"/>
                  </a:lnTo>
                  <a:lnTo>
                    <a:pt x="306698" y="257741"/>
                  </a:lnTo>
                  <a:lnTo>
                    <a:pt x="309547" y="253269"/>
                  </a:lnTo>
                  <a:lnTo>
                    <a:pt x="312252" y="248710"/>
                  </a:lnTo>
                  <a:lnTo>
                    <a:pt x="314812" y="244067"/>
                  </a:lnTo>
                  <a:lnTo>
                    <a:pt x="317223" y="239346"/>
                  </a:lnTo>
                  <a:lnTo>
                    <a:pt x="319483" y="234550"/>
                  </a:lnTo>
                  <a:lnTo>
                    <a:pt x="321590" y="229685"/>
                  </a:lnTo>
                  <a:lnTo>
                    <a:pt x="323542" y="224756"/>
                  </a:lnTo>
                  <a:lnTo>
                    <a:pt x="325336" y="219767"/>
                  </a:lnTo>
                  <a:lnTo>
                    <a:pt x="326972" y="214724"/>
                  </a:lnTo>
                  <a:lnTo>
                    <a:pt x="328446" y="209632"/>
                  </a:lnTo>
                  <a:lnTo>
                    <a:pt x="329759" y="204495"/>
                  </a:lnTo>
                  <a:lnTo>
                    <a:pt x="330907" y="199320"/>
                  </a:lnTo>
                  <a:lnTo>
                    <a:pt x="331891" y="194110"/>
                  </a:lnTo>
                  <a:lnTo>
                    <a:pt x="332710" y="188872"/>
                  </a:lnTo>
                  <a:lnTo>
                    <a:pt x="333362" y="183611"/>
                  </a:lnTo>
                  <a:lnTo>
                    <a:pt x="333846" y="178331"/>
                  </a:lnTo>
                  <a:lnTo>
                    <a:pt x="334163" y="173039"/>
                  </a:lnTo>
                  <a:lnTo>
                    <a:pt x="334313" y="167740"/>
                  </a:lnTo>
                  <a:lnTo>
                    <a:pt x="334294" y="162438"/>
                  </a:lnTo>
                  <a:lnTo>
                    <a:pt x="334106" y="157140"/>
                  </a:lnTo>
                  <a:lnTo>
                    <a:pt x="333751" y="151850"/>
                  </a:lnTo>
                  <a:lnTo>
                    <a:pt x="333229" y="146574"/>
                  </a:lnTo>
                  <a:lnTo>
                    <a:pt x="332539" y="141318"/>
                  </a:lnTo>
                  <a:lnTo>
                    <a:pt x="331683" y="136086"/>
                  </a:lnTo>
                  <a:lnTo>
                    <a:pt x="330662" y="130884"/>
                  </a:lnTo>
                  <a:lnTo>
                    <a:pt x="329476" y="125716"/>
                  </a:lnTo>
                  <a:lnTo>
                    <a:pt x="328127" y="120589"/>
                  </a:lnTo>
                  <a:lnTo>
                    <a:pt x="326615" y="115508"/>
                  </a:lnTo>
                  <a:lnTo>
                    <a:pt x="324944" y="110476"/>
                  </a:lnTo>
                  <a:lnTo>
                    <a:pt x="323114" y="105501"/>
                  </a:lnTo>
                  <a:lnTo>
                    <a:pt x="321127" y="100586"/>
                  </a:lnTo>
                  <a:lnTo>
                    <a:pt x="318985" y="95736"/>
                  </a:lnTo>
                  <a:lnTo>
                    <a:pt x="316690" y="90957"/>
                  </a:lnTo>
                  <a:lnTo>
                    <a:pt x="314245" y="86252"/>
                  </a:lnTo>
                  <a:lnTo>
                    <a:pt x="311652" y="81628"/>
                  </a:lnTo>
                  <a:lnTo>
                    <a:pt x="308914" y="77088"/>
                  </a:lnTo>
                  <a:lnTo>
                    <a:pt x="306033" y="72638"/>
                  </a:lnTo>
                  <a:lnTo>
                    <a:pt x="303013" y="68281"/>
                  </a:lnTo>
                  <a:lnTo>
                    <a:pt x="299856" y="64022"/>
                  </a:lnTo>
                  <a:lnTo>
                    <a:pt x="296565" y="59865"/>
                  </a:lnTo>
                  <a:lnTo>
                    <a:pt x="293144" y="55815"/>
                  </a:lnTo>
                  <a:lnTo>
                    <a:pt x="289597" y="51875"/>
                  </a:lnTo>
                  <a:lnTo>
                    <a:pt x="285926" y="48050"/>
                  </a:lnTo>
                  <a:lnTo>
                    <a:pt x="282136" y="44343"/>
                  </a:lnTo>
                  <a:lnTo>
                    <a:pt x="278230" y="40758"/>
                  </a:lnTo>
                  <a:lnTo>
                    <a:pt x="274213" y="37298"/>
                  </a:lnTo>
                  <a:lnTo>
                    <a:pt x="270088" y="33968"/>
                  </a:lnTo>
                  <a:lnTo>
                    <a:pt x="265859" y="30770"/>
                  </a:lnTo>
                  <a:lnTo>
                    <a:pt x="261531" y="27708"/>
                  </a:lnTo>
                  <a:lnTo>
                    <a:pt x="257108" y="24785"/>
                  </a:lnTo>
                  <a:lnTo>
                    <a:pt x="252595" y="22004"/>
                  </a:lnTo>
                  <a:lnTo>
                    <a:pt x="247996" y="19367"/>
                  </a:lnTo>
                  <a:lnTo>
                    <a:pt x="243315" y="16877"/>
                  </a:lnTo>
                  <a:lnTo>
                    <a:pt x="238558" y="14537"/>
                  </a:lnTo>
                  <a:lnTo>
                    <a:pt x="233729" y="12349"/>
                  </a:lnTo>
                  <a:lnTo>
                    <a:pt x="228833" y="10315"/>
                  </a:lnTo>
                  <a:lnTo>
                    <a:pt x="223875" y="8437"/>
                  </a:lnTo>
                  <a:lnTo>
                    <a:pt x="218860" y="6718"/>
                  </a:lnTo>
                  <a:lnTo>
                    <a:pt x="213793" y="5158"/>
                  </a:lnTo>
                  <a:lnTo>
                    <a:pt x="208679" y="3760"/>
                  </a:lnTo>
                  <a:lnTo>
                    <a:pt x="203523" y="2525"/>
                  </a:lnTo>
                  <a:lnTo>
                    <a:pt x="167158" y="1656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36365" cy="167167"/>
            </a:xfrm>
            <a:custGeom>
              <a:avLst/>
              <a:pathLst>
                <a:path w="36365" h="167167">
                  <a:moveTo>
                    <a:pt x="36365" y="4003"/>
                  </a:moveTo>
                  <a:lnTo>
                    <a:pt x="29176" y="2565"/>
                  </a:lnTo>
                  <a:lnTo>
                    <a:pt x="21931" y="1444"/>
                  </a:lnTo>
                  <a:lnTo>
                    <a:pt x="14644" y="642"/>
                  </a:lnTo>
                  <a:lnTo>
                    <a:pt x="7329" y="16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317" y="2633064"/>
              <a:ext cx="3431" cy="167167"/>
            </a:xfrm>
            <a:custGeom>
              <a:avLst/>
              <a:pathLst>
                <a:path w="3431" h="167167">
                  <a:moveTo>
                    <a:pt x="3431" y="0"/>
                  </a:moveTo>
                  <a:lnTo>
                    <a:pt x="0" y="35"/>
                  </a:lnTo>
                  <a:lnTo>
                    <a:pt x="343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7317" y="263309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1" y="2633099"/>
              <a:ext cx="334328" cy="334288"/>
            </a:xfrm>
            <a:custGeom>
              <a:avLst/>
              <a:pathLst>
                <a:path w="334328" h="334288">
                  <a:moveTo>
                    <a:pt x="163735" y="0"/>
                  </a:moveTo>
                  <a:lnTo>
                    <a:pt x="158450" y="192"/>
                  </a:lnTo>
                  <a:lnTo>
                    <a:pt x="153173" y="551"/>
                  </a:lnTo>
                  <a:lnTo>
                    <a:pt x="147910" y="1077"/>
                  </a:lnTo>
                  <a:lnTo>
                    <a:pt x="142667" y="1769"/>
                  </a:lnTo>
                  <a:lnTo>
                    <a:pt x="137448" y="2627"/>
                  </a:lnTo>
                  <a:lnTo>
                    <a:pt x="132258" y="3650"/>
                  </a:lnTo>
                  <a:lnTo>
                    <a:pt x="127104" y="4836"/>
                  </a:lnTo>
                  <a:lnTo>
                    <a:pt x="121990" y="6185"/>
                  </a:lnTo>
                  <a:lnTo>
                    <a:pt x="116921" y="7694"/>
                  </a:lnTo>
                  <a:lnTo>
                    <a:pt x="111902" y="9364"/>
                  </a:lnTo>
                  <a:lnTo>
                    <a:pt x="106938" y="11191"/>
                  </a:lnTo>
                  <a:lnTo>
                    <a:pt x="102035" y="13174"/>
                  </a:lnTo>
                  <a:lnTo>
                    <a:pt x="97197" y="15312"/>
                  </a:lnTo>
                  <a:lnTo>
                    <a:pt x="92430" y="17602"/>
                  </a:lnTo>
                  <a:lnTo>
                    <a:pt x="87737" y="20041"/>
                  </a:lnTo>
                  <a:lnTo>
                    <a:pt x="83123" y="22627"/>
                  </a:lnTo>
                  <a:lnTo>
                    <a:pt x="78594" y="25358"/>
                  </a:lnTo>
                  <a:lnTo>
                    <a:pt x="74153" y="28231"/>
                  </a:lnTo>
                  <a:lnTo>
                    <a:pt x="69805" y="31243"/>
                  </a:lnTo>
                  <a:lnTo>
                    <a:pt x="65555" y="34391"/>
                  </a:lnTo>
                  <a:lnTo>
                    <a:pt x="61407" y="37672"/>
                  </a:lnTo>
                  <a:lnTo>
                    <a:pt x="57364" y="41083"/>
                  </a:lnTo>
                  <a:lnTo>
                    <a:pt x="53431" y="44620"/>
                  </a:lnTo>
                  <a:lnTo>
                    <a:pt x="49613" y="48279"/>
                  </a:lnTo>
                  <a:lnTo>
                    <a:pt x="45911" y="52058"/>
                  </a:lnTo>
                  <a:lnTo>
                    <a:pt x="42332" y="55951"/>
                  </a:lnTo>
                  <a:lnTo>
                    <a:pt x="38877" y="59956"/>
                  </a:lnTo>
                  <a:lnTo>
                    <a:pt x="35551" y="64068"/>
                  </a:lnTo>
                  <a:lnTo>
                    <a:pt x="32356" y="68284"/>
                  </a:lnTo>
                  <a:lnTo>
                    <a:pt x="29296" y="72598"/>
                  </a:lnTo>
                  <a:lnTo>
                    <a:pt x="26375" y="77007"/>
                  </a:lnTo>
                  <a:lnTo>
                    <a:pt x="23594" y="81506"/>
                  </a:lnTo>
                  <a:lnTo>
                    <a:pt x="20957" y="86091"/>
                  </a:lnTo>
                  <a:lnTo>
                    <a:pt x="18467" y="90757"/>
                  </a:lnTo>
                  <a:lnTo>
                    <a:pt x="16125" y="95499"/>
                  </a:lnTo>
                  <a:lnTo>
                    <a:pt x="13934" y="100313"/>
                  </a:lnTo>
                  <a:lnTo>
                    <a:pt x="11897" y="105194"/>
                  </a:lnTo>
                  <a:lnTo>
                    <a:pt x="10015" y="110137"/>
                  </a:lnTo>
                  <a:lnTo>
                    <a:pt x="8291" y="115137"/>
                  </a:lnTo>
                  <a:lnTo>
                    <a:pt x="6726" y="120190"/>
                  </a:lnTo>
                  <a:lnTo>
                    <a:pt x="5321" y="125289"/>
                  </a:lnTo>
                  <a:lnTo>
                    <a:pt x="4078" y="130430"/>
                  </a:lnTo>
                  <a:lnTo>
                    <a:pt x="2999" y="135608"/>
                  </a:lnTo>
                  <a:lnTo>
                    <a:pt x="2084" y="140817"/>
                  </a:lnTo>
                  <a:lnTo>
                    <a:pt x="1334" y="146052"/>
                  </a:lnTo>
                  <a:lnTo>
                    <a:pt x="750" y="151309"/>
                  </a:lnTo>
                  <a:lnTo>
                    <a:pt x="333" y="156582"/>
                  </a:lnTo>
                  <a:lnTo>
                    <a:pt x="82" y="161865"/>
                  </a:lnTo>
                  <a:lnTo>
                    <a:pt x="0" y="167153"/>
                  </a:lnTo>
                  <a:lnTo>
                    <a:pt x="84" y="172442"/>
                  </a:lnTo>
                  <a:lnTo>
                    <a:pt x="335" y="177725"/>
                  </a:lnTo>
                  <a:lnTo>
                    <a:pt x="754" y="182997"/>
                  </a:lnTo>
                  <a:lnTo>
                    <a:pt x="1339" y="188254"/>
                  </a:lnTo>
                  <a:lnTo>
                    <a:pt x="2091" y="193490"/>
                  </a:lnTo>
                  <a:lnTo>
                    <a:pt x="3007" y="198699"/>
                  </a:lnTo>
                  <a:lnTo>
                    <a:pt x="4088" y="203876"/>
                  </a:lnTo>
                  <a:lnTo>
                    <a:pt x="5332" y="209017"/>
                  </a:lnTo>
                  <a:lnTo>
                    <a:pt x="6738" y="214116"/>
                  </a:lnTo>
                  <a:lnTo>
                    <a:pt x="8305" y="219167"/>
                  </a:lnTo>
                  <a:lnTo>
                    <a:pt x="10030" y="224167"/>
                  </a:lnTo>
                  <a:lnTo>
                    <a:pt x="11913" y="229109"/>
                  </a:lnTo>
                  <a:lnTo>
                    <a:pt x="13952" y="233990"/>
                  </a:lnTo>
                  <a:lnTo>
                    <a:pt x="16143" y="238804"/>
                  </a:lnTo>
                  <a:lnTo>
                    <a:pt x="18486" y="243545"/>
                  </a:lnTo>
                  <a:lnTo>
                    <a:pt x="20978" y="248211"/>
                  </a:lnTo>
                  <a:lnTo>
                    <a:pt x="23616" y="252795"/>
                  </a:lnTo>
                  <a:lnTo>
                    <a:pt x="26398" y="257293"/>
                  </a:lnTo>
                  <a:lnTo>
                    <a:pt x="29321" y="261701"/>
                  </a:lnTo>
                  <a:lnTo>
                    <a:pt x="32382" y="266015"/>
                  </a:lnTo>
                  <a:lnTo>
                    <a:pt x="35577" y="270229"/>
                  </a:lnTo>
                  <a:lnTo>
                    <a:pt x="38905" y="274341"/>
                  </a:lnTo>
                  <a:lnTo>
                    <a:pt x="42361" y="278345"/>
                  </a:lnTo>
                  <a:lnTo>
                    <a:pt x="45941" y="282237"/>
                  </a:lnTo>
                  <a:lnTo>
                    <a:pt x="49643" y="286015"/>
                  </a:lnTo>
                  <a:lnTo>
                    <a:pt x="53463" y="289673"/>
                  </a:lnTo>
                  <a:lnTo>
                    <a:pt x="57397" y="293209"/>
                  </a:lnTo>
                  <a:lnTo>
                    <a:pt x="61440" y="296618"/>
                  </a:lnTo>
                  <a:lnTo>
                    <a:pt x="65590" y="299898"/>
                  </a:lnTo>
                  <a:lnTo>
                    <a:pt x="69841" y="303045"/>
                  </a:lnTo>
                  <a:lnTo>
                    <a:pt x="74189" y="306056"/>
                  </a:lnTo>
                  <a:lnTo>
                    <a:pt x="78630" y="308928"/>
                  </a:lnTo>
                  <a:lnTo>
                    <a:pt x="83161" y="311658"/>
                  </a:lnTo>
                  <a:lnTo>
                    <a:pt x="87775" y="314243"/>
                  </a:lnTo>
                  <a:lnTo>
                    <a:pt x="92468" y="316681"/>
                  </a:lnTo>
                  <a:lnTo>
                    <a:pt x="97237" y="318970"/>
                  </a:lnTo>
                  <a:lnTo>
                    <a:pt x="102075" y="321106"/>
                  </a:lnTo>
                  <a:lnTo>
                    <a:pt x="106979" y="323088"/>
                  </a:lnTo>
                  <a:lnTo>
                    <a:pt x="111943" y="324914"/>
                  </a:lnTo>
                  <a:lnTo>
                    <a:pt x="116962" y="326582"/>
                  </a:lnTo>
                  <a:lnTo>
                    <a:pt x="122031" y="328091"/>
                  </a:lnTo>
                  <a:lnTo>
                    <a:pt x="127146" y="329438"/>
                  </a:lnTo>
                  <a:lnTo>
                    <a:pt x="132301" y="330623"/>
                  </a:lnTo>
                  <a:lnTo>
                    <a:pt x="137490" y="331644"/>
                  </a:lnTo>
                  <a:lnTo>
                    <a:pt x="142710" y="332500"/>
                  </a:lnTo>
                  <a:lnTo>
                    <a:pt x="147953" y="333191"/>
                  </a:lnTo>
                  <a:lnTo>
                    <a:pt x="153216" y="333716"/>
                  </a:lnTo>
                  <a:lnTo>
                    <a:pt x="158493" y="334074"/>
                  </a:lnTo>
                  <a:lnTo>
                    <a:pt x="163779" y="334265"/>
                  </a:lnTo>
                  <a:lnTo>
                    <a:pt x="169068" y="334288"/>
                  </a:lnTo>
                  <a:lnTo>
                    <a:pt x="174355" y="334145"/>
                  </a:lnTo>
                  <a:lnTo>
                    <a:pt x="179635" y="333834"/>
                  </a:lnTo>
                  <a:lnTo>
                    <a:pt x="184902" y="333356"/>
                  </a:lnTo>
                  <a:lnTo>
                    <a:pt x="190152" y="332711"/>
                  </a:lnTo>
                  <a:lnTo>
                    <a:pt x="195379" y="331901"/>
                  </a:lnTo>
                  <a:lnTo>
                    <a:pt x="200577" y="330926"/>
                  </a:lnTo>
                  <a:lnTo>
                    <a:pt x="205742" y="329787"/>
                  </a:lnTo>
                  <a:lnTo>
                    <a:pt x="210869" y="328486"/>
                  </a:lnTo>
                  <a:lnTo>
                    <a:pt x="215951" y="327022"/>
                  </a:lnTo>
                  <a:lnTo>
                    <a:pt x="220985" y="325399"/>
                  </a:lnTo>
                  <a:lnTo>
                    <a:pt x="225965" y="323617"/>
                  </a:lnTo>
                  <a:lnTo>
                    <a:pt x="230886" y="321679"/>
                  </a:lnTo>
                  <a:lnTo>
                    <a:pt x="235743" y="319586"/>
                  </a:lnTo>
                  <a:lnTo>
                    <a:pt x="240532" y="317340"/>
                  </a:lnTo>
                  <a:lnTo>
                    <a:pt x="245247" y="314944"/>
                  </a:lnTo>
                  <a:lnTo>
                    <a:pt x="249884" y="312400"/>
                  </a:lnTo>
                  <a:lnTo>
                    <a:pt x="254439" y="309710"/>
                  </a:lnTo>
                  <a:lnTo>
                    <a:pt x="258905" y="306878"/>
                  </a:lnTo>
                  <a:lnTo>
                    <a:pt x="263280" y="303906"/>
                  </a:lnTo>
                  <a:lnTo>
                    <a:pt x="267559" y="300797"/>
                  </a:lnTo>
                  <a:lnTo>
                    <a:pt x="271738" y="297554"/>
                  </a:lnTo>
                  <a:lnTo>
                    <a:pt x="275811" y="294180"/>
                  </a:lnTo>
                  <a:lnTo>
                    <a:pt x="279776" y="290680"/>
                  </a:lnTo>
                  <a:lnTo>
                    <a:pt x="283628" y="287056"/>
                  </a:lnTo>
                  <a:lnTo>
                    <a:pt x="287364" y="283311"/>
                  </a:lnTo>
                  <a:lnTo>
                    <a:pt x="290979" y="279451"/>
                  </a:lnTo>
                  <a:lnTo>
                    <a:pt x="294470" y="275478"/>
                  </a:lnTo>
                  <a:lnTo>
                    <a:pt x="297834" y="271396"/>
                  </a:lnTo>
                  <a:lnTo>
                    <a:pt x="301067" y="267210"/>
                  </a:lnTo>
                  <a:lnTo>
                    <a:pt x="304166" y="262924"/>
                  </a:lnTo>
                  <a:lnTo>
                    <a:pt x="307128" y="258542"/>
                  </a:lnTo>
                  <a:lnTo>
                    <a:pt x="309950" y="254069"/>
                  </a:lnTo>
                  <a:lnTo>
                    <a:pt x="312629" y="249508"/>
                  </a:lnTo>
                  <a:lnTo>
                    <a:pt x="315162" y="244865"/>
                  </a:lnTo>
                  <a:lnTo>
                    <a:pt x="317547" y="240144"/>
                  </a:lnTo>
                  <a:lnTo>
                    <a:pt x="319781" y="235350"/>
                  </a:lnTo>
                  <a:lnTo>
                    <a:pt x="321863" y="230488"/>
                  </a:lnTo>
                  <a:lnTo>
                    <a:pt x="323790" y="225563"/>
                  </a:lnTo>
                  <a:lnTo>
                    <a:pt x="325560" y="220578"/>
                  </a:lnTo>
                  <a:lnTo>
                    <a:pt x="327172" y="215541"/>
                  </a:lnTo>
                  <a:lnTo>
                    <a:pt x="328623" y="210455"/>
                  </a:lnTo>
                  <a:lnTo>
                    <a:pt x="329913" y="205325"/>
                  </a:lnTo>
                  <a:lnTo>
                    <a:pt x="331040" y="200158"/>
                  </a:lnTo>
                  <a:lnTo>
                    <a:pt x="332002" y="194957"/>
                  </a:lnTo>
                  <a:lnTo>
                    <a:pt x="332800" y="189728"/>
                  </a:lnTo>
                  <a:lnTo>
                    <a:pt x="333432" y="184477"/>
                  </a:lnTo>
                  <a:lnTo>
                    <a:pt x="333898" y="179209"/>
                  </a:lnTo>
                  <a:lnTo>
                    <a:pt x="334196" y="173928"/>
                  </a:lnTo>
                  <a:lnTo>
                    <a:pt x="334328" y="168641"/>
                  </a:lnTo>
                  <a:lnTo>
                    <a:pt x="334292" y="163352"/>
                  </a:lnTo>
                  <a:lnTo>
                    <a:pt x="334088" y="158066"/>
                  </a:lnTo>
                  <a:lnTo>
                    <a:pt x="333718" y="152790"/>
                  </a:lnTo>
                  <a:lnTo>
                    <a:pt x="333181" y="147529"/>
                  </a:lnTo>
                  <a:lnTo>
                    <a:pt x="332478" y="142286"/>
                  </a:lnTo>
                  <a:lnTo>
                    <a:pt x="331609" y="137069"/>
                  </a:lnTo>
                  <a:lnTo>
                    <a:pt x="330576" y="131882"/>
                  </a:lnTo>
                  <a:lnTo>
                    <a:pt x="329379" y="126730"/>
                  </a:lnTo>
                  <a:lnTo>
                    <a:pt x="328019" y="121619"/>
                  </a:lnTo>
                  <a:lnTo>
                    <a:pt x="326499" y="116553"/>
                  </a:lnTo>
                  <a:lnTo>
                    <a:pt x="324819" y="111538"/>
                  </a:lnTo>
                  <a:lnTo>
                    <a:pt x="322982" y="106578"/>
                  </a:lnTo>
                  <a:lnTo>
                    <a:pt x="320988" y="101679"/>
                  </a:lnTo>
                  <a:lnTo>
                    <a:pt x="318840" y="96846"/>
                  </a:lnTo>
                  <a:lnTo>
                    <a:pt x="316541" y="92083"/>
                  </a:lnTo>
                  <a:lnTo>
                    <a:pt x="314092" y="87395"/>
                  </a:lnTo>
                  <a:lnTo>
                    <a:pt x="311496" y="82786"/>
                  </a:lnTo>
                  <a:lnTo>
                    <a:pt x="308755" y="78263"/>
                  </a:lnTo>
                  <a:lnTo>
                    <a:pt x="305873" y="73828"/>
                  </a:lnTo>
                  <a:lnTo>
                    <a:pt x="302852" y="69487"/>
                  </a:lnTo>
                  <a:lnTo>
                    <a:pt x="299695" y="65243"/>
                  </a:lnTo>
                  <a:lnTo>
                    <a:pt x="296405" y="61102"/>
                  </a:lnTo>
                  <a:lnTo>
                    <a:pt x="292986" y="57066"/>
                  </a:lnTo>
                  <a:lnTo>
                    <a:pt x="289441" y="53141"/>
                  </a:lnTo>
                  <a:lnTo>
                    <a:pt x="285774" y="49330"/>
                  </a:lnTo>
                  <a:lnTo>
                    <a:pt x="281988" y="45636"/>
                  </a:lnTo>
                  <a:lnTo>
                    <a:pt x="278087" y="42065"/>
                  </a:lnTo>
                  <a:lnTo>
                    <a:pt x="274075" y="38618"/>
                  </a:lnTo>
                  <a:lnTo>
                    <a:pt x="269956" y="35301"/>
                  </a:lnTo>
                  <a:lnTo>
                    <a:pt x="265734" y="32115"/>
                  </a:lnTo>
                  <a:lnTo>
                    <a:pt x="261413" y="29064"/>
                  </a:lnTo>
                  <a:lnTo>
                    <a:pt x="256998" y="26152"/>
                  </a:lnTo>
                  <a:lnTo>
                    <a:pt x="252493" y="23381"/>
                  </a:lnTo>
                  <a:lnTo>
                    <a:pt x="247903" y="20753"/>
                  </a:lnTo>
                  <a:lnTo>
                    <a:pt x="167167" y="1671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80735" cy="167167"/>
            </a:xfrm>
            <a:custGeom>
              <a:avLst/>
              <a:pathLst>
                <a:path w="80735" h="167167">
                  <a:moveTo>
                    <a:pt x="80735" y="20788"/>
                  </a:moveTo>
                  <a:lnTo>
                    <a:pt x="75772" y="18159"/>
                  </a:lnTo>
                  <a:lnTo>
                    <a:pt x="70723" y="15697"/>
                  </a:lnTo>
                  <a:lnTo>
                    <a:pt x="65594" y="13407"/>
                  </a:lnTo>
                  <a:lnTo>
                    <a:pt x="60392" y="11290"/>
                  </a:lnTo>
                  <a:lnTo>
                    <a:pt x="55121" y="9349"/>
                  </a:lnTo>
                  <a:lnTo>
                    <a:pt x="49787" y="7586"/>
                  </a:lnTo>
                  <a:lnTo>
                    <a:pt x="44398" y="6003"/>
                  </a:lnTo>
                  <a:lnTo>
                    <a:pt x="38959" y="4603"/>
                  </a:lnTo>
                  <a:lnTo>
                    <a:pt x="33475" y="3386"/>
                  </a:lnTo>
                  <a:lnTo>
                    <a:pt x="27954" y="2353"/>
                  </a:lnTo>
                  <a:lnTo>
                    <a:pt x="22401" y="1507"/>
                  </a:lnTo>
                  <a:lnTo>
                    <a:pt x="16823" y="848"/>
                  </a:lnTo>
                  <a:lnTo>
                    <a:pt x="11226" y="377"/>
                  </a:lnTo>
                  <a:lnTo>
                    <a:pt x="561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7447" y="3170392"/>
              <a:ext cx="18533" cy="167167"/>
            </a:xfrm>
            <a:custGeom>
              <a:avLst/>
              <a:pathLst>
                <a:path w="18533" h="167167">
                  <a:moveTo>
                    <a:pt x="18533" y="0"/>
                  </a:moveTo>
                  <a:lnTo>
                    <a:pt x="9252" y="257"/>
                  </a:lnTo>
                  <a:lnTo>
                    <a:pt x="0" y="1030"/>
                  </a:lnTo>
                  <a:lnTo>
                    <a:pt x="1853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7447" y="3171423"/>
              <a:ext cx="18533" cy="166136"/>
            </a:xfrm>
            <a:custGeom>
              <a:avLst/>
              <a:pathLst>
                <a:path w="18533" h="166136">
                  <a:moveTo>
                    <a:pt x="0" y="0"/>
                  </a:moveTo>
                  <a:lnTo>
                    <a:pt x="18533" y="166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7447" y="3171423"/>
              <a:ext cx="18533" cy="166136"/>
            </a:xfrm>
            <a:custGeom>
              <a:avLst/>
              <a:pathLst>
                <a:path w="18533" h="166136">
                  <a:moveTo>
                    <a:pt x="0" y="0"/>
                  </a:moveTo>
                  <a:lnTo>
                    <a:pt x="18533" y="166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7447" y="3171423"/>
              <a:ext cx="18533" cy="166136"/>
            </a:xfrm>
            <a:custGeom>
              <a:avLst/>
              <a:pathLst>
                <a:path w="18533" h="166136">
                  <a:moveTo>
                    <a:pt x="0" y="0"/>
                  </a:moveTo>
                  <a:lnTo>
                    <a:pt x="18533" y="1661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7447" y="3171423"/>
              <a:ext cx="18533" cy="166136"/>
            </a:xfrm>
            <a:custGeom>
              <a:avLst/>
              <a:pathLst>
                <a:path w="18533" h="166136">
                  <a:moveTo>
                    <a:pt x="0" y="0"/>
                  </a:moveTo>
                  <a:lnTo>
                    <a:pt x="18533" y="166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7447" y="3171423"/>
              <a:ext cx="18533" cy="166136"/>
            </a:xfrm>
            <a:custGeom>
              <a:avLst/>
              <a:pathLst>
                <a:path w="18533" h="166136">
                  <a:moveTo>
                    <a:pt x="0" y="0"/>
                  </a:moveTo>
                  <a:lnTo>
                    <a:pt x="18533" y="166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7447" y="3171423"/>
              <a:ext cx="18533" cy="166136"/>
            </a:xfrm>
            <a:custGeom>
              <a:avLst/>
              <a:pathLst>
                <a:path w="18533" h="166136">
                  <a:moveTo>
                    <a:pt x="0" y="0"/>
                  </a:moveTo>
                  <a:lnTo>
                    <a:pt x="18533" y="1661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7447" y="3171423"/>
              <a:ext cx="18533" cy="166136"/>
            </a:xfrm>
            <a:custGeom>
              <a:avLst/>
              <a:pathLst>
                <a:path w="18533" h="166136">
                  <a:moveTo>
                    <a:pt x="0" y="0"/>
                  </a:moveTo>
                  <a:lnTo>
                    <a:pt x="18533" y="166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7447" y="3171423"/>
              <a:ext cx="18533" cy="166136"/>
            </a:xfrm>
            <a:custGeom>
              <a:avLst/>
              <a:pathLst>
                <a:path w="18533" h="166136">
                  <a:moveTo>
                    <a:pt x="0" y="0"/>
                  </a:moveTo>
                  <a:lnTo>
                    <a:pt x="18533" y="166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7447" y="3171423"/>
              <a:ext cx="18533" cy="166136"/>
            </a:xfrm>
            <a:custGeom>
              <a:avLst/>
              <a:pathLst>
                <a:path w="18533" h="166136">
                  <a:moveTo>
                    <a:pt x="0" y="0"/>
                  </a:moveTo>
                  <a:lnTo>
                    <a:pt x="18533" y="166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7447" y="3171423"/>
              <a:ext cx="18533" cy="166136"/>
            </a:xfrm>
            <a:custGeom>
              <a:avLst/>
              <a:pathLst>
                <a:path w="18533" h="166136">
                  <a:moveTo>
                    <a:pt x="0" y="0"/>
                  </a:moveTo>
                  <a:lnTo>
                    <a:pt x="18533" y="166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7447" y="3171423"/>
              <a:ext cx="18533" cy="166136"/>
            </a:xfrm>
            <a:custGeom>
              <a:avLst/>
              <a:pathLst>
                <a:path w="18533" h="166136">
                  <a:moveTo>
                    <a:pt x="0" y="0"/>
                  </a:moveTo>
                  <a:lnTo>
                    <a:pt x="18533" y="1661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7447" y="3171423"/>
              <a:ext cx="18533" cy="166136"/>
            </a:xfrm>
            <a:custGeom>
              <a:avLst/>
              <a:pathLst>
                <a:path w="18533" h="166136">
                  <a:moveTo>
                    <a:pt x="0" y="0"/>
                  </a:moveTo>
                  <a:lnTo>
                    <a:pt x="18533" y="1661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14" y="3171423"/>
              <a:ext cx="334320" cy="333299"/>
            </a:xfrm>
            <a:custGeom>
              <a:avLst/>
              <a:pathLst>
                <a:path w="334320" h="333299">
                  <a:moveTo>
                    <a:pt x="148632" y="0"/>
                  </a:moveTo>
                  <a:lnTo>
                    <a:pt x="143385" y="669"/>
                  </a:lnTo>
                  <a:lnTo>
                    <a:pt x="138161" y="1504"/>
                  </a:lnTo>
                  <a:lnTo>
                    <a:pt x="132966" y="2505"/>
                  </a:lnTo>
                  <a:lnTo>
                    <a:pt x="127806" y="3669"/>
                  </a:lnTo>
                  <a:lnTo>
                    <a:pt x="122685" y="4995"/>
                  </a:lnTo>
                  <a:lnTo>
                    <a:pt x="117608" y="6484"/>
                  </a:lnTo>
                  <a:lnTo>
                    <a:pt x="112582" y="8132"/>
                  </a:lnTo>
                  <a:lnTo>
                    <a:pt x="107609" y="9938"/>
                  </a:lnTo>
                  <a:lnTo>
                    <a:pt x="102697" y="11900"/>
                  </a:lnTo>
                  <a:lnTo>
                    <a:pt x="97849" y="14018"/>
                  </a:lnTo>
                  <a:lnTo>
                    <a:pt x="93070" y="16287"/>
                  </a:lnTo>
                  <a:lnTo>
                    <a:pt x="88366" y="18706"/>
                  </a:lnTo>
                  <a:lnTo>
                    <a:pt x="83741" y="21274"/>
                  </a:lnTo>
                  <a:lnTo>
                    <a:pt x="79199" y="23986"/>
                  </a:lnTo>
                  <a:lnTo>
                    <a:pt x="74745" y="26840"/>
                  </a:lnTo>
                  <a:lnTo>
                    <a:pt x="70384" y="29834"/>
                  </a:lnTo>
                  <a:lnTo>
                    <a:pt x="66119" y="32965"/>
                  </a:lnTo>
                  <a:lnTo>
                    <a:pt x="61956" y="36229"/>
                  </a:lnTo>
                  <a:lnTo>
                    <a:pt x="57898" y="39623"/>
                  </a:lnTo>
                  <a:lnTo>
                    <a:pt x="53950" y="43144"/>
                  </a:lnTo>
                  <a:lnTo>
                    <a:pt x="50115" y="46788"/>
                  </a:lnTo>
                  <a:lnTo>
                    <a:pt x="46397" y="50551"/>
                  </a:lnTo>
                  <a:lnTo>
                    <a:pt x="42801" y="54430"/>
                  </a:lnTo>
                  <a:lnTo>
                    <a:pt x="39328" y="58421"/>
                  </a:lnTo>
                  <a:lnTo>
                    <a:pt x="35984" y="62520"/>
                  </a:lnTo>
                  <a:lnTo>
                    <a:pt x="32771" y="66723"/>
                  </a:lnTo>
                  <a:lnTo>
                    <a:pt x="29693" y="71025"/>
                  </a:lnTo>
                  <a:lnTo>
                    <a:pt x="26752" y="75422"/>
                  </a:lnTo>
                  <a:lnTo>
                    <a:pt x="23952" y="79911"/>
                  </a:lnTo>
                  <a:lnTo>
                    <a:pt x="21296" y="84485"/>
                  </a:lnTo>
                  <a:lnTo>
                    <a:pt x="18785" y="89142"/>
                  </a:lnTo>
                  <a:lnTo>
                    <a:pt x="16423" y="93875"/>
                  </a:lnTo>
                  <a:lnTo>
                    <a:pt x="14212" y="98681"/>
                  </a:lnTo>
                  <a:lnTo>
                    <a:pt x="12154" y="103555"/>
                  </a:lnTo>
                  <a:lnTo>
                    <a:pt x="10252" y="108491"/>
                  </a:lnTo>
                  <a:lnTo>
                    <a:pt x="8506" y="113485"/>
                  </a:lnTo>
                  <a:lnTo>
                    <a:pt x="6920" y="118531"/>
                  </a:lnTo>
                  <a:lnTo>
                    <a:pt x="5494" y="123625"/>
                  </a:lnTo>
                  <a:lnTo>
                    <a:pt x="4230" y="128762"/>
                  </a:lnTo>
                  <a:lnTo>
                    <a:pt x="3129" y="133936"/>
                  </a:lnTo>
                  <a:lnTo>
                    <a:pt x="2192" y="139143"/>
                  </a:lnTo>
                  <a:lnTo>
                    <a:pt x="1420" y="144376"/>
                  </a:lnTo>
                  <a:lnTo>
                    <a:pt x="815" y="149632"/>
                  </a:lnTo>
                  <a:lnTo>
                    <a:pt x="376" y="154903"/>
                  </a:lnTo>
                  <a:lnTo>
                    <a:pt x="104" y="160187"/>
                  </a:lnTo>
                  <a:lnTo>
                    <a:pt x="0" y="165476"/>
                  </a:lnTo>
                  <a:lnTo>
                    <a:pt x="62" y="170765"/>
                  </a:lnTo>
                  <a:lnTo>
                    <a:pt x="292" y="176050"/>
                  </a:lnTo>
                  <a:lnTo>
                    <a:pt x="690" y="181326"/>
                  </a:lnTo>
                  <a:lnTo>
                    <a:pt x="1254" y="186585"/>
                  </a:lnTo>
                  <a:lnTo>
                    <a:pt x="1984" y="191825"/>
                  </a:lnTo>
                  <a:lnTo>
                    <a:pt x="2879" y="197039"/>
                  </a:lnTo>
                  <a:lnTo>
                    <a:pt x="3939" y="202221"/>
                  </a:lnTo>
                  <a:lnTo>
                    <a:pt x="5163" y="207368"/>
                  </a:lnTo>
                  <a:lnTo>
                    <a:pt x="6549" y="212473"/>
                  </a:lnTo>
                  <a:lnTo>
                    <a:pt x="8095" y="217532"/>
                  </a:lnTo>
                  <a:lnTo>
                    <a:pt x="9801" y="222540"/>
                  </a:lnTo>
                  <a:lnTo>
                    <a:pt x="11665" y="227491"/>
                  </a:lnTo>
                  <a:lnTo>
                    <a:pt x="13684" y="232380"/>
                  </a:lnTo>
                  <a:lnTo>
                    <a:pt x="15857" y="237204"/>
                  </a:lnTo>
                  <a:lnTo>
                    <a:pt x="18181" y="241956"/>
                  </a:lnTo>
                  <a:lnTo>
                    <a:pt x="20655" y="246632"/>
                  </a:lnTo>
                  <a:lnTo>
                    <a:pt x="23275" y="251227"/>
                  </a:lnTo>
                  <a:lnTo>
                    <a:pt x="26040" y="255738"/>
                  </a:lnTo>
                  <a:lnTo>
                    <a:pt x="28945" y="260158"/>
                  </a:lnTo>
                  <a:lnTo>
                    <a:pt x="31989" y="264485"/>
                  </a:lnTo>
                  <a:lnTo>
                    <a:pt x="35169" y="268712"/>
                  </a:lnTo>
                  <a:lnTo>
                    <a:pt x="38481" y="272838"/>
                  </a:lnTo>
                  <a:lnTo>
                    <a:pt x="41921" y="276856"/>
                  </a:lnTo>
                  <a:lnTo>
                    <a:pt x="45487" y="280763"/>
                  </a:lnTo>
                  <a:lnTo>
                    <a:pt x="49175" y="284556"/>
                  </a:lnTo>
                  <a:lnTo>
                    <a:pt x="52981" y="288230"/>
                  </a:lnTo>
                  <a:lnTo>
                    <a:pt x="56902" y="291782"/>
                  </a:lnTo>
                  <a:lnTo>
                    <a:pt x="60933" y="295208"/>
                  </a:lnTo>
                  <a:lnTo>
                    <a:pt x="65070" y="298505"/>
                  </a:lnTo>
                  <a:lnTo>
                    <a:pt x="69309" y="301669"/>
                  </a:lnTo>
                  <a:lnTo>
                    <a:pt x="73647" y="304697"/>
                  </a:lnTo>
                  <a:lnTo>
                    <a:pt x="78078" y="307587"/>
                  </a:lnTo>
                  <a:lnTo>
                    <a:pt x="82598" y="310335"/>
                  </a:lnTo>
                  <a:lnTo>
                    <a:pt x="87203" y="312939"/>
                  </a:lnTo>
                  <a:lnTo>
                    <a:pt x="91888" y="315395"/>
                  </a:lnTo>
                  <a:lnTo>
                    <a:pt x="96649" y="317703"/>
                  </a:lnTo>
                  <a:lnTo>
                    <a:pt x="101480" y="319858"/>
                  </a:lnTo>
                  <a:lnTo>
                    <a:pt x="106376" y="321859"/>
                  </a:lnTo>
                  <a:lnTo>
                    <a:pt x="111334" y="323705"/>
                  </a:lnTo>
                  <a:lnTo>
                    <a:pt x="116348" y="325393"/>
                  </a:lnTo>
                  <a:lnTo>
                    <a:pt x="121412" y="326921"/>
                  </a:lnTo>
                  <a:lnTo>
                    <a:pt x="126523" y="328288"/>
                  </a:lnTo>
                  <a:lnTo>
                    <a:pt x="131674" y="329493"/>
                  </a:lnTo>
                  <a:lnTo>
                    <a:pt x="136860" y="330534"/>
                  </a:lnTo>
                  <a:lnTo>
                    <a:pt x="142077" y="331411"/>
                  </a:lnTo>
                  <a:lnTo>
                    <a:pt x="147319" y="332122"/>
                  </a:lnTo>
                  <a:lnTo>
                    <a:pt x="152581" y="332666"/>
                  </a:lnTo>
                  <a:lnTo>
                    <a:pt x="157858" y="333045"/>
                  </a:lnTo>
                  <a:lnTo>
                    <a:pt x="163144" y="333255"/>
                  </a:lnTo>
                  <a:lnTo>
                    <a:pt x="168434" y="333299"/>
                  </a:lnTo>
                  <a:lnTo>
                    <a:pt x="173722" y="333175"/>
                  </a:lnTo>
                  <a:lnTo>
                    <a:pt x="179004" y="332884"/>
                  </a:lnTo>
                  <a:lnTo>
                    <a:pt x="184275" y="332426"/>
                  </a:lnTo>
                  <a:lnTo>
                    <a:pt x="189528" y="331801"/>
                  </a:lnTo>
                  <a:lnTo>
                    <a:pt x="194758" y="331011"/>
                  </a:lnTo>
                  <a:lnTo>
                    <a:pt x="199961" y="330055"/>
                  </a:lnTo>
                  <a:lnTo>
                    <a:pt x="205132" y="328935"/>
                  </a:lnTo>
                  <a:lnTo>
                    <a:pt x="210264" y="327653"/>
                  </a:lnTo>
                  <a:lnTo>
                    <a:pt x="215353" y="326208"/>
                  </a:lnTo>
                  <a:lnTo>
                    <a:pt x="220394" y="324603"/>
                  </a:lnTo>
                  <a:lnTo>
                    <a:pt x="225381" y="322840"/>
                  </a:lnTo>
                  <a:lnTo>
                    <a:pt x="230310" y="320919"/>
                  </a:lnTo>
                  <a:lnTo>
                    <a:pt x="235176" y="318844"/>
                  </a:lnTo>
                  <a:lnTo>
                    <a:pt x="239974" y="316615"/>
                  </a:lnTo>
                  <a:lnTo>
                    <a:pt x="244699" y="314236"/>
                  </a:lnTo>
                  <a:lnTo>
                    <a:pt x="249346" y="311709"/>
                  </a:lnTo>
                  <a:lnTo>
                    <a:pt x="253911" y="309036"/>
                  </a:lnTo>
                  <a:lnTo>
                    <a:pt x="258389" y="306219"/>
                  </a:lnTo>
                  <a:lnTo>
                    <a:pt x="262776" y="303263"/>
                  </a:lnTo>
                  <a:lnTo>
                    <a:pt x="267067" y="300169"/>
                  </a:lnTo>
                  <a:lnTo>
                    <a:pt x="271258" y="296941"/>
                  </a:lnTo>
                  <a:lnTo>
                    <a:pt x="275345" y="293582"/>
                  </a:lnTo>
                  <a:lnTo>
                    <a:pt x="279323" y="290095"/>
                  </a:lnTo>
                  <a:lnTo>
                    <a:pt x="283189" y="286484"/>
                  </a:lnTo>
                  <a:lnTo>
                    <a:pt x="286939" y="282753"/>
                  </a:lnTo>
                  <a:lnTo>
                    <a:pt x="290569" y="278904"/>
                  </a:lnTo>
                  <a:lnTo>
                    <a:pt x="294075" y="274943"/>
                  </a:lnTo>
                  <a:lnTo>
                    <a:pt x="297454" y="270873"/>
                  </a:lnTo>
                  <a:lnTo>
                    <a:pt x="300703" y="266698"/>
                  </a:lnTo>
                  <a:lnTo>
                    <a:pt x="303818" y="262423"/>
                  </a:lnTo>
                  <a:lnTo>
                    <a:pt x="306796" y="258050"/>
                  </a:lnTo>
                  <a:lnTo>
                    <a:pt x="309635" y="253586"/>
                  </a:lnTo>
                  <a:lnTo>
                    <a:pt x="312331" y="249035"/>
                  </a:lnTo>
                  <a:lnTo>
                    <a:pt x="314881" y="244400"/>
                  </a:lnTo>
                  <a:lnTo>
                    <a:pt x="317283" y="239687"/>
                  </a:lnTo>
                  <a:lnTo>
                    <a:pt x="319535" y="234900"/>
                  </a:lnTo>
                  <a:lnTo>
                    <a:pt x="321635" y="230044"/>
                  </a:lnTo>
                  <a:lnTo>
                    <a:pt x="323580" y="225125"/>
                  </a:lnTo>
                  <a:lnTo>
                    <a:pt x="325368" y="220146"/>
                  </a:lnTo>
                  <a:lnTo>
                    <a:pt x="326997" y="215113"/>
                  </a:lnTo>
                  <a:lnTo>
                    <a:pt x="328467" y="210031"/>
                  </a:lnTo>
                  <a:lnTo>
                    <a:pt x="329775" y="204906"/>
                  </a:lnTo>
                  <a:lnTo>
                    <a:pt x="330921" y="199741"/>
                  </a:lnTo>
                  <a:lnTo>
                    <a:pt x="331902" y="194543"/>
                  </a:lnTo>
                  <a:lnTo>
                    <a:pt x="332718" y="189316"/>
                  </a:lnTo>
                  <a:lnTo>
                    <a:pt x="333369" y="184066"/>
                  </a:lnTo>
                  <a:lnTo>
                    <a:pt x="333853" y="178798"/>
                  </a:lnTo>
                  <a:lnTo>
                    <a:pt x="334170" y="173518"/>
                  </a:lnTo>
                  <a:lnTo>
                    <a:pt x="334320" y="168230"/>
                  </a:lnTo>
                  <a:lnTo>
                    <a:pt x="334303" y="162940"/>
                  </a:lnTo>
                  <a:lnTo>
                    <a:pt x="334118" y="157653"/>
                  </a:lnTo>
                  <a:lnTo>
                    <a:pt x="333766" y="152375"/>
                  </a:lnTo>
                  <a:lnTo>
                    <a:pt x="333247" y="147110"/>
                  </a:lnTo>
                  <a:lnTo>
                    <a:pt x="332562" y="141864"/>
                  </a:lnTo>
                  <a:lnTo>
                    <a:pt x="331711" y="136643"/>
                  </a:lnTo>
                  <a:lnTo>
                    <a:pt x="330695" y="131452"/>
                  </a:lnTo>
                  <a:lnTo>
                    <a:pt x="329516" y="126295"/>
                  </a:lnTo>
                  <a:lnTo>
                    <a:pt x="328174" y="121178"/>
                  </a:lnTo>
                  <a:lnTo>
                    <a:pt x="326671" y="116106"/>
                  </a:lnTo>
                  <a:lnTo>
                    <a:pt x="325008" y="111084"/>
                  </a:lnTo>
                  <a:lnTo>
                    <a:pt x="323187" y="106117"/>
                  </a:lnTo>
                  <a:lnTo>
                    <a:pt x="321210" y="101210"/>
                  </a:lnTo>
                  <a:lnTo>
                    <a:pt x="319078" y="96369"/>
                  </a:lnTo>
                  <a:lnTo>
                    <a:pt x="316794" y="91597"/>
                  </a:lnTo>
                  <a:lnTo>
                    <a:pt x="314361" y="86900"/>
                  </a:lnTo>
                  <a:lnTo>
                    <a:pt x="311780" y="82282"/>
                  </a:lnTo>
                  <a:lnTo>
                    <a:pt x="309054" y="77748"/>
                  </a:lnTo>
                  <a:lnTo>
                    <a:pt x="306187" y="73303"/>
                  </a:lnTo>
                  <a:lnTo>
                    <a:pt x="303180" y="68950"/>
                  </a:lnTo>
                  <a:lnTo>
                    <a:pt x="300036" y="64695"/>
                  </a:lnTo>
                  <a:lnTo>
                    <a:pt x="296760" y="60542"/>
                  </a:lnTo>
                  <a:lnTo>
                    <a:pt x="293354" y="56494"/>
                  </a:lnTo>
                  <a:lnTo>
                    <a:pt x="289822" y="52556"/>
                  </a:lnTo>
                  <a:lnTo>
                    <a:pt x="167166" y="1661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122656" cy="167167"/>
            </a:xfrm>
            <a:custGeom>
              <a:avLst/>
              <a:pathLst>
                <a:path w="122656" h="167167">
                  <a:moveTo>
                    <a:pt x="122656" y="53587"/>
                  </a:moveTo>
                  <a:lnTo>
                    <a:pt x="118847" y="49608"/>
                  </a:lnTo>
                  <a:lnTo>
                    <a:pt x="114909" y="45756"/>
                  </a:lnTo>
                  <a:lnTo>
                    <a:pt x="110847" y="42036"/>
                  </a:lnTo>
                  <a:lnTo>
                    <a:pt x="106664" y="38452"/>
                  </a:lnTo>
                  <a:lnTo>
                    <a:pt x="102366" y="35008"/>
                  </a:lnTo>
                  <a:lnTo>
                    <a:pt x="97956" y="31707"/>
                  </a:lnTo>
                  <a:lnTo>
                    <a:pt x="93440" y="28553"/>
                  </a:lnTo>
                  <a:lnTo>
                    <a:pt x="88822" y="25550"/>
                  </a:lnTo>
                  <a:lnTo>
                    <a:pt x="84109" y="22700"/>
                  </a:lnTo>
                  <a:lnTo>
                    <a:pt x="79303" y="20008"/>
                  </a:lnTo>
                  <a:lnTo>
                    <a:pt x="74412" y="17475"/>
                  </a:lnTo>
                  <a:lnTo>
                    <a:pt x="69440" y="15104"/>
                  </a:lnTo>
                  <a:lnTo>
                    <a:pt x="64392" y="12899"/>
                  </a:lnTo>
                  <a:lnTo>
                    <a:pt x="59275" y="10861"/>
                  </a:lnTo>
                  <a:lnTo>
                    <a:pt x="54093" y="8993"/>
                  </a:lnTo>
                  <a:lnTo>
                    <a:pt x="48852" y="7297"/>
                  </a:lnTo>
                  <a:lnTo>
                    <a:pt x="43559" y="5774"/>
                  </a:lnTo>
                  <a:lnTo>
                    <a:pt x="38218" y="4427"/>
                  </a:lnTo>
                  <a:lnTo>
                    <a:pt x="32836" y="3256"/>
                  </a:lnTo>
                  <a:lnTo>
                    <a:pt x="27418" y="2263"/>
                  </a:lnTo>
                  <a:lnTo>
                    <a:pt x="21970" y="1450"/>
                  </a:lnTo>
                  <a:lnTo>
                    <a:pt x="16498" y="816"/>
                  </a:lnTo>
                  <a:lnTo>
                    <a:pt x="11009" y="362"/>
                  </a:lnTo>
                  <a:lnTo>
                    <a:pt x="550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953" y="3707720"/>
              <a:ext cx="3794" cy="167167"/>
            </a:xfrm>
            <a:custGeom>
              <a:avLst/>
              <a:pathLst>
                <a:path w="3794" h="167167">
                  <a:moveTo>
                    <a:pt x="3794" y="0"/>
                  </a:moveTo>
                  <a:lnTo>
                    <a:pt x="0" y="43"/>
                  </a:lnTo>
                  <a:lnTo>
                    <a:pt x="379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953" y="3707763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953" y="3707763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953" y="3707763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953" y="3707763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953" y="3707763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953" y="3707763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953" y="3707763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953" y="3707763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953" y="3707763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953" y="3707763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953" y="3707763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1" y="3707763"/>
              <a:ext cx="334332" cy="334272"/>
            </a:xfrm>
            <a:custGeom>
              <a:avLst/>
              <a:pathLst>
                <a:path w="334332" h="334272">
                  <a:moveTo>
                    <a:pt x="163371" y="0"/>
                  </a:moveTo>
                  <a:lnTo>
                    <a:pt x="158083" y="203"/>
                  </a:lnTo>
                  <a:lnTo>
                    <a:pt x="152804" y="575"/>
                  </a:lnTo>
                  <a:lnTo>
                    <a:pt x="147539" y="1113"/>
                  </a:lnTo>
                  <a:lnTo>
                    <a:pt x="142294" y="1817"/>
                  </a:lnTo>
                  <a:lnTo>
                    <a:pt x="137074" y="2687"/>
                  </a:lnTo>
                  <a:lnTo>
                    <a:pt x="131884" y="3722"/>
                  </a:lnTo>
                  <a:lnTo>
                    <a:pt x="126730" y="4921"/>
                  </a:lnTo>
                  <a:lnTo>
                    <a:pt x="121616" y="6282"/>
                  </a:lnTo>
                  <a:lnTo>
                    <a:pt x="116547" y="7804"/>
                  </a:lnTo>
                  <a:lnTo>
                    <a:pt x="111530" y="9486"/>
                  </a:lnTo>
                  <a:lnTo>
                    <a:pt x="106568" y="11327"/>
                  </a:lnTo>
                  <a:lnTo>
                    <a:pt x="101667" y="13323"/>
                  </a:lnTo>
                  <a:lnTo>
                    <a:pt x="96831" y="15473"/>
                  </a:lnTo>
                  <a:lnTo>
                    <a:pt x="92066" y="17775"/>
                  </a:lnTo>
                  <a:lnTo>
                    <a:pt x="87376" y="20227"/>
                  </a:lnTo>
                  <a:lnTo>
                    <a:pt x="82767" y="22827"/>
                  </a:lnTo>
                  <a:lnTo>
                    <a:pt x="78241" y="25571"/>
                  </a:lnTo>
                  <a:lnTo>
                    <a:pt x="73805" y="28456"/>
                  </a:lnTo>
                  <a:lnTo>
                    <a:pt x="69463" y="31481"/>
                  </a:lnTo>
                  <a:lnTo>
                    <a:pt x="65218" y="34642"/>
                  </a:lnTo>
                  <a:lnTo>
                    <a:pt x="61076" y="37935"/>
                  </a:lnTo>
                  <a:lnTo>
                    <a:pt x="57040" y="41358"/>
                  </a:lnTo>
                  <a:lnTo>
                    <a:pt x="53114" y="44907"/>
                  </a:lnTo>
                  <a:lnTo>
                    <a:pt x="49302" y="48578"/>
                  </a:lnTo>
                  <a:lnTo>
                    <a:pt x="45609" y="52368"/>
                  </a:lnTo>
                  <a:lnTo>
                    <a:pt x="42038" y="56273"/>
                  </a:lnTo>
                  <a:lnTo>
                    <a:pt x="38591" y="60290"/>
                  </a:lnTo>
                  <a:lnTo>
                    <a:pt x="35274" y="64413"/>
                  </a:lnTo>
                  <a:lnTo>
                    <a:pt x="32089" y="68639"/>
                  </a:lnTo>
                  <a:lnTo>
                    <a:pt x="29039" y="72964"/>
                  </a:lnTo>
                  <a:lnTo>
                    <a:pt x="26128" y="77384"/>
                  </a:lnTo>
                  <a:lnTo>
                    <a:pt x="23358" y="81893"/>
                  </a:lnTo>
                  <a:lnTo>
                    <a:pt x="20733" y="86488"/>
                  </a:lnTo>
                  <a:lnTo>
                    <a:pt x="18253" y="91163"/>
                  </a:lnTo>
                  <a:lnTo>
                    <a:pt x="15924" y="95915"/>
                  </a:lnTo>
                  <a:lnTo>
                    <a:pt x="13745" y="100738"/>
                  </a:lnTo>
                  <a:lnTo>
                    <a:pt x="11721" y="105628"/>
                  </a:lnTo>
                  <a:lnTo>
                    <a:pt x="9852" y="110579"/>
                  </a:lnTo>
                  <a:lnTo>
                    <a:pt x="8141" y="115587"/>
                  </a:lnTo>
                  <a:lnTo>
                    <a:pt x="6590" y="120646"/>
                  </a:lnTo>
                  <a:lnTo>
                    <a:pt x="5199" y="125752"/>
                  </a:lnTo>
                  <a:lnTo>
                    <a:pt x="3971" y="130900"/>
                  </a:lnTo>
                  <a:lnTo>
                    <a:pt x="2906" y="136084"/>
                  </a:lnTo>
                  <a:lnTo>
                    <a:pt x="2006" y="141299"/>
                  </a:lnTo>
                  <a:lnTo>
                    <a:pt x="1271" y="146540"/>
                  </a:lnTo>
                  <a:lnTo>
                    <a:pt x="702" y="151801"/>
                  </a:lnTo>
                  <a:lnTo>
                    <a:pt x="301" y="157078"/>
                  </a:lnTo>
                  <a:lnTo>
                    <a:pt x="66" y="162365"/>
                  </a:lnTo>
                  <a:lnTo>
                    <a:pt x="0" y="167656"/>
                  </a:lnTo>
                  <a:lnTo>
                    <a:pt x="100" y="172948"/>
                  </a:lnTo>
                  <a:lnTo>
                    <a:pt x="368" y="178233"/>
                  </a:lnTo>
                  <a:lnTo>
                    <a:pt x="803" y="183507"/>
                  </a:lnTo>
                  <a:lnTo>
                    <a:pt x="1405" y="188765"/>
                  </a:lnTo>
                  <a:lnTo>
                    <a:pt x="2173" y="194001"/>
                  </a:lnTo>
                  <a:lnTo>
                    <a:pt x="3107" y="199210"/>
                  </a:lnTo>
                  <a:lnTo>
                    <a:pt x="4205" y="204387"/>
                  </a:lnTo>
                  <a:lnTo>
                    <a:pt x="5466" y="209527"/>
                  </a:lnTo>
                  <a:lnTo>
                    <a:pt x="6889" y="214624"/>
                  </a:lnTo>
                  <a:lnTo>
                    <a:pt x="8473" y="219673"/>
                  </a:lnTo>
                  <a:lnTo>
                    <a:pt x="10216" y="224670"/>
                  </a:lnTo>
                  <a:lnTo>
                    <a:pt x="12116" y="229609"/>
                  </a:lnTo>
                  <a:lnTo>
                    <a:pt x="14172" y="234486"/>
                  </a:lnTo>
                  <a:lnTo>
                    <a:pt x="16381" y="239295"/>
                  </a:lnTo>
                  <a:lnTo>
                    <a:pt x="18741" y="244032"/>
                  </a:lnTo>
                  <a:lnTo>
                    <a:pt x="21249" y="248691"/>
                  </a:lnTo>
                  <a:lnTo>
                    <a:pt x="23904" y="253269"/>
                  </a:lnTo>
                  <a:lnTo>
                    <a:pt x="26703" y="257761"/>
                  </a:lnTo>
                  <a:lnTo>
                    <a:pt x="29642" y="262162"/>
                  </a:lnTo>
                  <a:lnTo>
                    <a:pt x="32719" y="266467"/>
                  </a:lnTo>
                  <a:lnTo>
                    <a:pt x="35931" y="270673"/>
                  </a:lnTo>
                  <a:lnTo>
                    <a:pt x="39275" y="274775"/>
                  </a:lnTo>
                  <a:lnTo>
                    <a:pt x="42746" y="278769"/>
                  </a:lnTo>
                  <a:lnTo>
                    <a:pt x="46343" y="282652"/>
                  </a:lnTo>
                  <a:lnTo>
                    <a:pt x="50060" y="286418"/>
                  </a:lnTo>
                  <a:lnTo>
                    <a:pt x="53895" y="290065"/>
                  </a:lnTo>
                  <a:lnTo>
                    <a:pt x="57843" y="293589"/>
                  </a:lnTo>
                  <a:lnTo>
                    <a:pt x="61901" y="296986"/>
                  </a:lnTo>
                  <a:lnTo>
                    <a:pt x="66064" y="300253"/>
                  </a:lnTo>
                  <a:lnTo>
                    <a:pt x="70329" y="303387"/>
                  </a:lnTo>
                  <a:lnTo>
                    <a:pt x="74691" y="306384"/>
                  </a:lnTo>
                  <a:lnTo>
                    <a:pt x="79145" y="309241"/>
                  </a:lnTo>
                  <a:lnTo>
                    <a:pt x="83688" y="311956"/>
                  </a:lnTo>
                  <a:lnTo>
                    <a:pt x="88314" y="314526"/>
                  </a:lnTo>
                  <a:lnTo>
                    <a:pt x="93019" y="316948"/>
                  </a:lnTo>
                  <a:lnTo>
                    <a:pt x="97799" y="319220"/>
                  </a:lnTo>
                  <a:lnTo>
                    <a:pt x="102648" y="321339"/>
                  </a:lnTo>
                  <a:lnTo>
                    <a:pt x="107562" y="323304"/>
                  </a:lnTo>
                  <a:lnTo>
                    <a:pt x="112535" y="325113"/>
                  </a:lnTo>
                  <a:lnTo>
                    <a:pt x="117564" y="326763"/>
                  </a:lnTo>
                  <a:lnTo>
                    <a:pt x="122642" y="328253"/>
                  </a:lnTo>
                  <a:lnTo>
                    <a:pt x="127764" y="329581"/>
                  </a:lnTo>
                  <a:lnTo>
                    <a:pt x="132926" y="330747"/>
                  </a:lnTo>
                  <a:lnTo>
                    <a:pt x="138123" y="331749"/>
                  </a:lnTo>
                  <a:lnTo>
                    <a:pt x="143348" y="332586"/>
                  </a:lnTo>
                  <a:lnTo>
                    <a:pt x="148598" y="333257"/>
                  </a:lnTo>
                  <a:lnTo>
                    <a:pt x="153866" y="333761"/>
                  </a:lnTo>
                  <a:lnTo>
                    <a:pt x="159147" y="334099"/>
                  </a:lnTo>
                  <a:lnTo>
                    <a:pt x="164436" y="334269"/>
                  </a:lnTo>
                  <a:lnTo>
                    <a:pt x="169728" y="334272"/>
                  </a:lnTo>
                  <a:lnTo>
                    <a:pt x="175018" y="334107"/>
                  </a:lnTo>
                  <a:lnTo>
                    <a:pt x="180300" y="333775"/>
                  </a:lnTo>
                  <a:lnTo>
                    <a:pt x="185568" y="333275"/>
                  </a:lnTo>
                  <a:lnTo>
                    <a:pt x="190818" y="332610"/>
                  </a:lnTo>
                  <a:lnTo>
                    <a:pt x="196045" y="331778"/>
                  </a:lnTo>
                  <a:lnTo>
                    <a:pt x="201242" y="330781"/>
                  </a:lnTo>
                  <a:lnTo>
                    <a:pt x="206405" y="329621"/>
                  </a:lnTo>
                  <a:lnTo>
                    <a:pt x="211529" y="328297"/>
                  </a:lnTo>
                  <a:lnTo>
                    <a:pt x="216609" y="326812"/>
                  </a:lnTo>
                  <a:lnTo>
                    <a:pt x="221639" y="325167"/>
                  </a:lnTo>
                  <a:lnTo>
                    <a:pt x="226614" y="323364"/>
                  </a:lnTo>
                  <a:lnTo>
                    <a:pt x="231530" y="321404"/>
                  </a:lnTo>
                  <a:lnTo>
                    <a:pt x="236381" y="319289"/>
                  </a:lnTo>
                  <a:lnTo>
                    <a:pt x="241163" y="317022"/>
                  </a:lnTo>
                  <a:lnTo>
                    <a:pt x="245870" y="314605"/>
                  </a:lnTo>
                  <a:lnTo>
                    <a:pt x="250499" y="312039"/>
                  </a:lnTo>
                  <a:lnTo>
                    <a:pt x="255045" y="309329"/>
                  </a:lnTo>
                  <a:lnTo>
                    <a:pt x="259502" y="306476"/>
                  </a:lnTo>
                  <a:lnTo>
                    <a:pt x="263867" y="303484"/>
                  </a:lnTo>
                  <a:lnTo>
                    <a:pt x="268134" y="300354"/>
                  </a:lnTo>
                  <a:lnTo>
                    <a:pt x="272301" y="297092"/>
                  </a:lnTo>
                  <a:lnTo>
                    <a:pt x="276362" y="293699"/>
                  </a:lnTo>
                  <a:lnTo>
                    <a:pt x="280314" y="290179"/>
                  </a:lnTo>
                  <a:lnTo>
                    <a:pt x="284153" y="286535"/>
                  </a:lnTo>
                  <a:lnTo>
                    <a:pt x="287874" y="282773"/>
                  </a:lnTo>
                  <a:lnTo>
                    <a:pt x="291474" y="278894"/>
                  </a:lnTo>
                  <a:lnTo>
                    <a:pt x="294950" y="274903"/>
                  </a:lnTo>
                  <a:lnTo>
                    <a:pt x="298297" y="270804"/>
                  </a:lnTo>
                  <a:lnTo>
                    <a:pt x="301513" y="266602"/>
                  </a:lnTo>
                  <a:lnTo>
                    <a:pt x="304595" y="262299"/>
                  </a:lnTo>
                  <a:lnTo>
                    <a:pt x="307538" y="257901"/>
                  </a:lnTo>
                  <a:lnTo>
                    <a:pt x="310342" y="253413"/>
                  </a:lnTo>
                  <a:lnTo>
                    <a:pt x="313001" y="248837"/>
                  </a:lnTo>
                  <a:lnTo>
                    <a:pt x="315515" y="244180"/>
                  </a:lnTo>
                  <a:lnTo>
                    <a:pt x="317879" y="239446"/>
                  </a:lnTo>
                  <a:lnTo>
                    <a:pt x="320093" y="234639"/>
                  </a:lnTo>
                  <a:lnTo>
                    <a:pt x="322154" y="229764"/>
                  </a:lnTo>
                  <a:lnTo>
                    <a:pt x="324059" y="224827"/>
                  </a:lnTo>
                  <a:lnTo>
                    <a:pt x="325807" y="219832"/>
                  </a:lnTo>
                  <a:lnTo>
                    <a:pt x="327395" y="214784"/>
                  </a:lnTo>
                  <a:lnTo>
                    <a:pt x="328824" y="209688"/>
                  </a:lnTo>
                  <a:lnTo>
                    <a:pt x="330090" y="204550"/>
                  </a:lnTo>
                  <a:lnTo>
                    <a:pt x="331193" y="199374"/>
                  </a:lnTo>
                  <a:lnTo>
                    <a:pt x="332132" y="194166"/>
                  </a:lnTo>
                  <a:lnTo>
                    <a:pt x="332905" y="188931"/>
                  </a:lnTo>
                  <a:lnTo>
                    <a:pt x="333512" y="183674"/>
                  </a:lnTo>
                  <a:lnTo>
                    <a:pt x="333953" y="178400"/>
                  </a:lnTo>
                  <a:lnTo>
                    <a:pt x="334226" y="173115"/>
                  </a:lnTo>
                  <a:lnTo>
                    <a:pt x="334332" y="167824"/>
                  </a:lnTo>
                  <a:lnTo>
                    <a:pt x="334270" y="162532"/>
                  </a:lnTo>
                  <a:lnTo>
                    <a:pt x="334041" y="157245"/>
                  </a:lnTo>
                  <a:lnTo>
                    <a:pt x="333645" y="151968"/>
                  </a:lnTo>
                  <a:lnTo>
                    <a:pt x="333082" y="146706"/>
                  </a:lnTo>
                  <a:lnTo>
                    <a:pt x="332352" y="141464"/>
                  </a:lnTo>
                  <a:lnTo>
                    <a:pt x="331457" y="136248"/>
                  </a:lnTo>
                  <a:lnTo>
                    <a:pt x="330398" y="131063"/>
                  </a:lnTo>
                  <a:lnTo>
                    <a:pt x="329175" y="125914"/>
                  </a:lnTo>
                  <a:lnTo>
                    <a:pt x="327789" y="120807"/>
                  </a:lnTo>
                  <a:lnTo>
                    <a:pt x="326242" y="115746"/>
                  </a:lnTo>
                  <a:lnTo>
                    <a:pt x="324536" y="110736"/>
                  </a:lnTo>
                  <a:lnTo>
                    <a:pt x="322673" y="105783"/>
                  </a:lnTo>
                  <a:lnTo>
                    <a:pt x="320653" y="100892"/>
                  </a:lnTo>
                  <a:lnTo>
                    <a:pt x="318480" y="96067"/>
                  </a:lnTo>
                  <a:lnTo>
                    <a:pt x="316155" y="91313"/>
                  </a:lnTo>
                  <a:lnTo>
                    <a:pt x="313680" y="86634"/>
                  </a:lnTo>
                  <a:lnTo>
                    <a:pt x="311059" y="82037"/>
                  </a:lnTo>
                  <a:lnTo>
                    <a:pt x="308294" y="77525"/>
                  </a:lnTo>
                  <a:lnTo>
                    <a:pt x="305387" y="73103"/>
                  </a:lnTo>
                  <a:lnTo>
                    <a:pt x="302342" y="68775"/>
                  </a:lnTo>
                  <a:lnTo>
                    <a:pt x="299161" y="64545"/>
                  </a:lnTo>
                  <a:lnTo>
                    <a:pt x="295848" y="60419"/>
                  </a:lnTo>
                  <a:lnTo>
                    <a:pt x="292406" y="56399"/>
                  </a:lnTo>
                  <a:lnTo>
                    <a:pt x="288838" y="52490"/>
                  </a:lnTo>
                  <a:lnTo>
                    <a:pt x="285148" y="48696"/>
                  </a:lnTo>
                  <a:lnTo>
                    <a:pt x="281341" y="45021"/>
                  </a:lnTo>
                  <a:lnTo>
                    <a:pt x="277418" y="41468"/>
                  </a:lnTo>
                  <a:lnTo>
                    <a:pt x="273386" y="38041"/>
                  </a:lnTo>
                  <a:lnTo>
                    <a:pt x="269247" y="34744"/>
                  </a:lnTo>
                  <a:lnTo>
                    <a:pt x="265005" y="31579"/>
                  </a:lnTo>
                  <a:lnTo>
                    <a:pt x="260666" y="28550"/>
                  </a:lnTo>
                  <a:lnTo>
                    <a:pt x="256232" y="25660"/>
                  </a:lnTo>
                  <a:lnTo>
                    <a:pt x="251710" y="22911"/>
                  </a:lnTo>
                  <a:lnTo>
                    <a:pt x="247103" y="20307"/>
                  </a:lnTo>
                  <a:lnTo>
                    <a:pt x="242415" y="17851"/>
                  </a:lnTo>
                  <a:lnTo>
                    <a:pt x="237653" y="15544"/>
                  </a:lnTo>
                  <a:lnTo>
                    <a:pt x="232819" y="13388"/>
                  </a:lnTo>
                  <a:lnTo>
                    <a:pt x="227920" y="11387"/>
                  </a:lnTo>
                  <a:lnTo>
                    <a:pt x="222960" y="9542"/>
                  </a:lnTo>
                  <a:lnTo>
                    <a:pt x="167166" y="167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55794" cy="167167"/>
            </a:xfrm>
            <a:custGeom>
              <a:avLst/>
              <a:pathLst>
                <a:path w="55794" h="167167">
                  <a:moveTo>
                    <a:pt x="55794" y="9585"/>
                  </a:moveTo>
                  <a:lnTo>
                    <a:pt x="49797" y="7589"/>
                  </a:lnTo>
                  <a:lnTo>
                    <a:pt x="43729" y="5820"/>
                  </a:lnTo>
                  <a:lnTo>
                    <a:pt x="37599" y="4283"/>
                  </a:lnTo>
                  <a:lnTo>
                    <a:pt x="31415" y="2978"/>
                  </a:lnTo>
                  <a:lnTo>
                    <a:pt x="25186" y="1908"/>
                  </a:lnTo>
                  <a:lnTo>
                    <a:pt x="18921" y="1074"/>
                  </a:lnTo>
                  <a:lnTo>
                    <a:pt x="12629" y="477"/>
                  </a:lnTo>
                  <a:lnTo>
                    <a:pt x="6319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493" y="4213821"/>
              <a:ext cx="3794" cy="167167"/>
            </a:xfrm>
            <a:custGeom>
              <a:avLst/>
              <a:pathLst>
                <a:path w="3794" h="167167">
                  <a:moveTo>
                    <a:pt x="3794" y="0"/>
                  </a:moveTo>
                  <a:lnTo>
                    <a:pt x="0" y="43"/>
                  </a:lnTo>
                  <a:lnTo>
                    <a:pt x="379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493" y="421386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493" y="421386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493" y="421386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493" y="421386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493" y="421386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493" y="421386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493" y="421386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493" y="421386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493" y="421386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7493" y="421386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1" y="4213864"/>
              <a:ext cx="334332" cy="334272"/>
            </a:xfrm>
            <a:custGeom>
              <a:avLst/>
              <a:pathLst>
                <a:path w="334332" h="334272">
                  <a:moveTo>
                    <a:pt x="163371" y="0"/>
                  </a:moveTo>
                  <a:lnTo>
                    <a:pt x="158083" y="203"/>
                  </a:lnTo>
                  <a:lnTo>
                    <a:pt x="152804" y="575"/>
                  </a:lnTo>
                  <a:lnTo>
                    <a:pt x="147539" y="1113"/>
                  </a:lnTo>
                  <a:lnTo>
                    <a:pt x="142294" y="1817"/>
                  </a:lnTo>
                  <a:lnTo>
                    <a:pt x="137074" y="2687"/>
                  </a:lnTo>
                  <a:lnTo>
                    <a:pt x="131884" y="3722"/>
                  </a:lnTo>
                  <a:lnTo>
                    <a:pt x="126730" y="4921"/>
                  </a:lnTo>
                  <a:lnTo>
                    <a:pt x="121616" y="6282"/>
                  </a:lnTo>
                  <a:lnTo>
                    <a:pt x="116547" y="7804"/>
                  </a:lnTo>
                  <a:lnTo>
                    <a:pt x="111530" y="9486"/>
                  </a:lnTo>
                  <a:lnTo>
                    <a:pt x="106568" y="11327"/>
                  </a:lnTo>
                  <a:lnTo>
                    <a:pt x="101667" y="13323"/>
                  </a:lnTo>
                  <a:lnTo>
                    <a:pt x="96831" y="15473"/>
                  </a:lnTo>
                  <a:lnTo>
                    <a:pt x="92066" y="17775"/>
                  </a:lnTo>
                  <a:lnTo>
                    <a:pt x="87376" y="20227"/>
                  </a:lnTo>
                  <a:lnTo>
                    <a:pt x="82767" y="22827"/>
                  </a:lnTo>
                  <a:lnTo>
                    <a:pt x="78241" y="25571"/>
                  </a:lnTo>
                  <a:lnTo>
                    <a:pt x="73805" y="28456"/>
                  </a:lnTo>
                  <a:lnTo>
                    <a:pt x="69463" y="31481"/>
                  </a:lnTo>
                  <a:lnTo>
                    <a:pt x="65218" y="34642"/>
                  </a:lnTo>
                  <a:lnTo>
                    <a:pt x="61076" y="37935"/>
                  </a:lnTo>
                  <a:lnTo>
                    <a:pt x="57040" y="41358"/>
                  </a:lnTo>
                  <a:lnTo>
                    <a:pt x="53114" y="44907"/>
                  </a:lnTo>
                  <a:lnTo>
                    <a:pt x="49302" y="48578"/>
                  </a:lnTo>
                  <a:lnTo>
                    <a:pt x="45609" y="52368"/>
                  </a:lnTo>
                  <a:lnTo>
                    <a:pt x="42038" y="56273"/>
                  </a:lnTo>
                  <a:lnTo>
                    <a:pt x="38591" y="60290"/>
                  </a:lnTo>
                  <a:lnTo>
                    <a:pt x="35274" y="64413"/>
                  </a:lnTo>
                  <a:lnTo>
                    <a:pt x="32089" y="68639"/>
                  </a:lnTo>
                  <a:lnTo>
                    <a:pt x="29039" y="72964"/>
                  </a:lnTo>
                  <a:lnTo>
                    <a:pt x="26128" y="77384"/>
                  </a:lnTo>
                  <a:lnTo>
                    <a:pt x="23358" y="81893"/>
                  </a:lnTo>
                  <a:lnTo>
                    <a:pt x="20733" y="86488"/>
                  </a:lnTo>
                  <a:lnTo>
                    <a:pt x="18253" y="91163"/>
                  </a:lnTo>
                  <a:lnTo>
                    <a:pt x="15924" y="95915"/>
                  </a:lnTo>
                  <a:lnTo>
                    <a:pt x="13745" y="100738"/>
                  </a:lnTo>
                  <a:lnTo>
                    <a:pt x="11721" y="105628"/>
                  </a:lnTo>
                  <a:lnTo>
                    <a:pt x="9852" y="110579"/>
                  </a:lnTo>
                  <a:lnTo>
                    <a:pt x="8141" y="115587"/>
                  </a:lnTo>
                  <a:lnTo>
                    <a:pt x="6590" y="120646"/>
                  </a:lnTo>
                  <a:lnTo>
                    <a:pt x="5199" y="125752"/>
                  </a:lnTo>
                  <a:lnTo>
                    <a:pt x="3971" y="130900"/>
                  </a:lnTo>
                  <a:lnTo>
                    <a:pt x="2906" y="136084"/>
                  </a:lnTo>
                  <a:lnTo>
                    <a:pt x="2006" y="141299"/>
                  </a:lnTo>
                  <a:lnTo>
                    <a:pt x="1271" y="146540"/>
                  </a:lnTo>
                  <a:lnTo>
                    <a:pt x="702" y="151801"/>
                  </a:lnTo>
                  <a:lnTo>
                    <a:pt x="301" y="157078"/>
                  </a:lnTo>
                  <a:lnTo>
                    <a:pt x="66" y="162365"/>
                  </a:lnTo>
                  <a:lnTo>
                    <a:pt x="0" y="167656"/>
                  </a:lnTo>
                  <a:lnTo>
                    <a:pt x="100" y="172948"/>
                  </a:lnTo>
                  <a:lnTo>
                    <a:pt x="368" y="178233"/>
                  </a:lnTo>
                  <a:lnTo>
                    <a:pt x="803" y="183507"/>
                  </a:lnTo>
                  <a:lnTo>
                    <a:pt x="1405" y="188765"/>
                  </a:lnTo>
                  <a:lnTo>
                    <a:pt x="2173" y="194001"/>
                  </a:lnTo>
                  <a:lnTo>
                    <a:pt x="3107" y="199210"/>
                  </a:lnTo>
                  <a:lnTo>
                    <a:pt x="4205" y="204387"/>
                  </a:lnTo>
                  <a:lnTo>
                    <a:pt x="5466" y="209527"/>
                  </a:lnTo>
                  <a:lnTo>
                    <a:pt x="6889" y="214624"/>
                  </a:lnTo>
                  <a:lnTo>
                    <a:pt x="8473" y="219673"/>
                  </a:lnTo>
                  <a:lnTo>
                    <a:pt x="10216" y="224670"/>
                  </a:lnTo>
                  <a:lnTo>
                    <a:pt x="12116" y="229609"/>
                  </a:lnTo>
                  <a:lnTo>
                    <a:pt x="14172" y="234486"/>
                  </a:lnTo>
                  <a:lnTo>
                    <a:pt x="16381" y="239295"/>
                  </a:lnTo>
                  <a:lnTo>
                    <a:pt x="18741" y="244032"/>
                  </a:lnTo>
                  <a:lnTo>
                    <a:pt x="21249" y="248691"/>
                  </a:lnTo>
                  <a:lnTo>
                    <a:pt x="23904" y="253269"/>
                  </a:lnTo>
                  <a:lnTo>
                    <a:pt x="26703" y="257761"/>
                  </a:lnTo>
                  <a:lnTo>
                    <a:pt x="29642" y="262162"/>
                  </a:lnTo>
                  <a:lnTo>
                    <a:pt x="32719" y="266467"/>
                  </a:lnTo>
                  <a:lnTo>
                    <a:pt x="35931" y="270673"/>
                  </a:lnTo>
                  <a:lnTo>
                    <a:pt x="39275" y="274775"/>
                  </a:lnTo>
                  <a:lnTo>
                    <a:pt x="42746" y="278769"/>
                  </a:lnTo>
                  <a:lnTo>
                    <a:pt x="46343" y="282652"/>
                  </a:lnTo>
                  <a:lnTo>
                    <a:pt x="50060" y="286418"/>
                  </a:lnTo>
                  <a:lnTo>
                    <a:pt x="53895" y="290065"/>
                  </a:lnTo>
                  <a:lnTo>
                    <a:pt x="57843" y="293589"/>
                  </a:lnTo>
                  <a:lnTo>
                    <a:pt x="61901" y="296986"/>
                  </a:lnTo>
                  <a:lnTo>
                    <a:pt x="66064" y="300253"/>
                  </a:lnTo>
                  <a:lnTo>
                    <a:pt x="70329" y="303387"/>
                  </a:lnTo>
                  <a:lnTo>
                    <a:pt x="74691" y="306384"/>
                  </a:lnTo>
                  <a:lnTo>
                    <a:pt x="79145" y="309241"/>
                  </a:lnTo>
                  <a:lnTo>
                    <a:pt x="83688" y="311956"/>
                  </a:lnTo>
                  <a:lnTo>
                    <a:pt x="88314" y="314526"/>
                  </a:lnTo>
                  <a:lnTo>
                    <a:pt x="93019" y="316948"/>
                  </a:lnTo>
                  <a:lnTo>
                    <a:pt x="97799" y="319220"/>
                  </a:lnTo>
                  <a:lnTo>
                    <a:pt x="102648" y="321339"/>
                  </a:lnTo>
                  <a:lnTo>
                    <a:pt x="107562" y="323304"/>
                  </a:lnTo>
                  <a:lnTo>
                    <a:pt x="112535" y="325113"/>
                  </a:lnTo>
                  <a:lnTo>
                    <a:pt x="117564" y="326763"/>
                  </a:lnTo>
                  <a:lnTo>
                    <a:pt x="122642" y="328253"/>
                  </a:lnTo>
                  <a:lnTo>
                    <a:pt x="127764" y="329581"/>
                  </a:lnTo>
                  <a:lnTo>
                    <a:pt x="132926" y="330747"/>
                  </a:lnTo>
                  <a:lnTo>
                    <a:pt x="138123" y="331749"/>
                  </a:lnTo>
                  <a:lnTo>
                    <a:pt x="143348" y="332586"/>
                  </a:lnTo>
                  <a:lnTo>
                    <a:pt x="148598" y="333257"/>
                  </a:lnTo>
                  <a:lnTo>
                    <a:pt x="153866" y="333761"/>
                  </a:lnTo>
                  <a:lnTo>
                    <a:pt x="159147" y="334099"/>
                  </a:lnTo>
                  <a:lnTo>
                    <a:pt x="164436" y="334269"/>
                  </a:lnTo>
                  <a:lnTo>
                    <a:pt x="169728" y="334272"/>
                  </a:lnTo>
                  <a:lnTo>
                    <a:pt x="175018" y="334107"/>
                  </a:lnTo>
                  <a:lnTo>
                    <a:pt x="180300" y="333775"/>
                  </a:lnTo>
                  <a:lnTo>
                    <a:pt x="185568" y="333275"/>
                  </a:lnTo>
                  <a:lnTo>
                    <a:pt x="190818" y="332610"/>
                  </a:lnTo>
                  <a:lnTo>
                    <a:pt x="196045" y="331778"/>
                  </a:lnTo>
                  <a:lnTo>
                    <a:pt x="201242" y="330781"/>
                  </a:lnTo>
                  <a:lnTo>
                    <a:pt x="206405" y="329621"/>
                  </a:lnTo>
                  <a:lnTo>
                    <a:pt x="211529" y="328297"/>
                  </a:lnTo>
                  <a:lnTo>
                    <a:pt x="216609" y="326812"/>
                  </a:lnTo>
                  <a:lnTo>
                    <a:pt x="221639" y="325167"/>
                  </a:lnTo>
                  <a:lnTo>
                    <a:pt x="226614" y="323364"/>
                  </a:lnTo>
                  <a:lnTo>
                    <a:pt x="231530" y="321404"/>
                  </a:lnTo>
                  <a:lnTo>
                    <a:pt x="236381" y="319289"/>
                  </a:lnTo>
                  <a:lnTo>
                    <a:pt x="241163" y="317022"/>
                  </a:lnTo>
                  <a:lnTo>
                    <a:pt x="245870" y="314605"/>
                  </a:lnTo>
                  <a:lnTo>
                    <a:pt x="250499" y="312039"/>
                  </a:lnTo>
                  <a:lnTo>
                    <a:pt x="255045" y="309329"/>
                  </a:lnTo>
                  <a:lnTo>
                    <a:pt x="259502" y="306476"/>
                  </a:lnTo>
                  <a:lnTo>
                    <a:pt x="263867" y="303484"/>
                  </a:lnTo>
                  <a:lnTo>
                    <a:pt x="268134" y="300354"/>
                  </a:lnTo>
                  <a:lnTo>
                    <a:pt x="272301" y="297092"/>
                  </a:lnTo>
                  <a:lnTo>
                    <a:pt x="276362" y="293699"/>
                  </a:lnTo>
                  <a:lnTo>
                    <a:pt x="280314" y="290179"/>
                  </a:lnTo>
                  <a:lnTo>
                    <a:pt x="284153" y="286535"/>
                  </a:lnTo>
                  <a:lnTo>
                    <a:pt x="287874" y="282773"/>
                  </a:lnTo>
                  <a:lnTo>
                    <a:pt x="291474" y="278894"/>
                  </a:lnTo>
                  <a:lnTo>
                    <a:pt x="294950" y="274903"/>
                  </a:lnTo>
                  <a:lnTo>
                    <a:pt x="298297" y="270804"/>
                  </a:lnTo>
                  <a:lnTo>
                    <a:pt x="301513" y="266602"/>
                  </a:lnTo>
                  <a:lnTo>
                    <a:pt x="304595" y="262299"/>
                  </a:lnTo>
                  <a:lnTo>
                    <a:pt x="307538" y="257901"/>
                  </a:lnTo>
                  <a:lnTo>
                    <a:pt x="310342" y="253413"/>
                  </a:lnTo>
                  <a:lnTo>
                    <a:pt x="313001" y="248837"/>
                  </a:lnTo>
                  <a:lnTo>
                    <a:pt x="315515" y="244180"/>
                  </a:lnTo>
                  <a:lnTo>
                    <a:pt x="317879" y="239446"/>
                  </a:lnTo>
                  <a:lnTo>
                    <a:pt x="320093" y="234639"/>
                  </a:lnTo>
                  <a:lnTo>
                    <a:pt x="322154" y="229764"/>
                  </a:lnTo>
                  <a:lnTo>
                    <a:pt x="324059" y="224827"/>
                  </a:lnTo>
                  <a:lnTo>
                    <a:pt x="325807" y="219832"/>
                  </a:lnTo>
                  <a:lnTo>
                    <a:pt x="327395" y="214784"/>
                  </a:lnTo>
                  <a:lnTo>
                    <a:pt x="328824" y="209688"/>
                  </a:lnTo>
                  <a:lnTo>
                    <a:pt x="330090" y="204550"/>
                  </a:lnTo>
                  <a:lnTo>
                    <a:pt x="331193" y="199374"/>
                  </a:lnTo>
                  <a:lnTo>
                    <a:pt x="332132" y="194166"/>
                  </a:lnTo>
                  <a:lnTo>
                    <a:pt x="332905" y="188931"/>
                  </a:lnTo>
                  <a:lnTo>
                    <a:pt x="333512" y="183674"/>
                  </a:lnTo>
                  <a:lnTo>
                    <a:pt x="333953" y="178400"/>
                  </a:lnTo>
                  <a:lnTo>
                    <a:pt x="334226" y="173115"/>
                  </a:lnTo>
                  <a:lnTo>
                    <a:pt x="334332" y="167824"/>
                  </a:lnTo>
                  <a:lnTo>
                    <a:pt x="334270" y="162532"/>
                  </a:lnTo>
                  <a:lnTo>
                    <a:pt x="334041" y="157245"/>
                  </a:lnTo>
                  <a:lnTo>
                    <a:pt x="333645" y="151968"/>
                  </a:lnTo>
                  <a:lnTo>
                    <a:pt x="333082" y="146706"/>
                  </a:lnTo>
                  <a:lnTo>
                    <a:pt x="332352" y="141464"/>
                  </a:lnTo>
                  <a:lnTo>
                    <a:pt x="331457" y="136248"/>
                  </a:lnTo>
                  <a:lnTo>
                    <a:pt x="330398" y="131063"/>
                  </a:lnTo>
                  <a:lnTo>
                    <a:pt x="329175" y="125914"/>
                  </a:lnTo>
                  <a:lnTo>
                    <a:pt x="327789" y="120807"/>
                  </a:lnTo>
                  <a:lnTo>
                    <a:pt x="326242" y="115746"/>
                  </a:lnTo>
                  <a:lnTo>
                    <a:pt x="324536" y="110736"/>
                  </a:lnTo>
                  <a:lnTo>
                    <a:pt x="322673" y="105783"/>
                  </a:lnTo>
                  <a:lnTo>
                    <a:pt x="320653" y="100892"/>
                  </a:lnTo>
                  <a:lnTo>
                    <a:pt x="318480" y="96067"/>
                  </a:lnTo>
                  <a:lnTo>
                    <a:pt x="316155" y="91313"/>
                  </a:lnTo>
                  <a:lnTo>
                    <a:pt x="313680" y="86634"/>
                  </a:lnTo>
                  <a:lnTo>
                    <a:pt x="311059" y="82037"/>
                  </a:lnTo>
                  <a:lnTo>
                    <a:pt x="308294" y="77525"/>
                  </a:lnTo>
                  <a:lnTo>
                    <a:pt x="305387" y="73103"/>
                  </a:lnTo>
                  <a:lnTo>
                    <a:pt x="302342" y="68775"/>
                  </a:lnTo>
                  <a:lnTo>
                    <a:pt x="299161" y="64545"/>
                  </a:lnTo>
                  <a:lnTo>
                    <a:pt x="295848" y="60419"/>
                  </a:lnTo>
                  <a:lnTo>
                    <a:pt x="292406" y="56399"/>
                  </a:lnTo>
                  <a:lnTo>
                    <a:pt x="288838" y="52490"/>
                  </a:lnTo>
                  <a:lnTo>
                    <a:pt x="285148" y="48696"/>
                  </a:lnTo>
                  <a:lnTo>
                    <a:pt x="281341" y="45021"/>
                  </a:lnTo>
                  <a:lnTo>
                    <a:pt x="277418" y="41468"/>
                  </a:lnTo>
                  <a:lnTo>
                    <a:pt x="273386" y="38041"/>
                  </a:lnTo>
                  <a:lnTo>
                    <a:pt x="269247" y="34744"/>
                  </a:lnTo>
                  <a:lnTo>
                    <a:pt x="265005" y="31579"/>
                  </a:lnTo>
                  <a:lnTo>
                    <a:pt x="260666" y="28550"/>
                  </a:lnTo>
                  <a:lnTo>
                    <a:pt x="256232" y="25660"/>
                  </a:lnTo>
                  <a:lnTo>
                    <a:pt x="251710" y="22911"/>
                  </a:lnTo>
                  <a:lnTo>
                    <a:pt x="247103" y="20307"/>
                  </a:lnTo>
                  <a:lnTo>
                    <a:pt x="242415" y="17851"/>
                  </a:lnTo>
                  <a:lnTo>
                    <a:pt x="237653" y="15544"/>
                  </a:lnTo>
                  <a:lnTo>
                    <a:pt x="232819" y="13388"/>
                  </a:lnTo>
                  <a:lnTo>
                    <a:pt x="227920" y="11387"/>
                  </a:lnTo>
                  <a:lnTo>
                    <a:pt x="222960" y="9542"/>
                  </a:lnTo>
                  <a:lnTo>
                    <a:pt x="167166" y="167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55794" cy="167167"/>
            </a:xfrm>
            <a:custGeom>
              <a:avLst/>
              <a:pathLst>
                <a:path w="55794" h="167167">
                  <a:moveTo>
                    <a:pt x="55794" y="9585"/>
                  </a:moveTo>
                  <a:lnTo>
                    <a:pt x="49797" y="7589"/>
                  </a:lnTo>
                  <a:lnTo>
                    <a:pt x="43729" y="5820"/>
                  </a:lnTo>
                  <a:lnTo>
                    <a:pt x="37599" y="4283"/>
                  </a:lnTo>
                  <a:lnTo>
                    <a:pt x="31415" y="2978"/>
                  </a:lnTo>
                  <a:lnTo>
                    <a:pt x="25186" y="1908"/>
                  </a:lnTo>
                  <a:lnTo>
                    <a:pt x="18921" y="1074"/>
                  </a:lnTo>
                  <a:lnTo>
                    <a:pt x="12629" y="477"/>
                  </a:lnTo>
                  <a:lnTo>
                    <a:pt x="6319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677" y="4659281"/>
              <a:ext cx="847" cy="167167"/>
            </a:xfrm>
            <a:custGeom>
              <a:avLst/>
              <a:pathLst>
                <a:path w="847" h="167167">
                  <a:moveTo>
                    <a:pt x="847" y="0"/>
                  </a:moveTo>
                  <a:lnTo>
                    <a:pt x="0" y="2"/>
                  </a:lnTo>
                  <a:lnTo>
                    <a:pt x="84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677" y="4659283"/>
              <a:ext cx="847" cy="167165"/>
            </a:xfrm>
            <a:custGeom>
              <a:avLst/>
              <a:pathLst>
                <a:path w="847" h="167165">
                  <a:moveTo>
                    <a:pt x="0" y="0"/>
                  </a:moveTo>
                  <a:lnTo>
                    <a:pt x="84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677" y="4659283"/>
              <a:ext cx="847" cy="167165"/>
            </a:xfrm>
            <a:custGeom>
              <a:avLst/>
              <a:pathLst>
                <a:path w="847" h="167165">
                  <a:moveTo>
                    <a:pt x="0" y="0"/>
                  </a:moveTo>
                  <a:lnTo>
                    <a:pt x="84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677" y="4659283"/>
              <a:ext cx="847" cy="167165"/>
            </a:xfrm>
            <a:custGeom>
              <a:avLst/>
              <a:pathLst>
                <a:path w="847" h="167165">
                  <a:moveTo>
                    <a:pt x="0" y="0"/>
                  </a:moveTo>
                  <a:lnTo>
                    <a:pt x="847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677" y="4659283"/>
              <a:ext cx="847" cy="167165"/>
            </a:xfrm>
            <a:custGeom>
              <a:avLst/>
              <a:pathLst>
                <a:path w="847" h="167165">
                  <a:moveTo>
                    <a:pt x="0" y="0"/>
                  </a:moveTo>
                  <a:lnTo>
                    <a:pt x="84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677" y="4659283"/>
              <a:ext cx="847" cy="167165"/>
            </a:xfrm>
            <a:custGeom>
              <a:avLst/>
              <a:pathLst>
                <a:path w="847" h="167165">
                  <a:moveTo>
                    <a:pt x="0" y="0"/>
                  </a:moveTo>
                  <a:lnTo>
                    <a:pt x="84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677" y="4659283"/>
              <a:ext cx="847" cy="167165"/>
            </a:xfrm>
            <a:custGeom>
              <a:avLst/>
              <a:pathLst>
                <a:path w="847" h="167165">
                  <a:moveTo>
                    <a:pt x="0" y="0"/>
                  </a:moveTo>
                  <a:lnTo>
                    <a:pt x="84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677" y="4659283"/>
              <a:ext cx="847" cy="167165"/>
            </a:xfrm>
            <a:custGeom>
              <a:avLst/>
              <a:pathLst>
                <a:path w="847" h="167165">
                  <a:moveTo>
                    <a:pt x="0" y="0"/>
                  </a:moveTo>
                  <a:lnTo>
                    <a:pt x="84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677" y="4659283"/>
              <a:ext cx="847" cy="167165"/>
            </a:xfrm>
            <a:custGeom>
              <a:avLst/>
              <a:pathLst>
                <a:path w="847" h="167165">
                  <a:moveTo>
                    <a:pt x="0" y="0"/>
                  </a:moveTo>
                  <a:lnTo>
                    <a:pt x="847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677" y="4659283"/>
              <a:ext cx="847" cy="167165"/>
            </a:xfrm>
            <a:custGeom>
              <a:avLst/>
              <a:pathLst>
                <a:path w="847" h="167165">
                  <a:moveTo>
                    <a:pt x="0" y="0"/>
                  </a:moveTo>
                  <a:lnTo>
                    <a:pt x="847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20679" y="4659283"/>
              <a:ext cx="165845" cy="167165"/>
            </a:xfrm>
            <a:custGeom>
              <a:avLst/>
              <a:pathLst>
                <a:path w="165845" h="167165">
                  <a:moveTo>
                    <a:pt x="164998" y="0"/>
                  </a:moveTo>
                  <a:lnTo>
                    <a:pt x="159528" y="117"/>
                  </a:lnTo>
                  <a:lnTo>
                    <a:pt x="154066" y="413"/>
                  </a:lnTo>
                  <a:lnTo>
                    <a:pt x="148617" y="888"/>
                  </a:lnTo>
                  <a:lnTo>
                    <a:pt x="143185" y="1540"/>
                  </a:lnTo>
                  <a:lnTo>
                    <a:pt x="137778" y="2370"/>
                  </a:lnTo>
                  <a:lnTo>
                    <a:pt x="132401" y="3377"/>
                  </a:lnTo>
                  <a:lnTo>
                    <a:pt x="127060" y="4559"/>
                  </a:lnTo>
                  <a:lnTo>
                    <a:pt x="121761" y="5915"/>
                  </a:lnTo>
                  <a:lnTo>
                    <a:pt x="116508" y="7444"/>
                  </a:lnTo>
                  <a:lnTo>
                    <a:pt x="111309" y="9143"/>
                  </a:lnTo>
                  <a:lnTo>
                    <a:pt x="106168" y="11012"/>
                  </a:lnTo>
                  <a:lnTo>
                    <a:pt x="101091" y="13049"/>
                  </a:lnTo>
                  <a:lnTo>
                    <a:pt x="96083" y="15250"/>
                  </a:lnTo>
                  <a:lnTo>
                    <a:pt x="91150" y="17614"/>
                  </a:lnTo>
                  <a:lnTo>
                    <a:pt x="86296" y="20138"/>
                  </a:lnTo>
                  <a:lnTo>
                    <a:pt x="81528" y="22819"/>
                  </a:lnTo>
                  <a:lnTo>
                    <a:pt x="76851" y="25655"/>
                  </a:lnTo>
                  <a:lnTo>
                    <a:pt x="72268" y="28643"/>
                  </a:lnTo>
                  <a:lnTo>
                    <a:pt x="67786" y="31779"/>
                  </a:lnTo>
                  <a:lnTo>
                    <a:pt x="63409" y="35060"/>
                  </a:lnTo>
                  <a:lnTo>
                    <a:pt x="59141" y="38482"/>
                  </a:lnTo>
                  <a:lnTo>
                    <a:pt x="54988" y="42042"/>
                  </a:lnTo>
                  <a:lnTo>
                    <a:pt x="50954" y="45736"/>
                  </a:lnTo>
                  <a:lnTo>
                    <a:pt x="47042" y="49561"/>
                  </a:lnTo>
                  <a:lnTo>
                    <a:pt x="43258" y="53511"/>
                  </a:lnTo>
                  <a:lnTo>
                    <a:pt x="39605" y="57582"/>
                  </a:lnTo>
                  <a:lnTo>
                    <a:pt x="36087" y="61772"/>
                  </a:lnTo>
                  <a:lnTo>
                    <a:pt x="32708" y="66074"/>
                  </a:lnTo>
                  <a:lnTo>
                    <a:pt x="29472" y="70484"/>
                  </a:lnTo>
                  <a:lnTo>
                    <a:pt x="26381" y="74998"/>
                  </a:lnTo>
                  <a:lnTo>
                    <a:pt x="23440" y="79610"/>
                  </a:lnTo>
                  <a:lnTo>
                    <a:pt x="20652" y="84316"/>
                  </a:lnTo>
                  <a:lnTo>
                    <a:pt x="18019" y="89111"/>
                  </a:lnTo>
                  <a:lnTo>
                    <a:pt x="15544" y="93990"/>
                  </a:lnTo>
                  <a:lnTo>
                    <a:pt x="13231" y="98947"/>
                  </a:lnTo>
                  <a:lnTo>
                    <a:pt x="11080" y="103977"/>
                  </a:lnTo>
                  <a:lnTo>
                    <a:pt x="9096" y="109074"/>
                  </a:lnTo>
                  <a:lnTo>
                    <a:pt x="7279" y="114234"/>
                  </a:lnTo>
                  <a:lnTo>
                    <a:pt x="5632" y="119451"/>
                  </a:lnTo>
                  <a:lnTo>
                    <a:pt x="4157" y="124718"/>
                  </a:lnTo>
                  <a:lnTo>
                    <a:pt x="2854" y="130031"/>
                  </a:lnTo>
                  <a:lnTo>
                    <a:pt x="1727" y="135384"/>
                  </a:lnTo>
                  <a:lnTo>
                    <a:pt x="775" y="140771"/>
                  </a:lnTo>
                  <a:lnTo>
                    <a:pt x="0" y="146186"/>
                  </a:lnTo>
                  <a:lnTo>
                    <a:pt x="165845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57" y="4659281"/>
              <a:ext cx="334325" cy="334324"/>
            </a:xfrm>
            <a:custGeom>
              <a:avLst/>
              <a:pathLst>
                <a:path w="334325" h="334324">
                  <a:moveTo>
                    <a:pt x="1321" y="146188"/>
                  </a:moveTo>
                  <a:lnTo>
                    <a:pt x="741" y="151442"/>
                  </a:lnTo>
                  <a:lnTo>
                    <a:pt x="327" y="156712"/>
                  </a:lnTo>
                  <a:lnTo>
                    <a:pt x="80" y="161992"/>
                  </a:lnTo>
                  <a:lnTo>
                    <a:pt x="0" y="167278"/>
                  </a:lnTo>
                  <a:lnTo>
                    <a:pt x="87" y="172563"/>
                  </a:lnTo>
                  <a:lnTo>
                    <a:pt x="341" y="177843"/>
                  </a:lnTo>
                  <a:lnTo>
                    <a:pt x="762" y="183112"/>
                  </a:lnTo>
                  <a:lnTo>
                    <a:pt x="1349" y="188365"/>
                  </a:lnTo>
                  <a:lnTo>
                    <a:pt x="2102" y="193597"/>
                  </a:lnTo>
                  <a:lnTo>
                    <a:pt x="3020" y="198803"/>
                  </a:lnTo>
                  <a:lnTo>
                    <a:pt x="4103" y="203977"/>
                  </a:lnTo>
                  <a:lnTo>
                    <a:pt x="5348" y="209114"/>
                  </a:lnTo>
                  <a:lnTo>
                    <a:pt x="6755" y="214209"/>
                  </a:lnTo>
                  <a:lnTo>
                    <a:pt x="8323" y="219258"/>
                  </a:lnTo>
                  <a:lnTo>
                    <a:pt x="10049" y="224254"/>
                  </a:lnTo>
                  <a:lnTo>
                    <a:pt x="11932" y="229193"/>
                  </a:lnTo>
                  <a:lnTo>
                    <a:pt x="13971" y="234070"/>
                  </a:lnTo>
                  <a:lnTo>
                    <a:pt x="16163" y="238880"/>
                  </a:lnTo>
                  <a:lnTo>
                    <a:pt x="18506" y="243619"/>
                  </a:lnTo>
                  <a:lnTo>
                    <a:pt x="20997" y="248281"/>
                  </a:lnTo>
                  <a:lnTo>
                    <a:pt x="23635" y="252861"/>
                  </a:lnTo>
                  <a:lnTo>
                    <a:pt x="26416" y="257357"/>
                  </a:lnTo>
                  <a:lnTo>
                    <a:pt x="29338" y="261762"/>
                  </a:lnTo>
                  <a:lnTo>
                    <a:pt x="32398" y="266072"/>
                  </a:lnTo>
                  <a:lnTo>
                    <a:pt x="35592" y="270284"/>
                  </a:lnTo>
                  <a:lnTo>
                    <a:pt x="38918" y="274392"/>
                  </a:lnTo>
                  <a:lnTo>
                    <a:pt x="42373" y="278393"/>
                  </a:lnTo>
                  <a:lnTo>
                    <a:pt x="45952" y="282283"/>
                  </a:lnTo>
                  <a:lnTo>
                    <a:pt x="49652" y="286058"/>
                  </a:lnTo>
                  <a:lnTo>
                    <a:pt x="53470" y="289714"/>
                  </a:lnTo>
                  <a:lnTo>
                    <a:pt x="57401" y="293248"/>
                  </a:lnTo>
                  <a:lnTo>
                    <a:pt x="61442" y="296655"/>
                  </a:lnTo>
                  <a:lnTo>
                    <a:pt x="65589" y="299933"/>
                  </a:lnTo>
                  <a:lnTo>
                    <a:pt x="69838" y="303078"/>
                  </a:lnTo>
                  <a:lnTo>
                    <a:pt x="74183" y="306088"/>
                  </a:lnTo>
                  <a:lnTo>
                    <a:pt x="78622" y="308958"/>
                  </a:lnTo>
                  <a:lnTo>
                    <a:pt x="83149" y="311687"/>
                  </a:lnTo>
                  <a:lnTo>
                    <a:pt x="87761" y="314271"/>
                  </a:lnTo>
                  <a:lnTo>
                    <a:pt x="92451" y="316708"/>
                  </a:lnTo>
                  <a:lnTo>
                    <a:pt x="97217" y="318996"/>
                  </a:lnTo>
                  <a:lnTo>
                    <a:pt x="102052" y="321131"/>
                  </a:lnTo>
                  <a:lnTo>
                    <a:pt x="106953" y="323113"/>
                  </a:lnTo>
                  <a:lnTo>
                    <a:pt x="111913" y="324939"/>
                  </a:lnTo>
                  <a:lnTo>
                    <a:pt x="116929" y="326607"/>
                  </a:lnTo>
                  <a:lnTo>
                    <a:pt x="121995" y="328116"/>
                  </a:lnTo>
                  <a:lnTo>
                    <a:pt x="127107" y="329463"/>
                  </a:lnTo>
                  <a:lnTo>
                    <a:pt x="132258" y="330649"/>
                  </a:lnTo>
                  <a:lnTo>
                    <a:pt x="137444" y="331671"/>
                  </a:lnTo>
                  <a:lnTo>
                    <a:pt x="142660" y="332528"/>
                  </a:lnTo>
                  <a:lnTo>
                    <a:pt x="147901" y="333220"/>
                  </a:lnTo>
                  <a:lnTo>
                    <a:pt x="153160" y="333747"/>
                  </a:lnTo>
                  <a:lnTo>
                    <a:pt x="158434" y="334106"/>
                  </a:lnTo>
                  <a:lnTo>
                    <a:pt x="163717" y="334299"/>
                  </a:lnTo>
                  <a:lnTo>
                    <a:pt x="169003" y="334324"/>
                  </a:lnTo>
                  <a:lnTo>
                    <a:pt x="174287" y="334183"/>
                  </a:lnTo>
                  <a:lnTo>
                    <a:pt x="179564" y="333874"/>
                  </a:lnTo>
                  <a:lnTo>
                    <a:pt x="184828" y="333399"/>
                  </a:lnTo>
                  <a:lnTo>
                    <a:pt x="190075" y="332757"/>
                  </a:lnTo>
                  <a:lnTo>
                    <a:pt x="195299" y="331950"/>
                  </a:lnTo>
                  <a:lnTo>
                    <a:pt x="200495" y="330978"/>
                  </a:lnTo>
                  <a:lnTo>
                    <a:pt x="205658" y="329843"/>
                  </a:lnTo>
                  <a:lnTo>
                    <a:pt x="210782" y="328544"/>
                  </a:lnTo>
                  <a:lnTo>
                    <a:pt x="215862" y="327085"/>
                  </a:lnTo>
                  <a:lnTo>
                    <a:pt x="220894" y="325465"/>
                  </a:lnTo>
                  <a:lnTo>
                    <a:pt x="225872" y="323687"/>
                  </a:lnTo>
                  <a:lnTo>
                    <a:pt x="230792" y="321753"/>
                  </a:lnTo>
                  <a:lnTo>
                    <a:pt x="235647" y="319664"/>
                  </a:lnTo>
                  <a:lnTo>
                    <a:pt x="240435" y="317423"/>
                  </a:lnTo>
                  <a:lnTo>
                    <a:pt x="245149" y="315031"/>
                  </a:lnTo>
                  <a:lnTo>
                    <a:pt x="249785" y="312492"/>
                  </a:lnTo>
                  <a:lnTo>
                    <a:pt x="254338" y="309807"/>
                  </a:lnTo>
                  <a:lnTo>
                    <a:pt x="258804" y="306979"/>
                  </a:lnTo>
                  <a:lnTo>
                    <a:pt x="263179" y="304012"/>
                  </a:lnTo>
                  <a:lnTo>
                    <a:pt x="267458" y="300908"/>
                  </a:lnTo>
                  <a:lnTo>
                    <a:pt x="271636" y="297670"/>
                  </a:lnTo>
                  <a:lnTo>
                    <a:pt x="275710" y="294302"/>
                  </a:lnTo>
                  <a:lnTo>
                    <a:pt x="279675" y="290807"/>
                  </a:lnTo>
                  <a:lnTo>
                    <a:pt x="283528" y="287188"/>
                  </a:lnTo>
                  <a:lnTo>
                    <a:pt x="287265" y="283449"/>
                  </a:lnTo>
                  <a:lnTo>
                    <a:pt x="290881" y="279594"/>
                  </a:lnTo>
                  <a:lnTo>
                    <a:pt x="294374" y="275626"/>
                  </a:lnTo>
                  <a:lnTo>
                    <a:pt x="297739" y="271550"/>
                  </a:lnTo>
                  <a:lnTo>
                    <a:pt x="300974" y="267369"/>
                  </a:lnTo>
                  <a:lnTo>
                    <a:pt x="304076" y="263089"/>
                  </a:lnTo>
                  <a:lnTo>
                    <a:pt x="307040" y="258712"/>
                  </a:lnTo>
                  <a:lnTo>
                    <a:pt x="309864" y="254244"/>
                  </a:lnTo>
                  <a:lnTo>
                    <a:pt x="312546" y="249689"/>
                  </a:lnTo>
                  <a:lnTo>
                    <a:pt x="315083" y="245051"/>
                  </a:lnTo>
                  <a:lnTo>
                    <a:pt x="317471" y="240335"/>
                  </a:lnTo>
                  <a:lnTo>
                    <a:pt x="319709" y="235546"/>
                  </a:lnTo>
                  <a:lnTo>
                    <a:pt x="321795" y="230689"/>
                  </a:lnTo>
                  <a:lnTo>
                    <a:pt x="323726" y="225769"/>
                  </a:lnTo>
                  <a:lnTo>
                    <a:pt x="325501" y="220789"/>
                  </a:lnTo>
                  <a:lnTo>
                    <a:pt x="327117" y="215757"/>
                  </a:lnTo>
                  <a:lnTo>
                    <a:pt x="328573" y="210675"/>
                  </a:lnTo>
                  <a:lnTo>
                    <a:pt x="329868" y="205550"/>
                  </a:lnTo>
                  <a:lnTo>
                    <a:pt x="331000" y="200387"/>
                  </a:lnTo>
                  <a:lnTo>
                    <a:pt x="331969" y="195190"/>
                  </a:lnTo>
                  <a:lnTo>
                    <a:pt x="332772" y="189966"/>
                  </a:lnTo>
                  <a:lnTo>
                    <a:pt x="333410" y="184718"/>
                  </a:lnTo>
                  <a:lnTo>
                    <a:pt x="333882" y="179454"/>
                  </a:lnTo>
                  <a:lnTo>
                    <a:pt x="334187" y="174176"/>
                  </a:lnTo>
                  <a:lnTo>
                    <a:pt x="334325" y="168892"/>
                  </a:lnTo>
                  <a:lnTo>
                    <a:pt x="334296" y="163606"/>
                  </a:lnTo>
                  <a:lnTo>
                    <a:pt x="334100" y="158324"/>
                  </a:lnTo>
                  <a:lnTo>
                    <a:pt x="333737" y="153050"/>
                  </a:lnTo>
                  <a:lnTo>
                    <a:pt x="333208" y="147791"/>
                  </a:lnTo>
                  <a:lnTo>
                    <a:pt x="332512" y="142551"/>
                  </a:lnTo>
                  <a:lnTo>
                    <a:pt x="331651" y="137335"/>
                  </a:lnTo>
                  <a:lnTo>
                    <a:pt x="330626" y="132150"/>
                  </a:lnTo>
                  <a:lnTo>
                    <a:pt x="329437" y="126999"/>
                  </a:lnTo>
                  <a:lnTo>
                    <a:pt x="328086" y="121889"/>
                  </a:lnTo>
                  <a:lnTo>
                    <a:pt x="326574" y="116824"/>
                  </a:lnTo>
                  <a:lnTo>
                    <a:pt x="324902" y="111809"/>
                  </a:lnTo>
                  <a:lnTo>
                    <a:pt x="323073" y="106849"/>
                  </a:lnTo>
                  <a:lnTo>
                    <a:pt x="321088" y="101950"/>
                  </a:lnTo>
                  <a:lnTo>
                    <a:pt x="318949" y="97116"/>
                  </a:lnTo>
                  <a:lnTo>
                    <a:pt x="316659" y="92353"/>
                  </a:lnTo>
                  <a:lnTo>
                    <a:pt x="314218" y="87663"/>
                  </a:lnTo>
                  <a:lnTo>
                    <a:pt x="311631" y="83054"/>
                  </a:lnTo>
                  <a:lnTo>
                    <a:pt x="308900" y="78528"/>
                  </a:lnTo>
                  <a:lnTo>
                    <a:pt x="306026" y="74091"/>
                  </a:lnTo>
                  <a:lnTo>
                    <a:pt x="303014" y="69748"/>
                  </a:lnTo>
                  <a:lnTo>
                    <a:pt x="299866" y="65501"/>
                  </a:lnTo>
                  <a:lnTo>
                    <a:pt x="296585" y="61357"/>
                  </a:lnTo>
                  <a:lnTo>
                    <a:pt x="293175" y="57318"/>
                  </a:lnTo>
                  <a:lnTo>
                    <a:pt x="289639" y="53389"/>
                  </a:lnTo>
                  <a:lnTo>
                    <a:pt x="285981" y="49573"/>
                  </a:lnTo>
                  <a:lnTo>
                    <a:pt x="282203" y="45875"/>
                  </a:lnTo>
                  <a:lnTo>
                    <a:pt x="278311" y="42299"/>
                  </a:lnTo>
                  <a:lnTo>
                    <a:pt x="274307" y="38847"/>
                  </a:lnTo>
                  <a:lnTo>
                    <a:pt x="270197" y="35524"/>
                  </a:lnTo>
                  <a:lnTo>
                    <a:pt x="265983" y="32332"/>
                  </a:lnTo>
                  <a:lnTo>
                    <a:pt x="261670" y="29276"/>
                  </a:lnTo>
                  <a:lnTo>
                    <a:pt x="257263" y="26357"/>
                  </a:lnTo>
                  <a:lnTo>
                    <a:pt x="252766" y="23578"/>
                  </a:lnTo>
                  <a:lnTo>
                    <a:pt x="248184" y="20944"/>
                  </a:lnTo>
                  <a:lnTo>
                    <a:pt x="243520" y="18455"/>
                  </a:lnTo>
                  <a:lnTo>
                    <a:pt x="238780" y="16116"/>
                  </a:lnTo>
                  <a:lnTo>
                    <a:pt x="233969" y="13927"/>
                  </a:lnTo>
                  <a:lnTo>
                    <a:pt x="229090" y="11891"/>
                  </a:lnTo>
                  <a:lnTo>
                    <a:pt x="224150" y="10011"/>
                  </a:lnTo>
                  <a:lnTo>
                    <a:pt x="219153" y="8288"/>
                  </a:lnTo>
                  <a:lnTo>
                    <a:pt x="214103" y="6724"/>
                  </a:lnTo>
                  <a:lnTo>
                    <a:pt x="209007" y="5320"/>
                  </a:lnTo>
                  <a:lnTo>
                    <a:pt x="203869" y="4078"/>
                  </a:lnTo>
                  <a:lnTo>
                    <a:pt x="198694" y="2999"/>
                  </a:lnTo>
                  <a:lnTo>
                    <a:pt x="193488" y="2085"/>
                  </a:lnTo>
                  <a:lnTo>
                    <a:pt x="188255" y="1335"/>
                  </a:lnTo>
                  <a:lnTo>
                    <a:pt x="183002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161" y="0"/>
                  </a:moveTo>
                  <a:lnTo>
                    <a:pt x="0" y="0"/>
                  </a:ln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66" y="5018213"/>
              <a:ext cx="334320" cy="334329"/>
            </a:xfrm>
            <a:custGeom>
              <a:avLst/>
              <a:pathLst>
                <a:path w="334320" h="334329">
                  <a:moveTo>
                    <a:pt x="166992" y="0"/>
                  </a:moveTo>
                  <a:lnTo>
                    <a:pt x="161703" y="88"/>
                  </a:lnTo>
                  <a:lnTo>
                    <a:pt x="156419" y="344"/>
                  </a:lnTo>
                  <a:lnTo>
                    <a:pt x="151146" y="768"/>
                  </a:lnTo>
                  <a:lnTo>
                    <a:pt x="145890" y="1357"/>
                  </a:lnTo>
                  <a:lnTo>
                    <a:pt x="140654" y="2113"/>
                  </a:lnTo>
                  <a:lnTo>
                    <a:pt x="135445" y="3034"/>
                  </a:lnTo>
                  <a:lnTo>
                    <a:pt x="130267" y="4120"/>
                  </a:lnTo>
                  <a:lnTo>
                    <a:pt x="125127" y="5369"/>
                  </a:lnTo>
                  <a:lnTo>
                    <a:pt x="120028" y="6779"/>
                  </a:lnTo>
                  <a:lnTo>
                    <a:pt x="114977" y="8351"/>
                  </a:lnTo>
                  <a:lnTo>
                    <a:pt x="109978" y="10081"/>
                  </a:lnTo>
                  <a:lnTo>
                    <a:pt x="105037" y="11969"/>
                  </a:lnTo>
                  <a:lnTo>
                    <a:pt x="100157" y="14012"/>
                  </a:lnTo>
                  <a:lnTo>
                    <a:pt x="95345" y="16209"/>
                  </a:lnTo>
                  <a:lnTo>
                    <a:pt x="90604" y="18556"/>
                  </a:lnTo>
                  <a:lnTo>
                    <a:pt x="85941" y="21053"/>
                  </a:lnTo>
                  <a:lnTo>
                    <a:pt x="81358" y="23696"/>
                  </a:lnTo>
                  <a:lnTo>
                    <a:pt x="76861" y="26482"/>
                  </a:lnTo>
                  <a:lnTo>
                    <a:pt x="72455" y="29409"/>
                  </a:lnTo>
                  <a:lnTo>
                    <a:pt x="68144" y="32475"/>
                  </a:lnTo>
                  <a:lnTo>
                    <a:pt x="63932" y="35675"/>
                  </a:lnTo>
                  <a:lnTo>
                    <a:pt x="59823" y="39007"/>
                  </a:lnTo>
                  <a:lnTo>
                    <a:pt x="55822" y="42467"/>
                  </a:lnTo>
                  <a:lnTo>
                    <a:pt x="51932" y="46052"/>
                  </a:lnTo>
                  <a:lnTo>
                    <a:pt x="48157" y="49758"/>
                  </a:lnTo>
                  <a:lnTo>
                    <a:pt x="44502" y="53582"/>
                  </a:lnTo>
                  <a:lnTo>
                    <a:pt x="40970" y="57520"/>
                  </a:lnTo>
                  <a:lnTo>
                    <a:pt x="37563" y="61567"/>
                  </a:lnTo>
                  <a:lnTo>
                    <a:pt x="34287" y="65721"/>
                  </a:lnTo>
                  <a:lnTo>
                    <a:pt x="31144" y="69975"/>
                  </a:lnTo>
                  <a:lnTo>
                    <a:pt x="28137" y="74328"/>
                  </a:lnTo>
                  <a:lnTo>
                    <a:pt x="25269" y="78773"/>
                  </a:lnTo>
                  <a:lnTo>
                    <a:pt x="22543" y="83306"/>
                  </a:lnTo>
                  <a:lnTo>
                    <a:pt x="19962" y="87924"/>
                  </a:lnTo>
                  <a:lnTo>
                    <a:pt x="17528" y="92621"/>
                  </a:lnTo>
                  <a:lnTo>
                    <a:pt x="15245" y="97392"/>
                  </a:lnTo>
                  <a:lnTo>
                    <a:pt x="13113" y="102234"/>
                  </a:lnTo>
                  <a:lnTo>
                    <a:pt x="11135" y="107140"/>
                  </a:lnTo>
                  <a:lnTo>
                    <a:pt x="9314" y="112107"/>
                  </a:lnTo>
                  <a:lnTo>
                    <a:pt x="7651" y="117129"/>
                  </a:lnTo>
                  <a:lnTo>
                    <a:pt x="6148" y="122200"/>
                  </a:lnTo>
                  <a:lnTo>
                    <a:pt x="4806" y="127317"/>
                  </a:lnTo>
                  <a:lnTo>
                    <a:pt x="3626" y="132474"/>
                  </a:lnTo>
                  <a:lnTo>
                    <a:pt x="2610" y="137666"/>
                  </a:lnTo>
                  <a:lnTo>
                    <a:pt x="1759" y="142887"/>
                  </a:lnTo>
                  <a:lnTo>
                    <a:pt x="1074" y="148132"/>
                  </a:lnTo>
                  <a:lnTo>
                    <a:pt x="555" y="153396"/>
                  </a:lnTo>
                  <a:lnTo>
                    <a:pt x="202" y="158675"/>
                  </a:lnTo>
                  <a:lnTo>
                    <a:pt x="17" y="163961"/>
                  </a:lnTo>
                  <a:lnTo>
                    <a:pt x="0" y="169251"/>
                  </a:lnTo>
                  <a:lnTo>
                    <a:pt x="149" y="174539"/>
                  </a:lnTo>
                  <a:lnTo>
                    <a:pt x="466" y="179820"/>
                  </a:lnTo>
                  <a:lnTo>
                    <a:pt x="950" y="185087"/>
                  </a:lnTo>
                  <a:lnTo>
                    <a:pt x="1600" y="190337"/>
                  </a:lnTo>
                  <a:lnTo>
                    <a:pt x="2416" y="195564"/>
                  </a:lnTo>
                  <a:lnTo>
                    <a:pt x="3397" y="200762"/>
                  </a:lnTo>
                  <a:lnTo>
                    <a:pt x="4542" y="205927"/>
                  </a:lnTo>
                  <a:lnTo>
                    <a:pt x="5850" y="211052"/>
                  </a:lnTo>
                  <a:lnTo>
                    <a:pt x="7319" y="216134"/>
                  </a:lnTo>
                  <a:lnTo>
                    <a:pt x="8949" y="221167"/>
                  </a:lnTo>
                  <a:lnTo>
                    <a:pt x="10736" y="226146"/>
                  </a:lnTo>
                  <a:lnTo>
                    <a:pt x="12681" y="231065"/>
                  </a:lnTo>
                  <a:lnTo>
                    <a:pt x="14780" y="235921"/>
                  </a:lnTo>
                  <a:lnTo>
                    <a:pt x="17032" y="240708"/>
                  </a:lnTo>
                  <a:lnTo>
                    <a:pt x="19434" y="245421"/>
                  </a:lnTo>
                  <a:lnTo>
                    <a:pt x="21984" y="250056"/>
                  </a:lnTo>
                  <a:lnTo>
                    <a:pt x="24679" y="254607"/>
                  </a:lnTo>
                  <a:lnTo>
                    <a:pt x="27517" y="259072"/>
                  </a:lnTo>
                  <a:lnTo>
                    <a:pt x="30495" y="263444"/>
                  </a:lnTo>
                  <a:lnTo>
                    <a:pt x="33610" y="267720"/>
                  </a:lnTo>
                  <a:lnTo>
                    <a:pt x="36858" y="271895"/>
                  </a:lnTo>
                  <a:lnTo>
                    <a:pt x="40237" y="275965"/>
                  </a:lnTo>
                  <a:lnTo>
                    <a:pt x="43743" y="279926"/>
                  </a:lnTo>
                  <a:lnTo>
                    <a:pt x="47373" y="283775"/>
                  </a:lnTo>
                  <a:lnTo>
                    <a:pt x="51122" y="287506"/>
                  </a:lnTo>
                  <a:lnTo>
                    <a:pt x="54988" y="291117"/>
                  </a:lnTo>
                  <a:lnTo>
                    <a:pt x="58966" y="294604"/>
                  </a:lnTo>
                  <a:lnTo>
                    <a:pt x="63052" y="297964"/>
                  </a:lnTo>
                  <a:lnTo>
                    <a:pt x="67243" y="301192"/>
                  </a:lnTo>
                  <a:lnTo>
                    <a:pt x="71533" y="304286"/>
                  </a:lnTo>
                  <a:lnTo>
                    <a:pt x="75920" y="307243"/>
                  </a:lnTo>
                  <a:lnTo>
                    <a:pt x="80398" y="310059"/>
                  </a:lnTo>
                  <a:lnTo>
                    <a:pt x="84962" y="312733"/>
                  </a:lnTo>
                  <a:lnTo>
                    <a:pt x="89609" y="315261"/>
                  </a:lnTo>
                  <a:lnTo>
                    <a:pt x="94334" y="317640"/>
                  </a:lnTo>
                  <a:lnTo>
                    <a:pt x="99131" y="319869"/>
                  </a:lnTo>
                  <a:lnTo>
                    <a:pt x="103997" y="321945"/>
                  </a:lnTo>
                  <a:lnTo>
                    <a:pt x="108926" y="323866"/>
                  </a:lnTo>
                  <a:lnTo>
                    <a:pt x="113913" y="325629"/>
                  </a:lnTo>
                  <a:lnTo>
                    <a:pt x="118954" y="327235"/>
                  </a:lnTo>
                  <a:lnTo>
                    <a:pt x="124043" y="328680"/>
                  </a:lnTo>
                  <a:lnTo>
                    <a:pt x="129175" y="329963"/>
                  </a:lnTo>
                  <a:lnTo>
                    <a:pt x="134345" y="331083"/>
                  </a:lnTo>
                  <a:lnTo>
                    <a:pt x="139547" y="332039"/>
                  </a:lnTo>
                  <a:lnTo>
                    <a:pt x="144778" y="332830"/>
                  </a:lnTo>
                  <a:lnTo>
                    <a:pt x="150031" y="333455"/>
                  </a:lnTo>
                  <a:lnTo>
                    <a:pt x="155301" y="333914"/>
                  </a:lnTo>
                  <a:lnTo>
                    <a:pt x="160583" y="334205"/>
                  </a:lnTo>
                  <a:lnTo>
                    <a:pt x="165871" y="334329"/>
                  </a:lnTo>
                  <a:lnTo>
                    <a:pt x="171161" y="334286"/>
                  </a:lnTo>
                  <a:lnTo>
                    <a:pt x="176447" y="334076"/>
                  </a:lnTo>
                  <a:lnTo>
                    <a:pt x="181723" y="333698"/>
                  </a:lnTo>
                  <a:lnTo>
                    <a:pt x="186985" y="333154"/>
                  </a:lnTo>
                  <a:lnTo>
                    <a:pt x="192227" y="332443"/>
                  </a:lnTo>
                  <a:lnTo>
                    <a:pt x="197444" y="331567"/>
                  </a:lnTo>
                  <a:lnTo>
                    <a:pt x="202631" y="330526"/>
                  </a:lnTo>
                  <a:lnTo>
                    <a:pt x="207782" y="329322"/>
                  </a:lnTo>
                  <a:lnTo>
                    <a:pt x="212892" y="327955"/>
                  </a:lnTo>
                  <a:lnTo>
                    <a:pt x="217957" y="326428"/>
                  </a:lnTo>
                  <a:lnTo>
                    <a:pt x="222970" y="324741"/>
                  </a:lnTo>
                  <a:lnTo>
                    <a:pt x="227928" y="322896"/>
                  </a:lnTo>
                  <a:lnTo>
                    <a:pt x="232825" y="320895"/>
                  </a:lnTo>
                  <a:lnTo>
                    <a:pt x="237656" y="318740"/>
                  </a:lnTo>
                  <a:lnTo>
                    <a:pt x="242417" y="316433"/>
                  </a:lnTo>
                  <a:lnTo>
                    <a:pt x="247102" y="313977"/>
                  </a:lnTo>
                  <a:lnTo>
                    <a:pt x="251707" y="311374"/>
                  </a:lnTo>
                  <a:lnTo>
                    <a:pt x="256228" y="308626"/>
                  </a:lnTo>
                  <a:lnTo>
                    <a:pt x="260659" y="305737"/>
                  </a:lnTo>
                  <a:lnTo>
                    <a:pt x="264997" y="302709"/>
                  </a:lnTo>
                  <a:lnTo>
                    <a:pt x="269236" y="299546"/>
                  </a:lnTo>
                  <a:lnTo>
                    <a:pt x="273374" y="296249"/>
                  </a:lnTo>
                  <a:lnTo>
                    <a:pt x="277405" y="292824"/>
                  </a:lnTo>
                  <a:lnTo>
                    <a:pt x="281325" y="289273"/>
                  </a:lnTo>
                  <a:lnTo>
                    <a:pt x="285132" y="285599"/>
                  </a:lnTo>
                  <a:lnTo>
                    <a:pt x="288820" y="281807"/>
                  </a:lnTo>
                  <a:lnTo>
                    <a:pt x="292386" y="277900"/>
                  </a:lnTo>
                  <a:lnTo>
                    <a:pt x="295827" y="273882"/>
                  </a:lnTo>
                  <a:lnTo>
                    <a:pt x="299139" y="269757"/>
                  </a:lnTo>
                  <a:lnTo>
                    <a:pt x="302319" y="265530"/>
                  </a:lnTo>
                  <a:lnTo>
                    <a:pt x="305364" y="261204"/>
                  </a:lnTo>
                  <a:lnTo>
                    <a:pt x="308270" y="256784"/>
                  </a:lnTo>
                  <a:lnTo>
                    <a:pt x="311035" y="252274"/>
                  </a:lnTo>
                  <a:lnTo>
                    <a:pt x="313656" y="247679"/>
                  </a:lnTo>
                  <a:lnTo>
                    <a:pt x="316130" y="243003"/>
                  </a:lnTo>
                  <a:lnTo>
                    <a:pt x="318455" y="238251"/>
                  </a:lnTo>
                  <a:lnTo>
                    <a:pt x="320628" y="233428"/>
                  </a:lnTo>
                  <a:lnTo>
                    <a:pt x="322648" y="228539"/>
                  </a:lnTo>
                  <a:lnTo>
                    <a:pt x="324512" y="223588"/>
                  </a:lnTo>
                  <a:lnTo>
                    <a:pt x="326218" y="218581"/>
                  </a:lnTo>
                  <a:lnTo>
                    <a:pt x="327766" y="213523"/>
                  </a:lnTo>
                  <a:lnTo>
                    <a:pt x="329152" y="208417"/>
                  </a:lnTo>
                  <a:lnTo>
                    <a:pt x="330376" y="203271"/>
                  </a:lnTo>
                  <a:lnTo>
                    <a:pt x="331437" y="198089"/>
                  </a:lnTo>
                  <a:lnTo>
                    <a:pt x="332333" y="192875"/>
                  </a:lnTo>
                  <a:lnTo>
                    <a:pt x="333063" y="187636"/>
                  </a:lnTo>
                  <a:lnTo>
                    <a:pt x="333628" y="182376"/>
                  </a:lnTo>
                  <a:lnTo>
                    <a:pt x="334026" y="177101"/>
                  </a:lnTo>
                  <a:lnTo>
                    <a:pt x="334257" y="171816"/>
                  </a:lnTo>
                  <a:lnTo>
                    <a:pt x="334320" y="166527"/>
                  </a:lnTo>
                  <a:lnTo>
                    <a:pt x="334216" y="161238"/>
                  </a:lnTo>
                  <a:lnTo>
                    <a:pt x="333945" y="155955"/>
                  </a:lnTo>
                  <a:lnTo>
                    <a:pt x="333507" y="150683"/>
                  </a:lnTo>
                  <a:lnTo>
                    <a:pt x="332902" y="145428"/>
                  </a:lnTo>
                  <a:lnTo>
                    <a:pt x="332131" y="140194"/>
                  </a:lnTo>
                  <a:lnTo>
                    <a:pt x="331195" y="134988"/>
                  </a:lnTo>
                  <a:lnTo>
                    <a:pt x="330095" y="129813"/>
                  </a:lnTo>
                  <a:lnTo>
                    <a:pt x="328831" y="124677"/>
                  </a:lnTo>
                  <a:lnTo>
                    <a:pt x="327406" y="119582"/>
                  </a:lnTo>
                  <a:lnTo>
                    <a:pt x="325820" y="114536"/>
                  </a:lnTo>
                  <a:lnTo>
                    <a:pt x="324075" y="109542"/>
                  </a:lnTo>
                  <a:lnTo>
                    <a:pt x="322173" y="104605"/>
                  </a:lnTo>
                  <a:lnTo>
                    <a:pt x="320116" y="99732"/>
                  </a:lnTo>
                  <a:lnTo>
                    <a:pt x="317906" y="94926"/>
                  </a:lnTo>
                  <a:lnTo>
                    <a:pt x="315545" y="90192"/>
                  </a:lnTo>
                  <a:lnTo>
                    <a:pt x="313035" y="85535"/>
                  </a:lnTo>
                  <a:lnTo>
                    <a:pt x="310379" y="80960"/>
                  </a:lnTo>
                  <a:lnTo>
                    <a:pt x="307580" y="76472"/>
                  </a:lnTo>
                  <a:lnTo>
                    <a:pt x="304640" y="72074"/>
                  </a:lnTo>
                  <a:lnTo>
                    <a:pt x="301562" y="67772"/>
                  </a:lnTo>
                  <a:lnTo>
                    <a:pt x="298350" y="63569"/>
                  </a:lnTo>
                  <a:lnTo>
                    <a:pt x="295006" y="59469"/>
                  </a:lnTo>
                  <a:lnTo>
                    <a:pt x="291535" y="55478"/>
                  </a:lnTo>
                  <a:lnTo>
                    <a:pt x="287938" y="51598"/>
                  </a:lnTo>
                  <a:lnTo>
                    <a:pt x="284221" y="47834"/>
                  </a:lnTo>
                  <a:lnTo>
                    <a:pt x="280387" y="44190"/>
                  </a:lnTo>
                  <a:lnTo>
                    <a:pt x="276439" y="40669"/>
                  </a:lnTo>
                  <a:lnTo>
                    <a:pt x="272382" y="37274"/>
                  </a:lnTo>
                  <a:lnTo>
                    <a:pt x="268219" y="34010"/>
                  </a:lnTo>
                  <a:lnTo>
                    <a:pt x="263955" y="30879"/>
                  </a:lnTo>
                  <a:lnTo>
                    <a:pt x="259595" y="27884"/>
                  </a:lnTo>
                  <a:lnTo>
                    <a:pt x="255141" y="25029"/>
                  </a:lnTo>
                  <a:lnTo>
                    <a:pt x="250600" y="22316"/>
                  </a:lnTo>
                  <a:lnTo>
                    <a:pt x="245975" y="19748"/>
                  </a:lnTo>
                  <a:lnTo>
                    <a:pt x="241271" y="17328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74117" cy="167167"/>
            </a:xfrm>
            <a:custGeom>
              <a:avLst/>
              <a:pathLst>
                <a:path w="74117" h="167167">
                  <a:moveTo>
                    <a:pt x="74117" y="17328"/>
                  </a:moveTo>
                  <a:lnTo>
                    <a:pt x="68777" y="14804"/>
                  </a:lnTo>
                  <a:lnTo>
                    <a:pt x="63351" y="12469"/>
                  </a:lnTo>
                  <a:lnTo>
                    <a:pt x="57847" y="10327"/>
                  </a:lnTo>
                  <a:lnTo>
                    <a:pt x="52270" y="8382"/>
                  </a:lnTo>
                  <a:lnTo>
                    <a:pt x="46628" y="6634"/>
                  </a:lnTo>
                  <a:lnTo>
                    <a:pt x="40927" y="5087"/>
                  </a:lnTo>
                  <a:lnTo>
                    <a:pt x="35176" y="3742"/>
                  </a:lnTo>
                  <a:lnTo>
                    <a:pt x="29380" y="2602"/>
                  </a:lnTo>
                  <a:lnTo>
                    <a:pt x="23548" y="1666"/>
                  </a:lnTo>
                  <a:lnTo>
                    <a:pt x="17687" y="938"/>
                  </a:lnTo>
                  <a:lnTo>
                    <a:pt x="11803" y="417"/>
                  </a:lnTo>
                  <a:lnTo>
                    <a:pt x="5905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871" y="5269756"/>
              <a:ext cx="166630" cy="167167"/>
            </a:xfrm>
            <a:custGeom>
              <a:avLst/>
              <a:pathLst>
                <a:path w="166630" h="167167">
                  <a:moveTo>
                    <a:pt x="166630" y="0"/>
                  </a:moveTo>
                  <a:lnTo>
                    <a:pt x="161214" y="87"/>
                  </a:lnTo>
                  <a:lnTo>
                    <a:pt x="155803" y="350"/>
                  </a:lnTo>
                  <a:lnTo>
                    <a:pt x="150404" y="789"/>
                  </a:lnTo>
                  <a:lnTo>
                    <a:pt x="145022" y="1402"/>
                  </a:lnTo>
                  <a:lnTo>
                    <a:pt x="139663" y="2189"/>
                  </a:lnTo>
                  <a:lnTo>
                    <a:pt x="134332" y="3149"/>
                  </a:lnTo>
                  <a:lnTo>
                    <a:pt x="129035" y="4282"/>
                  </a:lnTo>
                  <a:lnTo>
                    <a:pt x="123778" y="5585"/>
                  </a:lnTo>
                  <a:lnTo>
                    <a:pt x="118565" y="7058"/>
                  </a:lnTo>
                  <a:lnTo>
                    <a:pt x="113403" y="8700"/>
                  </a:lnTo>
                  <a:lnTo>
                    <a:pt x="108297" y="10507"/>
                  </a:lnTo>
                  <a:lnTo>
                    <a:pt x="103252" y="12480"/>
                  </a:lnTo>
                  <a:lnTo>
                    <a:pt x="98273" y="14614"/>
                  </a:lnTo>
                  <a:lnTo>
                    <a:pt x="93367" y="16909"/>
                  </a:lnTo>
                  <a:lnTo>
                    <a:pt x="88537" y="19362"/>
                  </a:lnTo>
                  <a:lnTo>
                    <a:pt x="83789" y="21969"/>
                  </a:lnTo>
                  <a:lnTo>
                    <a:pt x="79128" y="24729"/>
                  </a:lnTo>
                  <a:lnTo>
                    <a:pt x="74559" y="27639"/>
                  </a:lnTo>
                  <a:lnTo>
                    <a:pt x="70087" y="30695"/>
                  </a:lnTo>
                  <a:lnTo>
                    <a:pt x="65716" y="33895"/>
                  </a:lnTo>
                  <a:lnTo>
                    <a:pt x="61451" y="37234"/>
                  </a:lnTo>
                  <a:lnTo>
                    <a:pt x="57297" y="40710"/>
                  </a:lnTo>
                  <a:lnTo>
                    <a:pt x="53257" y="44319"/>
                  </a:lnTo>
                  <a:lnTo>
                    <a:pt x="49337" y="48057"/>
                  </a:lnTo>
                  <a:lnTo>
                    <a:pt x="45539" y="51919"/>
                  </a:lnTo>
                  <a:lnTo>
                    <a:pt x="41869" y="55903"/>
                  </a:lnTo>
                  <a:lnTo>
                    <a:pt x="38330" y="60004"/>
                  </a:lnTo>
                  <a:lnTo>
                    <a:pt x="34925" y="64217"/>
                  </a:lnTo>
                  <a:lnTo>
                    <a:pt x="31659" y="68538"/>
                  </a:lnTo>
                  <a:lnTo>
                    <a:pt x="28534" y="72963"/>
                  </a:lnTo>
                  <a:lnTo>
                    <a:pt x="25554" y="77486"/>
                  </a:lnTo>
                  <a:lnTo>
                    <a:pt x="22723" y="82104"/>
                  </a:lnTo>
                  <a:lnTo>
                    <a:pt x="20042" y="86811"/>
                  </a:lnTo>
                  <a:lnTo>
                    <a:pt x="17516" y="91603"/>
                  </a:lnTo>
                  <a:lnTo>
                    <a:pt x="15146" y="96473"/>
                  </a:lnTo>
                  <a:lnTo>
                    <a:pt x="12935" y="101418"/>
                  </a:lnTo>
                  <a:lnTo>
                    <a:pt x="10886" y="106432"/>
                  </a:lnTo>
                  <a:lnTo>
                    <a:pt x="9000" y="111510"/>
                  </a:lnTo>
                  <a:lnTo>
                    <a:pt x="7279" y="116647"/>
                  </a:lnTo>
                  <a:lnTo>
                    <a:pt x="5726" y="121836"/>
                  </a:lnTo>
                  <a:lnTo>
                    <a:pt x="4342" y="127073"/>
                  </a:lnTo>
                  <a:lnTo>
                    <a:pt x="3128" y="132352"/>
                  </a:lnTo>
                  <a:lnTo>
                    <a:pt x="2086" y="137667"/>
                  </a:lnTo>
                  <a:lnTo>
                    <a:pt x="1216" y="143014"/>
                  </a:lnTo>
                  <a:lnTo>
                    <a:pt x="521" y="148386"/>
                  </a:lnTo>
                  <a:lnTo>
                    <a:pt x="0" y="153777"/>
                  </a:lnTo>
                  <a:lnTo>
                    <a:pt x="16663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52" y="5269756"/>
              <a:ext cx="334295" cy="334334"/>
            </a:xfrm>
            <a:custGeom>
              <a:avLst/>
              <a:pathLst>
                <a:path w="334295" h="334334">
                  <a:moveTo>
                    <a:pt x="518" y="153777"/>
                  </a:moveTo>
                  <a:lnTo>
                    <a:pt x="177" y="159072"/>
                  </a:lnTo>
                  <a:lnTo>
                    <a:pt x="4" y="164375"/>
                  </a:lnTo>
                  <a:lnTo>
                    <a:pt x="0" y="169680"/>
                  </a:lnTo>
                  <a:lnTo>
                    <a:pt x="163" y="174983"/>
                  </a:lnTo>
                  <a:lnTo>
                    <a:pt x="496" y="180278"/>
                  </a:lnTo>
                  <a:lnTo>
                    <a:pt x="996" y="185560"/>
                  </a:lnTo>
                  <a:lnTo>
                    <a:pt x="1663" y="190823"/>
                  </a:lnTo>
                  <a:lnTo>
                    <a:pt x="2497" y="196063"/>
                  </a:lnTo>
                  <a:lnTo>
                    <a:pt x="3497" y="201273"/>
                  </a:lnTo>
                  <a:lnTo>
                    <a:pt x="4662" y="206449"/>
                  </a:lnTo>
                  <a:lnTo>
                    <a:pt x="5990" y="211586"/>
                  </a:lnTo>
                  <a:lnTo>
                    <a:pt x="7481" y="216678"/>
                  </a:lnTo>
                  <a:lnTo>
                    <a:pt x="9132" y="221719"/>
                  </a:lnTo>
                  <a:lnTo>
                    <a:pt x="10943" y="226706"/>
                  </a:lnTo>
                  <a:lnTo>
                    <a:pt x="12911" y="231633"/>
                  </a:lnTo>
                  <a:lnTo>
                    <a:pt x="15035" y="236495"/>
                  </a:lnTo>
                  <a:lnTo>
                    <a:pt x="17311" y="241288"/>
                  </a:lnTo>
                  <a:lnTo>
                    <a:pt x="19739" y="246005"/>
                  </a:lnTo>
                  <a:lnTo>
                    <a:pt x="22315" y="250643"/>
                  </a:lnTo>
                  <a:lnTo>
                    <a:pt x="25037" y="255197"/>
                  </a:lnTo>
                  <a:lnTo>
                    <a:pt x="27902" y="259663"/>
                  </a:lnTo>
                  <a:lnTo>
                    <a:pt x="30907" y="264035"/>
                  </a:lnTo>
                  <a:lnTo>
                    <a:pt x="34050" y="268309"/>
                  </a:lnTo>
                  <a:lnTo>
                    <a:pt x="37326" y="272482"/>
                  </a:lnTo>
                  <a:lnTo>
                    <a:pt x="40734" y="276549"/>
                  </a:lnTo>
                  <a:lnTo>
                    <a:pt x="44269" y="280505"/>
                  </a:lnTo>
                  <a:lnTo>
                    <a:pt x="47927" y="284348"/>
                  </a:lnTo>
                  <a:lnTo>
                    <a:pt x="51706" y="288072"/>
                  </a:lnTo>
                  <a:lnTo>
                    <a:pt x="55601" y="291674"/>
                  </a:lnTo>
                  <a:lnTo>
                    <a:pt x="59608" y="295152"/>
                  </a:lnTo>
                  <a:lnTo>
                    <a:pt x="63723" y="298500"/>
                  </a:lnTo>
                  <a:lnTo>
                    <a:pt x="67943" y="301716"/>
                  </a:lnTo>
                  <a:lnTo>
                    <a:pt x="72263" y="304796"/>
                  </a:lnTo>
                  <a:lnTo>
                    <a:pt x="76678" y="307738"/>
                  </a:lnTo>
                  <a:lnTo>
                    <a:pt x="81184" y="310538"/>
                  </a:lnTo>
                  <a:lnTo>
                    <a:pt x="85777" y="313194"/>
                  </a:lnTo>
                  <a:lnTo>
                    <a:pt x="90452" y="315702"/>
                  </a:lnTo>
                  <a:lnTo>
                    <a:pt x="95204" y="318061"/>
                  </a:lnTo>
                  <a:lnTo>
                    <a:pt x="100029" y="320268"/>
                  </a:lnTo>
                  <a:lnTo>
                    <a:pt x="104921" y="322321"/>
                  </a:lnTo>
                  <a:lnTo>
                    <a:pt x="109876" y="324218"/>
                  </a:lnTo>
                  <a:lnTo>
                    <a:pt x="114889" y="325956"/>
                  </a:lnTo>
                  <a:lnTo>
                    <a:pt x="119954" y="327534"/>
                  </a:lnTo>
                  <a:lnTo>
                    <a:pt x="125067" y="328951"/>
                  </a:lnTo>
                  <a:lnTo>
                    <a:pt x="130222" y="330205"/>
                  </a:lnTo>
                  <a:lnTo>
                    <a:pt x="135415" y="331295"/>
                  </a:lnTo>
                  <a:lnTo>
                    <a:pt x="140639" y="332219"/>
                  </a:lnTo>
                  <a:lnTo>
                    <a:pt x="145890" y="332977"/>
                  </a:lnTo>
                  <a:lnTo>
                    <a:pt x="151162" y="333568"/>
                  </a:lnTo>
                  <a:lnTo>
                    <a:pt x="156451" y="333992"/>
                  </a:lnTo>
                  <a:lnTo>
                    <a:pt x="161750" y="334247"/>
                  </a:lnTo>
                  <a:lnTo>
                    <a:pt x="167055" y="334334"/>
                  </a:lnTo>
                  <a:lnTo>
                    <a:pt x="172360" y="334253"/>
                  </a:lnTo>
                  <a:lnTo>
                    <a:pt x="177659" y="334004"/>
                  </a:lnTo>
                  <a:lnTo>
                    <a:pt x="182949" y="333586"/>
                  </a:lnTo>
                  <a:lnTo>
                    <a:pt x="188222" y="333001"/>
                  </a:lnTo>
                  <a:lnTo>
                    <a:pt x="193473" y="332249"/>
                  </a:lnTo>
                  <a:lnTo>
                    <a:pt x="198699" y="331330"/>
                  </a:lnTo>
                  <a:lnTo>
                    <a:pt x="203892" y="330246"/>
                  </a:lnTo>
                  <a:lnTo>
                    <a:pt x="209049" y="328998"/>
                  </a:lnTo>
                  <a:lnTo>
                    <a:pt x="214163" y="327587"/>
                  </a:lnTo>
                  <a:lnTo>
                    <a:pt x="219230" y="326014"/>
                  </a:lnTo>
                  <a:lnTo>
                    <a:pt x="224245" y="324281"/>
                  </a:lnTo>
                  <a:lnTo>
                    <a:pt x="229202" y="322390"/>
                  </a:lnTo>
                  <a:lnTo>
                    <a:pt x="234097" y="320343"/>
                  </a:lnTo>
                  <a:lnTo>
                    <a:pt x="238924" y="318141"/>
                  </a:lnTo>
                  <a:lnTo>
                    <a:pt x="243678" y="315787"/>
                  </a:lnTo>
                  <a:lnTo>
                    <a:pt x="248356" y="313284"/>
                  </a:lnTo>
                  <a:lnTo>
                    <a:pt x="252952" y="310633"/>
                  </a:lnTo>
                  <a:lnTo>
                    <a:pt x="257462" y="307838"/>
                  </a:lnTo>
                  <a:lnTo>
                    <a:pt x="261880" y="304901"/>
                  </a:lnTo>
                  <a:lnTo>
                    <a:pt x="266203" y="301826"/>
                  </a:lnTo>
                  <a:lnTo>
                    <a:pt x="270426" y="298615"/>
                  </a:lnTo>
                  <a:lnTo>
                    <a:pt x="274546" y="295271"/>
                  </a:lnTo>
                  <a:lnTo>
                    <a:pt x="278557" y="291799"/>
                  </a:lnTo>
                  <a:lnTo>
                    <a:pt x="282456" y="288200"/>
                  </a:lnTo>
                  <a:lnTo>
                    <a:pt x="286239" y="284480"/>
                  </a:lnTo>
                  <a:lnTo>
                    <a:pt x="289901" y="280642"/>
                  </a:lnTo>
                  <a:lnTo>
                    <a:pt x="293440" y="276689"/>
                  </a:lnTo>
                  <a:lnTo>
                    <a:pt x="296852" y="272627"/>
                  </a:lnTo>
                  <a:lnTo>
                    <a:pt x="300134" y="268458"/>
                  </a:lnTo>
                  <a:lnTo>
                    <a:pt x="303281" y="264186"/>
                  </a:lnTo>
                  <a:lnTo>
                    <a:pt x="306291" y="259818"/>
                  </a:lnTo>
                  <a:lnTo>
                    <a:pt x="309161" y="255355"/>
                  </a:lnTo>
                  <a:lnTo>
                    <a:pt x="311888" y="250804"/>
                  </a:lnTo>
                  <a:lnTo>
                    <a:pt x="314469" y="246169"/>
                  </a:lnTo>
                  <a:lnTo>
                    <a:pt x="316902" y="241454"/>
                  </a:lnTo>
                  <a:lnTo>
                    <a:pt x="319184" y="236665"/>
                  </a:lnTo>
                  <a:lnTo>
                    <a:pt x="321313" y="231805"/>
                  </a:lnTo>
                  <a:lnTo>
                    <a:pt x="323287" y="226880"/>
                  </a:lnTo>
                  <a:lnTo>
                    <a:pt x="325103" y="221895"/>
                  </a:lnTo>
                  <a:lnTo>
                    <a:pt x="326760" y="216855"/>
                  </a:lnTo>
                  <a:lnTo>
                    <a:pt x="328257" y="211765"/>
                  </a:lnTo>
                  <a:lnTo>
                    <a:pt x="329591" y="206630"/>
                  </a:lnTo>
                  <a:lnTo>
                    <a:pt x="330761" y="201455"/>
                  </a:lnTo>
                  <a:lnTo>
                    <a:pt x="331767" y="196246"/>
                  </a:lnTo>
                  <a:lnTo>
                    <a:pt x="332607" y="191008"/>
                  </a:lnTo>
                  <a:lnTo>
                    <a:pt x="333280" y="185745"/>
                  </a:lnTo>
                  <a:lnTo>
                    <a:pt x="333786" y="180464"/>
                  </a:lnTo>
                  <a:lnTo>
                    <a:pt x="334124" y="175169"/>
                  </a:lnTo>
                  <a:lnTo>
                    <a:pt x="334294" y="169866"/>
                  </a:lnTo>
                  <a:lnTo>
                    <a:pt x="334295" y="164561"/>
                  </a:lnTo>
                  <a:lnTo>
                    <a:pt x="334128" y="159258"/>
                  </a:lnTo>
                  <a:lnTo>
                    <a:pt x="333793" y="153963"/>
                  </a:lnTo>
                  <a:lnTo>
                    <a:pt x="333290" y="148681"/>
                  </a:lnTo>
                  <a:lnTo>
                    <a:pt x="332620" y="143418"/>
                  </a:lnTo>
                  <a:lnTo>
                    <a:pt x="331783" y="138179"/>
                  </a:lnTo>
                  <a:lnTo>
                    <a:pt x="330780" y="132969"/>
                  </a:lnTo>
                  <a:lnTo>
                    <a:pt x="329613" y="127794"/>
                  </a:lnTo>
                  <a:lnTo>
                    <a:pt x="328281" y="122658"/>
                  </a:lnTo>
                  <a:lnTo>
                    <a:pt x="326788" y="117567"/>
                  </a:lnTo>
                  <a:lnTo>
                    <a:pt x="325133" y="112526"/>
                  </a:lnTo>
                  <a:lnTo>
                    <a:pt x="323320" y="107541"/>
                  </a:lnTo>
                  <a:lnTo>
                    <a:pt x="321349" y="102615"/>
                  </a:lnTo>
                  <a:lnTo>
                    <a:pt x="319223" y="97754"/>
                  </a:lnTo>
                  <a:lnTo>
                    <a:pt x="316944" y="92963"/>
                  </a:lnTo>
                  <a:lnTo>
                    <a:pt x="314513" y="88247"/>
                  </a:lnTo>
                  <a:lnTo>
                    <a:pt x="311935" y="83610"/>
                  </a:lnTo>
                  <a:lnTo>
                    <a:pt x="309210" y="79058"/>
                  </a:lnTo>
                  <a:lnTo>
                    <a:pt x="306343" y="74594"/>
                  </a:lnTo>
                  <a:lnTo>
                    <a:pt x="303335" y="70223"/>
                  </a:lnTo>
                  <a:lnTo>
                    <a:pt x="300190" y="65950"/>
                  </a:lnTo>
                  <a:lnTo>
                    <a:pt x="296911" y="61779"/>
                  </a:lnTo>
                  <a:lnTo>
                    <a:pt x="293501" y="57715"/>
                  </a:lnTo>
                  <a:lnTo>
                    <a:pt x="289964" y="53760"/>
                  </a:lnTo>
                  <a:lnTo>
                    <a:pt x="286304" y="49920"/>
                  </a:lnTo>
                  <a:lnTo>
                    <a:pt x="282523" y="46198"/>
                  </a:lnTo>
                  <a:lnTo>
                    <a:pt x="278626" y="42597"/>
                  </a:lnTo>
                  <a:lnTo>
                    <a:pt x="274617" y="39123"/>
                  </a:lnTo>
                  <a:lnTo>
                    <a:pt x="270500" y="35777"/>
                  </a:lnTo>
                  <a:lnTo>
                    <a:pt x="266278" y="32563"/>
                  </a:lnTo>
                  <a:lnTo>
                    <a:pt x="261957" y="29485"/>
                  </a:lnTo>
                  <a:lnTo>
                    <a:pt x="257540" y="26546"/>
                  </a:lnTo>
                  <a:lnTo>
                    <a:pt x="253032" y="23748"/>
                  </a:lnTo>
                  <a:lnTo>
                    <a:pt x="248437" y="21095"/>
                  </a:lnTo>
                  <a:lnTo>
                    <a:pt x="243761" y="18589"/>
                  </a:lnTo>
                  <a:lnTo>
                    <a:pt x="239008" y="16233"/>
                  </a:lnTo>
                  <a:lnTo>
                    <a:pt x="234182" y="14028"/>
                  </a:lnTo>
                  <a:lnTo>
                    <a:pt x="229288" y="11978"/>
                  </a:lnTo>
                  <a:lnTo>
                    <a:pt x="224332" y="10084"/>
                  </a:lnTo>
                  <a:lnTo>
                    <a:pt x="219319" y="8349"/>
                  </a:lnTo>
                  <a:lnTo>
                    <a:pt x="214253" y="6773"/>
                  </a:lnTo>
                  <a:lnTo>
                    <a:pt x="209139" y="5359"/>
                  </a:lnTo>
                  <a:lnTo>
                    <a:pt x="203983" y="4108"/>
                  </a:lnTo>
                  <a:lnTo>
                    <a:pt x="198790" y="3022"/>
                  </a:lnTo>
                  <a:lnTo>
                    <a:pt x="193565" y="2100"/>
                  </a:lnTo>
                  <a:lnTo>
                    <a:pt x="188314" y="1345"/>
                  </a:lnTo>
                  <a:lnTo>
                    <a:pt x="183041" y="757"/>
                  </a:lnTo>
                  <a:lnTo>
                    <a:pt x="177752" y="336"/>
                  </a:lnTo>
                  <a:lnTo>
                    <a:pt x="172453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663" y="5399291"/>
              <a:ext cx="3552" cy="167167"/>
            </a:xfrm>
            <a:custGeom>
              <a:avLst/>
              <a:pathLst>
                <a:path w="3552" h="167167">
                  <a:moveTo>
                    <a:pt x="3552" y="0"/>
                  </a:moveTo>
                  <a:lnTo>
                    <a:pt x="0" y="37"/>
                  </a:lnTo>
                  <a:lnTo>
                    <a:pt x="355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663" y="5399329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663" y="5399329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663" y="5399329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663" y="5399329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663" y="5399329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663" y="5399329"/>
              <a:ext cx="3552" cy="167129"/>
            </a:xfrm>
            <a:custGeom>
              <a:avLst/>
              <a:pathLst>
                <a:path w="3552" h="167129">
                  <a:moveTo>
                    <a:pt x="0" y="0"/>
                  </a:moveTo>
                  <a:lnTo>
                    <a:pt x="3552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48" y="5399329"/>
              <a:ext cx="334321" cy="334290"/>
            </a:xfrm>
            <a:custGeom>
              <a:avLst/>
              <a:pathLst>
                <a:path w="334321" h="334290">
                  <a:moveTo>
                    <a:pt x="163614" y="0"/>
                  </a:moveTo>
                  <a:lnTo>
                    <a:pt x="158334" y="195"/>
                  </a:lnTo>
                  <a:lnTo>
                    <a:pt x="153063" y="558"/>
                  </a:lnTo>
                  <a:lnTo>
                    <a:pt x="147805" y="1087"/>
                  </a:lnTo>
                  <a:lnTo>
                    <a:pt x="142567" y="1782"/>
                  </a:lnTo>
                  <a:lnTo>
                    <a:pt x="137354" y="2642"/>
                  </a:lnTo>
                  <a:lnTo>
                    <a:pt x="132170" y="3666"/>
                  </a:lnTo>
                  <a:lnTo>
                    <a:pt x="127021" y="4854"/>
                  </a:lnTo>
                  <a:lnTo>
                    <a:pt x="121913" y="6204"/>
                  </a:lnTo>
                  <a:lnTo>
                    <a:pt x="116849" y="7714"/>
                  </a:lnTo>
                  <a:lnTo>
                    <a:pt x="111836" y="9384"/>
                  </a:lnTo>
                  <a:lnTo>
                    <a:pt x="106878" y="11212"/>
                  </a:lnTo>
                  <a:lnTo>
                    <a:pt x="101981" y="13195"/>
                  </a:lnTo>
                  <a:lnTo>
                    <a:pt x="97148" y="15332"/>
                  </a:lnTo>
                  <a:lnTo>
                    <a:pt x="92386" y="17621"/>
                  </a:lnTo>
                  <a:lnTo>
                    <a:pt x="87698" y="20059"/>
                  </a:lnTo>
                  <a:lnTo>
                    <a:pt x="83089" y="22644"/>
                  </a:lnTo>
                  <a:lnTo>
                    <a:pt x="78565" y="25374"/>
                  </a:lnTo>
                  <a:lnTo>
                    <a:pt x="74129" y="28245"/>
                  </a:lnTo>
                  <a:lnTo>
                    <a:pt x="69786" y="31254"/>
                  </a:lnTo>
                  <a:lnTo>
                    <a:pt x="65540" y="34400"/>
                  </a:lnTo>
                  <a:lnTo>
                    <a:pt x="61396" y="37678"/>
                  </a:lnTo>
                  <a:lnTo>
                    <a:pt x="57358" y="41086"/>
                  </a:lnTo>
                  <a:lnTo>
                    <a:pt x="53429" y="44619"/>
                  </a:lnTo>
                  <a:lnTo>
                    <a:pt x="49614" y="48275"/>
                  </a:lnTo>
                  <a:lnTo>
                    <a:pt x="45917" y="52050"/>
                  </a:lnTo>
                  <a:lnTo>
                    <a:pt x="42340" y="55939"/>
                  </a:lnTo>
                  <a:lnTo>
                    <a:pt x="38888" y="59940"/>
                  </a:lnTo>
                  <a:lnTo>
                    <a:pt x="35565" y="64048"/>
                  </a:lnTo>
                  <a:lnTo>
                    <a:pt x="32373" y="68258"/>
                  </a:lnTo>
                  <a:lnTo>
                    <a:pt x="29315" y="72568"/>
                  </a:lnTo>
                  <a:lnTo>
                    <a:pt x="26395" y="76972"/>
                  </a:lnTo>
                  <a:lnTo>
                    <a:pt x="23616" y="81466"/>
                  </a:lnTo>
                  <a:lnTo>
                    <a:pt x="20981" y="86046"/>
                  </a:lnTo>
                  <a:lnTo>
                    <a:pt x="18491" y="90706"/>
                  </a:lnTo>
                  <a:lnTo>
                    <a:pt x="16150" y="95443"/>
                  </a:lnTo>
                  <a:lnTo>
                    <a:pt x="13960" y="100252"/>
                  </a:lnTo>
                  <a:lnTo>
                    <a:pt x="11923" y="105128"/>
                  </a:lnTo>
                  <a:lnTo>
                    <a:pt x="10041" y="110065"/>
                  </a:lnTo>
                  <a:lnTo>
                    <a:pt x="8316" y="115059"/>
                  </a:lnTo>
                  <a:lnTo>
                    <a:pt x="6749" y="120106"/>
                  </a:lnTo>
                  <a:lnTo>
                    <a:pt x="5343" y="125199"/>
                  </a:lnTo>
                  <a:lnTo>
                    <a:pt x="4099" y="130335"/>
                  </a:lnTo>
                  <a:lnTo>
                    <a:pt x="3018" y="135507"/>
                  </a:lnTo>
                  <a:lnTo>
                    <a:pt x="2100" y="140710"/>
                  </a:lnTo>
                  <a:lnTo>
                    <a:pt x="1348" y="145941"/>
                  </a:lnTo>
                  <a:lnTo>
                    <a:pt x="761" y="151192"/>
                  </a:lnTo>
                  <a:lnTo>
                    <a:pt x="340" y="156459"/>
                  </a:lnTo>
                  <a:lnTo>
                    <a:pt x="86" y="161737"/>
                  </a:lnTo>
                  <a:lnTo>
                    <a:pt x="0" y="167020"/>
                  </a:lnTo>
                  <a:lnTo>
                    <a:pt x="80" y="172303"/>
                  </a:lnTo>
                  <a:lnTo>
                    <a:pt x="327" y="177582"/>
                  </a:lnTo>
                  <a:lnTo>
                    <a:pt x="740" y="182849"/>
                  </a:lnTo>
                  <a:lnTo>
                    <a:pt x="1320" y="188101"/>
                  </a:lnTo>
                  <a:lnTo>
                    <a:pt x="2066" y="193332"/>
                  </a:lnTo>
                  <a:lnTo>
                    <a:pt x="2977" y="198537"/>
                  </a:lnTo>
                  <a:lnTo>
                    <a:pt x="4051" y="203711"/>
                  </a:lnTo>
                  <a:lnTo>
                    <a:pt x="5289" y="208848"/>
                  </a:lnTo>
                  <a:lnTo>
                    <a:pt x="6688" y="213943"/>
                  </a:lnTo>
                  <a:lnTo>
                    <a:pt x="8248" y="218991"/>
                  </a:lnTo>
                  <a:lnTo>
                    <a:pt x="9966" y="223988"/>
                  </a:lnTo>
                  <a:lnTo>
                    <a:pt x="11842" y="228928"/>
                  </a:lnTo>
                  <a:lnTo>
                    <a:pt x="13873" y="233806"/>
                  </a:lnTo>
                  <a:lnTo>
                    <a:pt x="16057" y="238618"/>
                  </a:lnTo>
                  <a:lnTo>
                    <a:pt x="18391" y="243358"/>
                  </a:lnTo>
                  <a:lnTo>
                    <a:pt x="20875" y="248022"/>
                  </a:lnTo>
                  <a:lnTo>
                    <a:pt x="23505" y="252605"/>
                  </a:lnTo>
                  <a:lnTo>
                    <a:pt x="26278" y="257103"/>
                  </a:lnTo>
                  <a:lnTo>
                    <a:pt x="29192" y="261510"/>
                  </a:lnTo>
                  <a:lnTo>
                    <a:pt x="32244" y="265824"/>
                  </a:lnTo>
                  <a:lnTo>
                    <a:pt x="35430" y="270039"/>
                  </a:lnTo>
                  <a:lnTo>
                    <a:pt x="38748" y="274151"/>
                  </a:lnTo>
                  <a:lnTo>
                    <a:pt x="42195" y="278156"/>
                  </a:lnTo>
                  <a:lnTo>
                    <a:pt x="45766" y="282050"/>
                  </a:lnTo>
                  <a:lnTo>
                    <a:pt x="49459" y="285830"/>
                  </a:lnTo>
                  <a:lnTo>
                    <a:pt x="53269" y="289491"/>
                  </a:lnTo>
                  <a:lnTo>
                    <a:pt x="57193" y="293029"/>
                  </a:lnTo>
                  <a:lnTo>
                    <a:pt x="61227" y="296442"/>
                  </a:lnTo>
                  <a:lnTo>
                    <a:pt x="65367" y="299726"/>
                  </a:lnTo>
                  <a:lnTo>
                    <a:pt x="69609" y="302877"/>
                  </a:lnTo>
                  <a:lnTo>
                    <a:pt x="73948" y="305892"/>
                  </a:lnTo>
                  <a:lnTo>
                    <a:pt x="78380" y="308769"/>
                  </a:lnTo>
                  <a:lnTo>
                    <a:pt x="82901" y="311504"/>
                  </a:lnTo>
                  <a:lnTo>
                    <a:pt x="87506" y="314095"/>
                  </a:lnTo>
                  <a:lnTo>
                    <a:pt x="92190" y="316540"/>
                  </a:lnTo>
                  <a:lnTo>
                    <a:pt x="96950" y="318835"/>
                  </a:lnTo>
                  <a:lnTo>
                    <a:pt x="101780" y="320978"/>
                  </a:lnTo>
                  <a:lnTo>
                    <a:pt x="106675" y="322968"/>
                  </a:lnTo>
                  <a:lnTo>
                    <a:pt x="111630" y="324802"/>
                  </a:lnTo>
                  <a:lnTo>
                    <a:pt x="116641" y="326478"/>
                  </a:lnTo>
                  <a:lnTo>
                    <a:pt x="121702" y="327995"/>
                  </a:lnTo>
                  <a:lnTo>
                    <a:pt x="126809" y="329352"/>
                  </a:lnTo>
                  <a:lnTo>
                    <a:pt x="131956" y="330546"/>
                  </a:lnTo>
                  <a:lnTo>
                    <a:pt x="137139" y="331578"/>
                  </a:lnTo>
                  <a:lnTo>
                    <a:pt x="142351" y="332444"/>
                  </a:lnTo>
                  <a:lnTo>
                    <a:pt x="147588" y="333146"/>
                  </a:lnTo>
                  <a:lnTo>
                    <a:pt x="152845" y="333682"/>
                  </a:lnTo>
                  <a:lnTo>
                    <a:pt x="158116" y="334051"/>
                  </a:lnTo>
                  <a:lnTo>
                    <a:pt x="163396" y="334254"/>
                  </a:lnTo>
                  <a:lnTo>
                    <a:pt x="168680" y="334290"/>
                  </a:lnTo>
                  <a:lnTo>
                    <a:pt x="173962" y="334158"/>
                  </a:lnTo>
                  <a:lnTo>
                    <a:pt x="179238" y="333860"/>
                  </a:lnTo>
                  <a:lnTo>
                    <a:pt x="184501" y="333395"/>
                  </a:lnTo>
                  <a:lnTo>
                    <a:pt x="189747" y="332765"/>
                  </a:lnTo>
                  <a:lnTo>
                    <a:pt x="194971" y="331968"/>
                  </a:lnTo>
                  <a:lnTo>
                    <a:pt x="200167" y="331007"/>
                  </a:lnTo>
                  <a:lnTo>
                    <a:pt x="205330" y="329882"/>
                  </a:lnTo>
                  <a:lnTo>
                    <a:pt x="210454" y="328595"/>
                  </a:lnTo>
                  <a:lnTo>
                    <a:pt x="215536" y="327146"/>
                  </a:lnTo>
                  <a:lnTo>
                    <a:pt x="220569" y="325537"/>
                  </a:lnTo>
                  <a:lnTo>
                    <a:pt x="225549" y="323771"/>
                  </a:lnTo>
                  <a:lnTo>
                    <a:pt x="230470" y="321847"/>
                  </a:lnTo>
                  <a:lnTo>
                    <a:pt x="235328" y="319769"/>
                  </a:lnTo>
                  <a:lnTo>
                    <a:pt x="240118" y="317539"/>
                  </a:lnTo>
                  <a:lnTo>
                    <a:pt x="244836" y="315158"/>
                  </a:lnTo>
                  <a:lnTo>
                    <a:pt x="249475" y="312629"/>
                  </a:lnTo>
                  <a:lnTo>
                    <a:pt x="254033" y="309955"/>
                  </a:lnTo>
                  <a:lnTo>
                    <a:pt x="258503" y="307139"/>
                  </a:lnTo>
                  <a:lnTo>
                    <a:pt x="262883" y="304182"/>
                  </a:lnTo>
                  <a:lnTo>
                    <a:pt x="267166" y="301088"/>
                  </a:lnTo>
                  <a:lnTo>
                    <a:pt x="271350" y="297861"/>
                  </a:lnTo>
                  <a:lnTo>
                    <a:pt x="275430" y="294503"/>
                  </a:lnTo>
                  <a:lnTo>
                    <a:pt x="279401" y="291018"/>
                  </a:lnTo>
                  <a:lnTo>
                    <a:pt x="283261" y="287409"/>
                  </a:lnTo>
                  <a:lnTo>
                    <a:pt x="287004" y="283680"/>
                  </a:lnTo>
                  <a:lnTo>
                    <a:pt x="290628" y="279834"/>
                  </a:lnTo>
                  <a:lnTo>
                    <a:pt x="294128" y="275876"/>
                  </a:lnTo>
                  <a:lnTo>
                    <a:pt x="297502" y="271809"/>
                  </a:lnTo>
                  <a:lnTo>
                    <a:pt x="300745" y="267637"/>
                  </a:lnTo>
                  <a:lnTo>
                    <a:pt x="303855" y="263365"/>
                  </a:lnTo>
                  <a:lnTo>
                    <a:pt x="306828" y="258997"/>
                  </a:lnTo>
                  <a:lnTo>
                    <a:pt x="309662" y="254538"/>
                  </a:lnTo>
                  <a:lnTo>
                    <a:pt x="312353" y="249990"/>
                  </a:lnTo>
                  <a:lnTo>
                    <a:pt x="314899" y="245360"/>
                  </a:lnTo>
                  <a:lnTo>
                    <a:pt x="317298" y="240652"/>
                  </a:lnTo>
                  <a:lnTo>
                    <a:pt x="319547" y="235871"/>
                  </a:lnTo>
                  <a:lnTo>
                    <a:pt x="321643" y="231020"/>
                  </a:lnTo>
                  <a:lnTo>
                    <a:pt x="323585" y="226106"/>
                  </a:lnTo>
                  <a:lnTo>
                    <a:pt x="325371" y="221133"/>
                  </a:lnTo>
                  <a:lnTo>
                    <a:pt x="326999" y="216106"/>
                  </a:lnTo>
                  <a:lnTo>
                    <a:pt x="328467" y="211030"/>
                  </a:lnTo>
                  <a:lnTo>
                    <a:pt x="329774" y="205911"/>
                  </a:lnTo>
                  <a:lnTo>
                    <a:pt x="330918" y="200752"/>
                  </a:lnTo>
                  <a:lnTo>
                    <a:pt x="331899" y="195560"/>
                  </a:lnTo>
                  <a:lnTo>
                    <a:pt x="332715" y="190340"/>
                  </a:lnTo>
                  <a:lnTo>
                    <a:pt x="333366" y="185096"/>
                  </a:lnTo>
                  <a:lnTo>
                    <a:pt x="333851" y="179834"/>
                  </a:lnTo>
                  <a:lnTo>
                    <a:pt x="334169" y="174560"/>
                  </a:lnTo>
                  <a:lnTo>
                    <a:pt x="334321" y="169278"/>
                  </a:lnTo>
                  <a:lnTo>
                    <a:pt x="334305" y="163994"/>
                  </a:lnTo>
                  <a:lnTo>
                    <a:pt x="334122" y="158713"/>
                  </a:lnTo>
                  <a:lnTo>
                    <a:pt x="333773" y="153441"/>
                  </a:lnTo>
                  <a:lnTo>
                    <a:pt x="333257" y="148182"/>
                  </a:lnTo>
                  <a:lnTo>
                    <a:pt x="332575" y="142943"/>
                  </a:lnTo>
                  <a:lnTo>
                    <a:pt x="331728" y="137727"/>
                  </a:lnTo>
                  <a:lnTo>
                    <a:pt x="330717" y="132541"/>
                  </a:lnTo>
                  <a:lnTo>
                    <a:pt x="329542" y="127389"/>
                  </a:lnTo>
                  <a:lnTo>
                    <a:pt x="328205" y="122277"/>
                  </a:lnTo>
                  <a:lnTo>
                    <a:pt x="326707" y="117210"/>
                  </a:lnTo>
                  <a:lnTo>
                    <a:pt x="325050" y="112193"/>
                  </a:lnTo>
                  <a:lnTo>
                    <a:pt x="323234" y="107230"/>
                  </a:lnTo>
                  <a:lnTo>
                    <a:pt x="321263" y="102328"/>
                  </a:lnTo>
                  <a:lnTo>
                    <a:pt x="319138" y="97490"/>
                  </a:lnTo>
                  <a:lnTo>
                    <a:pt x="316861" y="92722"/>
                  </a:lnTo>
                  <a:lnTo>
                    <a:pt x="314435" y="88028"/>
                  </a:lnTo>
                  <a:lnTo>
                    <a:pt x="311862" y="83413"/>
                  </a:lnTo>
                  <a:lnTo>
                    <a:pt x="309143" y="78882"/>
                  </a:lnTo>
                  <a:lnTo>
                    <a:pt x="306283" y="74439"/>
                  </a:lnTo>
                  <a:lnTo>
                    <a:pt x="303284" y="70088"/>
                  </a:lnTo>
                  <a:lnTo>
                    <a:pt x="300150" y="65835"/>
                  </a:lnTo>
                  <a:lnTo>
                    <a:pt x="296882" y="61682"/>
                  </a:lnTo>
                  <a:lnTo>
                    <a:pt x="293484" y="57635"/>
                  </a:lnTo>
                  <a:lnTo>
                    <a:pt x="289961" y="53698"/>
                  </a:lnTo>
                  <a:lnTo>
                    <a:pt x="286314" y="49874"/>
                  </a:lnTo>
                  <a:lnTo>
                    <a:pt x="282549" y="46167"/>
                  </a:lnTo>
                  <a:lnTo>
                    <a:pt x="278668" y="42581"/>
                  </a:lnTo>
                  <a:lnTo>
                    <a:pt x="274676" y="39119"/>
                  </a:lnTo>
                  <a:lnTo>
                    <a:pt x="270577" y="35785"/>
                  </a:lnTo>
                  <a:lnTo>
                    <a:pt x="266374" y="32582"/>
                  </a:lnTo>
                  <a:lnTo>
                    <a:pt x="262072" y="29514"/>
                  </a:lnTo>
                  <a:lnTo>
                    <a:pt x="257676" y="26583"/>
                  </a:lnTo>
                  <a:lnTo>
                    <a:pt x="253188" y="23793"/>
                  </a:lnTo>
                  <a:lnTo>
                    <a:pt x="248615" y="21146"/>
                  </a:lnTo>
                  <a:lnTo>
                    <a:pt x="243961" y="18645"/>
                  </a:lnTo>
                  <a:lnTo>
                    <a:pt x="239230" y="16292"/>
                  </a:lnTo>
                  <a:lnTo>
                    <a:pt x="234427" y="14090"/>
                  </a:lnTo>
                  <a:lnTo>
                    <a:pt x="229556" y="12040"/>
                  </a:lnTo>
                  <a:lnTo>
                    <a:pt x="224623" y="10146"/>
                  </a:lnTo>
                  <a:lnTo>
                    <a:pt x="219633" y="8409"/>
                  </a:lnTo>
                  <a:lnTo>
                    <a:pt x="214591" y="6830"/>
                  </a:lnTo>
                  <a:lnTo>
                    <a:pt x="167167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47423" cy="167167"/>
            </a:xfrm>
            <a:custGeom>
              <a:avLst/>
              <a:pathLst>
                <a:path w="47423" h="167167">
                  <a:moveTo>
                    <a:pt x="47423" y="6867"/>
                  </a:moveTo>
                  <a:lnTo>
                    <a:pt x="41630" y="5266"/>
                  </a:lnTo>
                  <a:lnTo>
                    <a:pt x="35784" y="3874"/>
                  </a:lnTo>
                  <a:lnTo>
                    <a:pt x="29891" y="2694"/>
                  </a:lnTo>
                  <a:lnTo>
                    <a:pt x="23959" y="1725"/>
                  </a:lnTo>
                  <a:lnTo>
                    <a:pt x="17996" y="971"/>
                  </a:lnTo>
                  <a:lnTo>
                    <a:pt x="12010" y="432"/>
                  </a:lnTo>
                  <a:lnTo>
                    <a:pt x="6009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69084" y="5399291"/>
              <a:ext cx="54460" cy="167167"/>
            </a:xfrm>
            <a:custGeom>
              <a:avLst/>
              <a:pathLst>
                <a:path w="54460" h="167167">
                  <a:moveTo>
                    <a:pt x="54460" y="0"/>
                  </a:moveTo>
                  <a:lnTo>
                    <a:pt x="48297" y="113"/>
                  </a:lnTo>
                  <a:lnTo>
                    <a:pt x="42143" y="454"/>
                  </a:lnTo>
                  <a:lnTo>
                    <a:pt x="36006" y="1021"/>
                  </a:lnTo>
                  <a:lnTo>
                    <a:pt x="29894" y="1814"/>
                  </a:lnTo>
                  <a:lnTo>
                    <a:pt x="23816" y="2832"/>
                  </a:lnTo>
                  <a:lnTo>
                    <a:pt x="17779" y="4073"/>
                  </a:lnTo>
                  <a:lnTo>
                    <a:pt x="11792" y="5536"/>
                  </a:lnTo>
                  <a:lnTo>
                    <a:pt x="5863" y="7219"/>
                  </a:lnTo>
                  <a:lnTo>
                    <a:pt x="0" y="9119"/>
                  </a:lnTo>
                  <a:lnTo>
                    <a:pt x="544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69084" y="5408411"/>
              <a:ext cx="54460" cy="158047"/>
            </a:xfrm>
            <a:custGeom>
              <a:avLst/>
              <a:pathLst>
                <a:path w="54460" h="158047">
                  <a:moveTo>
                    <a:pt x="0" y="0"/>
                  </a:moveTo>
                  <a:lnTo>
                    <a:pt x="54460" y="1580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69084" y="5408411"/>
              <a:ext cx="54460" cy="158047"/>
            </a:xfrm>
            <a:custGeom>
              <a:avLst/>
              <a:pathLst>
                <a:path w="54460" h="158047">
                  <a:moveTo>
                    <a:pt x="0" y="0"/>
                  </a:moveTo>
                  <a:lnTo>
                    <a:pt x="54460" y="1580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69084" y="5408411"/>
              <a:ext cx="54460" cy="158047"/>
            </a:xfrm>
            <a:custGeom>
              <a:avLst/>
              <a:pathLst>
                <a:path w="54460" h="158047">
                  <a:moveTo>
                    <a:pt x="0" y="0"/>
                  </a:moveTo>
                  <a:lnTo>
                    <a:pt x="54460" y="1580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69084" y="5408411"/>
              <a:ext cx="54460" cy="158047"/>
            </a:xfrm>
            <a:custGeom>
              <a:avLst/>
              <a:pathLst>
                <a:path w="54460" h="158047">
                  <a:moveTo>
                    <a:pt x="0" y="0"/>
                  </a:moveTo>
                  <a:lnTo>
                    <a:pt x="54460" y="1580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69084" y="5408411"/>
              <a:ext cx="54460" cy="158047"/>
            </a:xfrm>
            <a:custGeom>
              <a:avLst/>
              <a:pathLst>
                <a:path w="54460" h="158047">
                  <a:moveTo>
                    <a:pt x="0" y="0"/>
                  </a:moveTo>
                  <a:lnTo>
                    <a:pt x="54460" y="1580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84" y="5408411"/>
              <a:ext cx="184528" cy="325209"/>
            </a:xfrm>
            <a:custGeom>
              <a:avLst/>
              <a:pathLst>
                <a:path w="184528" h="325209">
                  <a:moveTo>
                    <a:pt x="112699" y="0"/>
                  </a:moveTo>
                  <a:lnTo>
                    <a:pt x="107667" y="1824"/>
                  </a:lnTo>
                  <a:lnTo>
                    <a:pt x="102696" y="3809"/>
                  </a:lnTo>
                  <a:lnTo>
                    <a:pt x="97791" y="5952"/>
                  </a:lnTo>
                  <a:lnTo>
                    <a:pt x="92957" y="8250"/>
                  </a:lnTo>
                  <a:lnTo>
                    <a:pt x="88200" y="10703"/>
                  </a:lnTo>
                  <a:lnTo>
                    <a:pt x="83523" y="13306"/>
                  </a:lnTo>
                  <a:lnTo>
                    <a:pt x="78932" y="16058"/>
                  </a:lnTo>
                  <a:lnTo>
                    <a:pt x="74431" y="18955"/>
                  </a:lnTo>
                  <a:lnTo>
                    <a:pt x="70026" y="21995"/>
                  </a:lnTo>
                  <a:lnTo>
                    <a:pt x="65720" y="25175"/>
                  </a:lnTo>
                  <a:lnTo>
                    <a:pt x="61518" y="28490"/>
                  </a:lnTo>
                  <a:lnTo>
                    <a:pt x="57425" y="31939"/>
                  </a:lnTo>
                  <a:lnTo>
                    <a:pt x="53443" y="35517"/>
                  </a:lnTo>
                  <a:lnTo>
                    <a:pt x="49579" y="39220"/>
                  </a:lnTo>
                  <a:lnTo>
                    <a:pt x="45835" y="43045"/>
                  </a:lnTo>
                  <a:lnTo>
                    <a:pt x="42215" y="46988"/>
                  </a:lnTo>
                  <a:lnTo>
                    <a:pt x="38724" y="51045"/>
                  </a:lnTo>
                  <a:lnTo>
                    <a:pt x="35364" y="55212"/>
                  </a:lnTo>
                  <a:lnTo>
                    <a:pt x="32139" y="59484"/>
                  </a:lnTo>
                  <a:lnTo>
                    <a:pt x="29053" y="63857"/>
                  </a:lnTo>
                  <a:lnTo>
                    <a:pt x="26108" y="68327"/>
                  </a:lnTo>
                  <a:lnTo>
                    <a:pt x="23308" y="72889"/>
                  </a:lnTo>
                  <a:lnTo>
                    <a:pt x="20656" y="77538"/>
                  </a:lnTo>
                  <a:lnTo>
                    <a:pt x="18153" y="82269"/>
                  </a:lnTo>
                  <a:lnTo>
                    <a:pt x="15804" y="87078"/>
                  </a:lnTo>
                  <a:lnTo>
                    <a:pt x="13609" y="91960"/>
                  </a:lnTo>
                  <a:lnTo>
                    <a:pt x="11572" y="96910"/>
                  </a:lnTo>
                  <a:lnTo>
                    <a:pt x="9695" y="101922"/>
                  </a:lnTo>
                  <a:lnTo>
                    <a:pt x="7979" y="106992"/>
                  </a:lnTo>
                  <a:lnTo>
                    <a:pt x="6426" y="112115"/>
                  </a:lnTo>
                  <a:lnTo>
                    <a:pt x="5038" y="117284"/>
                  </a:lnTo>
                  <a:lnTo>
                    <a:pt x="3816" y="122495"/>
                  </a:lnTo>
                  <a:lnTo>
                    <a:pt x="2761" y="127743"/>
                  </a:lnTo>
                  <a:lnTo>
                    <a:pt x="1875" y="133022"/>
                  </a:lnTo>
                  <a:lnTo>
                    <a:pt x="1159" y="138326"/>
                  </a:lnTo>
                  <a:lnTo>
                    <a:pt x="612" y="143651"/>
                  </a:lnTo>
                  <a:lnTo>
                    <a:pt x="237" y="148990"/>
                  </a:lnTo>
                  <a:lnTo>
                    <a:pt x="33" y="154338"/>
                  </a:lnTo>
                  <a:lnTo>
                    <a:pt x="0" y="159691"/>
                  </a:lnTo>
                  <a:lnTo>
                    <a:pt x="138" y="165042"/>
                  </a:lnTo>
                  <a:lnTo>
                    <a:pt x="447" y="170385"/>
                  </a:lnTo>
                  <a:lnTo>
                    <a:pt x="928" y="175716"/>
                  </a:lnTo>
                  <a:lnTo>
                    <a:pt x="1579" y="181029"/>
                  </a:lnTo>
                  <a:lnTo>
                    <a:pt x="2399" y="186318"/>
                  </a:lnTo>
                  <a:lnTo>
                    <a:pt x="3389" y="191578"/>
                  </a:lnTo>
                  <a:lnTo>
                    <a:pt x="4546" y="196804"/>
                  </a:lnTo>
                  <a:lnTo>
                    <a:pt x="5870" y="201990"/>
                  </a:lnTo>
                  <a:lnTo>
                    <a:pt x="7360" y="207132"/>
                  </a:lnTo>
                  <a:lnTo>
                    <a:pt x="9013" y="212222"/>
                  </a:lnTo>
                  <a:lnTo>
                    <a:pt x="10829" y="217258"/>
                  </a:lnTo>
                  <a:lnTo>
                    <a:pt x="12805" y="222232"/>
                  </a:lnTo>
                  <a:lnTo>
                    <a:pt x="14939" y="227141"/>
                  </a:lnTo>
                  <a:lnTo>
                    <a:pt x="17229" y="231979"/>
                  </a:lnTo>
                  <a:lnTo>
                    <a:pt x="19672" y="236741"/>
                  </a:lnTo>
                  <a:lnTo>
                    <a:pt x="22267" y="241422"/>
                  </a:lnTo>
                  <a:lnTo>
                    <a:pt x="25011" y="246018"/>
                  </a:lnTo>
                  <a:lnTo>
                    <a:pt x="27900" y="250524"/>
                  </a:lnTo>
                  <a:lnTo>
                    <a:pt x="30932" y="254935"/>
                  </a:lnTo>
                  <a:lnTo>
                    <a:pt x="34104" y="259246"/>
                  </a:lnTo>
                  <a:lnTo>
                    <a:pt x="37412" y="263454"/>
                  </a:lnTo>
                  <a:lnTo>
                    <a:pt x="40853" y="267554"/>
                  </a:lnTo>
                  <a:lnTo>
                    <a:pt x="44424" y="271542"/>
                  </a:lnTo>
                  <a:lnTo>
                    <a:pt x="48120" y="275413"/>
                  </a:lnTo>
                  <a:lnTo>
                    <a:pt x="51938" y="279164"/>
                  </a:lnTo>
                  <a:lnTo>
                    <a:pt x="55875" y="282790"/>
                  </a:lnTo>
                  <a:lnTo>
                    <a:pt x="59926" y="286289"/>
                  </a:lnTo>
                  <a:lnTo>
                    <a:pt x="64086" y="289656"/>
                  </a:lnTo>
                  <a:lnTo>
                    <a:pt x="68353" y="292889"/>
                  </a:lnTo>
                  <a:lnTo>
                    <a:pt x="72720" y="295983"/>
                  </a:lnTo>
                  <a:lnTo>
                    <a:pt x="77185" y="298936"/>
                  </a:lnTo>
                  <a:lnTo>
                    <a:pt x="81741" y="301744"/>
                  </a:lnTo>
                  <a:lnTo>
                    <a:pt x="86385" y="304405"/>
                  </a:lnTo>
                  <a:lnTo>
                    <a:pt x="91112" y="306916"/>
                  </a:lnTo>
                  <a:lnTo>
                    <a:pt x="95917" y="309274"/>
                  </a:lnTo>
                  <a:lnTo>
                    <a:pt x="100795" y="311477"/>
                  </a:lnTo>
                  <a:lnTo>
                    <a:pt x="105741" y="313523"/>
                  </a:lnTo>
                  <a:lnTo>
                    <a:pt x="110750" y="315410"/>
                  </a:lnTo>
                  <a:lnTo>
                    <a:pt x="115817" y="317135"/>
                  </a:lnTo>
                  <a:lnTo>
                    <a:pt x="120937" y="318697"/>
                  </a:lnTo>
                  <a:lnTo>
                    <a:pt x="126104" y="320095"/>
                  </a:lnTo>
                  <a:lnTo>
                    <a:pt x="131313" y="321326"/>
                  </a:lnTo>
                  <a:lnTo>
                    <a:pt x="136558" y="322390"/>
                  </a:lnTo>
                  <a:lnTo>
                    <a:pt x="141835" y="323285"/>
                  </a:lnTo>
                  <a:lnTo>
                    <a:pt x="147139" y="324011"/>
                  </a:lnTo>
                  <a:lnTo>
                    <a:pt x="152462" y="324567"/>
                  </a:lnTo>
                  <a:lnTo>
                    <a:pt x="157801" y="324952"/>
                  </a:lnTo>
                  <a:lnTo>
                    <a:pt x="163149" y="325166"/>
                  </a:lnTo>
                  <a:lnTo>
                    <a:pt x="168501" y="325209"/>
                  </a:lnTo>
                  <a:lnTo>
                    <a:pt x="173852" y="325081"/>
                  </a:lnTo>
                  <a:lnTo>
                    <a:pt x="179196" y="324781"/>
                  </a:lnTo>
                  <a:lnTo>
                    <a:pt x="184528" y="324310"/>
                  </a:lnTo>
                  <a:lnTo>
                    <a:pt x="167159" y="1580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167166" cy="333430"/>
            </a:xfrm>
            <a:custGeom>
              <a:avLst/>
              <a:pathLst>
                <a:path w="167166" h="333430">
                  <a:moveTo>
                    <a:pt x="17369" y="333430"/>
                  </a:moveTo>
                  <a:lnTo>
                    <a:pt x="22675" y="332789"/>
                  </a:lnTo>
                  <a:lnTo>
                    <a:pt x="27958" y="331980"/>
                  </a:lnTo>
                  <a:lnTo>
                    <a:pt x="33213" y="331002"/>
                  </a:lnTo>
                  <a:lnTo>
                    <a:pt x="38433" y="329856"/>
                  </a:lnTo>
                  <a:lnTo>
                    <a:pt x="43614" y="328544"/>
                  </a:lnTo>
                  <a:lnTo>
                    <a:pt x="48751" y="327068"/>
                  </a:lnTo>
                  <a:lnTo>
                    <a:pt x="53838" y="325427"/>
                  </a:lnTo>
                  <a:lnTo>
                    <a:pt x="58870" y="323625"/>
                  </a:lnTo>
                  <a:lnTo>
                    <a:pt x="63841" y="321663"/>
                  </a:lnTo>
                  <a:lnTo>
                    <a:pt x="68748" y="319544"/>
                  </a:lnTo>
                  <a:lnTo>
                    <a:pt x="73584" y="317268"/>
                  </a:lnTo>
                  <a:lnTo>
                    <a:pt x="78345" y="314839"/>
                  </a:lnTo>
                  <a:lnTo>
                    <a:pt x="83025" y="312259"/>
                  </a:lnTo>
                  <a:lnTo>
                    <a:pt x="87621" y="309530"/>
                  </a:lnTo>
                  <a:lnTo>
                    <a:pt x="92128" y="306657"/>
                  </a:lnTo>
                  <a:lnTo>
                    <a:pt x="96540" y="303640"/>
                  </a:lnTo>
                  <a:lnTo>
                    <a:pt x="100853" y="300484"/>
                  </a:lnTo>
                  <a:lnTo>
                    <a:pt x="105064" y="297192"/>
                  </a:lnTo>
                  <a:lnTo>
                    <a:pt x="109167" y="293767"/>
                  </a:lnTo>
                  <a:lnTo>
                    <a:pt x="113158" y="290212"/>
                  </a:lnTo>
                  <a:lnTo>
                    <a:pt x="117034" y="286532"/>
                  </a:lnTo>
                  <a:lnTo>
                    <a:pt x="120790" y="282729"/>
                  </a:lnTo>
                  <a:lnTo>
                    <a:pt x="124422" y="278809"/>
                  </a:lnTo>
                  <a:lnTo>
                    <a:pt x="127928" y="274774"/>
                  </a:lnTo>
                  <a:lnTo>
                    <a:pt x="131302" y="270630"/>
                  </a:lnTo>
                  <a:lnTo>
                    <a:pt x="134543" y="266379"/>
                  </a:lnTo>
                  <a:lnTo>
                    <a:pt x="137646" y="262027"/>
                  </a:lnTo>
                  <a:lnTo>
                    <a:pt x="140608" y="257579"/>
                  </a:lnTo>
                  <a:lnTo>
                    <a:pt x="143426" y="253037"/>
                  </a:lnTo>
                  <a:lnTo>
                    <a:pt x="146098" y="248408"/>
                  </a:lnTo>
                  <a:lnTo>
                    <a:pt x="148621" y="243696"/>
                  </a:lnTo>
                  <a:lnTo>
                    <a:pt x="150991" y="238906"/>
                  </a:lnTo>
                  <a:lnTo>
                    <a:pt x="153207" y="234042"/>
                  </a:lnTo>
                  <a:lnTo>
                    <a:pt x="155267" y="229111"/>
                  </a:lnTo>
                  <a:lnTo>
                    <a:pt x="157168" y="224115"/>
                  </a:lnTo>
                  <a:lnTo>
                    <a:pt x="158908" y="219062"/>
                  </a:lnTo>
                  <a:lnTo>
                    <a:pt x="160486" y="213955"/>
                  </a:lnTo>
                  <a:lnTo>
                    <a:pt x="161899" y="208801"/>
                  </a:lnTo>
                  <a:lnTo>
                    <a:pt x="163148" y="203604"/>
                  </a:lnTo>
                  <a:lnTo>
                    <a:pt x="164229" y="198370"/>
                  </a:lnTo>
                  <a:lnTo>
                    <a:pt x="165143" y="193104"/>
                  </a:lnTo>
                  <a:lnTo>
                    <a:pt x="165887" y="187811"/>
                  </a:lnTo>
                  <a:lnTo>
                    <a:pt x="166463" y="182497"/>
                  </a:lnTo>
                  <a:lnTo>
                    <a:pt x="166868" y="177168"/>
                  </a:lnTo>
                  <a:lnTo>
                    <a:pt x="167102" y="171828"/>
                  </a:lnTo>
                  <a:lnTo>
                    <a:pt x="167166" y="166484"/>
                  </a:lnTo>
                  <a:lnTo>
                    <a:pt x="167058" y="161140"/>
                  </a:lnTo>
                  <a:lnTo>
                    <a:pt x="166780" y="155803"/>
                  </a:lnTo>
                  <a:lnTo>
                    <a:pt x="166332" y="150477"/>
                  </a:lnTo>
                  <a:lnTo>
                    <a:pt x="165713" y="145168"/>
                  </a:lnTo>
                  <a:lnTo>
                    <a:pt x="164925" y="139882"/>
                  </a:lnTo>
                  <a:lnTo>
                    <a:pt x="163969" y="134623"/>
                  </a:lnTo>
                  <a:lnTo>
                    <a:pt x="162844" y="129398"/>
                  </a:lnTo>
                  <a:lnTo>
                    <a:pt x="161554" y="124212"/>
                  </a:lnTo>
                  <a:lnTo>
                    <a:pt x="160098" y="119069"/>
                  </a:lnTo>
                  <a:lnTo>
                    <a:pt x="158479" y="113976"/>
                  </a:lnTo>
                  <a:lnTo>
                    <a:pt x="156697" y="108936"/>
                  </a:lnTo>
                  <a:lnTo>
                    <a:pt x="154756" y="103957"/>
                  </a:lnTo>
                  <a:lnTo>
                    <a:pt x="152656" y="99042"/>
                  </a:lnTo>
                  <a:lnTo>
                    <a:pt x="150400" y="94197"/>
                  </a:lnTo>
                  <a:lnTo>
                    <a:pt x="147990" y="89426"/>
                  </a:lnTo>
                  <a:lnTo>
                    <a:pt x="145429" y="84735"/>
                  </a:lnTo>
                  <a:lnTo>
                    <a:pt x="142720" y="80127"/>
                  </a:lnTo>
                  <a:lnTo>
                    <a:pt x="139864" y="75609"/>
                  </a:lnTo>
                  <a:lnTo>
                    <a:pt x="136866" y="71185"/>
                  </a:lnTo>
                  <a:lnTo>
                    <a:pt x="133728" y="66859"/>
                  </a:lnTo>
                  <a:lnTo>
                    <a:pt x="130453" y="62635"/>
                  </a:lnTo>
                  <a:lnTo>
                    <a:pt x="127044" y="58518"/>
                  </a:lnTo>
                  <a:lnTo>
                    <a:pt x="123506" y="54512"/>
                  </a:lnTo>
                  <a:lnTo>
                    <a:pt x="119841" y="50621"/>
                  </a:lnTo>
                  <a:lnTo>
                    <a:pt x="116054" y="46850"/>
                  </a:lnTo>
                  <a:lnTo>
                    <a:pt x="112149" y="43201"/>
                  </a:lnTo>
                  <a:lnTo>
                    <a:pt x="108129" y="39679"/>
                  </a:lnTo>
                  <a:lnTo>
                    <a:pt x="103998" y="36288"/>
                  </a:lnTo>
                  <a:lnTo>
                    <a:pt x="99761" y="33030"/>
                  </a:lnTo>
                  <a:lnTo>
                    <a:pt x="95421" y="29910"/>
                  </a:lnTo>
                  <a:lnTo>
                    <a:pt x="90985" y="26929"/>
                  </a:lnTo>
                  <a:lnTo>
                    <a:pt x="86455" y="24092"/>
                  </a:lnTo>
                  <a:lnTo>
                    <a:pt x="81837" y="21402"/>
                  </a:lnTo>
                  <a:lnTo>
                    <a:pt x="77135" y="18860"/>
                  </a:lnTo>
                  <a:lnTo>
                    <a:pt x="72355" y="16470"/>
                  </a:lnTo>
                  <a:lnTo>
                    <a:pt x="67500" y="14234"/>
                  </a:lnTo>
                  <a:lnTo>
                    <a:pt x="62577" y="12154"/>
                  </a:lnTo>
                  <a:lnTo>
                    <a:pt x="57589" y="10233"/>
                  </a:lnTo>
                  <a:lnTo>
                    <a:pt x="52543" y="8472"/>
                  </a:lnTo>
                  <a:lnTo>
                    <a:pt x="47443" y="6873"/>
                  </a:lnTo>
                  <a:lnTo>
                    <a:pt x="42294" y="5438"/>
                  </a:lnTo>
                  <a:lnTo>
                    <a:pt x="37103" y="4169"/>
                  </a:lnTo>
                  <a:lnTo>
                    <a:pt x="31873" y="3066"/>
                  </a:lnTo>
                  <a:lnTo>
                    <a:pt x="26611" y="2131"/>
                  </a:lnTo>
                  <a:lnTo>
                    <a:pt x="21321" y="1365"/>
                  </a:lnTo>
                  <a:lnTo>
                    <a:pt x="16010" y="768"/>
                  </a:lnTo>
                  <a:lnTo>
                    <a:pt x="10682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8491" y="5269756"/>
              <a:ext cx="16766" cy="167167"/>
            </a:xfrm>
            <a:custGeom>
              <a:avLst/>
              <a:pathLst>
                <a:path w="16766" h="167167">
                  <a:moveTo>
                    <a:pt x="16766" y="0"/>
                  </a:moveTo>
                  <a:lnTo>
                    <a:pt x="8372" y="210"/>
                  </a:lnTo>
                  <a:lnTo>
                    <a:pt x="0" y="842"/>
                  </a:lnTo>
                  <a:lnTo>
                    <a:pt x="167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8491" y="5270599"/>
              <a:ext cx="16766" cy="166324"/>
            </a:xfrm>
            <a:custGeom>
              <a:avLst/>
              <a:pathLst>
                <a:path w="16766" h="166324">
                  <a:moveTo>
                    <a:pt x="0" y="0"/>
                  </a:moveTo>
                  <a:lnTo>
                    <a:pt x="16766" y="1663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8491" y="5270599"/>
              <a:ext cx="16766" cy="166324"/>
            </a:xfrm>
            <a:custGeom>
              <a:avLst/>
              <a:pathLst>
                <a:path w="16766" h="166324">
                  <a:moveTo>
                    <a:pt x="0" y="0"/>
                  </a:moveTo>
                  <a:lnTo>
                    <a:pt x="16766" y="1663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8491" y="5270599"/>
              <a:ext cx="16766" cy="166324"/>
            </a:xfrm>
            <a:custGeom>
              <a:avLst/>
              <a:pathLst>
                <a:path w="16766" h="166324">
                  <a:moveTo>
                    <a:pt x="0" y="0"/>
                  </a:moveTo>
                  <a:lnTo>
                    <a:pt x="16766" y="1663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8491" y="5270599"/>
              <a:ext cx="16766" cy="166324"/>
            </a:xfrm>
            <a:custGeom>
              <a:avLst/>
              <a:pathLst>
                <a:path w="16766" h="166324">
                  <a:moveTo>
                    <a:pt x="0" y="0"/>
                  </a:moveTo>
                  <a:lnTo>
                    <a:pt x="16766" y="1663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98260" y="5270599"/>
              <a:ext cx="146998" cy="166324"/>
            </a:xfrm>
            <a:custGeom>
              <a:avLst/>
              <a:pathLst>
                <a:path w="146998" h="166324">
                  <a:moveTo>
                    <a:pt x="130231" y="0"/>
                  </a:moveTo>
                  <a:lnTo>
                    <a:pt x="124840" y="631"/>
                  </a:lnTo>
                  <a:lnTo>
                    <a:pt x="119473" y="1438"/>
                  </a:lnTo>
                  <a:lnTo>
                    <a:pt x="114135" y="2418"/>
                  </a:lnTo>
                  <a:lnTo>
                    <a:pt x="108832" y="3572"/>
                  </a:lnTo>
                  <a:lnTo>
                    <a:pt x="103569" y="4896"/>
                  </a:lnTo>
                  <a:lnTo>
                    <a:pt x="98352" y="6391"/>
                  </a:lnTo>
                  <a:lnTo>
                    <a:pt x="93186" y="8054"/>
                  </a:lnTo>
                  <a:lnTo>
                    <a:pt x="88076" y="9885"/>
                  </a:lnTo>
                  <a:lnTo>
                    <a:pt x="83029" y="11880"/>
                  </a:lnTo>
                  <a:lnTo>
                    <a:pt x="78049" y="14038"/>
                  </a:lnTo>
                  <a:lnTo>
                    <a:pt x="73142" y="16356"/>
                  </a:lnTo>
                  <a:lnTo>
                    <a:pt x="68313" y="18833"/>
                  </a:lnTo>
                  <a:lnTo>
                    <a:pt x="63567" y="21465"/>
                  </a:lnTo>
                  <a:lnTo>
                    <a:pt x="58908" y="24249"/>
                  </a:lnTo>
                  <a:lnTo>
                    <a:pt x="54343" y="27184"/>
                  </a:lnTo>
                  <a:lnTo>
                    <a:pt x="49875" y="30265"/>
                  </a:lnTo>
                  <a:lnTo>
                    <a:pt x="45509" y="33489"/>
                  </a:lnTo>
                  <a:lnTo>
                    <a:pt x="41251" y="36854"/>
                  </a:lnTo>
                  <a:lnTo>
                    <a:pt x="37104" y="40355"/>
                  </a:lnTo>
                  <a:lnTo>
                    <a:pt x="33072" y="43988"/>
                  </a:lnTo>
                  <a:lnTo>
                    <a:pt x="29161" y="47751"/>
                  </a:lnTo>
                  <a:lnTo>
                    <a:pt x="25374" y="51639"/>
                  </a:lnTo>
                  <a:lnTo>
                    <a:pt x="21716" y="55647"/>
                  </a:lnTo>
                  <a:lnTo>
                    <a:pt x="18189" y="59772"/>
                  </a:lnTo>
                  <a:lnTo>
                    <a:pt x="14798" y="64010"/>
                  </a:lnTo>
                  <a:lnTo>
                    <a:pt x="11546" y="68355"/>
                  </a:lnTo>
                  <a:lnTo>
                    <a:pt x="8437" y="72804"/>
                  </a:lnTo>
                  <a:lnTo>
                    <a:pt x="5475" y="77351"/>
                  </a:lnTo>
                  <a:lnTo>
                    <a:pt x="2661" y="81992"/>
                  </a:lnTo>
                  <a:lnTo>
                    <a:pt x="0" y="86722"/>
                  </a:lnTo>
                  <a:lnTo>
                    <a:pt x="146998" y="1663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102" y="5269756"/>
              <a:ext cx="334305" cy="334334"/>
            </a:xfrm>
            <a:custGeom>
              <a:avLst/>
              <a:pathLst>
                <a:path w="334305" h="334334">
                  <a:moveTo>
                    <a:pt x="20157" y="87565"/>
                  </a:moveTo>
                  <a:lnTo>
                    <a:pt x="17703" y="92273"/>
                  </a:lnTo>
                  <a:lnTo>
                    <a:pt x="15401" y="97056"/>
                  </a:lnTo>
                  <a:lnTo>
                    <a:pt x="13251" y="101911"/>
                  </a:lnTo>
                  <a:lnTo>
                    <a:pt x="11256" y="106831"/>
                  </a:lnTo>
                  <a:lnTo>
                    <a:pt x="9419" y="111812"/>
                  </a:lnTo>
                  <a:lnTo>
                    <a:pt x="7741" y="116849"/>
                  </a:lnTo>
                  <a:lnTo>
                    <a:pt x="6223" y="121936"/>
                  </a:lnTo>
                  <a:lnTo>
                    <a:pt x="4868" y="127070"/>
                  </a:lnTo>
                  <a:lnTo>
                    <a:pt x="3676" y="132243"/>
                  </a:lnTo>
                  <a:lnTo>
                    <a:pt x="2650" y="137452"/>
                  </a:lnTo>
                  <a:lnTo>
                    <a:pt x="1789" y="142691"/>
                  </a:lnTo>
                  <a:lnTo>
                    <a:pt x="1095" y="147955"/>
                  </a:lnTo>
                  <a:lnTo>
                    <a:pt x="569" y="153237"/>
                  </a:lnTo>
                  <a:lnTo>
                    <a:pt x="211" y="158534"/>
                  </a:lnTo>
                  <a:lnTo>
                    <a:pt x="21" y="163840"/>
                  </a:lnTo>
                  <a:lnTo>
                    <a:pt x="0" y="169149"/>
                  </a:lnTo>
                  <a:lnTo>
                    <a:pt x="147" y="174456"/>
                  </a:lnTo>
                  <a:lnTo>
                    <a:pt x="462" y="179756"/>
                  </a:lnTo>
                  <a:lnTo>
                    <a:pt x="946" y="185043"/>
                  </a:lnTo>
                  <a:lnTo>
                    <a:pt x="1598" y="190312"/>
                  </a:lnTo>
                  <a:lnTo>
                    <a:pt x="2416" y="195557"/>
                  </a:lnTo>
                  <a:lnTo>
                    <a:pt x="3401" y="200774"/>
                  </a:lnTo>
                  <a:lnTo>
                    <a:pt x="4551" y="205957"/>
                  </a:lnTo>
                  <a:lnTo>
                    <a:pt x="5864" y="211101"/>
                  </a:lnTo>
                  <a:lnTo>
                    <a:pt x="7341" y="216201"/>
                  </a:lnTo>
                  <a:lnTo>
                    <a:pt x="8979" y="221251"/>
                  </a:lnTo>
                  <a:lnTo>
                    <a:pt x="10776" y="226247"/>
                  </a:lnTo>
                  <a:lnTo>
                    <a:pt x="12731" y="231183"/>
                  </a:lnTo>
                  <a:lnTo>
                    <a:pt x="14841" y="236054"/>
                  </a:lnTo>
                  <a:lnTo>
                    <a:pt x="17106" y="240856"/>
                  </a:lnTo>
                  <a:lnTo>
                    <a:pt x="19521" y="245584"/>
                  </a:lnTo>
                  <a:lnTo>
                    <a:pt x="22086" y="250232"/>
                  </a:lnTo>
                  <a:lnTo>
                    <a:pt x="24797" y="254797"/>
                  </a:lnTo>
                  <a:lnTo>
                    <a:pt x="27651" y="259274"/>
                  </a:lnTo>
                  <a:lnTo>
                    <a:pt x="30647" y="263657"/>
                  </a:lnTo>
                  <a:lnTo>
                    <a:pt x="33780" y="267943"/>
                  </a:lnTo>
                  <a:lnTo>
                    <a:pt x="37047" y="272128"/>
                  </a:lnTo>
                  <a:lnTo>
                    <a:pt x="40446" y="276207"/>
                  </a:lnTo>
                  <a:lnTo>
                    <a:pt x="43972" y="280175"/>
                  </a:lnTo>
                  <a:lnTo>
                    <a:pt x="47623" y="284030"/>
                  </a:lnTo>
                  <a:lnTo>
                    <a:pt x="51394" y="287767"/>
                  </a:lnTo>
                  <a:lnTo>
                    <a:pt x="55282" y="291382"/>
                  </a:lnTo>
                  <a:lnTo>
                    <a:pt x="59283" y="294872"/>
                  </a:lnTo>
                  <a:lnTo>
                    <a:pt x="63393" y="298233"/>
                  </a:lnTo>
                  <a:lnTo>
                    <a:pt x="67607" y="301462"/>
                  </a:lnTo>
                  <a:lnTo>
                    <a:pt x="71922" y="304555"/>
                  </a:lnTo>
                  <a:lnTo>
                    <a:pt x="76332" y="307510"/>
                  </a:lnTo>
                  <a:lnTo>
                    <a:pt x="80835" y="310323"/>
                  </a:lnTo>
                  <a:lnTo>
                    <a:pt x="85424" y="312992"/>
                  </a:lnTo>
                  <a:lnTo>
                    <a:pt x="90096" y="315514"/>
                  </a:lnTo>
                  <a:lnTo>
                    <a:pt x="94846" y="317886"/>
                  </a:lnTo>
                  <a:lnTo>
                    <a:pt x="99668" y="320106"/>
                  </a:lnTo>
                  <a:lnTo>
                    <a:pt x="104559" y="322172"/>
                  </a:lnTo>
                  <a:lnTo>
                    <a:pt x="109513" y="324082"/>
                  </a:lnTo>
                  <a:lnTo>
                    <a:pt x="114525" y="325833"/>
                  </a:lnTo>
                  <a:lnTo>
                    <a:pt x="119590" y="327424"/>
                  </a:lnTo>
                  <a:lnTo>
                    <a:pt x="124703" y="328854"/>
                  </a:lnTo>
                  <a:lnTo>
                    <a:pt x="129858" y="330121"/>
                  </a:lnTo>
                  <a:lnTo>
                    <a:pt x="135052" y="331223"/>
                  </a:lnTo>
                  <a:lnTo>
                    <a:pt x="140278" y="332160"/>
                  </a:lnTo>
                  <a:lnTo>
                    <a:pt x="145530" y="332930"/>
                  </a:lnTo>
                  <a:lnTo>
                    <a:pt x="150805" y="333533"/>
                  </a:lnTo>
                  <a:lnTo>
                    <a:pt x="156096" y="333968"/>
                  </a:lnTo>
                  <a:lnTo>
                    <a:pt x="161399" y="334235"/>
                  </a:lnTo>
                  <a:lnTo>
                    <a:pt x="166707" y="334334"/>
                  </a:lnTo>
                  <a:lnTo>
                    <a:pt x="172016" y="334264"/>
                  </a:lnTo>
                  <a:lnTo>
                    <a:pt x="177319" y="334025"/>
                  </a:lnTo>
                  <a:lnTo>
                    <a:pt x="182613" y="333618"/>
                  </a:lnTo>
                  <a:lnTo>
                    <a:pt x="187891" y="333043"/>
                  </a:lnTo>
                  <a:lnTo>
                    <a:pt x="193147" y="332301"/>
                  </a:lnTo>
                  <a:lnTo>
                    <a:pt x="198378" y="331393"/>
                  </a:lnTo>
                  <a:lnTo>
                    <a:pt x="203577" y="330318"/>
                  </a:lnTo>
                  <a:lnTo>
                    <a:pt x="208740" y="329079"/>
                  </a:lnTo>
                  <a:lnTo>
                    <a:pt x="213861" y="327677"/>
                  </a:lnTo>
                  <a:lnTo>
                    <a:pt x="218934" y="326113"/>
                  </a:lnTo>
                  <a:lnTo>
                    <a:pt x="223955" y="324389"/>
                  </a:lnTo>
                  <a:lnTo>
                    <a:pt x="228919" y="322506"/>
                  </a:lnTo>
                  <a:lnTo>
                    <a:pt x="233821" y="320466"/>
                  </a:lnTo>
                  <a:lnTo>
                    <a:pt x="238655" y="318272"/>
                  </a:lnTo>
                  <a:lnTo>
                    <a:pt x="243417" y="315925"/>
                  </a:lnTo>
                  <a:lnTo>
                    <a:pt x="248103" y="313428"/>
                  </a:lnTo>
                  <a:lnTo>
                    <a:pt x="252707" y="310784"/>
                  </a:lnTo>
                  <a:lnTo>
                    <a:pt x="257224" y="307995"/>
                  </a:lnTo>
                  <a:lnTo>
                    <a:pt x="261651" y="305064"/>
                  </a:lnTo>
                  <a:lnTo>
                    <a:pt x="265982" y="301994"/>
                  </a:lnTo>
                  <a:lnTo>
                    <a:pt x="270213" y="298787"/>
                  </a:lnTo>
                  <a:lnTo>
                    <a:pt x="274341" y="295448"/>
                  </a:lnTo>
                  <a:lnTo>
                    <a:pt x="278361" y="291980"/>
                  </a:lnTo>
                  <a:lnTo>
                    <a:pt x="282268" y="288386"/>
                  </a:lnTo>
                  <a:lnTo>
                    <a:pt x="286059" y="284669"/>
                  </a:lnTo>
                  <a:lnTo>
                    <a:pt x="289730" y="280834"/>
                  </a:lnTo>
                  <a:lnTo>
                    <a:pt x="293278" y="276885"/>
                  </a:lnTo>
                  <a:lnTo>
                    <a:pt x="296699" y="272824"/>
                  </a:lnTo>
                  <a:lnTo>
                    <a:pt x="299988" y="268657"/>
                  </a:lnTo>
                  <a:lnTo>
                    <a:pt x="303144" y="264388"/>
                  </a:lnTo>
                  <a:lnTo>
                    <a:pt x="306163" y="260021"/>
                  </a:lnTo>
                  <a:lnTo>
                    <a:pt x="309041" y="255560"/>
                  </a:lnTo>
                  <a:lnTo>
                    <a:pt x="311777" y="251009"/>
                  </a:lnTo>
                  <a:lnTo>
                    <a:pt x="314366" y="246375"/>
                  </a:lnTo>
                  <a:lnTo>
                    <a:pt x="316807" y="241660"/>
                  </a:lnTo>
                  <a:lnTo>
                    <a:pt x="319097" y="236870"/>
                  </a:lnTo>
                  <a:lnTo>
                    <a:pt x="321234" y="232010"/>
                  </a:lnTo>
                  <a:lnTo>
                    <a:pt x="323216" y="227085"/>
                  </a:lnTo>
                  <a:lnTo>
                    <a:pt x="325039" y="222099"/>
                  </a:lnTo>
                  <a:lnTo>
                    <a:pt x="326704" y="217057"/>
                  </a:lnTo>
                  <a:lnTo>
                    <a:pt x="328208" y="211966"/>
                  </a:lnTo>
                  <a:lnTo>
                    <a:pt x="329549" y="206829"/>
                  </a:lnTo>
                  <a:lnTo>
                    <a:pt x="330727" y="201652"/>
                  </a:lnTo>
                  <a:lnTo>
                    <a:pt x="331740" y="196440"/>
                  </a:lnTo>
                  <a:lnTo>
                    <a:pt x="332586" y="191199"/>
                  </a:lnTo>
                  <a:lnTo>
                    <a:pt x="333266" y="185934"/>
                  </a:lnTo>
                  <a:lnTo>
                    <a:pt x="333778" y="180650"/>
                  </a:lnTo>
                  <a:lnTo>
                    <a:pt x="334122" y="175352"/>
                  </a:lnTo>
                  <a:lnTo>
                    <a:pt x="334298" y="170046"/>
                  </a:lnTo>
                  <a:lnTo>
                    <a:pt x="334305" y="164737"/>
                  </a:lnTo>
                  <a:lnTo>
                    <a:pt x="334143" y="159430"/>
                  </a:lnTo>
                  <a:lnTo>
                    <a:pt x="333814" y="154131"/>
                  </a:lnTo>
                  <a:lnTo>
                    <a:pt x="333316" y="148845"/>
                  </a:lnTo>
                  <a:lnTo>
                    <a:pt x="332650" y="143578"/>
                  </a:lnTo>
                  <a:lnTo>
                    <a:pt x="331817" y="138335"/>
                  </a:lnTo>
                  <a:lnTo>
                    <a:pt x="330819" y="133121"/>
                  </a:lnTo>
                  <a:lnTo>
                    <a:pt x="329655" y="127941"/>
                  </a:lnTo>
                  <a:lnTo>
                    <a:pt x="328328" y="122800"/>
                  </a:lnTo>
                  <a:lnTo>
                    <a:pt x="326837" y="117705"/>
                  </a:lnTo>
                  <a:lnTo>
                    <a:pt x="325186" y="112659"/>
                  </a:lnTo>
                  <a:lnTo>
                    <a:pt x="323376" y="107668"/>
                  </a:lnTo>
                  <a:lnTo>
                    <a:pt x="321407" y="102737"/>
                  </a:lnTo>
                  <a:lnTo>
                    <a:pt x="319284" y="97871"/>
                  </a:lnTo>
                  <a:lnTo>
                    <a:pt x="317006" y="93075"/>
                  </a:lnTo>
                  <a:lnTo>
                    <a:pt x="314578" y="88354"/>
                  </a:lnTo>
                  <a:lnTo>
                    <a:pt x="312001" y="83713"/>
                  </a:lnTo>
                  <a:lnTo>
                    <a:pt x="309278" y="79155"/>
                  </a:lnTo>
                  <a:lnTo>
                    <a:pt x="306411" y="74686"/>
                  </a:lnTo>
                  <a:lnTo>
                    <a:pt x="303405" y="70311"/>
                  </a:lnTo>
                  <a:lnTo>
                    <a:pt x="300260" y="66033"/>
                  </a:lnTo>
                  <a:lnTo>
                    <a:pt x="296982" y="61858"/>
                  </a:lnTo>
                  <a:lnTo>
                    <a:pt x="293572" y="57788"/>
                  </a:lnTo>
                  <a:lnTo>
                    <a:pt x="290035" y="53829"/>
                  </a:lnTo>
                  <a:lnTo>
                    <a:pt x="286374" y="49984"/>
                  </a:lnTo>
                  <a:lnTo>
                    <a:pt x="282593" y="46257"/>
                  </a:lnTo>
                  <a:lnTo>
                    <a:pt x="278695" y="42652"/>
                  </a:lnTo>
                  <a:lnTo>
                    <a:pt x="274685" y="39173"/>
                  </a:lnTo>
                  <a:lnTo>
                    <a:pt x="270566" y="35823"/>
                  </a:lnTo>
                  <a:lnTo>
                    <a:pt x="266343" y="32606"/>
                  </a:lnTo>
                  <a:lnTo>
                    <a:pt x="262020" y="29524"/>
                  </a:lnTo>
                  <a:lnTo>
                    <a:pt x="257601" y="26581"/>
                  </a:lnTo>
                  <a:lnTo>
                    <a:pt x="253091" y="23780"/>
                  </a:lnTo>
                  <a:lnTo>
                    <a:pt x="248495" y="21123"/>
                  </a:lnTo>
                  <a:lnTo>
                    <a:pt x="243816" y="18614"/>
                  </a:lnTo>
                  <a:lnTo>
                    <a:pt x="239060" y="16254"/>
                  </a:lnTo>
                  <a:lnTo>
                    <a:pt x="234232" y="14047"/>
                  </a:lnTo>
                  <a:lnTo>
                    <a:pt x="229335" y="11994"/>
                  </a:lnTo>
                  <a:lnTo>
                    <a:pt x="224377" y="10098"/>
                  </a:lnTo>
                  <a:lnTo>
                    <a:pt x="219360" y="8360"/>
                  </a:lnTo>
                  <a:lnTo>
                    <a:pt x="214291" y="6782"/>
                  </a:lnTo>
                  <a:lnTo>
                    <a:pt x="209174" y="5367"/>
                  </a:lnTo>
                  <a:lnTo>
                    <a:pt x="204015" y="4114"/>
                  </a:lnTo>
                  <a:lnTo>
                    <a:pt x="198819" y="3026"/>
                  </a:lnTo>
                  <a:lnTo>
                    <a:pt x="193590" y="2103"/>
                  </a:lnTo>
                  <a:lnTo>
                    <a:pt x="188335" y="1347"/>
                  </a:lnTo>
                  <a:lnTo>
                    <a:pt x="183059" y="758"/>
                  </a:lnTo>
                  <a:lnTo>
                    <a:pt x="177767" y="337"/>
                  </a:lnTo>
                  <a:lnTo>
                    <a:pt x="17246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0527" y="5018213"/>
              <a:ext cx="30511" cy="167167"/>
            </a:xfrm>
            <a:custGeom>
              <a:avLst/>
              <a:pathLst>
                <a:path w="30511" h="167167">
                  <a:moveTo>
                    <a:pt x="30511" y="0"/>
                  </a:moveTo>
                  <a:lnTo>
                    <a:pt x="22843" y="175"/>
                  </a:lnTo>
                  <a:lnTo>
                    <a:pt x="15191" y="703"/>
                  </a:lnTo>
                  <a:lnTo>
                    <a:pt x="7571" y="1581"/>
                  </a:lnTo>
                  <a:lnTo>
                    <a:pt x="0" y="2808"/>
                  </a:lnTo>
                  <a:lnTo>
                    <a:pt x="3051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0527" y="5021021"/>
              <a:ext cx="30511" cy="164359"/>
            </a:xfrm>
            <a:custGeom>
              <a:avLst/>
              <a:pathLst>
                <a:path w="30511" h="164359">
                  <a:moveTo>
                    <a:pt x="0" y="0"/>
                  </a:moveTo>
                  <a:lnTo>
                    <a:pt x="30511" y="1643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90527" y="5021021"/>
              <a:ext cx="30511" cy="164359"/>
            </a:xfrm>
            <a:custGeom>
              <a:avLst/>
              <a:pathLst>
                <a:path w="30511" h="164359">
                  <a:moveTo>
                    <a:pt x="0" y="0"/>
                  </a:moveTo>
                  <a:lnTo>
                    <a:pt x="30511" y="1643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90527" y="5021021"/>
              <a:ext cx="30511" cy="164359"/>
            </a:xfrm>
            <a:custGeom>
              <a:avLst/>
              <a:pathLst>
                <a:path w="30511" h="164359">
                  <a:moveTo>
                    <a:pt x="0" y="0"/>
                  </a:moveTo>
                  <a:lnTo>
                    <a:pt x="30511" y="1643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71" y="5021021"/>
              <a:ext cx="167167" cy="196496"/>
            </a:xfrm>
            <a:custGeom>
              <a:avLst/>
              <a:pathLst>
                <a:path w="167167" h="196496">
                  <a:moveTo>
                    <a:pt x="136655" y="0"/>
                  </a:moveTo>
                  <a:lnTo>
                    <a:pt x="131370" y="1069"/>
                  </a:lnTo>
                  <a:lnTo>
                    <a:pt x="126122" y="2309"/>
                  </a:lnTo>
                  <a:lnTo>
                    <a:pt x="120917" y="3717"/>
                  </a:lnTo>
                  <a:lnTo>
                    <a:pt x="115760" y="5292"/>
                  </a:lnTo>
                  <a:lnTo>
                    <a:pt x="110656" y="7033"/>
                  </a:lnTo>
                  <a:lnTo>
                    <a:pt x="105611" y="8937"/>
                  </a:lnTo>
                  <a:lnTo>
                    <a:pt x="100630" y="11004"/>
                  </a:lnTo>
                  <a:lnTo>
                    <a:pt x="95718" y="13230"/>
                  </a:lnTo>
                  <a:lnTo>
                    <a:pt x="90881" y="15613"/>
                  </a:lnTo>
                  <a:lnTo>
                    <a:pt x="86123" y="18151"/>
                  </a:lnTo>
                  <a:lnTo>
                    <a:pt x="81450" y="20841"/>
                  </a:lnTo>
                  <a:lnTo>
                    <a:pt x="76865" y="23680"/>
                  </a:lnTo>
                  <a:lnTo>
                    <a:pt x="72375" y="26666"/>
                  </a:lnTo>
                  <a:lnTo>
                    <a:pt x="67983" y="29795"/>
                  </a:lnTo>
                  <a:lnTo>
                    <a:pt x="63695" y="33064"/>
                  </a:lnTo>
                  <a:lnTo>
                    <a:pt x="59514" y="36469"/>
                  </a:lnTo>
                  <a:lnTo>
                    <a:pt x="55445" y="40008"/>
                  </a:lnTo>
                  <a:lnTo>
                    <a:pt x="51492" y="43676"/>
                  </a:lnTo>
                  <a:lnTo>
                    <a:pt x="47660" y="47470"/>
                  </a:lnTo>
                  <a:lnTo>
                    <a:pt x="43952" y="51385"/>
                  </a:lnTo>
                  <a:lnTo>
                    <a:pt x="40372" y="55418"/>
                  </a:lnTo>
                  <a:lnTo>
                    <a:pt x="36925" y="59564"/>
                  </a:lnTo>
                  <a:lnTo>
                    <a:pt x="33612" y="63820"/>
                  </a:lnTo>
                  <a:lnTo>
                    <a:pt x="30439" y="68180"/>
                  </a:lnTo>
                  <a:lnTo>
                    <a:pt x="27408" y="72640"/>
                  </a:lnTo>
                  <a:lnTo>
                    <a:pt x="24522" y="77195"/>
                  </a:lnTo>
                  <a:lnTo>
                    <a:pt x="21785" y="81841"/>
                  </a:lnTo>
                  <a:lnTo>
                    <a:pt x="19200" y="86573"/>
                  </a:lnTo>
                  <a:lnTo>
                    <a:pt x="16768" y="91386"/>
                  </a:lnTo>
                  <a:lnTo>
                    <a:pt x="14492" y="96275"/>
                  </a:lnTo>
                  <a:lnTo>
                    <a:pt x="12376" y="101235"/>
                  </a:lnTo>
                  <a:lnTo>
                    <a:pt x="10420" y="106260"/>
                  </a:lnTo>
                  <a:lnTo>
                    <a:pt x="8628" y="111346"/>
                  </a:lnTo>
                  <a:lnTo>
                    <a:pt x="7001" y="116487"/>
                  </a:lnTo>
                  <a:lnTo>
                    <a:pt x="5540" y="121678"/>
                  </a:lnTo>
                  <a:lnTo>
                    <a:pt x="4247" y="126913"/>
                  </a:lnTo>
                  <a:lnTo>
                    <a:pt x="3124" y="132187"/>
                  </a:lnTo>
                  <a:lnTo>
                    <a:pt x="2172" y="137495"/>
                  </a:lnTo>
                  <a:lnTo>
                    <a:pt x="1392" y="142831"/>
                  </a:lnTo>
                  <a:lnTo>
                    <a:pt x="783" y="148189"/>
                  </a:lnTo>
                  <a:lnTo>
                    <a:pt x="348" y="153564"/>
                  </a:lnTo>
                  <a:lnTo>
                    <a:pt x="87" y="158950"/>
                  </a:lnTo>
                  <a:lnTo>
                    <a:pt x="0" y="164342"/>
                  </a:lnTo>
                  <a:lnTo>
                    <a:pt x="86" y="169733"/>
                  </a:lnTo>
                  <a:lnTo>
                    <a:pt x="346" y="175119"/>
                  </a:lnTo>
                  <a:lnTo>
                    <a:pt x="780" y="180494"/>
                  </a:lnTo>
                  <a:lnTo>
                    <a:pt x="1387" y="185853"/>
                  </a:lnTo>
                  <a:lnTo>
                    <a:pt x="2167" y="191188"/>
                  </a:lnTo>
                  <a:lnTo>
                    <a:pt x="3118" y="196496"/>
                  </a:lnTo>
                  <a:lnTo>
                    <a:pt x="167167" y="1643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6989" y="5018213"/>
              <a:ext cx="331205" cy="334328"/>
            </a:xfrm>
            <a:custGeom>
              <a:avLst/>
              <a:pathLst>
                <a:path w="331205" h="334328">
                  <a:moveTo>
                    <a:pt x="0" y="199304"/>
                  </a:moveTo>
                  <a:lnTo>
                    <a:pt x="1105" y="204508"/>
                  </a:lnTo>
                  <a:lnTo>
                    <a:pt x="2376" y="209674"/>
                  </a:lnTo>
                  <a:lnTo>
                    <a:pt x="3810" y="214796"/>
                  </a:lnTo>
                  <a:lnTo>
                    <a:pt x="5407" y="219870"/>
                  </a:lnTo>
                  <a:lnTo>
                    <a:pt x="7164" y="224892"/>
                  </a:lnTo>
                  <a:lnTo>
                    <a:pt x="9080" y="229854"/>
                  </a:lnTo>
                  <a:lnTo>
                    <a:pt x="11153" y="234753"/>
                  </a:lnTo>
                  <a:lnTo>
                    <a:pt x="13381" y="239584"/>
                  </a:lnTo>
                  <a:lnTo>
                    <a:pt x="15761" y="244341"/>
                  </a:lnTo>
                  <a:lnTo>
                    <a:pt x="18292" y="249020"/>
                  </a:lnTo>
                  <a:lnTo>
                    <a:pt x="20970" y="253616"/>
                  </a:lnTo>
                  <a:lnTo>
                    <a:pt x="23793" y="258125"/>
                  </a:lnTo>
                  <a:lnTo>
                    <a:pt x="26759" y="262542"/>
                  </a:lnTo>
                  <a:lnTo>
                    <a:pt x="29863" y="266862"/>
                  </a:lnTo>
                  <a:lnTo>
                    <a:pt x="33103" y="271081"/>
                  </a:lnTo>
                  <a:lnTo>
                    <a:pt x="36475" y="275195"/>
                  </a:lnTo>
                  <a:lnTo>
                    <a:pt x="39977" y="279199"/>
                  </a:lnTo>
                  <a:lnTo>
                    <a:pt x="43605" y="283090"/>
                  </a:lnTo>
                  <a:lnTo>
                    <a:pt x="47354" y="286864"/>
                  </a:lnTo>
                  <a:lnTo>
                    <a:pt x="51222" y="290516"/>
                  </a:lnTo>
                  <a:lnTo>
                    <a:pt x="55204" y="294044"/>
                  </a:lnTo>
                  <a:lnTo>
                    <a:pt x="59296" y="297443"/>
                  </a:lnTo>
                  <a:lnTo>
                    <a:pt x="63494" y="300710"/>
                  </a:lnTo>
                  <a:lnTo>
                    <a:pt x="67794" y="303842"/>
                  </a:lnTo>
                  <a:lnTo>
                    <a:pt x="72191" y="306835"/>
                  </a:lnTo>
                  <a:lnTo>
                    <a:pt x="76682" y="309687"/>
                  </a:lnTo>
                  <a:lnTo>
                    <a:pt x="81261" y="312395"/>
                  </a:lnTo>
                  <a:lnTo>
                    <a:pt x="85924" y="314955"/>
                  </a:lnTo>
                  <a:lnTo>
                    <a:pt x="90666" y="317366"/>
                  </a:lnTo>
                  <a:lnTo>
                    <a:pt x="95482" y="319625"/>
                  </a:lnTo>
                  <a:lnTo>
                    <a:pt x="100367" y="321730"/>
                  </a:lnTo>
                  <a:lnTo>
                    <a:pt x="105318" y="323678"/>
                  </a:lnTo>
                  <a:lnTo>
                    <a:pt x="110327" y="325467"/>
                  </a:lnTo>
                  <a:lnTo>
                    <a:pt x="115391" y="327096"/>
                  </a:lnTo>
                  <a:lnTo>
                    <a:pt x="120504" y="328564"/>
                  </a:lnTo>
                  <a:lnTo>
                    <a:pt x="125662" y="329867"/>
                  </a:lnTo>
                  <a:lnTo>
                    <a:pt x="130858" y="331006"/>
                  </a:lnTo>
                  <a:lnTo>
                    <a:pt x="136088" y="331979"/>
                  </a:lnTo>
                  <a:lnTo>
                    <a:pt x="141346" y="332786"/>
                  </a:lnTo>
                  <a:lnTo>
                    <a:pt x="146627" y="333424"/>
                  </a:lnTo>
                  <a:lnTo>
                    <a:pt x="151926" y="333894"/>
                  </a:lnTo>
                  <a:lnTo>
                    <a:pt x="157237" y="334196"/>
                  </a:lnTo>
                  <a:lnTo>
                    <a:pt x="162555" y="334328"/>
                  </a:lnTo>
                  <a:lnTo>
                    <a:pt x="167875" y="334291"/>
                  </a:lnTo>
                  <a:lnTo>
                    <a:pt x="173190" y="334084"/>
                  </a:lnTo>
                  <a:lnTo>
                    <a:pt x="178497" y="333709"/>
                  </a:lnTo>
                  <a:lnTo>
                    <a:pt x="183788" y="333165"/>
                  </a:lnTo>
                  <a:lnTo>
                    <a:pt x="189060" y="332453"/>
                  </a:lnTo>
                  <a:lnTo>
                    <a:pt x="194307" y="331573"/>
                  </a:lnTo>
                  <a:lnTo>
                    <a:pt x="199522" y="330527"/>
                  </a:lnTo>
                  <a:lnTo>
                    <a:pt x="204702" y="329316"/>
                  </a:lnTo>
                  <a:lnTo>
                    <a:pt x="209841" y="327940"/>
                  </a:lnTo>
                  <a:lnTo>
                    <a:pt x="214933" y="326402"/>
                  </a:lnTo>
                  <a:lnTo>
                    <a:pt x="219974" y="324702"/>
                  </a:lnTo>
                  <a:lnTo>
                    <a:pt x="224958" y="322843"/>
                  </a:lnTo>
                  <a:lnTo>
                    <a:pt x="229881" y="320826"/>
                  </a:lnTo>
                  <a:lnTo>
                    <a:pt x="234736" y="318654"/>
                  </a:lnTo>
                  <a:lnTo>
                    <a:pt x="239521" y="316328"/>
                  </a:lnTo>
                  <a:lnTo>
                    <a:pt x="244229" y="313851"/>
                  </a:lnTo>
                  <a:lnTo>
                    <a:pt x="248855" y="311225"/>
                  </a:lnTo>
                  <a:lnTo>
                    <a:pt x="253396" y="308454"/>
                  </a:lnTo>
                  <a:lnTo>
                    <a:pt x="257846" y="305540"/>
                  </a:lnTo>
                  <a:lnTo>
                    <a:pt x="262201" y="302485"/>
                  </a:lnTo>
                  <a:lnTo>
                    <a:pt x="266457" y="299294"/>
                  </a:lnTo>
                  <a:lnTo>
                    <a:pt x="270609" y="295968"/>
                  </a:lnTo>
                  <a:lnTo>
                    <a:pt x="274654" y="292512"/>
                  </a:lnTo>
                  <a:lnTo>
                    <a:pt x="278586" y="288930"/>
                  </a:lnTo>
                  <a:lnTo>
                    <a:pt x="282402" y="285224"/>
                  </a:lnTo>
                  <a:lnTo>
                    <a:pt x="286099" y="281398"/>
                  </a:lnTo>
                  <a:lnTo>
                    <a:pt x="289671" y="277457"/>
                  </a:lnTo>
                  <a:lnTo>
                    <a:pt x="293117" y="273404"/>
                  </a:lnTo>
                  <a:lnTo>
                    <a:pt x="296432" y="269243"/>
                  </a:lnTo>
                  <a:lnTo>
                    <a:pt x="299613" y="264980"/>
                  </a:lnTo>
                  <a:lnTo>
                    <a:pt x="302656" y="260617"/>
                  </a:lnTo>
                  <a:lnTo>
                    <a:pt x="305560" y="256159"/>
                  </a:lnTo>
                  <a:lnTo>
                    <a:pt x="308320" y="251611"/>
                  </a:lnTo>
                  <a:lnTo>
                    <a:pt x="310933" y="246978"/>
                  </a:lnTo>
                  <a:lnTo>
                    <a:pt x="313398" y="242264"/>
                  </a:lnTo>
                  <a:lnTo>
                    <a:pt x="315712" y="237474"/>
                  </a:lnTo>
                  <a:lnTo>
                    <a:pt x="317873" y="232613"/>
                  </a:lnTo>
                  <a:lnTo>
                    <a:pt x="319877" y="227685"/>
                  </a:lnTo>
                  <a:lnTo>
                    <a:pt x="321724" y="222697"/>
                  </a:lnTo>
                  <a:lnTo>
                    <a:pt x="323411" y="217652"/>
                  </a:lnTo>
                  <a:lnTo>
                    <a:pt x="324936" y="212555"/>
                  </a:lnTo>
                  <a:lnTo>
                    <a:pt x="326299" y="207413"/>
                  </a:lnTo>
                  <a:lnTo>
                    <a:pt x="327497" y="202230"/>
                  </a:lnTo>
                  <a:lnTo>
                    <a:pt x="328530" y="197012"/>
                  </a:lnTo>
                  <a:lnTo>
                    <a:pt x="329397" y="191763"/>
                  </a:lnTo>
                  <a:lnTo>
                    <a:pt x="330096" y="186490"/>
                  </a:lnTo>
                  <a:lnTo>
                    <a:pt x="330626" y="181197"/>
                  </a:lnTo>
                  <a:lnTo>
                    <a:pt x="330988" y="175890"/>
                  </a:lnTo>
                  <a:lnTo>
                    <a:pt x="331181" y="170573"/>
                  </a:lnTo>
                  <a:lnTo>
                    <a:pt x="331205" y="165254"/>
                  </a:lnTo>
                  <a:lnTo>
                    <a:pt x="331060" y="159936"/>
                  </a:lnTo>
                  <a:lnTo>
                    <a:pt x="330745" y="154626"/>
                  </a:lnTo>
                  <a:lnTo>
                    <a:pt x="330262" y="149328"/>
                  </a:lnTo>
                  <a:lnTo>
                    <a:pt x="329610" y="144049"/>
                  </a:lnTo>
                  <a:lnTo>
                    <a:pt x="328790" y="138793"/>
                  </a:lnTo>
                  <a:lnTo>
                    <a:pt x="327804" y="133565"/>
                  </a:lnTo>
                  <a:lnTo>
                    <a:pt x="326652" y="128372"/>
                  </a:lnTo>
                  <a:lnTo>
                    <a:pt x="325335" y="123218"/>
                  </a:lnTo>
                  <a:lnTo>
                    <a:pt x="323855" y="118108"/>
                  </a:lnTo>
                  <a:lnTo>
                    <a:pt x="322214" y="113048"/>
                  </a:lnTo>
                  <a:lnTo>
                    <a:pt x="320411" y="108043"/>
                  </a:lnTo>
                  <a:lnTo>
                    <a:pt x="318451" y="103098"/>
                  </a:lnTo>
                  <a:lnTo>
                    <a:pt x="316334" y="98217"/>
                  </a:lnTo>
                  <a:lnTo>
                    <a:pt x="314063" y="93407"/>
                  </a:lnTo>
                  <a:lnTo>
                    <a:pt x="311641" y="88671"/>
                  </a:lnTo>
                  <a:lnTo>
                    <a:pt x="309068" y="84015"/>
                  </a:lnTo>
                  <a:lnTo>
                    <a:pt x="306349" y="79443"/>
                  </a:lnTo>
                  <a:lnTo>
                    <a:pt x="303486" y="74959"/>
                  </a:lnTo>
                  <a:lnTo>
                    <a:pt x="300481" y="70569"/>
                  </a:lnTo>
                  <a:lnTo>
                    <a:pt x="297339" y="66277"/>
                  </a:lnTo>
                  <a:lnTo>
                    <a:pt x="294061" y="62087"/>
                  </a:lnTo>
                  <a:lnTo>
                    <a:pt x="290652" y="58004"/>
                  </a:lnTo>
                  <a:lnTo>
                    <a:pt x="287114" y="54031"/>
                  </a:lnTo>
                  <a:lnTo>
                    <a:pt x="283452" y="50172"/>
                  </a:lnTo>
                  <a:lnTo>
                    <a:pt x="279669" y="46432"/>
                  </a:lnTo>
                  <a:lnTo>
                    <a:pt x="275769" y="42815"/>
                  </a:lnTo>
                  <a:lnTo>
                    <a:pt x="271756" y="39323"/>
                  </a:lnTo>
                  <a:lnTo>
                    <a:pt x="267634" y="35961"/>
                  </a:lnTo>
                  <a:lnTo>
                    <a:pt x="263406" y="32731"/>
                  </a:lnTo>
                  <a:lnTo>
                    <a:pt x="259079" y="29638"/>
                  </a:lnTo>
                  <a:lnTo>
                    <a:pt x="254655" y="26684"/>
                  </a:lnTo>
                  <a:lnTo>
                    <a:pt x="250139" y="23872"/>
                  </a:lnTo>
                  <a:lnTo>
                    <a:pt x="245536" y="21205"/>
                  </a:lnTo>
                  <a:lnTo>
                    <a:pt x="240850" y="18686"/>
                  </a:lnTo>
                  <a:lnTo>
                    <a:pt x="236087" y="16318"/>
                  </a:lnTo>
                  <a:lnTo>
                    <a:pt x="231251" y="14102"/>
                  </a:lnTo>
                  <a:lnTo>
                    <a:pt x="226347" y="12041"/>
                  </a:lnTo>
                  <a:lnTo>
                    <a:pt x="221379" y="10138"/>
                  </a:lnTo>
                  <a:lnTo>
                    <a:pt x="216354" y="8393"/>
                  </a:lnTo>
                  <a:lnTo>
                    <a:pt x="211275" y="6809"/>
                  </a:lnTo>
                  <a:lnTo>
                    <a:pt x="206149" y="5388"/>
                  </a:lnTo>
                  <a:lnTo>
                    <a:pt x="200980" y="4130"/>
                  </a:lnTo>
                  <a:lnTo>
                    <a:pt x="195774" y="3038"/>
                  </a:lnTo>
                  <a:lnTo>
                    <a:pt x="190536" y="2111"/>
                  </a:lnTo>
                  <a:lnTo>
                    <a:pt x="185271" y="1352"/>
                  </a:lnTo>
                  <a:lnTo>
                    <a:pt x="179984" y="761"/>
                  </a:lnTo>
                  <a:lnTo>
                    <a:pt x="174681" y="338"/>
                  </a:lnTo>
                  <a:lnTo>
                    <a:pt x="169368" y="84"/>
                  </a:lnTo>
                  <a:lnTo>
                    <a:pt x="164049" y="0"/>
                  </a:lnTo>
                  <a:lnTo>
                    <a:pt x="1640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8500" y="4659281"/>
              <a:ext cx="84734" cy="167167"/>
            </a:xfrm>
            <a:custGeom>
              <a:avLst/>
              <a:pathLst>
                <a:path w="84734" h="167167">
                  <a:moveTo>
                    <a:pt x="84734" y="0"/>
                  </a:moveTo>
                  <a:lnTo>
                    <a:pt x="78812" y="104"/>
                  </a:lnTo>
                  <a:lnTo>
                    <a:pt x="72896" y="419"/>
                  </a:lnTo>
                  <a:lnTo>
                    <a:pt x="66996" y="943"/>
                  </a:lnTo>
                  <a:lnTo>
                    <a:pt x="61117" y="1676"/>
                  </a:lnTo>
                  <a:lnTo>
                    <a:pt x="55269" y="2617"/>
                  </a:lnTo>
                  <a:lnTo>
                    <a:pt x="49457" y="3764"/>
                  </a:lnTo>
                  <a:lnTo>
                    <a:pt x="43690" y="5117"/>
                  </a:lnTo>
                  <a:lnTo>
                    <a:pt x="37974" y="6673"/>
                  </a:lnTo>
                  <a:lnTo>
                    <a:pt x="32317" y="8430"/>
                  </a:lnTo>
                  <a:lnTo>
                    <a:pt x="26726" y="10387"/>
                  </a:lnTo>
                  <a:lnTo>
                    <a:pt x="21208" y="12541"/>
                  </a:lnTo>
                  <a:lnTo>
                    <a:pt x="15769" y="14889"/>
                  </a:lnTo>
                  <a:lnTo>
                    <a:pt x="10417" y="17428"/>
                  </a:lnTo>
                  <a:lnTo>
                    <a:pt x="5158" y="20155"/>
                  </a:lnTo>
                  <a:lnTo>
                    <a:pt x="0" y="23066"/>
                  </a:lnTo>
                  <a:lnTo>
                    <a:pt x="8473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8500" y="4682348"/>
              <a:ext cx="84734" cy="144100"/>
            </a:xfrm>
            <a:custGeom>
              <a:avLst/>
              <a:pathLst>
                <a:path w="84734" h="144100">
                  <a:moveTo>
                    <a:pt x="0" y="0"/>
                  </a:moveTo>
                  <a:lnTo>
                    <a:pt x="84734" y="144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38500" y="4682348"/>
              <a:ext cx="84734" cy="144100"/>
            </a:xfrm>
            <a:custGeom>
              <a:avLst/>
              <a:pathLst>
                <a:path w="84734" h="144100">
                  <a:moveTo>
                    <a:pt x="0" y="0"/>
                  </a:moveTo>
                  <a:lnTo>
                    <a:pt x="84734" y="144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85" y="4682348"/>
              <a:ext cx="272119" cy="311262"/>
            </a:xfrm>
            <a:custGeom>
              <a:avLst/>
              <a:pathLst>
                <a:path w="272119" h="311262">
                  <a:moveTo>
                    <a:pt x="82414" y="0"/>
                  </a:moveTo>
                  <a:lnTo>
                    <a:pt x="77857" y="2778"/>
                  </a:lnTo>
                  <a:lnTo>
                    <a:pt x="73391" y="5701"/>
                  </a:lnTo>
                  <a:lnTo>
                    <a:pt x="69020" y="8765"/>
                  </a:lnTo>
                  <a:lnTo>
                    <a:pt x="64750" y="11967"/>
                  </a:lnTo>
                  <a:lnTo>
                    <a:pt x="60583" y="15303"/>
                  </a:lnTo>
                  <a:lnTo>
                    <a:pt x="56526" y="18771"/>
                  </a:lnTo>
                  <a:lnTo>
                    <a:pt x="52581" y="22367"/>
                  </a:lnTo>
                  <a:lnTo>
                    <a:pt x="48753" y="26086"/>
                  </a:lnTo>
                  <a:lnTo>
                    <a:pt x="45045" y="29927"/>
                  </a:lnTo>
                  <a:lnTo>
                    <a:pt x="41463" y="33883"/>
                  </a:lnTo>
                  <a:lnTo>
                    <a:pt x="38008" y="37952"/>
                  </a:lnTo>
                  <a:lnTo>
                    <a:pt x="34685" y="42129"/>
                  </a:lnTo>
                  <a:lnTo>
                    <a:pt x="31497" y="46410"/>
                  </a:lnTo>
                  <a:lnTo>
                    <a:pt x="28447" y="50790"/>
                  </a:lnTo>
                  <a:lnTo>
                    <a:pt x="25539" y="55266"/>
                  </a:lnTo>
                  <a:lnTo>
                    <a:pt x="22775" y="59833"/>
                  </a:lnTo>
                  <a:lnTo>
                    <a:pt x="20158" y="64485"/>
                  </a:lnTo>
                  <a:lnTo>
                    <a:pt x="17691" y="69218"/>
                  </a:lnTo>
                  <a:lnTo>
                    <a:pt x="15377" y="74028"/>
                  </a:lnTo>
                  <a:lnTo>
                    <a:pt x="13217" y="78909"/>
                  </a:lnTo>
                  <a:lnTo>
                    <a:pt x="11214" y="83857"/>
                  </a:lnTo>
                  <a:lnTo>
                    <a:pt x="9371" y="88866"/>
                  </a:lnTo>
                  <a:lnTo>
                    <a:pt x="7688" y="93931"/>
                  </a:lnTo>
                  <a:lnTo>
                    <a:pt x="6167" y="99048"/>
                  </a:lnTo>
                  <a:lnTo>
                    <a:pt x="4811" y="104210"/>
                  </a:lnTo>
                  <a:lnTo>
                    <a:pt x="3620" y="109413"/>
                  </a:lnTo>
                  <a:lnTo>
                    <a:pt x="2596" y="114652"/>
                  </a:lnTo>
                  <a:lnTo>
                    <a:pt x="1740" y="119920"/>
                  </a:lnTo>
                  <a:lnTo>
                    <a:pt x="1052" y="125213"/>
                  </a:lnTo>
                  <a:lnTo>
                    <a:pt x="534" y="130526"/>
                  </a:lnTo>
                  <a:lnTo>
                    <a:pt x="186" y="135852"/>
                  </a:lnTo>
                  <a:lnTo>
                    <a:pt x="7" y="141187"/>
                  </a:lnTo>
                  <a:lnTo>
                    <a:pt x="0" y="146524"/>
                  </a:lnTo>
                  <a:lnTo>
                    <a:pt x="162" y="151859"/>
                  </a:lnTo>
                  <a:lnTo>
                    <a:pt x="495" y="157187"/>
                  </a:lnTo>
                  <a:lnTo>
                    <a:pt x="998" y="162501"/>
                  </a:lnTo>
                  <a:lnTo>
                    <a:pt x="1670" y="167796"/>
                  </a:lnTo>
                  <a:lnTo>
                    <a:pt x="2511" y="173067"/>
                  </a:lnTo>
                  <a:lnTo>
                    <a:pt x="3519" y="178308"/>
                  </a:lnTo>
                  <a:lnTo>
                    <a:pt x="4695" y="183515"/>
                  </a:lnTo>
                  <a:lnTo>
                    <a:pt x="6036" y="188681"/>
                  </a:lnTo>
                  <a:lnTo>
                    <a:pt x="7542" y="193802"/>
                  </a:lnTo>
                  <a:lnTo>
                    <a:pt x="9210" y="198872"/>
                  </a:lnTo>
                  <a:lnTo>
                    <a:pt x="11039" y="203887"/>
                  </a:lnTo>
                  <a:lnTo>
                    <a:pt x="13027" y="208840"/>
                  </a:lnTo>
                  <a:lnTo>
                    <a:pt x="15173" y="213728"/>
                  </a:lnTo>
                  <a:lnTo>
                    <a:pt x="17473" y="218544"/>
                  </a:lnTo>
                  <a:lnTo>
                    <a:pt x="19926" y="223285"/>
                  </a:lnTo>
                  <a:lnTo>
                    <a:pt x="22529" y="227945"/>
                  </a:lnTo>
                  <a:lnTo>
                    <a:pt x="25280" y="232519"/>
                  </a:lnTo>
                  <a:lnTo>
                    <a:pt x="28175" y="237003"/>
                  </a:lnTo>
                  <a:lnTo>
                    <a:pt x="31212" y="241393"/>
                  </a:lnTo>
                  <a:lnTo>
                    <a:pt x="34387" y="245683"/>
                  </a:lnTo>
                  <a:lnTo>
                    <a:pt x="37698" y="249870"/>
                  </a:lnTo>
                  <a:lnTo>
                    <a:pt x="41141" y="253949"/>
                  </a:lnTo>
                  <a:lnTo>
                    <a:pt x="44712" y="257916"/>
                  </a:lnTo>
                  <a:lnTo>
                    <a:pt x="48408" y="261767"/>
                  </a:lnTo>
                  <a:lnTo>
                    <a:pt x="52225" y="265498"/>
                  </a:lnTo>
                  <a:lnTo>
                    <a:pt x="56159" y="269105"/>
                  </a:lnTo>
                  <a:lnTo>
                    <a:pt x="60207" y="272584"/>
                  </a:lnTo>
                  <a:lnTo>
                    <a:pt x="64363" y="275933"/>
                  </a:lnTo>
                  <a:lnTo>
                    <a:pt x="68625" y="279147"/>
                  </a:lnTo>
                  <a:lnTo>
                    <a:pt x="72986" y="282224"/>
                  </a:lnTo>
                  <a:lnTo>
                    <a:pt x="77444" y="285160"/>
                  </a:lnTo>
                  <a:lnTo>
                    <a:pt x="81993" y="287952"/>
                  </a:lnTo>
                  <a:lnTo>
                    <a:pt x="86629" y="290597"/>
                  </a:lnTo>
                  <a:lnTo>
                    <a:pt x="91347" y="293093"/>
                  </a:lnTo>
                  <a:lnTo>
                    <a:pt x="96143" y="295437"/>
                  </a:lnTo>
                  <a:lnTo>
                    <a:pt x="101010" y="297627"/>
                  </a:lnTo>
                  <a:lnTo>
                    <a:pt x="105946" y="299660"/>
                  </a:lnTo>
                  <a:lnTo>
                    <a:pt x="110943" y="301535"/>
                  </a:lnTo>
                  <a:lnTo>
                    <a:pt x="115998" y="303249"/>
                  </a:lnTo>
                  <a:lnTo>
                    <a:pt x="121105" y="304801"/>
                  </a:lnTo>
                  <a:lnTo>
                    <a:pt x="126259" y="306189"/>
                  </a:lnTo>
                  <a:lnTo>
                    <a:pt x="131455" y="307412"/>
                  </a:lnTo>
                  <a:lnTo>
                    <a:pt x="136687" y="308468"/>
                  </a:lnTo>
                  <a:lnTo>
                    <a:pt x="141950" y="309357"/>
                  </a:lnTo>
                  <a:lnTo>
                    <a:pt x="147239" y="310077"/>
                  </a:lnTo>
                  <a:lnTo>
                    <a:pt x="152548" y="310629"/>
                  </a:lnTo>
                  <a:lnTo>
                    <a:pt x="157872" y="311010"/>
                  </a:lnTo>
                  <a:lnTo>
                    <a:pt x="163205" y="311221"/>
                  </a:lnTo>
                  <a:lnTo>
                    <a:pt x="168543" y="311262"/>
                  </a:lnTo>
                  <a:lnTo>
                    <a:pt x="173879" y="311132"/>
                  </a:lnTo>
                  <a:lnTo>
                    <a:pt x="179208" y="310832"/>
                  </a:lnTo>
                  <a:lnTo>
                    <a:pt x="184525" y="310362"/>
                  </a:lnTo>
                  <a:lnTo>
                    <a:pt x="189824" y="309722"/>
                  </a:lnTo>
                  <a:lnTo>
                    <a:pt x="195100" y="308914"/>
                  </a:lnTo>
                  <a:lnTo>
                    <a:pt x="200348" y="307938"/>
                  </a:lnTo>
                  <a:lnTo>
                    <a:pt x="205562" y="306794"/>
                  </a:lnTo>
                  <a:lnTo>
                    <a:pt x="210736" y="305485"/>
                  </a:lnTo>
                  <a:lnTo>
                    <a:pt x="215866" y="304011"/>
                  </a:lnTo>
                  <a:lnTo>
                    <a:pt x="220947" y="302374"/>
                  </a:lnTo>
                  <a:lnTo>
                    <a:pt x="225972" y="300576"/>
                  </a:lnTo>
                  <a:lnTo>
                    <a:pt x="230938" y="298619"/>
                  </a:lnTo>
                  <a:lnTo>
                    <a:pt x="235839" y="296503"/>
                  </a:lnTo>
                  <a:lnTo>
                    <a:pt x="240669" y="294233"/>
                  </a:lnTo>
                  <a:lnTo>
                    <a:pt x="245425" y="291809"/>
                  </a:lnTo>
                  <a:lnTo>
                    <a:pt x="250101" y="289235"/>
                  </a:lnTo>
                  <a:lnTo>
                    <a:pt x="254692" y="286512"/>
                  </a:lnTo>
                  <a:lnTo>
                    <a:pt x="259194" y="283645"/>
                  </a:lnTo>
                  <a:lnTo>
                    <a:pt x="263602" y="280635"/>
                  </a:lnTo>
                  <a:lnTo>
                    <a:pt x="267912" y="277486"/>
                  </a:lnTo>
                  <a:lnTo>
                    <a:pt x="272119" y="274201"/>
                  </a:lnTo>
                  <a:lnTo>
                    <a:pt x="167149" y="144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67166" cy="297268"/>
            </a:xfrm>
            <a:custGeom>
              <a:avLst/>
              <a:pathLst>
                <a:path w="167166" h="297268">
                  <a:moveTo>
                    <a:pt x="104969" y="297268"/>
                  </a:moveTo>
                  <a:lnTo>
                    <a:pt x="109076" y="293845"/>
                  </a:lnTo>
                  <a:lnTo>
                    <a:pt x="113071" y="290292"/>
                  </a:lnTo>
                  <a:lnTo>
                    <a:pt x="116950" y="286614"/>
                  </a:lnTo>
                  <a:lnTo>
                    <a:pt x="120710" y="282813"/>
                  </a:lnTo>
                  <a:lnTo>
                    <a:pt x="124346" y="278893"/>
                  </a:lnTo>
                  <a:lnTo>
                    <a:pt x="127856" y="274860"/>
                  </a:lnTo>
                  <a:lnTo>
                    <a:pt x="131234" y="270716"/>
                  </a:lnTo>
                  <a:lnTo>
                    <a:pt x="134478" y="266467"/>
                  </a:lnTo>
                  <a:lnTo>
                    <a:pt x="137585" y="262116"/>
                  </a:lnTo>
                  <a:lnTo>
                    <a:pt x="140551" y="257668"/>
                  </a:lnTo>
                  <a:lnTo>
                    <a:pt x="143373" y="253127"/>
                  </a:lnTo>
                  <a:lnTo>
                    <a:pt x="146048" y="248498"/>
                  </a:lnTo>
                  <a:lnTo>
                    <a:pt x="148574" y="243786"/>
                  </a:lnTo>
                  <a:lnTo>
                    <a:pt x="150948" y="238996"/>
                  </a:lnTo>
                  <a:lnTo>
                    <a:pt x="153168" y="234132"/>
                  </a:lnTo>
                  <a:lnTo>
                    <a:pt x="155231" y="229200"/>
                  </a:lnTo>
                  <a:lnTo>
                    <a:pt x="157135" y="224204"/>
                  </a:lnTo>
                  <a:lnTo>
                    <a:pt x="158879" y="219150"/>
                  </a:lnTo>
                  <a:lnTo>
                    <a:pt x="160460" y="214043"/>
                  </a:lnTo>
                  <a:lnTo>
                    <a:pt x="161877" y="208888"/>
                  </a:lnTo>
                  <a:lnTo>
                    <a:pt x="163128" y="203690"/>
                  </a:lnTo>
                  <a:lnTo>
                    <a:pt x="164213" y="198455"/>
                  </a:lnTo>
                  <a:lnTo>
                    <a:pt x="165129" y="193188"/>
                  </a:lnTo>
                  <a:lnTo>
                    <a:pt x="165877" y="187894"/>
                  </a:lnTo>
                  <a:lnTo>
                    <a:pt x="166455" y="182579"/>
                  </a:lnTo>
                  <a:lnTo>
                    <a:pt x="166863" y="177248"/>
                  </a:lnTo>
                  <a:lnTo>
                    <a:pt x="167100" y="171907"/>
                  </a:lnTo>
                  <a:lnTo>
                    <a:pt x="167166" y="166561"/>
                  </a:lnTo>
                  <a:lnTo>
                    <a:pt x="167061" y="161216"/>
                  </a:lnTo>
                  <a:lnTo>
                    <a:pt x="166785" y="155877"/>
                  </a:lnTo>
                  <a:lnTo>
                    <a:pt x="166339" y="150549"/>
                  </a:lnTo>
                  <a:lnTo>
                    <a:pt x="165722" y="145239"/>
                  </a:lnTo>
                  <a:lnTo>
                    <a:pt x="164936" y="139950"/>
                  </a:lnTo>
                  <a:lnTo>
                    <a:pt x="163982" y="134690"/>
                  </a:lnTo>
                  <a:lnTo>
                    <a:pt x="162859" y="129463"/>
                  </a:lnTo>
                  <a:lnTo>
                    <a:pt x="161570" y="124274"/>
                  </a:lnTo>
                  <a:lnTo>
                    <a:pt x="160116" y="119129"/>
                  </a:lnTo>
                  <a:lnTo>
                    <a:pt x="158498" y="114034"/>
                  </a:lnTo>
                  <a:lnTo>
                    <a:pt x="156718" y="108993"/>
                  </a:lnTo>
                  <a:lnTo>
                    <a:pt x="154778" y="104011"/>
                  </a:lnTo>
                  <a:lnTo>
                    <a:pt x="152679" y="99094"/>
                  </a:lnTo>
                  <a:lnTo>
                    <a:pt x="150424" y="94246"/>
                  </a:lnTo>
                  <a:lnTo>
                    <a:pt x="148015" y="89473"/>
                  </a:lnTo>
                  <a:lnTo>
                    <a:pt x="145455" y="84780"/>
                  </a:lnTo>
                  <a:lnTo>
                    <a:pt x="142746" y="80171"/>
                  </a:lnTo>
                  <a:lnTo>
                    <a:pt x="139891" y="75650"/>
                  </a:lnTo>
                  <a:lnTo>
                    <a:pt x="136893" y="71224"/>
                  </a:lnTo>
                  <a:lnTo>
                    <a:pt x="133755" y="66895"/>
                  </a:lnTo>
                  <a:lnTo>
                    <a:pt x="130480" y="62669"/>
                  </a:lnTo>
                  <a:lnTo>
                    <a:pt x="127072" y="58550"/>
                  </a:lnTo>
                  <a:lnTo>
                    <a:pt x="123534" y="54542"/>
                  </a:lnTo>
                  <a:lnTo>
                    <a:pt x="119869" y="50650"/>
                  </a:lnTo>
                  <a:lnTo>
                    <a:pt x="116082" y="46876"/>
                  </a:lnTo>
                  <a:lnTo>
                    <a:pt x="112176" y="43226"/>
                  </a:lnTo>
                  <a:lnTo>
                    <a:pt x="108155" y="39702"/>
                  </a:lnTo>
                  <a:lnTo>
                    <a:pt x="104024" y="36309"/>
                  </a:lnTo>
                  <a:lnTo>
                    <a:pt x="99786" y="33049"/>
                  </a:lnTo>
                  <a:lnTo>
                    <a:pt x="95446" y="29927"/>
                  </a:lnTo>
                  <a:lnTo>
                    <a:pt x="91009" y="26945"/>
                  </a:lnTo>
                  <a:lnTo>
                    <a:pt x="86478" y="24106"/>
                  </a:lnTo>
                  <a:lnTo>
                    <a:pt x="81859" y="21414"/>
                  </a:lnTo>
                  <a:lnTo>
                    <a:pt x="77156" y="18871"/>
                  </a:lnTo>
                  <a:lnTo>
                    <a:pt x="72375" y="16479"/>
                  </a:lnTo>
                  <a:lnTo>
                    <a:pt x="67519" y="14242"/>
                  </a:lnTo>
                  <a:lnTo>
                    <a:pt x="62594" y="12161"/>
                  </a:lnTo>
                  <a:lnTo>
                    <a:pt x="57606" y="10239"/>
                  </a:lnTo>
                  <a:lnTo>
                    <a:pt x="52558" y="8477"/>
                  </a:lnTo>
                  <a:lnTo>
                    <a:pt x="47457" y="6877"/>
                  </a:lnTo>
                  <a:lnTo>
                    <a:pt x="42307" y="5442"/>
                  </a:lnTo>
                  <a:lnTo>
                    <a:pt x="37113" y="4172"/>
                  </a:lnTo>
                  <a:lnTo>
                    <a:pt x="31882" y="3068"/>
                  </a:lnTo>
                  <a:lnTo>
                    <a:pt x="26618" y="2132"/>
                  </a:lnTo>
                  <a:lnTo>
                    <a:pt x="21327" y="1366"/>
                  </a:lnTo>
                  <a:lnTo>
                    <a:pt x="16015" y="768"/>
                  </a:lnTo>
                  <a:lnTo>
                    <a:pt x="10685" y="341"/>
                  </a:lnTo>
                  <a:lnTo>
                    <a:pt x="534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4574" y="4213821"/>
              <a:ext cx="103897" cy="167167"/>
            </a:xfrm>
            <a:custGeom>
              <a:avLst/>
              <a:pathLst>
                <a:path w="103897" h="167167">
                  <a:moveTo>
                    <a:pt x="103897" y="0"/>
                  </a:moveTo>
                  <a:lnTo>
                    <a:pt x="98292" y="93"/>
                  </a:lnTo>
                  <a:lnTo>
                    <a:pt x="92694" y="375"/>
                  </a:lnTo>
                  <a:lnTo>
                    <a:pt x="87108" y="845"/>
                  </a:lnTo>
                  <a:lnTo>
                    <a:pt x="81541" y="1501"/>
                  </a:lnTo>
                  <a:lnTo>
                    <a:pt x="75999" y="2344"/>
                  </a:lnTo>
                  <a:lnTo>
                    <a:pt x="70489" y="3372"/>
                  </a:lnTo>
                  <a:lnTo>
                    <a:pt x="65016" y="4584"/>
                  </a:lnTo>
                  <a:lnTo>
                    <a:pt x="59587" y="5979"/>
                  </a:lnTo>
                  <a:lnTo>
                    <a:pt x="54208" y="7555"/>
                  </a:lnTo>
                  <a:lnTo>
                    <a:pt x="48884" y="9311"/>
                  </a:lnTo>
                  <a:lnTo>
                    <a:pt x="43622" y="11244"/>
                  </a:lnTo>
                  <a:lnTo>
                    <a:pt x="38429" y="13353"/>
                  </a:lnTo>
                  <a:lnTo>
                    <a:pt x="33308" y="15634"/>
                  </a:lnTo>
                  <a:lnTo>
                    <a:pt x="28267" y="18086"/>
                  </a:lnTo>
                  <a:lnTo>
                    <a:pt x="23312" y="20706"/>
                  </a:lnTo>
                  <a:lnTo>
                    <a:pt x="18446" y="23490"/>
                  </a:lnTo>
                  <a:lnTo>
                    <a:pt x="13677" y="26436"/>
                  </a:lnTo>
                  <a:lnTo>
                    <a:pt x="9010" y="29540"/>
                  </a:lnTo>
                  <a:lnTo>
                    <a:pt x="4449" y="32798"/>
                  </a:lnTo>
                  <a:lnTo>
                    <a:pt x="0" y="36208"/>
                  </a:lnTo>
                  <a:lnTo>
                    <a:pt x="10389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24574" y="4250030"/>
              <a:ext cx="103897" cy="130958"/>
            </a:xfrm>
            <a:custGeom>
              <a:avLst/>
              <a:pathLst>
                <a:path w="103897" h="130958">
                  <a:moveTo>
                    <a:pt x="0" y="0"/>
                  </a:moveTo>
                  <a:lnTo>
                    <a:pt x="103897" y="1309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11" y="4250030"/>
              <a:ext cx="334328" cy="298115"/>
            </a:xfrm>
            <a:custGeom>
              <a:avLst/>
              <a:pathLst>
                <a:path w="334328" h="298115">
                  <a:moveTo>
                    <a:pt x="63262" y="0"/>
                  </a:moveTo>
                  <a:lnTo>
                    <a:pt x="59148" y="3372"/>
                  </a:lnTo>
                  <a:lnTo>
                    <a:pt x="55143" y="6873"/>
                  </a:lnTo>
                  <a:lnTo>
                    <a:pt x="51251" y="10501"/>
                  </a:lnTo>
                  <a:lnTo>
                    <a:pt x="47477" y="14250"/>
                  </a:lnTo>
                  <a:lnTo>
                    <a:pt x="43824" y="18117"/>
                  </a:lnTo>
                  <a:lnTo>
                    <a:pt x="40295" y="22099"/>
                  </a:lnTo>
                  <a:lnTo>
                    <a:pt x="36896" y="26191"/>
                  </a:lnTo>
                  <a:lnTo>
                    <a:pt x="33628" y="30389"/>
                  </a:lnTo>
                  <a:lnTo>
                    <a:pt x="30496" y="34689"/>
                  </a:lnTo>
                  <a:lnTo>
                    <a:pt x="27501" y="39087"/>
                  </a:lnTo>
                  <a:lnTo>
                    <a:pt x="24649" y="43577"/>
                  </a:lnTo>
                  <a:lnTo>
                    <a:pt x="21940" y="48156"/>
                  </a:lnTo>
                  <a:lnTo>
                    <a:pt x="19379" y="52819"/>
                  </a:lnTo>
                  <a:lnTo>
                    <a:pt x="16968" y="57561"/>
                  </a:lnTo>
                  <a:lnTo>
                    <a:pt x="14708" y="62378"/>
                  </a:lnTo>
                  <a:lnTo>
                    <a:pt x="12603" y="67263"/>
                  </a:lnTo>
                  <a:lnTo>
                    <a:pt x="10655" y="72214"/>
                  </a:lnTo>
                  <a:lnTo>
                    <a:pt x="8864" y="77224"/>
                  </a:lnTo>
                  <a:lnTo>
                    <a:pt x="7235" y="82288"/>
                  </a:lnTo>
                  <a:lnTo>
                    <a:pt x="5767" y="87401"/>
                  </a:lnTo>
                  <a:lnTo>
                    <a:pt x="4463" y="92559"/>
                  </a:lnTo>
                  <a:lnTo>
                    <a:pt x="3323" y="97756"/>
                  </a:lnTo>
                  <a:lnTo>
                    <a:pt x="2350" y="102986"/>
                  </a:lnTo>
                  <a:lnTo>
                    <a:pt x="1543" y="108244"/>
                  </a:lnTo>
                  <a:lnTo>
                    <a:pt x="904" y="113526"/>
                  </a:lnTo>
                  <a:lnTo>
                    <a:pt x="434" y="118825"/>
                  </a:lnTo>
                  <a:lnTo>
                    <a:pt x="132" y="124136"/>
                  </a:lnTo>
                  <a:lnTo>
                    <a:pt x="0" y="129455"/>
                  </a:lnTo>
                  <a:lnTo>
                    <a:pt x="36" y="134775"/>
                  </a:lnTo>
                  <a:lnTo>
                    <a:pt x="242" y="140091"/>
                  </a:lnTo>
                  <a:lnTo>
                    <a:pt x="617" y="145397"/>
                  </a:lnTo>
                  <a:lnTo>
                    <a:pt x="1161" y="150689"/>
                  </a:lnTo>
                  <a:lnTo>
                    <a:pt x="1873" y="155962"/>
                  </a:lnTo>
                  <a:lnTo>
                    <a:pt x="2752" y="161208"/>
                  </a:lnTo>
                  <a:lnTo>
                    <a:pt x="3798" y="166425"/>
                  </a:lnTo>
                  <a:lnTo>
                    <a:pt x="5010" y="171605"/>
                  </a:lnTo>
                  <a:lnTo>
                    <a:pt x="6385" y="176744"/>
                  </a:lnTo>
                  <a:lnTo>
                    <a:pt x="7923" y="181837"/>
                  </a:lnTo>
                  <a:lnTo>
                    <a:pt x="9623" y="186878"/>
                  </a:lnTo>
                  <a:lnTo>
                    <a:pt x="11482" y="191863"/>
                  </a:lnTo>
                  <a:lnTo>
                    <a:pt x="13499" y="196785"/>
                  </a:lnTo>
                  <a:lnTo>
                    <a:pt x="15671" y="201642"/>
                  </a:lnTo>
                  <a:lnTo>
                    <a:pt x="17997" y="206426"/>
                  </a:lnTo>
                  <a:lnTo>
                    <a:pt x="20474" y="211134"/>
                  </a:lnTo>
                  <a:lnTo>
                    <a:pt x="23100" y="215761"/>
                  </a:lnTo>
                  <a:lnTo>
                    <a:pt x="25871" y="220303"/>
                  </a:lnTo>
                  <a:lnTo>
                    <a:pt x="28786" y="224753"/>
                  </a:lnTo>
                  <a:lnTo>
                    <a:pt x="31840" y="229109"/>
                  </a:lnTo>
                  <a:lnTo>
                    <a:pt x="35032" y="233365"/>
                  </a:lnTo>
                  <a:lnTo>
                    <a:pt x="38358" y="237518"/>
                  </a:lnTo>
                  <a:lnTo>
                    <a:pt x="41814" y="241562"/>
                  </a:lnTo>
                  <a:lnTo>
                    <a:pt x="45397" y="245495"/>
                  </a:lnTo>
                  <a:lnTo>
                    <a:pt x="49103" y="249311"/>
                  </a:lnTo>
                  <a:lnTo>
                    <a:pt x="52929" y="253008"/>
                  </a:lnTo>
                  <a:lnTo>
                    <a:pt x="56870" y="256581"/>
                  </a:lnTo>
                  <a:lnTo>
                    <a:pt x="60923" y="260027"/>
                  </a:lnTo>
                  <a:lnTo>
                    <a:pt x="65084" y="263342"/>
                  </a:lnTo>
                  <a:lnTo>
                    <a:pt x="69348" y="266523"/>
                  </a:lnTo>
                  <a:lnTo>
                    <a:pt x="73712" y="269567"/>
                  </a:lnTo>
                  <a:lnTo>
                    <a:pt x="78170" y="272470"/>
                  </a:lnTo>
                  <a:lnTo>
                    <a:pt x="82718" y="275230"/>
                  </a:lnTo>
                  <a:lnTo>
                    <a:pt x="87351" y="277844"/>
                  </a:lnTo>
                  <a:lnTo>
                    <a:pt x="92065" y="280309"/>
                  </a:lnTo>
                  <a:lnTo>
                    <a:pt x="96856" y="282623"/>
                  </a:lnTo>
                  <a:lnTo>
                    <a:pt x="101718" y="284784"/>
                  </a:lnTo>
                  <a:lnTo>
                    <a:pt x="106645" y="286788"/>
                  </a:lnTo>
                  <a:lnTo>
                    <a:pt x="111635" y="288635"/>
                  </a:lnTo>
                  <a:lnTo>
                    <a:pt x="116680" y="290322"/>
                  </a:lnTo>
                  <a:lnTo>
                    <a:pt x="121777" y="291847"/>
                  </a:lnTo>
                  <a:lnTo>
                    <a:pt x="126919" y="293210"/>
                  </a:lnTo>
                  <a:lnTo>
                    <a:pt x="132103" y="294408"/>
                  </a:lnTo>
                  <a:lnTo>
                    <a:pt x="137321" y="295441"/>
                  </a:lnTo>
                  <a:lnTo>
                    <a:pt x="142570" y="296307"/>
                  </a:lnTo>
                  <a:lnTo>
                    <a:pt x="147844" y="297006"/>
                  </a:lnTo>
                  <a:lnTo>
                    <a:pt x="153138" y="297537"/>
                  </a:lnTo>
                  <a:lnTo>
                    <a:pt x="158445" y="297898"/>
                  </a:lnTo>
                  <a:lnTo>
                    <a:pt x="163762" y="298091"/>
                  </a:lnTo>
                  <a:lnTo>
                    <a:pt x="169082" y="298115"/>
                  </a:lnTo>
                  <a:lnTo>
                    <a:pt x="174400" y="297969"/>
                  </a:lnTo>
                  <a:lnTo>
                    <a:pt x="179711" y="297654"/>
                  </a:lnTo>
                  <a:lnTo>
                    <a:pt x="185009" y="297170"/>
                  </a:lnTo>
                  <a:lnTo>
                    <a:pt x="190288" y="296518"/>
                  </a:lnTo>
                  <a:lnTo>
                    <a:pt x="195545" y="295698"/>
                  </a:lnTo>
                  <a:lnTo>
                    <a:pt x="200773" y="294712"/>
                  </a:lnTo>
                  <a:lnTo>
                    <a:pt x="205966" y="293559"/>
                  </a:lnTo>
                  <a:lnTo>
                    <a:pt x="211121" y="292242"/>
                  </a:lnTo>
                  <a:lnTo>
                    <a:pt x="216230" y="290762"/>
                  </a:lnTo>
                  <a:lnTo>
                    <a:pt x="221291" y="289119"/>
                  </a:lnTo>
                  <a:lnTo>
                    <a:pt x="226296" y="287317"/>
                  </a:lnTo>
                  <a:lnTo>
                    <a:pt x="231241" y="285356"/>
                  </a:lnTo>
                  <a:lnTo>
                    <a:pt x="236122" y="283238"/>
                  </a:lnTo>
                  <a:lnTo>
                    <a:pt x="240933" y="280967"/>
                  </a:lnTo>
                  <a:lnTo>
                    <a:pt x="245669" y="278544"/>
                  </a:lnTo>
                  <a:lnTo>
                    <a:pt x="250325" y="275971"/>
                  </a:lnTo>
                  <a:lnTo>
                    <a:pt x="254897" y="273251"/>
                  </a:lnTo>
                  <a:lnTo>
                    <a:pt x="259381" y="270387"/>
                  </a:lnTo>
                  <a:lnTo>
                    <a:pt x="263771" y="267382"/>
                  </a:lnTo>
                  <a:lnTo>
                    <a:pt x="268063" y="264239"/>
                  </a:lnTo>
                  <a:lnTo>
                    <a:pt x="272253" y="260960"/>
                  </a:lnTo>
                  <a:lnTo>
                    <a:pt x="276336" y="257550"/>
                  </a:lnTo>
                  <a:lnTo>
                    <a:pt x="280309" y="254012"/>
                  </a:lnTo>
                  <a:lnTo>
                    <a:pt x="284167" y="250350"/>
                  </a:lnTo>
                  <a:lnTo>
                    <a:pt x="287907" y="246566"/>
                  </a:lnTo>
                  <a:lnTo>
                    <a:pt x="291525" y="242665"/>
                  </a:lnTo>
                  <a:lnTo>
                    <a:pt x="295016" y="238651"/>
                  </a:lnTo>
                  <a:lnTo>
                    <a:pt x="298378" y="234528"/>
                  </a:lnTo>
                  <a:lnTo>
                    <a:pt x="301608" y="230300"/>
                  </a:lnTo>
                  <a:lnTo>
                    <a:pt x="304701" y="225972"/>
                  </a:lnTo>
                  <a:lnTo>
                    <a:pt x="307654" y="221547"/>
                  </a:lnTo>
                  <a:lnTo>
                    <a:pt x="310466" y="217031"/>
                  </a:lnTo>
                  <a:lnTo>
                    <a:pt x="313132" y="212427"/>
                  </a:lnTo>
                  <a:lnTo>
                    <a:pt x="315651" y="207741"/>
                  </a:lnTo>
                  <a:lnTo>
                    <a:pt x="318019" y="202977"/>
                  </a:lnTo>
                  <a:lnTo>
                    <a:pt x="320234" y="198140"/>
                  </a:lnTo>
                  <a:lnTo>
                    <a:pt x="322294" y="193235"/>
                  </a:lnTo>
                  <a:lnTo>
                    <a:pt x="324197" y="188267"/>
                  </a:lnTo>
                  <a:lnTo>
                    <a:pt x="325941" y="183241"/>
                  </a:lnTo>
                  <a:lnTo>
                    <a:pt x="327525" y="178162"/>
                  </a:lnTo>
                  <a:lnTo>
                    <a:pt x="328945" y="173036"/>
                  </a:lnTo>
                  <a:lnTo>
                    <a:pt x="330202" y="167866"/>
                  </a:lnTo>
                  <a:lnTo>
                    <a:pt x="331294" y="162660"/>
                  </a:lnTo>
                  <a:lnTo>
                    <a:pt x="332220" y="157421"/>
                  </a:lnTo>
                  <a:lnTo>
                    <a:pt x="332978" y="152155"/>
                  </a:lnTo>
                  <a:lnTo>
                    <a:pt x="333569" y="146868"/>
                  </a:lnTo>
                  <a:lnTo>
                    <a:pt x="333991" y="141565"/>
                  </a:lnTo>
                  <a:lnTo>
                    <a:pt x="334244" y="136251"/>
                  </a:lnTo>
                  <a:lnTo>
                    <a:pt x="334328" y="130931"/>
                  </a:lnTo>
                  <a:lnTo>
                    <a:pt x="334242" y="125612"/>
                  </a:lnTo>
                  <a:lnTo>
                    <a:pt x="333987" y="120298"/>
                  </a:lnTo>
                  <a:lnTo>
                    <a:pt x="333564" y="114995"/>
                  </a:lnTo>
                  <a:lnTo>
                    <a:pt x="167160" y="1309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166403" cy="167167"/>
            </a:xfrm>
            <a:custGeom>
              <a:avLst/>
              <a:pathLst>
                <a:path w="166403" h="167167">
                  <a:moveTo>
                    <a:pt x="166403" y="151204"/>
                  </a:moveTo>
                  <a:lnTo>
                    <a:pt x="165790" y="145758"/>
                  </a:lnTo>
                  <a:lnTo>
                    <a:pt x="165000" y="140336"/>
                  </a:lnTo>
                  <a:lnTo>
                    <a:pt x="164032" y="134942"/>
                  </a:lnTo>
                  <a:lnTo>
                    <a:pt x="162887" y="129583"/>
                  </a:lnTo>
                  <a:lnTo>
                    <a:pt x="161568" y="124265"/>
                  </a:lnTo>
                  <a:lnTo>
                    <a:pt x="160075" y="118992"/>
                  </a:lnTo>
                  <a:lnTo>
                    <a:pt x="158410" y="113772"/>
                  </a:lnTo>
                  <a:lnTo>
                    <a:pt x="156575" y="108609"/>
                  </a:lnTo>
                  <a:lnTo>
                    <a:pt x="154572" y="103508"/>
                  </a:lnTo>
                  <a:lnTo>
                    <a:pt x="152402" y="98476"/>
                  </a:lnTo>
                  <a:lnTo>
                    <a:pt x="150069" y="93518"/>
                  </a:lnTo>
                  <a:lnTo>
                    <a:pt x="147574" y="88639"/>
                  </a:lnTo>
                  <a:lnTo>
                    <a:pt x="144921" y="83844"/>
                  </a:lnTo>
                  <a:lnTo>
                    <a:pt x="142112" y="79139"/>
                  </a:lnTo>
                  <a:lnTo>
                    <a:pt x="139151" y="74529"/>
                  </a:lnTo>
                  <a:lnTo>
                    <a:pt x="136040" y="70018"/>
                  </a:lnTo>
                  <a:lnTo>
                    <a:pt x="132783" y="65611"/>
                  </a:lnTo>
                  <a:lnTo>
                    <a:pt x="129383" y="61314"/>
                  </a:lnTo>
                  <a:lnTo>
                    <a:pt x="125844" y="57130"/>
                  </a:lnTo>
                  <a:lnTo>
                    <a:pt x="122170" y="53065"/>
                  </a:lnTo>
                  <a:lnTo>
                    <a:pt x="118364" y="49122"/>
                  </a:lnTo>
                  <a:lnTo>
                    <a:pt x="114432" y="45306"/>
                  </a:lnTo>
                  <a:lnTo>
                    <a:pt x="110376" y="41621"/>
                  </a:lnTo>
                  <a:lnTo>
                    <a:pt x="106202" y="38070"/>
                  </a:lnTo>
                  <a:lnTo>
                    <a:pt x="101914" y="34659"/>
                  </a:lnTo>
                  <a:lnTo>
                    <a:pt x="97516" y="31390"/>
                  </a:lnTo>
                  <a:lnTo>
                    <a:pt x="93014" y="28267"/>
                  </a:lnTo>
                  <a:lnTo>
                    <a:pt x="88411" y="25293"/>
                  </a:lnTo>
                  <a:lnTo>
                    <a:pt x="83714" y="22471"/>
                  </a:lnTo>
                  <a:lnTo>
                    <a:pt x="78926" y="19805"/>
                  </a:lnTo>
                  <a:lnTo>
                    <a:pt x="74054" y="17297"/>
                  </a:lnTo>
                  <a:lnTo>
                    <a:pt x="69102" y="14951"/>
                  </a:lnTo>
                  <a:lnTo>
                    <a:pt x="64076" y="12768"/>
                  </a:lnTo>
                  <a:lnTo>
                    <a:pt x="58981" y="10750"/>
                  </a:lnTo>
                  <a:lnTo>
                    <a:pt x="53823" y="8901"/>
                  </a:lnTo>
                  <a:lnTo>
                    <a:pt x="48607" y="7222"/>
                  </a:lnTo>
                  <a:lnTo>
                    <a:pt x="43338" y="5715"/>
                  </a:lnTo>
                  <a:lnTo>
                    <a:pt x="38023" y="4381"/>
                  </a:lnTo>
                  <a:lnTo>
                    <a:pt x="32668" y="3223"/>
                  </a:lnTo>
                  <a:lnTo>
                    <a:pt x="27277" y="2240"/>
                  </a:lnTo>
                  <a:lnTo>
                    <a:pt x="21857" y="1435"/>
                  </a:lnTo>
                  <a:lnTo>
                    <a:pt x="16413" y="807"/>
                  </a:lnTo>
                  <a:lnTo>
                    <a:pt x="10952" y="359"/>
                  </a:lnTo>
                  <a:lnTo>
                    <a:pt x="5478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5768" y="3707720"/>
              <a:ext cx="163242" cy="167167"/>
            </a:xfrm>
            <a:custGeom>
              <a:avLst/>
              <a:pathLst>
                <a:path w="163242" h="167167">
                  <a:moveTo>
                    <a:pt x="163242" y="0"/>
                  </a:moveTo>
                  <a:lnTo>
                    <a:pt x="157855" y="86"/>
                  </a:lnTo>
                  <a:lnTo>
                    <a:pt x="152474" y="347"/>
                  </a:lnTo>
                  <a:lnTo>
                    <a:pt x="147104" y="780"/>
                  </a:lnTo>
                  <a:lnTo>
                    <a:pt x="141750" y="1387"/>
                  </a:lnTo>
                  <a:lnTo>
                    <a:pt x="136419" y="2165"/>
                  </a:lnTo>
                  <a:lnTo>
                    <a:pt x="131116" y="3116"/>
                  </a:lnTo>
                  <a:lnTo>
                    <a:pt x="125846" y="4236"/>
                  </a:lnTo>
                  <a:lnTo>
                    <a:pt x="120615" y="5526"/>
                  </a:lnTo>
                  <a:lnTo>
                    <a:pt x="115428" y="6983"/>
                  </a:lnTo>
                  <a:lnTo>
                    <a:pt x="110291" y="8607"/>
                  </a:lnTo>
                  <a:lnTo>
                    <a:pt x="105209" y="10396"/>
                  </a:lnTo>
                  <a:lnTo>
                    <a:pt x="100188" y="12347"/>
                  </a:lnTo>
                  <a:lnTo>
                    <a:pt x="95231" y="14460"/>
                  </a:lnTo>
                  <a:lnTo>
                    <a:pt x="90346" y="16731"/>
                  </a:lnTo>
                  <a:lnTo>
                    <a:pt x="85536" y="19158"/>
                  </a:lnTo>
                  <a:lnTo>
                    <a:pt x="80807" y="21739"/>
                  </a:lnTo>
                  <a:lnTo>
                    <a:pt x="76163" y="24471"/>
                  </a:lnTo>
                  <a:lnTo>
                    <a:pt x="71610" y="27351"/>
                  </a:lnTo>
                  <a:lnTo>
                    <a:pt x="67152" y="30377"/>
                  </a:lnTo>
                  <a:lnTo>
                    <a:pt x="62794" y="33544"/>
                  </a:lnTo>
                  <a:lnTo>
                    <a:pt x="58540" y="36850"/>
                  </a:lnTo>
                  <a:lnTo>
                    <a:pt x="54395" y="40292"/>
                  </a:lnTo>
                  <a:lnTo>
                    <a:pt x="50363" y="43866"/>
                  </a:lnTo>
                  <a:lnTo>
                    <a:pt x="46448" y="47567"/>
                  </a:lnTo>
                  <a:lnTo>
                    <a:pt x="42655" y="51393"/>
                  </a:lnTo>
                  <a:lnTo>
                    <a:pt x="38987" y="55339"/>
                  </a:lnTo>
                  <a:lnTo>
                    <a:pt x="35447" y="59401"/>
                  </a:lnTo>
                  <a:lnTo>
                    <a:pt x="32041" y="63575"/>
                  </a:lnTo>
                  <a:lnTo>
                    <a:pt x="28771" y="67857"/>
                  </a:lnTo>
                  <a:lnTo>
                    <a:pt x="25641" y="72242"/>
                  </a:lnTo>
                  <a:lnTo>
                    <a:pt x="22653" y="76725"/>
                  </a:lnTo>
                  <a:lnTo>
                    <a:pt x="19812" y="81303"/>
                  </a:lnTo>
                  <a:lnTo>
                    <a:pt x="17119" y="85969"/>
                  </a:lnTo>
                  <a:lnTo>
                    <a:pt x="14579" y="90720"/>
                  </a:lnTo>
                  <a:lnTo>
                    <a:pt x="12192" y="95551"/>
                  </a:lnTo>
                  <a:lnTo>
                    <a:pt x="9963" y="100455"/>
                  </a:lnTo>
                  <a:lnTo>
                    <a:pt x="7893" y="105430"/>
                  </a:lnTo>
                  <a:lnTo>
                    <a:pt x="5984" y="110468"/>
                  </a:lnTo>
                  <a:lnTo>
                    <a:pt x="4239" y="115565"/>
                  </a:lnTo>
                  <a:lnTo>
                    <a:pt x="2658" y="120715"/>
                  </a:lnTo>
                  <a:lnTo>
                    <a:pt x="1245" y="125914"/>
                  </a:lnTo>
                  <a:lnTo>
                    <a:pt x="0" y="131156"/>
                  </a:lnTo>
                  <a:lnTo>
                    <a:pt x="16324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46" y="3707731"/>
              <a:ext cx="334330" cy="334314"/>
            </a:xfrm>
            <a:custGeom>
              <a:avLst/>
              <a:pathLst>
                <a:path w="334330" h="334314">
                  <a:moveTo>
                    <a:pt x="3922" y="131146"/>
                  </a:moveTo>
                  <a:lnTo>
                    <a:pt x="2862" y="136343"/>
                  </a:lnTo>
                  <a:lnTo>
                    <a:pt x="1967" y="141571"/>
                  </a:lnTo>
                  <a:lnTo>
                    <a:pt x="1238" y="146825"/>
                  </a:lnTo>
                  <a:lnTo>
                    <a:pt x="677" y="152100"/>
                  </a:lnTo>
                  <a:lnTo>
                    <a:pt x="283" y="157389"/>
                  </a:lnTo>
                  <a:lnTo>
                    <a:pt x="57" y="162689"/>
                  </a:lnTo>
                  <a:lnTo>
                    <a:pt x="0" y="167993"/>
                  </a:lnTo>
                  <a:lnTo>
                    <a:pt x="110" y="173296"/>
                  </a:lnTo>
                  <a:lnTo>
                    <a:pt x="389" y="178593"/>
                  </a:lnTo>
                  <a:lnTo>
                    <a:pt x="836" y="183878"/>
                  </a:lnTo>
                  <a:lnTo>
                    <a:pt x="1450" y="189147"/>
                  </a:lnTo>
                  <a:lnTo>
                    <a:pt x="2231" y="194393"/>
                  </a:lnTo>
                  <a:lnTo>
                    <a:pt x="3178" y="199612"/>
                  </a:lnTo>
                  <a:lnTo>
                    <a:pt x="4291" y="204799"/>
                  </a:lnTo>
                  <a:lnTo>
                    <a:pt x="5567" y="209947"/>
                  </a:lnTo>
                  <a:lnTo>
                    <a:pt x="7006" y="215052"/>
                  </a:lnTo>
                  <a:lnTo>
                    <a:pt x="8606" y="220110"/>
                  </a:lnTo>
                  <a:lnTo>
                    <a:pt x="10366" y="225113"/>
                  </a:lnTo>
                  <a:lnTo>
                    <a:pt x="12283" y="230059"/>
                  </a:lnTo>
                  <a:lnTo>
                    <a:pt x="14357" y="234941"/>
                  </a:lnTo>
                  <a:lnTo>
                    <a:pt x="16584" y="239755"/>
                  </a:lnTo>
                  <a:lnTo>
                    <a:pt x="18964" y="244496"/>
                  </a:lnTo>
                  <a:lnTo>
                    <a:pt x="21492" y="249159"/>
                  </a:lnTo>
                  <a:lnTo>
                    <a:pt x="24167" y="253739"/>
                  </a:lnTo>
                  <a:lnTo>
                    <a:pt x="26986" y="258232"/>
                  </a:lnTo>
                  <a:lnTo>
                    <a:pt x="29946" y="262634"/>
                  </a:lnTo>
                  <a:lnTo>
                    <a:pt x="33044" y="266939"/>
                  </a:lnTo>
                  <a:lnTo>
                    <a:pt x="36277" y="271144"/>
                  </a:lnTo>
                  <a:lnTo>
                    <a:pt x="39642" y="275244"/>
                  </a:lnTo>
                  <a:lnTo>
                    <a:pt x="43136" y="279236"/>
                  </a:lnTo>
                  <a:lnTo>
                    <a:pt x="46754" y="283114"/>
                  </a:lnTo>
                  <a:lnTo>
                    <a:pt x="50493" y="286876"/>
                  </a:lnTo>
                  <a:lnTo>
                    <a:pt x="54350" y="290517"/>
                  </a:lnTo>
                  <a:lnTo>
                    <a:pt x="58321" y="294034"/>
                  </a:lnTo>
                  <a:lnTo>
                    <a:pt x="62401" y="297424"/>
                  </a:lnTo>
                  <a:lnTo>
                    <a:pt x="66587" y="300682"/>
                  </a:lnTo>
                  <a:lnTo>
                    <a:pt x="70874" y="303806"/>
                  </a:lnTo>
                  <a:lnTo>
                    <a:pt x="75258" y="306792"/>
                  </a:lnTo>
                  <a:lnTo>
                    <a:pt x="79734" y="309637"/>
                  </a:lnTo>
                  <a:lnTo>
                    <a:pt x="84298" y="312340"/>
                  </a:lnTo>
                  <a:lnTo>
                    <a:pt x="88946" y="314896"/>
                  </a:lnTo>
                  <a:lnTo>
                    <a:pt x="93673" y="317303"/>
                  </a:lnTo>
                  <a:lnTo>
                    <a:pt x="98473" y="319559"/>
                  </a:lnTo>
                  <a:lnTo>
                    <a:pt x="103343" y="321661"/>
                  </a:lnTo>
                  <a:lnTo>
                    <a:pt x="108277" y="323608"/>
                  </a:lnTo>
                  <a:lnTo>
                    <a:pt x="113270" y="325398"/>
                  </a:lnTo>
                  <a:lnTo>
                    <a:pt x="118318" y="327028"/>
                  </a:lnTo>
                  <a:lnTo>
                    <a:pt x="123415" y="328497"/>
                  </a:lnTo>
                  <a:lnTo>
                    <a:pt x="128555" y="329804"/>
                  </a:lnTo>
                  <a:lnTo>
                    <a:pt x="133735" y="330947"/>
                  </a:lnTo>
                  <a:lnTo>
                    <a:pt x="138948" y="331925"/>
                  </a:lnTo>
                  <a:lnTo>
                    <a:pt x="144190" y="332738"/>
                  </a:lnTo>
                  <a:lnTo>
                    <a:pt x="149455" y="333383"/>
                  </a:lnTo>
                  <a:lnTo>
                    <a:pt x="154738" y="333862"/>
                  </a:lnTo>
                  <a:lnTo>
                    <a:pt x="160033" y="334172"/>
                  </a:lnTo>
                  <a:lnTo>
                    <a:pt x="165335" y="334314"/>
                  </a:lnTo>
                  <a:lnTo>
                    <a:pt x="170639" y="334288"/>
                  </a:lnTo>
                  <a:lnTo>
                    <a:pt x="175940" y="334094"/>
                  </a:lnTo>
                  <a:lnTo>
                    <a:pt x="181232" y="333731"/>
                  </a:lnTo>
                  <a:lnTo>
                    <a:pt x="186510" y="333201"/>
                  </a:lnTo>
                  <a:lnTo>
                    <a:pt x="191768" y="332504"/>
                  </a:lnTo>
                  <a:lnTo>
                    <a:pt x="197001" y="331640"/>
                  </a:lnTo>
                  <a:lnTo>
                    <a:pt x="202205" y="330610"/>
                  </a:lnTo>
                  <a:lnTo>
                    <a:pt x="207373" y="329417"/>
                  </a:lnTo>
                  <a:lnTo>
                    <a:pt x="212500" y="328059"/>
                  </a:lnTo>
                  <a:lnTo>
                    <a:pt x="217583" y="326540"/>
                  </a:lnTo>
                  <a:lnTo>
                    <a:pt x="222614" y="324860"/>
                  </a:lnTo>
                  <a:lnTo>
                    <a:pt x="227589" y="323021"/>
                  </a:lnTo>
                  <a:lnTo>
                    <a:pt x="232504" y="321026"/>
                  </a:lnTo>
                  <a:lnTo>
                    <a:pt x="237353" y="318876"/>
                  </a:lnTo>
                  <a:lnTo>
                    <a:pt x="242131" y="316572"/>
                  </a:lnTo>
                  <a:lnTo>
                    <a:pt x="246833" y="314119"/>
                  </a:lnTo>
                  <a:lnTo>
                    <a:pt x="251456" y="311517"/>
                  </a:lnTo>
                  <a:lnTo>
                    <a:pt x="255993" y="308770"/>
                  </a:lnTo>
                  <a:lnTo>
                    <a:pt x="260442" y="305881"/>
                  </a:lnTo>
                  <a:lnTo>
                    <a:pt x="264796" y="302852"/>
                  </a:lnTo>
                  <a:lnTo>
                    <a:pt x="269052" y="299686"/>
                  </a:lnTo>
                  <a:lnTo>
                    <a:pt x="273205" y="296387"/>
                  </a:lnTo>
                  <a:lnTo>
                    <a:pt x="277252" y="292957"/>
                  </a:lnTo>
                  <a:lnTo>
                    <a:pt x="281188" y="289401"/>
                  </a:lnTo>
                  <a:lnTo>
                    <a:pt x="285009" y="285722"/>
                  </a:lnTo>
                  <a:lnTo>
                    <a:pt x="288711" y="281924"/>
                  </a:lnTo>
                  <a:lnTo>
                    <a:pt x="292291" y="278010"/>
                  </a:lnTo>
                  <a:lnTo>
                    <a:pt x="295745" y="273984"/>
                  </a:lnTo>
                  <a:lnTo>
                    <a:pt x="299069" y="269851"/>
                  </a:lnTo>
                  <a:lnTo>
                    <a:pt x="302261" y="265615"/>
                  </a:lnTo>
                  <a:lnTo>
                    <a:pt x="305317" y="261279"/>
                  </a:lnTo>
                  <a:lnTo>
                    <a:pt x="308233" y="256849"/>
                  </a:lnTo>
                  <a:lnTo>
                    <a:pt x="311008" y="252328"/>
                  </a:lnTo>
                  <a:lnTo>
                    <a:pt x="313638" y="247721"/>
                  </a:lnTo>
                  <a:lnTo>
                    <a:pt x="316120" y="243034"/>
                  </a:lnTo>
                  <a:lnTo>
                    <a:pt x="318452" y="238270"/>
                  </a:lnTo>
                  <a:lnTo>
                    <a:pt x="320632" y="233434"/>
                  </a:lnTo>
                  <a:lnTo>
                    <a:pt x="322658" y="228532"/>
                  </a:lnTo>
                  <a:lnTo>
                    <a:pt x="324527" y="223568"/>
                  </a:lnTo>
                  <a:lnTo>
                    <a:pt x="326237" y="218547"/>
                  </a:lnTo>
                  <a:lnTo>
                    <a:pt x="327788" y="213474"/>
                  </a:lnTo>
                  <a:lnTo>
                    <a:pt x="329176" y="208355"/>
                  </a:lnTo>
                  <a:lnTo>
                    <a:pt x="330402" y="203194"/>
                  </a:lnTo>
                  <a:lnTo>
                    <a:pt x="331463" y="197997"/>
                  </a:lnTo>
                  <a:lnTo>
                    <a:pt x="332359" y="192769"/>
                  </a:lnTo>
                  <a:lnTo>
                    <a:pt x="333088" y="187515"/>
                  </a:lnTo>
                  <a:lnTo>
                    <a:pt x="333650" y="182241"/>
                  </a:lnTo>
                  <a:lnTo>
                    <a:pt x="334045" y="176951"/>
                  </a:lnTo>
                  <a:lnTo>
                    <a:pt x="334272" y="171652"/>
                  </a:lnTo>
                  <a:lnTo>
                    <a:pt x="334330" y="166348"/>
                  </a:lnTo>
                  <a:lnTo>
                    <a:pt x="334221" y="161045"/>
                  </a:lnTo>
                  <a:lnTo>
                    <a:pt x="333943" y="155748"/>
                  </a:lnTo>
                  <a:lnTo>
                    <a:pt x="333497" y="150462"/>
                  </a:lnTo>
                  <a:lnTo>
                    <a:pt x="332883" y="145194"/>
                  </a:lnTo>
                  <a:lnTo>
                    <a:pt x="332103" y="139947"/>
                  </a:lnTo>
                  <a:lnTo>
                    <a:pt x="331157" y="134728"/>
                  </a:lnTo>
                  <a:lnTo>
                    <a:pt x="330045" y="129541"/>
                  </a:lnTo>
                  <a:lnTo>
                    <a:pt x="328770" y="124393"/>
                  </a:lnTo>
                  <a:lnTo>
                    <a:pt x="327332" y="119287"/>
                  </a:lnTo>
                  <a:lnTo>
                    <a:pt x="325732" y="114230"/>
                  </a:lnTo>
                  <a:lnTo>
                    <a:pt x="323973" y="109226"/>
                  </a:lnTo>
                  <a:lnTo>
                    <a:pt x="322057" y="104280"/>
                  </a:lnTo>
                  <a:lnTo>
                    <a:pt x="319984" y="99397"/>
                  </a:lnTo>
                  <a:lnTo>
                    <a:pt x="317757" y="94583"/>
                  </a:lnTo>
                  <a:lnTo>
                    <a:pt x="315379" y="89842"/>
                  </a:lnTo>
                  <a:lnTo>
                    <a:pt x="312851" y="85178"/>
                  </a:lnTo>
                  <a:lnTo>
                    <a:pt x="310177" y="80598"/>
                  </a:lnTo>
                  <a:lnTo>
                    <a:pt x="307359" y="76104"/>
                  </a:lnTo>
                  <a:lnTo>
                    <a:pt x="304400" y="71702"/>
                  </a:lnTo>
                  <a:lnTo>
                    <a:pt x="301302" y="67396"/>
                  </a:lnTo>
                  <a:lnTo>
                    <a:pt x="298069" y="63191"/>
                  </a:lnTo>
                  <a:lnTo>
                    <a:pt x="294705" y="59090"/>
                  </a:lnTo>
                  <a:lnTo>
                    <a:pt x="291212" y="55098"/>
                  </a:lnTo>
                  <a:lnTo>
                    <a:pt x="287595" y="51219"/>
                  </a:lnTo>
                  <a:lnTo>
                    <a:pt x="283856" y="47456"/>
                  </a:lnTo>
                  <a:lnTo>
                    <a:pt x="279999" y="43814"/>
                  </a:lnTo>
                  <a:lnTo>
                    <a:pt x="276029" y="40297"/>
                  </a:lnTo>
                  <a:lnTo>
                    <a:pt x="271950" y="36907"/>
                  </a:lnTo>
                  <a:lnTo>
                    <a:pt x="267765" y="33648"/>
                  </a:lnTo>
                  <a:lnTo>
                    <a:pt x="263478" y="30523"/>
                  </a:lnTo>
                  <a:lnTo>
                    <a:pt x="259095" y="27536"/>
                  </a:lnTo>
                  <a:lnTo>
                    <a:pt x="254619" y="24690"/>
                  </a:lnTo>
                  <a:lnTo>
                    <a:pt x="250055" y="21987"/>
                  </a:lnTo>
                  <a:lnTo>
                    <a:pt x="245408" y="19430"/>
                  </a:lnTo>
                  <a:lnTo>
                    <a:pt x="240682" y="17023"/>
                  </a:lnTo>
                  <a:lnTo>
                    <a:pt x="235881" y="14766"/>
                  </a:lnTo>
                  <a:lnTo>
                    <a:pt x="231012" y="12662"/>
                  </a:lnTo>
                  <a:lnTo>
                    <a:pt x="226078" y="10714"/>
                  </a:lnTo>
                  <a:lnTo>
                    <a:pt x="221085" y="8924"/>
                  </a:lnTo>
                  <a:lnTo>
                    <a:pt x="216038" y="7293"/>
                  </a:lnTo>
                  <a:lnTo>
                    <a:pt x="210941" y="5823"/>
                  </a:lnTo>
                  <a:lnTo>
                    <a:pt x="205801" y="4515"/>
                  </a:lnTo>
                  <a:lnTo>
                    <a:pt x="200621" y="3371"/>
                  </a:lnTo>
                  <a:lnTo>
                    <a:pt x="195408" y="2392"/>
                  </a:lnTo>
                  <a:lnTo>
                    <a:pt x="190167" y="1579"/>
                  </a:lnTo>
                  <a:lnTo>
                    <a:pt x="184902" y="933"/>
                  </a:lnTo>
                  <a:lnTo>
                    <a:pt x="179619" y="454"/>
                  </a:lnTo>
                  <a:lnTo>
                    <a:pt x="174324" y="143"/>
                  </a:lnTo>
                  <a:lnTo>
                    <a:pt x="169022" y="0"/>
                  </a:lnTo>
                  <a:lnTo>
                    <a:pt x="167165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1857" cy="167167"/>
            </a:xfrm>
            <a:custGeom>
              <a:avLst/>
              <a:pathLst>
                <a:path w="1857" h="167167">
                  <a:moveTo>
                    <a:pt x="1857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2025-06-06T07:19:37Z</dcterms:modified>
  <cp:category/>
</cp:coreProperties>
</file>