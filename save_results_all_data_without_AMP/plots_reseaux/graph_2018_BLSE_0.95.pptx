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7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27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24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70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9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9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8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2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77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4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4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319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48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17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76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9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8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9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4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73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7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018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60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0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448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2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4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7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4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3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4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9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67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27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1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9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14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27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44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74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74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1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65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01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06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4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029" y="2633064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4029" y="2773289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844" y="2648211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095" y="2126963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5095" y="2135714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05" y="2135714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5083" y="1681503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5083" y="1688588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75" y="1688588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96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34130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33726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8228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18228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6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041" y="94149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6041" y="97483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48" y="974832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53317" y="941493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1" y="1071028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8749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87473" y="1322571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87473" y="135672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3" y="135672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2176" y="1681503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2176" y="1718070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82014" y="1718070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6565" y="2126963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6565" y="2130609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0" y="2127954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600" y="263306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6195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1" y="3170392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22711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5275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0391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20351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25" y="4213821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57" y="4659281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4725" y="4826449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4725" y="4826449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1968" y="4659281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306" y="5018213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306" y="5018213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73" y="5018213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4" y="5269756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526" y="5269756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3622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3622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9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9" y="5399291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70197" y="5566459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70197" y="5566459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82171" y="5399291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46498" y="5269756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46498" y="5302048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08661" y="5302048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103" y="5269756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79123" y="5018213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79123" y="5097034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4868" y="5097034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7" y="4659281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14339" y="4826449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14339" y="4826449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07" y="4213821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18057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47" y="3707720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8278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2025-06-05T10:15:34Z</dcterms:modified>
  <cp:category/>
</cp:coreProperties>
</file>