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44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6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12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6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44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62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44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78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44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44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44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44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6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6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61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85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40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62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2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26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85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99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56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95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6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2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42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54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6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12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85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40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92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6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12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77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62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64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12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78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12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64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12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5072" y="3170392"/>
              <a:ext cx="58706" cy="167167"/>
            </a:xfrm>
            <a:custGeom>
              <a:avLst/>
              <a:pathLst>
                <a:path w="58706" h="167167">
                  <a:moveTo>
                    <a:pt x="58706" y="0"/>
                  </a:moveTo>
                  <a:lnTo>
                    <a:pt x="52709" y="107"/>
                  </a:lnTo>
                  <a:lnTo>
                    <a:pt x="46720" y="430"/>
                  </a:lnTo>
                  <a:lnTo>
                    <a:pt x="40745" y="967"/>
                  </a:lnTo>
                  <a:lnTo>
                    <a:pt x="34794" y="1719"/>
                  </a:lnTo>
                  <a:lnTo>
                    <a:pt x="28874" y="2683"/>
                  </a:lnTo>
                  <a:lnTo>
                    <a:pt x="22992" y="3859"/>
                  </a:lnTo>
                  <a:lnTo>
                    <a:pt x="17156" y="5246"/>
                  </a:lnTo>
                  <a:lnTo>
                    <a:pt x="11374" y="6840"/>
                  </a:lnTo>
                  <a:lnTo>
                    <a:pt x="5653" y="8642"/>
                  </a:lnTo>
                  <a:lnTo>
                    <a:pt x="0" y="10647"/>
                  </a:lnTo>
                  <a:lnTo>
                    <a:pt x="587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5072" y="3181040"/>
              <a:ext cx="58706" cy="156519"/>
            </a:xfrm>
            <a:custGeom>
              <a:avLst/>
              <a:pathLst>
                <a:path w="58706" h="156519">
                  <a:moveTo>
                    <a:pt x="0" y="0"/>
                  </a:moveTo>
                  <a:lnTo>
                    <a:pt x="58706" y="1565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816619" y="3170517"/>
              <a:ext cx="334312" cy="334209"/>
            </a:xfrm>
            <a:custGeom>
              <a:avLst/>
              <a:pathLst>
                <a:path w="334312" h="334209">
                  <a:moveTo>
                    <a:pt x="108452" y="10522"/>
                  </a:moveTo>
                  <a:lnTo>
                    <a:pt x="103530" y="12458"/>
                  </a:lnTo>
                  <a:lnTo>
                    <a:pt x="98671" y="14548"/>
                  </a:lnTo>
                  <a:lnTo>
                    <a:pt x="93881" y="16791"/>
                  </a:lnTo>
                  <a:lnTo>
                    <a:pt x="89164" y="19185"/>
                  </a:lnTo>
                  <a:lnTo>
                    <a:pt x="84525" y="21727"/>
                  </a:lnTo>
                  <a:lnTo>
                    <a:pt x="79969" y="24414"/>
                  </a:lnTo>
                  <a:lnTo>
                    <a:pt x="75500" y="27244"/>
                  </a:lnTo>
                  <a:lnTo>
                    <a:pt x="71123" y="30214"/>
                  </a:lnTo>
                  <a:lnTo>
                    <a:pt x="66842" y="33321"/>
                  </a:lnTo>
                  <a:lnTo>
                    <a:pt x="62662" y="36561"/>
                  </a:lnTo>
                  <a:lnTo>
                    <a:pt x="58586" y="39933"/>
                  </a:lnTo>
                  <a:lnTo>
                    <a:pt x="54619" y="43431"/>
                  </a:lnTo>
                  <a:lnTo>
                    <a:pt x="50764" y="47054"/>
                  </a:lnTo>
                  <a:lnTo>
                    <a:pt x="47026" y="50796"/>
                  </a:lnTo>
                  <a:lnTo>
                    <a:pt x="43409" y="54655"/>
                  </a:lnTo>
                  <a:lnTo>
                    <a:pt x="39915" y="58627"/>
                  </a:lnTo>
                  <a:lnTo>
                    <a:pt x="36549" y="62707"/>
                  </a:lnTo>
                  <a:lnTo>
                    <a:pt x="33313" y="66891"/>
                  </a:lnTo>
                  <a:lnTo>
                    <a:pt x="30211" y="71176"/>
                  </a:lnTo>
                  <a:lnTo>
                    <a:pt x="27247" y="75557"/>
                  </a:lnTo>
                  <a:lnTo>
                    <a:pt x="24423" y="80029"/>
                  </a:lnTo>
                  <a:lnTo>
                    <a:pt x="21741" y="84589"/>
                  </a:lnTo>
                  <a:lnTo>
                    <a:pt x="19205" y="89231"/>
                  </a:lnTo>
                  <a:lnTo>
                    <a:pt x="16818" y="93951"/>
                  </a:lnTo>
                  <a:lnTo>
                    <a:pt x="14580" y="98744"/>
                  </a:lnTo>
                  <a:lnTo>
                    <a:pt x="12496" y="103605"/>
                  </a:lnTo>
                  <a:lnTo>
                    <a:pt x="10566" y="108530"/>
                  </a:lnTo>
                  <a:lnTo>
                    <a:pt x="8794" y="113514"/>
                  </a:lnTo>
                  <a:lnTo>
                    <a:pt x="7179" y="118551"/>
                  </a:lnTo>
                  <a:lnTo>
                    <a:pt x="5725" y="123637"/>
                  </a:lnTo>
                  <a:lnTo>
                    <a:pt x="4433" y="128766"/>
                  </a:lnTo>
                  <a:lnTo>
                    <a:pt x="3303" y="133933"/>
                  </a:lnTo>
                  <a:lnTo>
                    <a:pt x="2338" y="139134"/>
                  </a:lnTo>
                  <a:lnTo>
                    <a:pt x="1537" y="144363"/>
                  </a:lnTo>
                  <a:lnTo>
                    <a:pt x="903" y="149614"/>
                  </a:lnTo>
                  <a:lnTo>
                    <a:pt x="435" y="154883"/>
                  </a:lnTo>
                  <a:lnTo>
                    <a:pt x="133" y="160164"/>
                  </a:lnTo>
                  <a:lnTo>
                    <a:pt x="0" y="165451"/>
                  </a:lnTo>
                  <a:lnTo>
                    <a:pt x="33" y="170741"/>
                  </a:lnTo>
                  <a:lnTo>
                    <a:pt x="234" y="176027"/>
                  </a:lnTo>
                  <a:lnTo>
                    <a:pt x="601" y="181303"/>
                  </a:lnTo>
                  <a:lnTo>
                    <a:pt x="1136" y="186566"/>
                  </a:lnTo>
                  <a:lnTo>
                    <a:pt x="1837" y="191809"/>
                  </a:lnTo>
                  <a:lnTo>
                    <a:pt x="2703" y="197027"/>
                  </a:lnTo>
                  <a:lnTo>
                    <a:pt x="3734" y="202215"/>
                  </a:lnTo>
                  <a:lnTo>
                    <a:pt x="4929" y="207367"/>
                  </a:lnTo>
                  <a:lnTo>
                    <a:pt x="6286" y="212480"/>
                  </a:lnTo>
                  <a:lnTo>
                    <a:pt x="7804" y="217547"/>
                  </a:lnTo>
                  <a:lnTo>
                    <a:pt x="9482" y="222563"/>
                  </a:lnTo>
                  <a:lnTo>
                    <a:pt x="11317" y="227524"/>
                  </a:lnTo>
                  <a:lnTo>
                    <a:pt x="13309" y="232424"/>
                  </a:lnTo>
                  <a:lnTo>
                    <a:pt x="15454" y="237259"/>
                  </a:lnTo>
                  <a:lnTo>
                    <a:pt x="17752" y="242024"/>
                  </a:lnTo>
                  <a:lnTo>
                    <a:pt x="20199" y="246713"/>
                  </a:lnTo>
                  <a:lnTo>
                    <a:pt x="22793" y="251323"/>
                  </a:lnTo>
                  <a:lnTo>
                    <a:pt x="25532" y="255848"/>
                  </a:lnTo>
                  <a:lnTo>
                    <a:pt x="28412" y="260284"/>
                  </a:lnTo>
                  <a:lnTo>
                    <a:pt x="31432" y="264627"/>
                  </a:lnTo>
                  <a:lnTo>
                    <a:pt x="34587" y="268873"/>
                  </a:lnTo>
                  <a:lnTo>
                    <a:pt x="37875" y="273016"/>
                  </a:lnTo>
                  <a:lnTo>
                    <a:pt x="41293" y="277053"/>
                  </a:lnTo>
                  <a:lnTo>
                    <a:pt x="44836" y="280980"/>
                  </a:lnTo>
                  <a:lnTo>
                    <a:pt x="48502" y="284793"/>
                  </a:lnTo>
                  <a:lnTo>
                    <a:pt x="52287" y="288489"/>
                  </a:lnTo>
                  <a:lnTo>
                    <a:pt x="56187" y="292062"/>
                  </a:lnTo>
                  <a:lnTo>
                    <a:pt x="60198" y="295510"/>
                  </a:lnTo>
                  <a:lnTo>
                    <a:pt x="64316" y="298830"/>
                  </a:lnTo>
                  <a:lnTo>
                    <a:pt x="68537" y="302018"/>
                  </a:lnTo>
                  <a:lnTo>
                    <a:pt x="72857" y="305071"/>
                  </a:lnTo>
                  <a:lnTo>
                    <a:pt x="77271" y="307985"/>
                  </a:lnTo>
                  <a:lnTo>
                    <a:pt x="81775" y="310758"/>
                  </a:lnTo>
                  <a:lnTo>
                    <a:pt x="86365" y="313388"/>
                  </a:lnTo>
                  <a:lnTo>
                    <a:pt x="91035" y="315871"/>
                  </a:lnTo>
                  <a:lnTo>
                    <a:pt x="95782" y="318205"/>
                  </a:lnTo>
                  <a:lnTo>
                    <a:pt x="100600" y="320387"/>
                  </a:lnTo>
                  <a:lnTo>
                    <a:pt x="105485" y="322416"/>
                  </a:lnTo>
                  <a:lnTo>
                    <a:pt x="110432" y="324290"/>
                  </a:lnTo>
                  <a:lnTo>
                    <a:pt x="115435" y="326006"/>
                  </a:lnTo>
                  <a:lnTo>
                    <a:pt x="120490" y="327563"/>
                  </a:lnTo>
                  <a:lnTo>
                    <a:pt x="125592" y="328959"/>
                  </a:lnTo>
                  <a:lnTo>
                    <a:pt x="130736" y="330193"/>
                  </a:lnTo>
                  <a:lnTo>
                    <a:pt x="135916" y="331264"/>
                  </a:lnTo>
                  <a:lnTo>
                    <a:pt x="141127" y="332170"/>
                  </a:lnTo>
                  <a:lnTo>
                    <a:pt x="146364" y="332911"/>
                  </a:lnTo>
                  <a:lnTo>
                    <a:pt x="151623" y="333486"/>
                  </a:lnTo>
                  <a:lnTo>
                    <a:pt x="156896" y="333894"/>
                  </a:lnTo>
                  <a:lnTo>
                    <a:pt x="162180" y="334135"/>
                  </a:lnTo>
                  <a:lnTo>
                    <a:pt x="167469" y="334209"/>
                  </a:lnTo>
                  <a:lnTo>
                    <a:pt x="172758" y="334115"/>
                  </a:lnTo>
                  <a:lnTo>
                    <a:pt x="178041" y="333855"/>
                  </a:lnTo>
                  <a:lnTo>
                    <a:pt x="183313" y="333427"/>
                  </a:lnTo>
                  <a:lnTo>
                    <a:pt x="188569" y="332833"/>
                  </a:lnTo>
                  <a:lnTo>
                    <a:pt x="193804" y="332072"/>
                  </a:lnTo>
                  <a:lnTo>
                    <a:pt x="199012" y="331147"/>
                  </a:lnTo>
                  <a:lnTo>
                    <a:pt x="204188" y="330057"/>
                  </a:lnTo>
                  <a:lnTo>
                    <a:pt x="209327" y="328804"/>
                  </a:lnTo>
                  <a:lnTo>
                    <a:pt x="214423" y="327389"/>
                  </a:lnTo>
                  <a:lnTo>
                    <a:pt x="219473" y="325813"/>
                  </a:lnTo>
                  <a:lnTo>
                    <a:pt x="224470" y="324078"/>
                  </a:lnTo>
                  <a:lnTo>
                    <a:pt x="229409" y="322187"/>
                  </a:lnTo>
                  <a:lnTo>
                    <a:pt x="234287" y="320139"/>
                  </a:lnTo>
                  <a:lnTo>
                    <a:pt x="239097" y="317939"/>
                  </a:lnTo>
                  <a:lnTo>
                    <a:pt x="243835" y="315588"/>
                  </a:lnTo>
                  <a:lnTo>
                    <a:pt x="248496" y="313087"/>
                  </a:lnTo>
                  <a:lnTo>
                    <a:pt x="253076" y="310441"/>
                  </a:lnTo>
                  <a:lnTo>
                    <a:pt x="257570" y="307651"/>
                  </a:lnTo>
                  <a:lnTo>
                    <a:pt x="261973" y="304720"/>
                  </a:lnTo>
                  <a:lnTo>
                    <a:pt x="266282" y="301651"/>
                  </a:lnTo>
                  <a:lnTo>
                    <a:pt x="270491" y="298448"/>
                  </a:lnTo>
                  <a:lnTo>
                    <a:pt x="274596" y="295113"/>
                  </a:lnTo>
                  <a:lnTo>
                    <a:pt x="278595" y="291650"/>
                  </a:lnTo>
                  <a:lnTo>
                    <a:pt x="282481" y="288062"/>
                  </a:lnTo>
                  <a:lnTo>
                    <a:pt x="286252" y="284353"/>
                  </a:lnTo>
                  <a:lnTo>
                    <a:pt x="289904" y="280526"/>
                  </a:lnTo>
                  <a:lnTo>
                    <a:pt x="293433" y="276586"/>
                  </a:lnTo>
                  <a:lnTo>
                    <a:pt x="296836" y="272536"/>
                  </a:lnTo>
                  <a:lnTo>
                    <a:pt x="300108" y="268381"/>
                  </a:lnTo>
                  <a:lnTo>
                    <a:pt x="303248" y="264124"/>
                  </a:lnTo>
                  <a:lnTo>
                    <a:pt x="306251" y="259769"/>
                  </a:lnTo>
                  <a:lnTo>
                    <a:pt x="309115" y="255322"/>
                  </a:lnTo>
                  <a:lnTo>
                    <a:pt x="311837" y="250787"/>
                  </a:lnTo>
                  <a:lnTo>
                    <a:pt x="314414" y="246168"/>
                  </a:lnTo>
                  <a:lnTo>
                    <a:pt x="316844" y="241469"/>
                  </a:lnTo>
                  <a:lnTo>
                    <a:pt x="319124" y="236696"/>
                  </a:lnTo>
                  <a:lnTo>
                    <a:pt x="321251" y="231854"/>
                  </a:lnTo>
                  <a:lnTo>
                    <a:pt x="323225" y="226946"/>
                  </a:lnTo>
                  <a:lnTo>
                    <a:pt x="325042" y="221978"/>
                  </a:lnTo>
                  <a:lnTo>
                    <a:pt x="326701" y="216956"/>
                  </a:lnTo>
                  <a:lnTo>
                    <a:pt x="328200" y="211883"/>
                  </a:lnTo>
                  <a:lnTo>
                    <a:pt x="329538" y="206766"/>
                  </a:lnTo>
                  <a:lnTo>
                    <a:pt x="330714" y="201609"/>
                  </a:lnTo>
                  <a:lnTo>
                    <a:pt x="331726" y="196417"/>
                  </a:lnTo>
                  <a:lnTo>
                    <a:pt x="332573" y="191195"/>
                  </a:lnTo>
                  <a:lnTo>
                    <a:pt x="333254" y="185950"/>
                  </a:lnTo>
                  <a:lnTo>
                    <a:pt x="333769" y="180686"/>
                  </a:lnTo>
                  <a:lnTo>
                    <a:pt x="334117" y="175408"/>
                  </a:lnTo>
                  <a:lnTo>
                    <a:pt x="334298" y="170121"/>
                  </a:lnTo>
                  <a:lnTo>
                    <a:pt x="334312" y="164832"/>
                  </a:lnTo>
                  <a:lnTo>
                    <a:pt x="334159" y="159544"/>
                  </a:lnTo>
                  <a:lnTo>
                    <a:pt x="333838" y="154265"/>
                  </a:lnTo>
                  <a:lnTo>
                    <a:pt x="333350" y="148998"/>
                  </a:lnTo>
                  <a:lnTo>
                    <a:pt x="332696" y="143749"/>
                  </a:lnTo>
                  <a:lnTo>
                    <a:pt x="331876" y="138523"/>
                  </a:lnTo>
                  <a:lnTo>
                    <a:pt x="330892" y="133326"/>
                  </a:lnTo>
                  <a:lnTo>
                    <a:pt x="329743" y="128163"/>
                  </a:lnTo>
                  <a:lnTo>
                    <a:pt x="328431" y="123039"/>
                  </a:lnTo>
                  <a:lnTo>
                    <a:pt x="326959" y="117958"/>
                  </a:lnTo>
                  <a:lnTo>
                    <a:pt x="325326" y="112927"/>
                  </a:lnTo>
                  <a:lnTo>
                    <a:pt x="323534" y="107950"/>
                  </a:lnTo>
                  <a:lnTo>
                    <a:pt x="321587" y="103032"/>
                  </a:lnTo>
                  <a:lnTo>
                    <a:pt x="319484" y="98179"/>
                  </a:lnTo>
                  <a:lnTo>
                    <a:pt x="317229" y="93394"/>
                  </a:lnTo>
                  <a:lnTo>
                    <a:pt x="314824" y="88683"/>
                  </a:lnTo>
                  <a:lnTo>
                    <a:pt x="312271" y="84050"/>
                  </a:lnTo>
                  <a:lnTo>
                    <a:pt x="309573" y="79501"/>
                  </a:lnTo>
                  <a:lnTo>
                    <a:pt x="306732" y="75039"/>
                  </a:lnTo>
                  <a:lnTo>
                    <a:pt x="303751" y="70669"/>
                  </a:lnTo>
                  <a:lnTo>
                    <a:pt x="300634" y="66396"/>
                  </a:lnTo>
                  <a:lnTo>
                    <a:pt x="297383" y="62223"/>
                  </a:lnTo>
                  <a:lnTo>
                    <a:pt x="294001" y="58156"/>
                  </a:lnTo>
                  <a:lnTo>
                    <a:pt x="290493" y="54197"/>
                  </a:lnTo>
                  <a:lnTo>
                    <a:pt x="286861" y="50352"/>
                  </a:lnTo>
                  <a:lnTo>
                    <a:pt x="283109" y="46623"/>
                  </a:lnTo>
                  <a:lnTo>
                    <a:pt x="279241" y="43015"/>
                  </a:lnTo>
                  <a:lnTo>
                    <a:pt x="275261" y="39531"/>
                  </a:lnTo>
                  <a:lnTo>
                    <a:pt x="271173" y="36175"/>
                  </a:lnTo>
                  <a:lnTo>
                    <a:pt x="266980" y="32950"/>
                  </a:lnTo>
                  <a:lnTo>
                    <a:pt x="262688" y="29859"/>
                  </a:lnTo>
                  <a:lnTo>
                    <a:pt x="258300" y="26905"/>
                  </a:lnTo>
                  <a:lnTo>
                    <a:pt x="253821" y="24092"/>
                  </a:lnTo>
                  <a:lnTo>
                    <a:pt x="249255" y="21421"/>
                  </a:lnTo>
                  <a:lnTo>
                    <a:pt x="244606" y="18897"/>
                  </a:lnTo>
                  <a:lnTo>
                    <a:pt x="239881" y="16521"/>
                  </a:lnTo>
                  <a:lnTo>
                    <a:pt x="235082" y="14295"/>
                  </a:lnTo>
                  <a:lnTo>
                    <a:pt x="230215" y="12223"/>
                  </a:lnTo>
                  <a:lnTo>
                    <a:pt x="225286" y="10305"/>
                  </a:lnTo>
                  <a:lnTo>
                    <a:pt x="220298" y="8545"/>
                  </a:lnTo>
                  <a:lnTo>
                    <a:pt x="215257" y="6943"/>
                  </a:lnTo>
                  <a:lnTo>
                    <a:pt x="210167" y="5501"/>
                  </a:lnTo>
                  <a:lnTo>
                    <a:pt x="205035" y="4222"/>
                  </a:lnTo>
                  <a:lnTo>
                    <a:pt x="199865" y="3105"/>
                  </a:lnTo>
                  <a:lnTo>
                    <a:pt x="194662" y="2152"/>
                  </a:lnTo>
                  <a:lnTo>
                    <a:pt x="189431" y="1365"/>
                  </a:lnTo>
                  <a:lnTo>
                    <a:pt x="184178" y="743"/>
                  </a:lnTo>
                  <a:lnTo>
                    <a:pt x="178908" y="288"/>
                  </a:lnTo>
                  <a:lnTo>
                    <a:pt x="173627" y="0"/>
                  </a:lnTo>
                  <a:lnTo>
                    <a:pt x="167159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83779" y="3170392"/>
              <a:ext cx="6467" cy="167167"/>
            </a:xfrm>
            <a:custGeom>
              <a:avLst/>
              <a:pathLst>
                <a:path w="6467" h="167167">
                  <a:moveTo>
                    <a:pt x="6467" y="1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1846" y="2633064"/>
              <a:ext cx="167164" cy="200176"/>
            </a:xfrm>
            <a:custGeom>
              <a:avLst/>
              <a:pathLst>
                <a:path w="167164" h="200176">
                  <a:moveTo>
                    <a:pt x="167164" y="0"/>
                  </a:moveTo>
                  <a:lnTo>
                    <a:pt x="161787" y="86"/>
                  </a:lnTo>
                  <a:lnTo>
                    <a:pt x="156415" y="345"/>
                  </a:lnTo>
                  <a:lnTo>
                    <a:pt x="151054" y="778"/>
                  </a:lnTo>
                  <a:lnTo>
                    <a:pt x="145710" y="1382"/>
                  </a:lnTo>
                  <a:lnTo>
                    <a:pt x="140388" y="2158"/>
                  </a:lnTo>
                  <a:lnTo>
                    <a:pt x="135094" y="3105"/>
                  </a:lnTo>
                  <a:lnTo>
                    <a:pt x="129833" y="4221"/>
                  </a:lnTo>
                  <a:lnTo>
                    <a:pt x="124610" y="5506"/>
                  </a:lnTo>
                  <a:lnTo>
                    <a:pt x="119432" y="6959"/>
                  </a:lnTo>
                  <a:lnTo>
                    <a:pt x="114303" y="8577"/>
                  </a:lnTo>
                  <a:lnTo>
                    <a:pt x="109229" y="10360"/>
                  </a:lnTo>
                  <a:lnTo>
                    <a:pt x="104215" y="12305"/>
                  </a:lnTo>
                  <a:lnTo>
                    <a:pt x="99266" y="14410"/>
                  </a:lnTo>
                  <a:lnTo>
                    <a:pt x="94387" y="16673"/>
                  </a:lnTo>
                  <a:lnTo>
                    <a:pt x="89583" y="19092"/>
                  </a:lnTo>
                  <a:lnTo>
                    <a:pt x="84860" y="21664"/>
                  </a:lnTo>
                  <a:lnTo>
                    <a:pt x="80222" y="24387"/>
                  </a:lnTo>
                  <a:lnTo>
                    <a:pt x="75674" y="27258"/>
                  </a:lnTo>
                  <a:lnTo>
                    <a:pt x="71221" y="30273"/>
                  </a:lnTo>
                  <a:lnTo>
                    <a:pt x="66867" y="33431"/>
                  </a:lnTo>
                  <a:lnTo>
                    <a:pt x="62617" y="36726"/>
                  </a:lnTo>
                  <a:lnTo>
                    <a:pt x="58475" y="40157"/>
                  </a:lnTo>
                  <a:lnTo>
                    <a:pt x="54445" y="43719"/>
                  </a:lnTo>
                  <a:lnTo>
                    <a:pt x="50532" y="47409"/>
                  </a:lnTo>
                  <a:lnTo>
                    <a:pt x="46740" y="51223"/>
                  </a:lnTo>
                  <a:lnTo>
                    <a:pt x="43073" y="55157"/>
                  </a:lnTo>
                  <a:lnTo>
                    <a:pt x="39534" y="59206"/>
                  </a:lnTo>
                  <a:lnTo>
                    <a:pt x="36127" y="63368"/>
                  </a:lnTo>
                  <a:lnTo>
                    <a:pt x="32856" y="67637"/>
                  </a:lnTo>
                  <a:lnTo>
                    <a:pt x="29724" y="72009"/>
                  </a:lnTo>
                  <a:lnTo>
                    <a:pt x="26734" y="76479"/>
                  </a:lnTo>
                  <a:lnTo>
                    <a:pt x="23889" y="81044"/>
                  </a:lnTo>
                  <a:lnTo>
                    <a:pt x="21193" y="85697"/>
                  </a:lnTo>
                  <a:lnTo>
                    <a:pt x="18648" y="90435"/>
                  </a:lnTo>
                  <a:lnTo>
                    <a:pt x="16256" y="95252"/>
                  </a:lnTo>
                  <a:lnTo>
                    <a:pt x="14021" y="100144"/>
                  </a:lnTo>
                  <a:lnTo>
                    <a:pt x="11944" y="105105"/>
                  </a:lnTo>
                  <a:lnTo>
                    <a:pt x="10028" y="110130"/>
                  </a:lnTo>
                  <a:lnTo>
                    <a:pt x="8275" y="115215"/>
                  </a:lnTo>
                  <a:lnTo>
                    <a:pt x="6686" y="120353"/>
                  </a:lnTo>
                  <a:lnTo>
                    <a:pt x="5263" y="125539"/>
                  </a:lnTo>
                  <a:lnTo>
                    <a:pt x="4007" y="130769"/>
                  </a:lnTo>
                  <a:lnTo>
                    <a:pt x="2921" y="136036"/>
                  </a:lnTo>
                  <a:lnTo>
                    <a:pt x="2005" y="141336"/>
                  </a:lnTo>
                  <a:lnTo>
                    <a:pt x="1259" y="146662"/>
                  </a:lnTo>
                  <a:lnTo>
                    <a:pt x="685" y="152009"/>
                  </a:lnTo>
                  <a:lnTo>
                    <a:pt x="284" y="157373"/>
                  </a:lnTo>
                  <a:lnTo>
                    <a:pt x="55" y="162746"/>
                  </a:lnTo>
                  <a:lnTo>
                    <a:pt x="0" y="168124"/>
                  </a:lnTo>
                  <a:lnTo>
                    <a:pt x="117" y="173501"/>
                  </a:lnTo>
                  <a:lnTo>
                    <a:pt x="407" y="178871"/>
                  </a:lnTo>
                  <a:lnTo>
                    <a:pt x="870" y="184229"/>
                  </a:lnTo>
                  <a:lnTo>
                    <a:pt x="1505" y="189570"/>
                  </a:lnTo>
                  <a:lnTo>
                    <a:pt x="2311" y="194887"/>
                  </a:lnTo>
                  <a:lnTo>
                    <a:pt x="3288" y="20017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5135" y="2800231"/>
              <a:ext cx="163876" cy="33009"/>
            </a:xfrm>
            <a:custGeom>
              <a:avLst/>
              <a:pathLst>
                <a:path w="163876" h="33009">
                  <a:moveTo>
                    <a:pt x="0" y="33009"/>
                  </a:moveTo>
                  <a:lnTo>
                    <a:pt x="16387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5135" y="2646792"/>
              <a:ext cx="331025" cy="320606"/>
            </a:xfrm>
            <a:custGeom>
              <a:avLst/>
              <a:pathLst>
                <a:path w="331025" h="320606">
                  <a:moveTo>
                    <a:pt x="0" y="186448"/>
                  </a:moveTo>
                  <a:lnTo>
                    <a:pt x="1133" y="191646"/>
                  </a:lnTo>
                  <a:lnTo>
                    <a:pt x="2431" y="196805"/>
                  </a:lnTo>
                  <a:lnTo>
                    <a:pt x="3893" y="201921"/>
                  </a:lnTo>
                  <a:lnTo>
                    <a:pt x="5516" y="206987"/>
                  </a:lnTo>
                  <a:lnTo>
                    <a:pt x="7301" y="211999"/>
                  </a:lnTo>
                  <a:lnTo>
                    <a:pt x="9243" y="216952"/>
                  </a:lnTo>
                  <a:lnTo>
                    <a:pt x="11343" y="221840"/>
                  </a:lnTo>
                  <a:lnTo>
                    <a:pt x="13596" y="226659"/>
                  </a:lnTo>
                  <a:lnTo>
                    <a:pt x="16002" y="231404"/>
                  </a:lnTo>
                  <a:lnTo>
                    <a:pt x="18558" y="236070"/>
                  </a:lnTo>
                  <a:lnTo>
                    <a:pt x="21261" y="240652"/>
                  </a:lnTo>
                  <a:lnTo>
                    <a:pt x="24108" y="245146"/>
                  </a:lnTo>
                  <a:lnTo>
                    <a:pt x="27097" y="249547"/>
                  </a:lnTo>
                  <a:lnTo>
                    <a:pt x="30225" y="253850"/>
                  </a:lnTo>
                  <a:lnTo>
                    <a:pt x="33488" y="258052"/>
                  </a:lnTo>
                  <a:lnTo>
                    <a:pt x="36882" y="262148"/>
                  </a:lnTo>
                  <a:lnTo>
                    <a:pt x="40406" y="266134"/>
                  </a:lnTo>
                  <a:lnTo>
                    <a:pt x="44054" y="270006"/>
                  </a:lnTo>
                  <a:lnTo>
                    <a:pt x="47824" y="273760"/>
                  </a:lnTo>
                  <a:lnTo>
                    <a:pt x="51712" y="277392"/>
                  </a:lnTo>
                  <a:lnTo>
                    <a:pt x="55713" y="280898"/>
                  </a:lnTo>
                  <a:lnTo>
                    <a:pt x="59823" y="284275"/>
                  </a:lnTo>
                  <a:lnTo>
                    <a:pt x="64039" y="287520"/>
                  </a:lnTo>
                  <a:lnTo>
                    <a:pt x="68356" y="290629"/>
                  </a:lnTo>
                  <a:lnTo>
                    <a:pt x="72770" y="293599"/>
                  </a:lnTo>
                  <a:lnTo>
                    <a:pt x="77276" y="296427"/>
                  </a:lnTo>
                  <a:lnTo>
                    <a:pt x="81870" y="299110"/>
                  </a:lnTo>
                  <a:lnTo>
                    <a:pt x="86547" y="301646"/>
                  </a:lnTo>
                  <a:lnTo>
                    <a:pt x="91302" y="304032"/>
                  </a:lnTo>
                  <a:lnTo>
                    <a:pt x="96131" y="306265"/>
                  </a:lnTo>
                  <a:lnTo>
                    <a:pt x="101028" y="308343"/>
                  </a:lnTo>
                  <a:lnTo>
                    <a:pt x="105989" y="310264"/>
                  </a:lnTo>
                  <a:lnTo>
                    <a:pt x="111008" y="312027"/>
                  </a:lnTo>
                  <a:lnTo>
                    <a:pt x="116082" y="313629"/>
                  </a:lnTo>
                  <a:lnTo>
                    <a:pt x="121203" y="315068"/>
                  </a:lnTo>
                  <a:lnTo>
                    <a:pt x="126368" y="316344"/>
                  </a:lnTo>
                  <a:lnTo>
                    <a:pt x="131570" y="317455"/>
                  </a:lnTo>
                  <a:lnTo>
                    <a:pt x="136806" y="318400"/>
                  </a:lnTo>
                  <a:lnTo>
                    <a:pt x="142069" y="319178"/>
                  </a:lnTo>
                  <a:lnTo>
                    <a:pt x="147354" y="319788"/>
                  </a:lnTo>
                  <a:lnTo>
                    <a:pt x="152655" y="320230"/>
                  </a:lnTo>
                  <a:lnTo>
                    <a:pt x="157968" y="320502"/>
                  </a:lnTo>
                  <a:lnTo>
                    <a:pt x="163287" y="320606"/>
                  </a:lnTo>
                  <a:lnTo>
                    <a:pt x="168607" y="320540"/>
                  </a:lnTo>
                  <a:lnTo>
                    <a:pt x="173922" y="320304"/>
                  </a:lnTo>
                  <a:lnTo>
                    <a:pt x="179226" y="319900"/>
                  </a:lnTo>
                  <a:lnTo>
                    <a:pt x="184516" y="319328"/>
                  </a:lnTo>
                  <a:lnTo>
                    <a:pt x="189784" y="318587"/>
                  </a:lnTo>
                  <a:lnTo>
                    <a:pt x="195026" y="317679"/>
                  </a:lnTo>
                  <a:lnTo>
                    <a:pt x="200236" y="316604"/>
                  </a:lnTo>
                  <a:lnTo>
                    <a:pt x="205410" y="315365"/>
                  </a:lnTo>
                  <a:lnTo>
                    <a:pt x="210541" y="313961"/>
                  </a:lnTo>
                  <a:lnTo>
                    <a:pt x="215625" y="312395"/>
                  </a:lnTo>
                  <a:lnTo>
                    <a:pt x="220657" y="310668"/>
                  </a:lnTo>
                  <a:lnTo>
                    <a:pt x="225632" y="308781"/>
                  </a:lnTo>
                  <a:lnTo>
                    <a:pt x="230543" y="306737"/>
                  </a:lnTo>
                  <a:lnTo>
                    <a:pt x="235388" y="304538"/>
                  </a:lnTo>
                  <a:lnTo>
                    <a:pt x="240159" y="302186"/>
                  </a:lnTo>
                  <a:lnTo>
                    <a:pt x="244854" y="299684"/>
                  </a:lnTo>
                  <a:lnTo>
                    <a:pt x="249467" y="297033"/>
                  </a:lnTo>
                  <a:lnTo>
                    <a:pt x="253992" y="294237"/>
                  </a:lnTo>
                  <a:lnTo>
                    <a:pt x="258427" y="291298"/>
                  </a:lnTo>
                  <a:lnTo>
                    <a:pt x="262766" y="288219"/>
                  </a:lnTo>
                  <a:lnTo>
                    <a:pt x="267005" y="285004"/>
                  </a:lnTo>
                  <a:lnTo>
                    <a:pt x="271139" y="281656"/>
                  </a:lnTo>
                  <a:lnTo>
                    <a:pt x="275164" y="278178"/>
                  </a:lnTo>
                  <a:lnTo>
                    <a:pt x="279077" y="274573"/>
                  </a:lnTo>
                  <a:lnTo>
                    <a:pt x="282873" y="270846"/>
                  </a:lnTo>
                  <a:lnTo>
                    <a:pt x="286549" y="267000"/>
                  </a:lnTo>
                  <a:lnTo>
                    <a:pt x="290101" y="263039"/>
                  </a:lnTo>
                  <a:lnTo>
                    <a:pt x="293524" y="258967"/>
                  </a:lnTo>
                  <a:lnTo>
                    <a:pt x="296817" y="254788"/>
                  </a:lnTo>
                  <a:lnTo>
                    <a:pt x="299974" y="250507"/>
                  </a:lnTo>
                  <a:lnTo>
                    <a:pt x="302994" y="246127"/>
                  </a:lnTo>
                  <a:lnTo>
                    <a:pt x="305873" y="241653"/>
                  </a:lnTo>
                  <a:lnTo>
                    <a:pt x="308608" y="237090"/>
                  </a:lnTo>
                  <a:lnTo>
                    <a:pt x="311197" y="232442"/>
                  </a:lnTo>
                  <a:lnTo>
                    <a:pt x="313636" y="227714"/>
                  </a:lnTo>
                  <a:lnTo>
                    <a:pt x="315923" y="222911"/>
                  </a:lnTo>
                  <a:lnTo>
                    <a:pt x="318057" y="218038"/>
                  </a:lnTo>
                  <a:lnTo>
                    <a:pt x="320035" y="213099"/>
                  </a:lnTo>
                  <a:lnTo>
                    <a:pt x="321854" y="208100"/>
                  </a:lnTo>
                  <a:lnTo>
                    <a:pt x="323513" y="203045"/>
                  </a:lnTo>
                  <a:lnTo>
                    <a:pt x="325011" y="197940"/>
                  </a:lnTo>
                  <a:lnTo>
                    <a:pt x="326345" y="192790"/>
                  </a:lnTo>
                  <a:lnTo>
                    <a:pt x="327515" y="187601"/>
                  </a:lnTo>
                  <a:lnTo>
                    <a:pt x="328519" y="182376"/>
                  </a:lnTo>
                  <a:lnTo>
                    <a:pt x="329357" y="177123"/>
                  </a:lnTo>
                  <a:lnTo>
                    <a:pt x="330027" y="171845"/>
                  </a:lnTo>
                  <a:lnTo>
                    <a:pt x="330528" y="166549"/>
                  </a:lnTo>
                  <a:lnTo>
                    <a:pt x="330861" y="161239"/>
                  </a:lnTo>
                  <a:lnTo>
                    <a:pt x="331025" y="155921"/>
                  </a:lnTo>
                  <a:lnTo>
                    <a:pt x="331019" y="150601"/>
                  </a:lnTo>
                  <a:lnTo>
                    <a:pt x="330844" y="145284"/>
                  </a:lnTo>
                  <a:lnTo>
                    <a:pt x="330500" y="139975"/>
                  </a:lnTo>
                  <a:lnTo>
                    <a:pt x="329987" y="134680"/>
                  </a:lnTo>
                  <a:lnTo>
                    <a:pt x="329306" y="129404"/>
                  </a:lnTo>
                  <a:lnTo>
                    <a:pt x="328457" y="124152"/>
                  </a:lnTo>
                  <a:lnTo>
                    <a:pt x="327442" y="118930"/>
                  </a:lnTo>
                  <a:lnTo>
                    <a:pt x="326261" y="113742"/>
                  </a:lnTo>
                  <a:lnTo>
                    <a:pt x="324916" y="108595"/>
                  </a:lnTo>
                  <a:lnTo>
                    <a:pt x="323407" y="103494"/>
                  </a:lnTo>
                  <a:lnTo>
                    <a:pt x="321737" y="98443"/>
                  </a:lnTo>
                  <a:lnTo>
                    <a:pt x="319907" y="93447"/>
                  </a:lnTo>
                  <a:lnTo>
                    <a:pt x="317919" y="88513"/>
                  </a:lnTo>
                  <a:lnTo>
                    <a:pt x="315775" y="83644"/>
                  </a:lnTo>
                  <a:lnTo>
                    <a:pt x="313477" y="78846"/>
                  </a:lnTo>
                  <a:lnTo>
                    <a:pt x="311028" y="74123"/>
                  </a:lnTo>
                  <a:lnTo>
                    <a:pt x="308430" y="69481"/>
                  </a:lnTo>
                  <a:lnTo>
                    <a:pt x="305685" y="64923"/>
                  </a:lnTo>
                  <a:lnTo>
                    <a:pt x="302797" y="60456"/>
                  </a:lnTo>
                  <a:lnTo>
                    <a:pt x="299767" y="56082"/>
                  </a:lnTo>
                  <a:lnTo>
                    <a:pt x="296601" y="51808"/>
                  </a:lnTo>
                  <a:lnTo>
                    <a:pt x="293299" y="47636"/>
                  </a:lnTo>
                  <a:lnTo>
                    <a:pt x="289867" y="43571"/>
                  </a:lnTo>
                  <a:lnTo>
                    <a:pt x="286307" y="39617"/>
                  </a:lnTo>
                  <a:lnTo>
                    <a:pt x="282623" y="35779"/>
                  </a:lnTo>
                  <a:lnTo>
                    <a:pt x="278819" y="32060"/>
                  </a:lnTo>
                  <a:lnTo>
                    <a:pt x="274899" y="28464"/>
                  </a:lnTo>
                  <a:lnTo>
                    <a:pt x="270866" y="24995"/>
                  </a:lnTo>
                  <a:lnTo>
                    <a:pt x="266724" y="21655"/>
                  </a:lnTo>
                  <a:lnTo>
                    <a:pt x="262479" y="18449"/>
                  </a:lnTo>
                  <a:lnTo>
                    <a:pt x="258134" y="15380"/>
                  </a:lnTo>
                  <a:lnTo>
                    <a:pt x="253693" y="12450"/>
                  </a:lnTo>
                  <a:lnTo>
                    <a:pt x="249161" y="9664"/>
                  </a:lnTo>
                  <a:lnTo>
                    <a:pt x="244543" y="7023"/>
                  </a:lnTo>
                  <a:lnTo>
                    <a:pt x="239843" y="4530"/>
                  </a:lnTo>
                  <a:lnTo>
                    <a:pt x="235066" y="2188"/>
                  </a:lnTo>
                  <a:lnTo>
                    <a:pt x="230217" y="0"/>
                  </a:lnTo>
                  <a:lnTo>
                    <a:pt x="163876" y="1534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919011" y="2633064"/>
              <a:ext cx="66341" cy="167167"/>
            </a:xfrm>
            <a:custGeom>
              <a:avLst/>
              <a:pathLst>
                <a:path w="66341" h="167167">
                  <a:moveTo>
                    <a:pt x="66341" y="13727"/>
                  </a:moveTo>
                  <a:lnTo>
                    <a:pt x="60604" y="11372"/>
                  </a:lnTo>
                  <a:lnTo>
                    <a:pt x="54784" y="9231"/>
                  </a:lnTo>
                  <a:lnTo>
                    <a:pt x="48888" y="7308"/>
                  </a:lnTo>
                  <a:lnTo>
                    <a:pt x="42926" y="5605"/>
                  </a:lnTo>
                  <a:lnTo>
                    <a:pt x="36904" y="4124"/>
                  </a:lnTo>
                  <a:lnTo>
                    <a:pt x="30831" y="2867"/>
                  </a:lnTo>
                  <a:lnTo>
                    <a:pt x="24716" y="1837"/>
                  </a:lnTo>
                  <a:lnTo>
                    <a:pt x="18566" y="1034"/>
                  </a:lnTo>
                  <a:lnTo>
                    <a:pt x="12392" y="459"/>
                  </a:lnTo>
                  <a:lnTo>
                    <a:pt x="6200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7306" y="2126963"/>
              <a:ext cx="71165" cy="167167"/>
            </a:xfrm>
            <a:custGeom>
              <a:avLst/>
              <a:pathLst>
                <a:path w="71165" h="167167">
                  <a:moveTo>
                    <a:pt x="71165" y="0"/>
                  </a:moveTo>
                  <a:lnTo>
                    <a:pt x="65041" y="112"/>
                  </a:lnTo>
                  <a:lnTo>
                    <a:pt x="58924" y="448"/>
                  </a:lnTo>
                  <a:lnTo>
                    <a:pt x="52824" y="1009"/>
                  </a:lnTo>
                  <a:lnTo>
                    <a:pt x="46749" y="1792"/>
                  </a:lnTo>
                  <a:lnTo>
                    <a:pt x="40706" y="2798"/>
                  </a:lnTo>
                  <a:lnTo>
                    <a:pt x="34705" y="4024"/>
                  </a:lnTo>
                  <a:lnTo>
                    <a:pt x="28752" y="5470"/>
                  </a:lnTo>
                  <a:lnTo>
                    <a:pt x="22856" y="7132"/>
                  </a:lnTo>
                  <a:lnTo>
                    <a:pt x="17025" y="9009"/>
                  </a:lnTo>
                  <a:lnTo>
                    <a:pt x="11267" y="11099"/>
                  </a:lnTo>
                  <a:lnTo>
                    <a:pt x="5589" y="13399"/>
                  </a:lnTo>
                  <a:lnTo>
                    <a:pt x="0" y="15904"/>
                  </a:lnTo>
                  <a:lnTo>
                    <a:pt x="71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561320" y="2142868"/>
              <a:ext cx="167152" cy="289744"/>
            </a:xfrm>
            <a:custGeom>
              <a:avLst/>
              <a:pathLst>
                <a:path w="167152" h="289744">
                  <a:moveTo>
                    <a:pt x="95986" y="0"/>
                  </a:moveTo>
                  <a:lnTo>
                    <a:pt x="91193" y="2348"/>
                  </a:lnTo>
                  <a:lnTo>
                    <a:pt x="86478" y="4849"/>
                  </a:lnTo>
                  <a:lnTo>
                    <a:pt x="81845" y="7499"/>
                  </a:lnTo>
                  <a:lnTo>
                    <a:pt x="77299" y="10296"/>
                  </a:lnTo>
                  <a:lnTo>
                    <a:pt x="72845" y="13236"/>
                  </a:lnTo>
                  <a:lnTo>
                    <a:pt x="68487" y="16317"/>
                  </a:lnTo>
                  <a:lnTo>
                    <a:pt x="64229" y="19535"/>
                  </a:lnTo>
                  <a:lnTo>
                    <a:pt x="60077" y="22888"/>
                  </a:lnTo>
                  <a:lnTo>
                    <a:pt x="56033" y="26372"/>
                  </a:lnTo>
                  <a:lnTo>
                    <a:pt x="52103" y="29983"/>
                  </a:lnTo>
                  <a:lnTo>
                    <a:pt x="48290" y="33717"/>
                  </a:lnTo>
                  <a:lnTo>
                    <a:pt x="44598" y="37572"/>
                  </a:lnTo>
                  <a:lnTo>
                    <a:pt x="41031" y="41542"/>
                  </a:lnTo>
                  <a:lnTo>
                    <a:pt x="37593" y="45624"/>
                  </a:lnTo>
                  <a:lnTo>
                    <a:pt x="34286" y="49814"/>
                  </a:lnTo>
                  <a:lnTo>
                    <a:pt x="31116" y="54107"/>
                  </a:lnTo>
                  <a:lnTo>
                    <a:pt x="28083" y="58499"/>
                  </a:lnTo>
                  <a:lnTo>
                    <a:pt x="25193" y="62986"/>
                  </a:lnTo>
                  <a:lnTo>
                    <a:pt x="22447" y="67563"/>
                  </a:lnTo>
                  <a:lnTo>
                    <a:pt x="19849" y="72225"/>
                  </a:lnTo>
                  <a:lnTo>
                    <a:pt x="17401" y="76967"/>
                  </a:lnTo>
                  <a:lnTo>
                    <a:pt x="15106" y="81786"/>
                  </a:lnTo>
                  <a:lnTo>
                    <a:pt x="12965" y="86675"/>
                  </a:lnTo>
                  <a:lnTo>
                    <a:pt x="10982" y="91630"/>
                  </a:lnTo>
                  <a:lnTo>
                    <a:pt x="9158" y="96646"/>
                  </a:lnTo>
                  <a:lnTo>
                    <a:pt x="7495" y="101717"/>
                  </a:lnTo>
                  <a:lnTo>
                    <a:pt x="5995" y="106839"/>
                  </a:lnTo>
                  <a:lnTo>
                    <a:pt x="4659" y="112007"/>
                  </a:lnTo>
                  <a:lnTo>
                    <a:pt x="3488" y="117214"/>
                  </a:lnTo>
                  <a:lnTo>
                    <a:pt x="2485" y="122456"/>
                  </a:lnTo>
                  <a:lnTo>
                    <a:pt x="1649" y="127728"/>
                  </a:lnTo>
                  <a:lnTo>
                    <a:pt x="982" y="133023"/>
                  </a:lnTo>
                  <a:lnTo>
                    <a:pt x="485" y="138337"/>
                  </a:lnTo>
                  <a:lnTo>
                    <a:pt x="157" y="143664"/>
                  </a:lnTo>
                  <a:lnTo>
                    <a:pt x="0" y="148999"/>
                  </a:lnTo>
                  <a:lnTo>
                    <a:pt x="12" y="154336"/>
                  </a:lnTo>
                  <a:lnTo>
                    <a:pt x="196" y="159670"/>
                  </a:lnTo>
                  <a:lnTo>
                    <a:pt x="549" y="164996"/>
                  </a:lnTo>
                  <a:lnTo>
                    <a:pt x="1073" y="170307"/>
                  </a:lnTo>
                  <a:lnTo>
                    <a:pt x="1765" y="175599"/>
                  </a:lnTo>
                  <a:lnTo>
                    <a:pt x="2626" y="180867"/>
                  </a:lnTo>
                  <a:lnTo>
                    <a:pt x="3655" y="186104"/>
                  </a:lnTo>
                  <a:lnTo>
                    <a:pt x="4851" y="191305"/>
                  </a:lnTo>
                  <a:lnTo>
                    <a:pt x="6212" y="196466"/>
                  </a:lnTo>
                  <a:lnTo>
                    <a:pt x="7737" y="201581"/>
                  </a:lnTo>
                  <a:lnTo>
                    <a:pt x="9425" y="206644"/>
                  </a:lnTo>
                  <a:lnTo>
                    <a:pt x="11273" y="211651"/>
                  </a:lnTo>
                  <a:lnTo>
                    <a:pt x="13280" y="216596"/>
                  </a:lnTo>
                  <a:lnTo>
                    <a:pt x="15444" y="221475"/>
                  </a:lnTo>
                  <a:lnTo>
                    <a:pt x="17763" y="226282"/>
                  </a:lnTo>
                  <a:lnTo>
                    <a:pt x="20234" y="231013"/>
                  </a:lnTo>
                  <a:lnTo>
                    <a:pt x="22855" y="235662"/>
                  </a:lnTo>
                  <a:lnTo>
                    <a:pt x="25623" y="240226"/>
                  </a:lnTo>
                  <a:lnTo>
                    <a:pt x="28535" y="244699"/>
                  </a:lnTo>
                  <a:lnTo>
                    <a:pt x="31588" y="249076"/>
                  </a:lnTo>
                  <a:lnTo>
                    <a:pt x="34780" y="253354"/>
                  </a:lnTo>
                  <a:lnTo>
                    <a:pt x="38107" y="257528"/>
                  </a:lnTo>
                  <a:lnTo>
                    <a:pt x="41565" y="261593"/>
                  </a:lnTo>
                  <a:lnTo>
                    <a:pt x="45151" y="265546"/>
                  </a:lnTo>
                  <a:lnTo>
                    <a:pt x="48861" y="269382"/>
                  </a:lnTo>
                  <a:lnTo>
                    <a:pt x="52692" y="273098"/>
                  </a:lnTo>
                  <a:lnTo>
                    <a:pt x="56640" y="276690"/>
                  </a:lnTo>
                  <a:lnTo>
                    <a:pt x="60701" y="280154"/>
                  </a:lnTo>
                  <a:lnTo>
                    <a:pt x="64869" y="283487"/>
                  </a:lnTo>
                  <a:lnTo>
                    <a:pt x="69143" y="286684"/>
                  </a:lnTo>
                  <a:lnTo>
                    <a:pt x="73516" y="289744"/>
                  </a:lnTo>
                  <a:lnTo>
                    <a:pt x="167152" y="1512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4836" y="2126963"/>
              <a:ext cx="260800" cy="334322"/>
            </a:xfrm>
            <a:custGeom>
              <a:avLst/>
              <a:pathLst>
                <a:path w="260800" h="334322">
                  <a:moveTo>
                    <a:pt x="0" y="305649"/>
                  </a:moveTo>
                  <a:lnTo>
                    <a:pt x="4469" y="308568"/>
                  </a:lnTo>
                  <a:lnTo>
                    <a:pt x="9029" y="311343"/>
                  </a:lnTo>
                  <a:lnTo>
                    <a:pt x="13675" y="313970"/>
                  </a:lnTo>
                  <a:lnTo>
                    <a:pt x="18403" y="316449"/>
                  </a:lnTo>
                  <a:lnTo>
                    <a:pt x="23207" y="318774"/>
                  </a:lnTo>
                  <a:lnTo>
                    <a:pt x="28084" y="320946"/>
                  </a:lnTo>
                  <a:lnTo>
                    <a:pt x="33027" y="322960"/>
                  </a:lnTo>
                  <a:lnTo>
                    <a:pt x="38032" y="324816"/>
                  </a:lnTo>
                  <a:lnTo>
                    <a:pt x="43093" y="326511"/>
                  </a:lnTo>
                  <a:lnTo>
                    <a:pt x="48207" y="328043"/>
                  </a:lnTo>
                  <a:lnTo>
                    <a:pt x="53366" y="329412"/>
                  </a:lnTo>
                  <a:lnTo>
                    <a:pt x="58567" y="330615"/>
                  </a:lnTo>
                  <a:lnTo>
                    <a:pt x="63803" y="331651"/>
                  </a:lnTo>
                  <a:lnTo>
                    <a:pt x="69070" y="332520"/>
                  </a:lnTo>
                  <a:lnTo>
                    <a:pt x="74362" y="333220"/>
                  </a:lnTo>
                  <a:lnTo>
                    <a:pt x="79673" y="333750"/>
                  </a:lnTo>
                  <a:lnTo>
                    <a:pt x="84999" y="334111"/>
                  </a:lnTo>
                  <a:lnTo>
                    <a:pt x="90333" y="334302"/>
                  </a:lnTo>
                  <a:lnTo>
                    <a:pt x="95671" y="334322"/>
                  </a:lnTo>
                  <a:lnTo>
                    <a:pt x="101007" y="334172"/>
                  </a:lnTo>
                  <a:lnTo>
                    <a:pt x="106335" y="333851"/>
                  </a:lnTo>
                  <a:lnTo>
                    <a:pt x="111650" y="333361"/>
                  </a:lnTo>
                  <a:lnTo>
                    <a:pt x="116947" y="332701"/>
                  </a:lnTo>
                  <a:lnTo>
                    <a:pt x="122221" y="331872"/>
                  </a:lnTo>
                  <a:lnTo>
                    <a:pt x="127465" y="330876"/>
                  </a:lnTo>
                  <a:lnTo>
                    <a:pt x="132674" y="329712"/>
                  </a:lnTo>
                  <a:lnTo>
                    <a:pt x="137844" y="328383"/>
                  </a:lnTo>
                  <a:lnTo>
                    <a:pt x="142969" y="326889"/>
                  </a:lnTo>
                  <a:lnTo>
                    <a:pt x="148043" y="325233"/>
                  </a:lnTo>
                  <a:lnTo>
                    <a:pt x="153062" y="323415"/>
                  </a:lnTo>
                  <a:lnTo>
                    <a:pt x="158020" y="321438"/>
                  </a:lnTo>
                  <a:lnTo>
                    <a:pt x="162913" y="319304"/>
                  </a:lnTo>
                  <a:lnTo>
                    <a:pt x="167735" y="317014"/>
                  </a:lnTo>
                  <a:lnTo>
                    <a:pt x="172481" y="314572"/>
                  </a:lnTo>
                  <a:lnTo>
                    <a:pt x="177147" y="311980"/>
                  </a:lnTo>
                  <a:lnTo>
                    <a:pt x="181728" y="309240"/>
                  </a:lnTo>
                  <a:lnTo>
                    <a:pt x="186219" y="306354"/>
                  </a:lnTo>
                  <a:lnTo>
                    <a:pt x="190616" y="303328"/>
                  </a:lnTo>
                  <a:lnTo>
                    <a:pt x="194914" y="300162"/>
                  </a:lnTo>
                  <a:lnTo>
                    <a:pt x="199108" y="296860"/>
                  </a:lnTo>
                  <a:lnTo>
                    <a:pt x="203195" y="293427"/>
                  </a:lnTo>
                  <a:lnTo>
                    <a:pt x="207171" y="289865"/>
                  </a:lnTo>
                  <a:lnTo>
                    <a:pt x="211030" y="286177"/>
                  </a:lnTo>
                  <a:lnTo>
                    <a:pt x="214770" y="282368"/>
                  </a:lnTo>
                  <a:lnTo>
                    <a:pt x="218386" y="278442"/>
                  </a:lnTo>
                  <a:lnTo>
                    <a:pt x="221875" y="274402"/>
                  </a:lnTo>
                  <a:lnTo>
                    <a:pt x="225234" y="270253"/>
                  </a:lnTo>
                  <a:lnTo>
                    <a:pt x="228458" y="265999"/>
                  </a:lnTo>
                  <a:lnTo>
                    <a:pt x="231545" y="261644"/>
                  </a:lnTo>
                  <a:lnTo>
                    <a:pt x="234491" y="257193"/>
                  </a:lnTo>
                  <a:lnTo>
                    <a:pt x="237293" y="252650"/>
                  </a:lnTo>
                  <a:lnTo>
                    <a:pt x="239949" y="248020"/>
                  </a:lnTo>
                  <a:lnTo>
                    <a:pt x="242456" y="243307"/>
                  </a:lnTo>
                  <a:lnTo>
                    <a:pt x="244811" y="238517"/>
                  </a:lnTo>
                  <a:lnTo>
                    <a:pt x="247012" y="233654"/>
                  </a:lnTo>
                  <a:lnTo>
                    <a:pt x="249057" y="228723"/>
                  </a:lnTo>
                  <a:lnTo>
                    <a:pt x="250943" y="223729"/>
                  </a:lnTo>
                  <a:lnTo>
                    <a:pt x="252669" y="218678"/>
                  </a:lnTo>
                  <a:lnTo>
                    <a:pt x="254232" y="213574"/>
                  </a:lnTo>
                  <a:lnTo>
                    <a:pt x="255632" y="208423"/>
                  </a:lnTo>
                  <a:lnTo>
                    <a:pt x="256866" y="203230"/>
                  </a:lnTo>
                  <a:lnTo>
                    <a:pt x="257935" y="198000"/>
                  </a:lnTo>
                  <a:lnTo>
                    <a:pt x="258835" y="192739"/>
                  </a:lnTo>
                  <a:lnTo>
                    <a:pt x="259568" y="187451"/>
                  </a:lnTo>
                  <a:lnTo>
                    <a:pt x="260131" y="182143"/>
                  </a:lnTo>
                  <a:lnTo>
                    <a:pt x="260524" y="176820"/>
                  </a:lnTo>
                  <a:lnTo>
                    <a:pt x="260747" y="171487"/>
                  </a:lnTo>
                  <a:lnTo>
                    <a:pt x="260800" y="166149"/>
                  </a:lnTo>
                  <a:lnTo>
                    <a:pt x="260682" y="160812"/>
                  </a:lnTo>
                  <a:lnTo>
                    <a:pt x="260394" y="155482"/>
                  </a:lnTo>
                  <a:lnTo>
                    <a:pt x="259936" y="150164"/>
                  </a:lnTo>
                  <a:lnTo>
                    <a:pt x="259308" y="144863"/>
                  </a:lnTo>
                  <a:lnTo>
                    <a:pt x="258512" y="139585"/>
                  </a:lnTo>
                  <a:lnTo>
                    <a:pt x="257547" y="134335"/>
                  </a:lnTo>
                  <a:lnTo>
                    <a:pt x="256415" y="129119"/>
                  </a:lnTo>
                  <a:lnTo>
                    <a:pt x="255117" y="123941"/>
                  </a:lnTo>
                  <a:lnTo>
                    <a:pt x="253655" y="118807"/>
                  </a:lnTo>
                  <a:lnTo>
                    <a:pt x="252029" y="113723"/>
                  </a:lnTo>
                  <a:lnTo>
                    <a:pt x="250242" y="108693"/>
                  </a:lnTo>
                  <a:lnTo>
                    <a:pt x="248296" y="103723"/>
                  </a:lnTo>
                  <a:lnTo>
                    <a:pt x="246191" y="98817"/>
                  </a:lnTo>
                  <a:lnTo>
                    <a:pt x="243931" y="93981"/>
                  </a:lnTo>
                  <a:lnTo>
                    <a:pt x="241518" y="89220"/>
                  </a:lnTo>
                  <a:lnTo>
                    <a:pt x="238954" y="84538"/>
                  </a:lnTo>
                  <a:lnTo>
                    <a:pt x="236242" y="79941"/>
                  </a:lnTo>
                  <a:lnTo>
                    <a:pt x="233384" y="75432"/>
                  </a:lnTo>
                  <a:lnTo>
                    <a:pt x="230384" y="71017"/>
                  </a:lnTo>
                  <a:lnTo>
                    <a:pt x="227244" y="66700"/>
                  </a:lnTo>
                  <a:lnTo>
                    <a:pt x="223969" y="62486"/>
                  </a:lnTo>
                  <a:lnTo>
                    <a:pt x="220560" y="58378"/>
                  </a:lnTo>
                  <a:lnTo>
                    <a:pt x="217022" y="54381"/>
                  </a:lnTo>
                  <a:lnTo>
                    <a:pt x="213358" y="50499"/>
                  </a:lnTo>
                  <a:lnTo>
                    <a:pt x="209572" y="46736"/>
                  </a:lnTo>
                  <a:lnTo>
                    <a:pt x="205668" y="43096"/>
                  </a:lnTo>
                  <a:lnTo>
                    <a:pt x="201650" y="39582"/>
                  </a:lnTo>
                  <a:lnTo>
                    <a:pt x="197521" y="36199"/>
                  </a:lnTo>
                  <a:lnTo>
                    <a:pt x="193287" y="32949"/>
                  </a:lnTo>
                  <a:lnTo>
                    <a:pt x="188951" y="29835"/>
                  </a:lnTo>
                  <a:lnTo>
                    <a:pt x="184517" y="26862"/>
                  </a:lnTo>
                  <a:lnTo>
                    <a:pt x="179992" y="24032"/>
                  </a:lnTo>
                  <a:lnTo>
                    <a:pt x="175378" y="21348"/>
                  </a:lnTo>
                  <a:lnTo>
                    <a:pt x="170680" y="18813"/>
                  </a:lnTo>
                  <a:lnTo>
                    <a:pt x="165904" y="16428"/>
                  </a:lnTo>
                  <a:lnTo>
                    <a:pt x="161055" y="14198"/>
                  </a:lnTo>
                  <a:lnTo>
                    <a:pt x="156137" y="12123"/>
                  </a:lnTo>
                  <a:lnTo>
                    <a:pt x="151155" y="10207"/>
                  </a:lnTo>
                  <a:lnTo>
                    <a:pt x="146114" y="8450"/>
                  </a:lnTo>
                  <a:lnTo>
                    <a:pt x="141020" y="6856"/>
                  </a:lnTo>
                  <a:lnTo>
                    <a:pt x="135877" y="5425"/>
                  </a:lnTo>
                  <a:lnTo>
                    <a:pt x="130692" y="4158"/>
                  </a:lnTo>
                  <a:lnTo>
                    <a:pt x="125469" y="3058"/>
                  </a:lnTo>
                  <a:lnTo>
                    <a:pt x="120213" y="2126"/>
                  </a:lnTo>
                  <a:lnTo>
                    <a:pt x="114930" y="1361"/>
                  </a:lnTo>
                  <a:lnTo>
                    <a:pt x="109625" y="766"/>
                  </a:lnTo>
                  <a:lnTo>
                    <a:pt x="104304" y="340"/>
                  </a:lnTo>
                  <a:lnTo>
                    <a:pt x="98973" y="85"/>
                  </a:lnTo>
                  <a:lnTo>
                    <a:pt x="93635" y="0"/>
                  </a:lnTo>
                  <a:lnTo>
                    <a:pt x="9363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3426" y="1681503"/>
              <a:ext cx="49808" cy="167167"/>
            </a:xfrm>
            <a:custGeom>
              <a:avLst/>
              <a:pathLst>
                <a:path w="49808" h="167167">
                  <a:moveTo>
                    <a:pt x="49808" y="0"/>
                  </a:moveTo>
                  <a:lnTo>
                    <a:pt x="43487" y="119"/>
                  </a:lnTo>
                  <a:lnTo>
                    <a:pt x="37176" y="477"/>
                  </a:lnTo>
                  <a:lnTo>
                    <a:pt x="30882" y="1074"/>
                  </a:lnTo>
                  <a:lnTo>
                    <a:pt x="24616" y="1909"/>
                  </a:lnTo>
                  <a:lnTo>
                    <a:pt x="18386" y="2979"/>
                  </a:lnTo>
                  <a:lnTo>
                    <a:pt x="12200" y="4285"/>
                  </a:lnTo>
                  <a:lnTo>
                    <a:pt x="6069" y="5823"/>
                  </a:lnTo>
                  <a:lnTo>
                    <a:pt x="0" y="7592"/>
                  </a:lnTo>
                  <a:lnTo>
                    <a:pt x="4980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3426" y="1689096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256067" y="1689096"/>
              <a:ext cx="334334" cy="326726"/>
            </a:xfrm>
            <a:custGeom>
              <a:avLst/>
              <a:pathLst>
                <a:path w="334334" h="326726">
                  <a:moveTo>
                    <a:pt x="117358" y="0"/>
                  </a:moveTo>
                  <a:lnTo>
                    <a:pt x="112319" y="1661"/>
                  </a:lnTo>
                  <a:lnTo>
                    <a:pt x="107334" y="3481"/>
                  </a:lnTo>
                  <a:lnTo>
                    <a:pt x="102410" y="5459"/>
                  </a:lnTo>
                  <a:lnTo>
                    <a:pt x="97551" y="7592"/>
                  </a:lnTo>
                  <a:lnTo>
                    <a:pt x="92762" y="9878"/>
                  </a:lnTo>
                  <a:lnTo>
                    <a:pt x="88048" y="12315"/>
                  </a:lnTo>
                  <a:lnTo>
                    <a:pt x="83414" y="14900"/>
                  </a:lnTo>
                  <a:lnTo>
                    <a:pt x="78865" y="17632"/>
                  </a:lnTo>
                  <a:lnTo>
                    <a:pt x="74404" y="20506"/>
                  </a:lnTo>
                  <a:lnTo>
                    <a:pt x="70037" y="23520"/>
                  </a:lnTo>
                  <a:lnTo>
                    <a:pt x="65767" y="26672"/>
                  </a:lnTo>
                  <a:lnTo>
                    <a:pt x="61600" y="29957"/>
                  </a:lnTo>
                  <a:lnTo>
                    <a:pt x="57539" y="33373"/>
                  </a:lnTo>
                  <a:lnTo>
                    <a:pt x="53589" y="36916"/>
                  </a:lnTo>
                  <a:lnTo>
                    <a:pt x="49753" y="40583"/>
                  </a:lnTo>
                  <a:lnTo>
                    <a:pt x="46035" y="44369"/>
                  </a:lnTo>
                  <a:lnTo>
                    <a:pt x="42440" y="48272"/>
                  </a:lnTo>
                  <a:lnTo>
                    <a:pt x="38970" y="52287"/>
                  </a:lnTo>
                  <a:lnTo>
                    <a:pt x="35629" y="56410"/>
                  </a:lnTo>
                  <a:lnTo>
                    <a:pt x="32421" y="60637"/>
                  </a:lnTo>
                  <a:lnTo>
                    <a:pt x="29349" y="64963"/>
                  </a:lnTo>
                  <a:lnTo>
                    <a:pt x="26415" y="69385"/>
                  </a:lnTo>
                  <a:lnTo>
                    <a:pt x="23624" y="73898"/>
                  </a:lnTo>
                  <a:lnTo>
                    <a:pt x="20977" y="78497"/>
                  </a:lnTo>
                  <a:lnTo>
                    <a:pt x="18477" y="83178"/>
                  </a:lnTo>
                  <a:lnTo>
                    <a:pt x="16127" y="87936"/>
                  </a:lnTo>
                  <a:lnTo>
                    <a:pt x="13930" y="92766"/>
                  </a:lnTo>
                  <a:lnTo>
                    <a:pt x="11886" y="97663"/>
                  </a:lnTo>
                  <a:lnTo>
                    <a:pt x="10000" y="102623"/>
                  </a:lnTo>
                  <a:lnTo>
                    <a:pt x="8271" y="107640"/>
                  </a:lnTo>
                  <a:lnTo>
                    <a:pt x="6703" y="112710"/>
                  </a:lnTo>
                  <a:lnTo>
                    <a:pt x="5296" y="117826"/>
                  </a:lnTo>
                  <a:lnTo>
                    <a:pt x="4053" y="122985"/>
                  </a:lnTo>
                  <a:lnTo>
                    <a:pt x="2974" y="128181"/>
                  </a:lnTo>
                  <a:lnTo>
                    <a:pt x="2060" y="133408"/>
                  </a:lnTo>
                  <a:lnTo>
                    <a:pt x="1313" y="138662"/>
                  </a:lnTo>
                  <a:lnTo>
                    <a:pt x="732" y="143936"/>
                  </a:lnTo>
                  <a:lnTo>
                    <a:pt x="320" y="149227"/>
                  </a:lnTo>
                  <a:lnTo>
                    <a:pt x="75" y="154528"/>
                  </a:lnTo>
                  <a:lnTo>
                    <a:pt x="0" y="159834"/>
                  </a:lnTo>
                  <a:lnTo>
                    <a:pt x="92" y="165139"/>
                  </a:lnTo>
                  <a:lnTo>
                    <a:pt x="353" y="170439"/>
                  </a:lnTo>
                  <a:lnTo>
                    <a:pt x="782" y="175729"/>
                  </a:lnTo>
                  <a:lnTo>
                    <a:pt x="1378" y="181001"/>
                  </a:lnTo>
                  <a:lnTo>
                    <a:pt x="2142" y="186253"/>
                  </a:lnTo>
                  <a:lnTo>
                    <a:pt x="3072" y="191477"/>
                  </a:lnTo>
                  <a:lnTo>
                    <a:pt x="4167" y="196669"/>
                  </a:lnTo>
                  <a:lnTo>
                    <a:pt x="5427" y="201824"/>
                  </a:lnTo>
                  <a:lnTo>
                    <a:pt x="6849" y="206936"/>
                  </a:lnTo>
                  <a:lnTo>
                    <a:pt x="8433" y="212001"/>
                  </a:lnTo>
                  <a:lnTo>
                    <a:pt x="10177" y="217013"/>
                  </a:lnTo>
                  <a:lnTo>
                    <a:pt x="12079" y="221967"/>
                  </a:lnTo>
                  <a:lnTo>
                    <a:pt x="14138" y="226858"/>
                  </a:lnTo>
                  <a:lnTo>
                    <a:pt x="16350" y="231681"/>
                  </a:lnTo>
                  <a:lnTo>
                    <a:pt x="18715" y="236431"/>
                  </a:lnTo>
                  <a:lnTo>
                    <a:pt x="21229" y="241104"/>
                  </a:lnTo>
                  <a:lnTo>
                    <a:pt x="23890" y="245695"/>
                  </a:lnTo>
                  <a:lnTo>
                    <a:pt x="26696" y="250199"/>
                  </a:lnTo>
                  <a:lnTo>
                    <a:pt x="29643" y="254612"/>
                  </a:lnTo>
                  <a:lnTo>
                    <a:pt x="32729" y="258929"/>
                  </a:lnTo>
                  <a:lnTo>
                    <a:pt x="35950" y="263146"/>
                  </a:lnTo>
                  <a:lnTo>
                    <a:pt x="39304" y="267259"/>
                  </a:lnTo>
                  <a:lnTo>
                    <a:pt x="42786" y="271263"/>
                  </a:lnTo>
                  <a:lnTo>
                    <a:pt x="46394" y="275154"/>
                  </a:lnTo>
                  <a:lnTo>
                    <a:pt x="50123" y="278930"/>
                  </a:lnTo>
                  <a:lnTo>
                    <a:pt x="53970" y="282584"/>
                  </a:lnTo>
                  <a:lnTo>
                    <a:pt x="57932" y="286115"/>
                  </a:lnTo>
                  <a:lnTo>
                    <a:pt x="62003" y="289519"/>
                  </a:lnTo>
                  <a:lnTo>
                    <a:pt x="66180" y="292791"/>
                  </a:lnTo>
                  <a:lnTo>
                    <a:pt x="70459" y="295929"/>
                  </a:lnTo>
                  <a:lnTo>
                    <a:pt x="74836" y="298930"/>
                  </a:lnTo>
                  <a:lnTo>
                    <a:pt x="79306" y="301790"/>
                  </a:lnTo>
                  <a:lnTo>
                    <a:pt x="83864" y="304507"/>
                  </a:lnTo>
                  <a:lnTo>
                    <a:pt x="88506" y="307078"/>
                  </a:lnTo>
                  <a:lnTo>
                    <a:pt x="93227" y="309501"/>
                  </a:lnTo>
                  <a:lnTo>
                    <a:pt x="98023" y="311772"/>
                  </a:lnTo>
                  <a:lnTo>
                    <a:pt x="102889" y="313890"/>
                  </a:lnTo>
                  <a:lnTo>
                    <a:pt x="107819" y="315852"/>
                  </a:lnTo>
                  <a:lnTo>
                    <a:pt x="112809" y="317657"/>
                  </a:lnTo>
                  <a:lnTo>
                    <a:pt x="117854" y="319303"/>
                  </a:lnTo>
                  <a:lnTo>
                    <a:pt x="122948" y="320787"/>
                  </a:lnTo>
                  <a:lnTo>
                    <a:pt x="128088" y="322110"/>
                  </a:lnTo>
                  <a:lnTo>
                    <a:pt x="133266" y="323268"/>
                  </a:lnTo>
                  <a:lnTo>
                    <a:pt x="138479" y="324262"/>
                  </a:lnTo>
                  <a:lnTo>
                    <a:pt x="143720" y="325089"/>
                  </a:lnTo>
                  <a:lnTo>
                    <a:pt x="148986" y="325750"/>
                  </a:lnTo>
                  <a:lnTo>
                    <a:pt x="154269" y="326243"/>
                  </a:lnTo>
                  <a:lnTo>
                    <a:pt x="159566" y="326569"/>
                  </a:lnTo>
                  <a:lnTo>
                    <a:pt x="164870" y="326726"/>
                  </a:lnTo>
                  <a:lnTo>
                    <a:pt x="170176" y="326715"/>
                  </a:lnTo>
                  <a:lnTo>
                    <a:pt x="175480" y="326535"/>
                  </a:lnTo>
                  <a:lnTo>
                    <a:pt x="180775" y="326187"/>
                  </a:lnTo>
                  <a:lnTo>
                    <a:pt x="186056" y="325671"/>
                  </a:lnTo>
                  <a:lnTo>
                    <a:pt x="191318" y="324988"/>
                  </a:lnTo>
                  <a:lnTo>
                    <a:pt x="196556" y="324138"/>
                  </a:lnTo>
                  <a:lnTo>
                    <a:pt x="201765" y="323122"/>
                  </a:lnTo>
                  <a:lnTo>
                    <a:pt x="206938" y="321942"/>
                  </a:lnTo>
                  <a:lnTo>
                    <a:pt x="212072" y="320597"/>
                  </a:lnTo>
                  <a:lnTo>
                    <a:pt x="217160" y="319091"/>
                  </a:lnTo>
                  <a:lnTo>
                    <a:pt x="222198" y="317424"/>
                  </a:lnTo>
                  <a:lnTo>
                    <a:pt x="227180" y="315598"/>
                  </a:lnTo>
                  <a:lnTo>
                    <a:pt x="232102" y="313614"/>
                  </a:lnTo>
                  <a:lnTo>
                    <a:pt x="236959" y="311476"/>
                  </a:lnTo>
                  <a:lnTo>
                    <a:pt x="241745" y="309184"/>
                  </a:lnTo>
                  <a:lnTo>
                    <a:pt x="246456" y="306741"/>
                  </a:lnTo>
                  <a:lnTo>
                    <a:pt x="251087" y="304151"/>
                  </a:lnTo>
                  <a:lnTo>
                    <a:pt x="255633" y="301414"/>
                  </a:lnTo>
                  <a:lnTo>
                    <a:pt x="260091" y="298535"/>
                  </a:lnTo>
                  <a:lnTo>
                    <a:pt x="264454" y="295516"/>
                  </a:lnTo>
                  <a:lnTo>
                    <a:pt x="268720" y="292359"/>
                  </a:lnTo>
                  <a:lnTo>
                    <a:pt x="272884" y="289069"/>
                  </a:lnTo>
                  <a:lnTo>
                    <a:pt x="276940" y="285648"/>
                  </a:lnTo>
                  <a:lnTo>
                    <a:pt x="280887" y="282101"/>
                  </a:lnTo>
                  <a:lnTo>
                    <a:pt x="284718" y="278430"/>
                  </a:lnTo>
                  <a:lnTo>
                    <a:pt x="288431" y="274639"/>
                  </a:lnTo>
                  <a:lnTo>
                    <a:pt x="292022" y="270732"/>
                  </a:lnTo>
                  <a:lnTo>
                    <a:pt x="295488" y="266713"/>
                  </a:lnTo>
                  <a:lnTo>
                    <a:pt x="298824" y="262586"/>
                  </a:lnTo>
                  <a:lnTo>
                    <a:pt x="302027" y="258355"/>
                  </a:lnTo>
                  <a:lnTo>
                    <a:pt x="305094" y="254025"/>
                  </a:lnTo>
                  <a:lnTo>
                    <a:pt x="308022" y="249600"/>
                  </a:lnTo>
                  <a:lnTo>
                    <a:pt x="310809" y="245084"/>
                  </a:lnTo>
                  <a:lnTo>
                    <a:pt x="313451" y="240482"/>
                  </a:lnTo>
                  <a:lnTo>
                    <a:pt x="315945" y="235798"/>
                  </a:lnTo>
                  <a:lnTo>
                    <a:pt x="318289" y="231037"/>
                  </a:lnTo>
                  <a:lnTo>
                    <a:pt x="320481" y="226205"/>
                  </a:lnTo>
                  <a:lnTo>
                    <a:pt x="322519" y="221305"/>
                  </a:lnTo>
                  <a:lnTo>
                    <a:pt x="324400" y="216343"/>
                  </a:lnTo>
                  <a:lnTo>
                    <a:pt x="326122" y="211324"/>
                  </a:lnTo>
                  <a:lnTo>
                    <a:pt x="327685" y="206253"/>
                  </a:lnTo>
                  <a:lnTo>
                    <a:pt x="329086" y="201134"/>
                  </a:lnTo>
                  <a:lnTo>
                    <a:pt x="330323" y="195974"/>
                  </a:lnTo>
                  <a:lnTo>
                    <a:pt x="331396" y="190777"/>
                  </a:lnTo>
                  <a:lnTo>
                    <a:pt x="332304" y="185549"/>
                  </a:lnTo>
                  <a:lnTo>
                    <a:pt x="333045" y="180294"/>
                  </a:lnTo>
                  <a:lnTo>
                    <a:pt x="333619" y="175019"/>
                  </a:lnTo>
                  <a:lnTo>
                    <a:pt x="334026" y="169728"/>
                  </a:lnTo>
                  <a:lnTo>
                    <a:pt x="334264" y="164427"/>
                  </a:lnTo>
                  <a:lnTo>
                    <a:pt x="334334" y="159121"/>
                  </a:lnTo>
                  <a:lnTo>
                    <a:pt x="334235" y="153815"/>
                  </a:lnTo>
                  <a:lnTo>
                    <a:pt x="333968" y="148516"/>
                  </a:lnTo>
                  <a:lnTo>
                    <a:pt x="333533" y="143227"/>
                  </a:lnTo>
                  <a:lnTo>
                    <a:pt x="332930" y="137955"/>
                  </a:lnTo>
                  <a:lnTo>
                    <a:pt x="332161" y="132704"/>
                  </a:lnTo>
                  <a:lnTo>
                    <a:pt x="331225" y="127481"/>
                  </a:lnTo>
                  <a:lnTo>
                    <a:pt x="330123" y="122290"/>
                  </a:lnTo>
                  <a:lnTo>
                    <a:pt x="328858" y="117137"/>
                  </a:lnTo>
                  <a:lnTo>
                    <a:pt x="327429" y="112026"/>
                  </a:lnTo>
                  <a:lnTo>
                    <a:pt x="325840" y="106963"/>
                  </a:lnTo>
                  <a:lnTo>
                    <a:pt x="324090" y="101954"/>
                  </a:lnTo>
                  <a:lnTo>
                    <a:pt x="322182" y="97002"/>
                  </a:lnTo>
                  <a:lnTo>
                    <a:pt x="320118" y="92113"/>
                  </a:lnTo>
                  <a:lnTo>
                    <a:pt x="317899" y="87293"/>
                  </a:lnTo>
                  <a:lnTo>
                    <a:pt x="315529" y="82545"/>
                  </a:lnTo>
                  <a:lnTo>
                    <a:pt x="313010" y="77875"/>
                  </a:lnTo>
                  <a:lnTo>
                    <a:pt x="310343" y="73287"/>
                  </a:lnTo>
                  <a:lnTo>
                    <a:pt x="307532" y="68786"/>
                  </a:lnTo>
                  <a:lnTo>
                    <a:pt x="304580" y="64377"/>
                  </a:lnTo>
                  <a:lnTo>
                    <a:pt x="301489" y="60063"/>
                  </a:lnTo>
                  <a:lnTo>
                    <a:pt x="298263" y="55850"/>
                  </a:lnTo>
                  <a:lnTo>
                    <a:pt x="294905" y="51741"/>
                  </a:lnTo>
                  <a:lnTo>
                    <a:pt x="291418" y="47741"/>
                  </a:lnTo>
                  <a:lnTo>
                    <a:pt x="287806" y="43854"/>
                  </a:lnTo>
                  <a:lnTo>
                    <a:pt x="284072" y="40083"/>
                  </a:lnTo>
                  <a:lnTo>
                    <a:pt x="280221" y="36433"/>
                  </a:lnTo>
                  <a:lnTo>
                    <a:pt x="276255" y="32907"/>
                  </a:lnTo>
                  <a:lnTo>
                    <a:pt x="272180" y="29508"/>
                  </a:lnTo>
                  <a:lnTo>
                    <a:pt x="267999" y="26241"/>
                  </a:lnTo>
                  <a:lnTo>
                    <a:pt x="263716" y="23107"/>
                  </a:lnTo>
                  <a:lnTo>
                    <a:pt x="259336" y="20112"/>
                  </a:lnTo>
                  <a:lnTo>
                    <a:pt x="167167" y="1595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423235" y="1681503"/>
              <a:ext cx="92169" cy="167167"/>
            </a:xfrm>
            <a:custGeom>
              <a:avLst/>
              <a:pathLst>
                <a:path w="92169" h="167167">
                  <a:moveTo>
                    <a:pt x="92169" y="27704"/>
                  </a:moveTo>
                  <a:lnTo>
                    <a:pt x="87324" y="24621"/>
                  </a:lnTo>
                  <a:lnTo>
                    <a:pt x="82377" y="21706"/>
                  </a:lnTo>
                  <a:lnTo>
                    <a:pt x="77332" y="18962"/>
                  </a:lnTo>
                  <a:lnTo>
                    <a:pt x="72197" y="16394"/>
                  </a:lnTo>
                  <a:lnTo>
                    <a:pt x="66976" y="14003"/>
                  </a:lnTo>
                  <a:lnTo>
                    <a:pt x="61676" y="11793"/>
                  </a:lnTo>
                  <a:lnTo>
                    <a:pt x="56303" y="9767"/>
                  </a:lnTo>
                  <a:lnTo>
                    <a:pt x="50864" y="7926"/>
                  </a:lnTo>
                  <a:lnTo>
                    <a:pt x="45364" y="6273"/>
                  </a:lnTo>
                  <a:lnTo>
                    <a:pt x="39811" y="4809"/>
                  </a:lnTo>
                  <a:lnTo>
                    <a:pt x="34212" y="3538"/>
                  </a:lnTo>
                  <a:lnTo>
                    <a:pt x="28572" y="2459"/>
                  </a:lnTo>
                  <a:lnTo>
                    <a:pt x="22898" y="1575"/>
                  </a:lnTo>
                  <a:lnTo>
                    <a:pt x="17197" y="886"/>
                  </a:lnTo>
                  <a:lnTo>
                    <a:pt x="11476" y="394"/>
                  </a:lnTo>
                  <a:lnTo>
                    <a:pt x="5741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1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8" y="20972"/>
                  </a:lnTo>
                  <a:lnTo>
                    <a:pt x="81503" y="23610"/>
                  </a:lnTo>
                  <a:lnTo>
                    <a:pt x="77004" y="26392"/>
                  </a:lnTo>
                  <a:lnTo>
                    <a:pt x="72595" y="29315"/>
                  </a:lnTo>
                  <a:lnTo>
                    <a:pt x="68281" y="32376"/>
                  </a:lnTo>
                  <a:lnTo>
                    <a:pt x="64066" y="35572"/>
                  </a:lnTo>
                  <a:lnTo>
                    <a:pt x="59954" y="38899"/>
                  </a:lnTo>
                  <a:lnTo>
                    <a:pt x="55949" y="42355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3" y="57393"/>
                  </a:lnTo>
                  <a:lnTo>
                    <a:pt x="37672" y="61436"/>
                  </a:lnTo>
                  <a:lnTo>
                    <a:pt x="34392" y="65586"/>
                  </a:lnTo>
                  <a:lnTo>
                    <a:pt x="31245" y="69837"/>
                  </a:lnTo>
                  <a:lnTo>
                    <a:pt x="28233" y="74186"/>
                  </a:lnTo>
                  <a:lnTo>
                    <a:pt x="25361" y="78628"/>
                  </a:lnTo>
                  <a:lnTo>
                    <a:pt x="22631" y="83159"/>
                  </a:lnTo>
                  <a:lnTo>
                    <a:pt x="20045" y="87773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4"/>
                  </a:lnTo>
                  <a:lnTo>
                    <a:pt x="7705" y="116964"/>
                  </a:lnTo>
                  <a:lnTo>
                    <a:pt x="6197" y="122034"/>
                  </a:lnTo>
                  <a:lnTo>
                    <a:pt x="4849" y="127149"/>
                  </a:lnTo>
                  <a:lnTo>
                    <a:pt x="3664" y="132304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59"/>
                  </a:lnTo>
                  <a:lnTo>
                    <a:pt x="571" y="153223"/>
                  </a:lnTo>
                  <a:lnTo>
                    <a:pt x="213" y="158500"/>
                  </a:lnTo>
                  <a:lnTo>
                    <a:pt x="23" y="163786"/>
                  </a:lnTo>
                  <a:lnTo>
                    <a:pt x="0" y="169076"/>
                  </a:lnTo>
                  <a:lnTo>
                    <a:pt x="144" y="174364"/>
                  </a:lnTo>
                  <a:lnTo>
                    <a:pt x="455" y="179644"/>
                  </a:lnTo>
                  <a:lnTo>
                    <a:pt x="933" y="184912"/>
                  </a:lnTo>
                  <a:lnTo>
                    <a:pt x="1578" y="190162"/>
                  </a:lnTo>
                  <a:lnTo>
                    <a:pt x="2388" y="195390"/>
                  </a:lnTo>
                  <a:lnTo>
                    <a:pt x="3364" y="200589"/>
                  </a:lnTo>
                  <a:lnTo>
                    <a:pt x="4503" y="205754"/>
                  </a:lnTo>
                  <a:lnTo>
                    <a:pt x="5805" y="210881"/>
                  </a:lnTo>
                  <a:lnTo>
                    <a:pt x="7269" y="215964"/>
                  </a:lnTo>
                  <a:lnTo>
                    <a:pt x="8893" y="220998"/>
                  </a:lnTo>
                  <a:lnTo>
                    <a:pt x="10676" y="225979"/>
                  </a:lnTo>
                  <a:lnTo>
                    <a:pt x="12615" y="230900"/>
                  </a:lnTo>
                  <a:lnTo>
                    <a:pt x="14709" y="235758"/>
                  </a:lnTo>
                  <a:lnTo>
                    <a:pt x="16955" y="240547"/>
                  </a:lnTo>
                  <a:lnTo>
                    <a:pt x="19352" y="245262"/>
                  </a:lnTo>
                  <a:lnTo>
                    <a:pt x="21897" y="249900"/>
                  </a:lnTo>
                  <a:lnTo>
                    <a:pt x="24587" y="254454"/>
                  </a:lnTo>
                  <a:lnTo>
                    <a:pt x="27420" y="258921"/>
                  </a:lnTo>
                  <a:lnTo>
                    <a:pt x="30393" y="263296"/>
                  </a:lnTo>
                  <a:lnTo>
                    <a:pt x="33503" y="267575"/>
                  </a:lnTo>
                  <a:lnTo>
                    <a:pt x="36747" y="271754"/>
                  </a:lnTo>
                  <a:lnTo>
                    <a:pt x="40121" y="275827"/>
                  </a:lnTo>
                  <a:lnTo>
                    <a:pt x="43622" y="279792"/>
                  </a:lnTo>
                  <a:lnTo>
                    <a:pt x="47248" y="283644"/>
                  </a:lnTo>
                  <a:lnTo>
                    <a:pt x="50993" y="287380"/>
                  </a:lnTo>
                  <a:lnTo>
                    <a:pt x="54855" y="290995"/>
                  </a:lnTo>
                  <a:lnTo>
                    <a:pt x="58829" y="294486"/>
                  </a:lnTo>
                  <a:lnTo>
                    <a:pt x="62911" y="297849"/>
                  </a:lnTo>
                  <a:lnTo>
                    <a:pt x="67098" y="301082"/>
                  </a:lnTo>
                  <a:lnTo>
                    <a:pt x="71385" y="304181"/>
                  </a:lnTo>
                  <a:lnTo>
                    <a:pt x="75768" y="307142"/>
                  </a:lnTo>
                  <a:lnTo>
                    <a:pt x="80242" y="309964"/>
                  </a:lnTo>
                  <a:lnTo>
                    <a:pt x="84804" y="312642"/>
                  </a:lnTo>
                  <a:lnTo>
                    <a:pt x="89448" y="315175"/>
                  </a:lnTo>
                  <a:lnTo>
                    <a:pt x="94169" y="317559"/>
                  </a:lnTo>
                  <a:lnTo>
                    <a:pt x="98964" y="319793"/>
                  </a:lnTo>
                  <a:lnTo>
                    <a:pt x="103827" y="321875"/>
                  </a:lnTo>
                  <a:lnTo>
                    <a:pt x="108754" y="323801"/>
                  </a:lnTo>
                  <a:lnTo>
                    <a:pt x="113739" y="325570"/>
                  </a:lnTo>
                  <a:lnTo>
                    <a:pt x="118777" y="327181"/>
                  </a:lnTo>
                  <a:lnTo>
                    <a:pt x="123864" y="328631"/>
                  </a:lnTo>
                  <a:lnTo>
                    <a:pt x="128994" y="329920"/>
                  </a:lnTo>
                  <a:lnTo>
                    <a:pt x="134163" y="331046"/>
                  </a:lnTo>
                  <a:lnTo>
                    <a:pt x="139364" y="332008"/>
                  </a:lnTo>
                  <a:lnTo>
                    <a:pt x="144594" y="332805"/>
                  </a:lnTo>
                  <a:lnTo>
                    <a:pt x="149846" y="333436"/>
                  </a:lnTo>
                  <a:lnTo>
                    <a:pt x="155115" y="333900"/>
                  </a:lnTo>
                  <a:lnTo>
                    <a:pt x="160396" y="334198"/>
                  </a:lnTo>
                  <a:lnTo>
                    <a:pt x="165684" y="334328"/>
                  </a:lnTo>
                  <a:lnTo>
                    <a:pt x="170974" y="334291"/>
                  </a:lnTo>
                  <a:lnTo>
                    <a:pt x="176260" y="334086"/>
                  </a:lnTo>
                  <a:lnTo>
                    <a:pt x="181536" y="333715"/>
                  </a:lnTo>
                  <a:lnTo>
                    <a:pt x="186798" y="333176"/>
                  </a:lnTo>
                  <a:lnTo>
                    <a:pt x="192041" y="332472"/>
                  </a:lnTo>
                  <a:lnTo>
                    <a:pt x="197259" y="331602"/>
                  </a:lnTo>
                  <a:lnTo>
                    <a:pt x="202446" y="330567"/>
                  </a:lnTo>
                  <a:lnTo>
                    <a:pt x="207598" y="329369"/>
                  </a:lnTo>
                  <a:lnTo>
                    <a:pt x="212710" y="328008"/>
                  </a:lnTo>
                  <a:lnTo>
                    <a:pt x="217776" y="326486"/>
                  </a:lnTo>
                  <a:lnTo>
                    <a:pt x="222791" y="324805"/>
                  </a:lnTo>
                  <a:lnTo>
                    <a:pt x="227751" y="322966"/>
                  </a:lnTo>
                  <a:lnTo>
                    <a:pt x="232650" y="320970"/>
                  </a:lnTo>
                  <a:lnTo>
                    <a:pt x="237483" y="318821"/>
                  </a:lnTo>
                  <a:lnTo>
                    <a:pt x="242246" y="316520"/>
                  </a:lnTo>
                  <a:lnTo>
                    <a:pt x="246934" y="314070"/>
                  </a:lnTo>
                  <a:lnTo>
                    <a:pt x="251542" y="311472"/>
                  </a:lnTo>
                  <a:lnTo>
                    <a:pt x="256066" y="308730"/>
                  </a:lnTo>
                  <a:lnTo>
                    <a:pt x="260500" y="305846"/>
                  </a:lnTo>
                  <a:lnTo>
                    <a:pt x="264841" y="302823"/>
                  </a:lnTo>
                  <a:lnTo>
                    <a:pt x="269084" y="299665"/>
                  </a:lnTo>
                  <a:lnTo>
                    <a:pt x="273225" y="296373"/>
                  </a:lnTo>
                  <a:lnTo>
                    <a:pt x="277260" y="292953"/>
                  </a:lnTo>
                  <a:lnTo>
                    <a:pt x="281185" y="289406"/>
                  </a:lnTo>
                  <a:lnTo>
                    <a:pt x="284995" y="285737"/>
                  </a:lnTo>
                  <a:lnTo>
                    <a:pt x="288687" y="281950"/>
                  </a:lnTo>
                  <a:lnTo>
                    <a:pt x="292258" y="278047"/>
                  </a:lnTo>
                  <a:lnTo>
                    <a:pt x="295704" y="274033"/>
                  </a:lnTo>
                  <a:lnTo>
                    <a:pt x="299021" y="269913"/>
                  </a:lnTo>
                  <a:lnTo>
                    <a:pt x="302205" y="265689"/>
                  </a:lnTo>
                  <a:lnTo>
                    <a:pt x="305255" y="261367"/>
                  </a:lnTo>
                  <a:lnTo>
                    <a:pt x="308166" y="256951"/>
                  </a:lnTo>
                  <a:lnTo>
                    <a:pt x="310936" y="252444"/>
                  </a:lnTo>
                  <a:lnTo>
                    <a:pt x="313562" y="247853"/>
                  </a:lnTo>
                  <a:lnTo>
                    <a:pt x="316042" y="243180"/>
                  </a:lnTo>
                  <a:lnTo>
                    <a:pt x="318372" y="238431"/>
                  </a:lnTo>
                  <a:lnTo>
                    <a:pt x="320551" y="233611"/>
                  </a:lnTo>
                  <a:lnTo>
                    <a:pt x="322577" y="228725"/>
                  </a:lnTo>
                  <a:lnTo>
                    <a:pt x="324447" y="223777"/>
                  </a:lnTo>
                  <a:lnTo>
                    <a:pt x="326159" y="218772"/>
                  </a:lnTo>
                  <a:lnTo>
                    <a:pt x="327712" y="213715"/>
                  </a:lnTo>
                  <a:lnTo>
                    <a:pt x="329104" y="208612"/>
                  </a:lnTo>
                  <a:lnTo>
                    <a:pt x="330335" y="203467"/>
                  </a:lnTo>
                  <a:lnTo>
                    <a:pt x="331401" y="198286"/>
                  </a:lnTo>
                  <a:lnTo>
                    <a:pt x="332304" y="193074"/>
                  </a:lnTo>
                  <a:lnTo>
                    <a:pt x="333041" y="187836"/>
                  </a:lnTo>
                  <a:lnTo>
                    <a:pt x="333612" y="182577"/>
                  </a:lnTo>
                  <a:lnTo>
                    <a:pt x="334016" y="177303"/>
                  </a:lnTo>
                  <a:lnTo>
                    <a:pt x="334253" y="172019"/>
                  </a:lnTo>
                  <a:lnTo>
                    <a:pt x="334323" y="166730"/>
                  </a:lnTo>
                  <a:lnTo>
                    <a:pt x="334225" y="161441"/>
                  </a:lnTo>
                  <a:lnTo>
                    <a:pt x="333961" y="156158"/>
                  </a:lnTo>
                  <a:lnTo>
                    <a:pt x="333529" y="150886"/>
                  </a:lnTo>
                  <a:lnTo>
                    <a:pt x="332930" y="145630"/>
                  </a:lnTo>
                  <a:lnTo>
                    <a:pt x="332166" y="140396"/>
                  </a:lnTo>
                  <a:lnTo>
                    <a:pt x="331236" y="135189"/>
                  </a:lnTo>
                  <a:lnTo>
                    <a:pt x="330142" y="130013"/>
                  </a:lnTo>
                  <a:lnTo>
                    <a:pt x="328885" y="124875"/>
                  </a:lnTo>
                  <a:lnTo>
                    <a:pt x="327466" y="119779"/>
                  </a:lnTo>
                  <a:lnTo>
                    <a:pt x="325887" y="114731"/>
                  </a:lnTo>
                  <a:lnTo>
                    <a:pt x="324148" y="109735"/>
                  </a:lnTo>
                  <a:lnTo>
                    <a:pt x="322253" y="104797"/>
                  </a:lnTo>
                  <a:lnTo>
                    <a:pt x="320202" y="99921"/>
                  </a:lnTo>
                  <a:lnTo>
                    <a:pt x="317997" y="95112"/>
                  </a:lnTo>
                  <a:lnTo>
                    <a:pt x="315642" y="90376"/>
                  </a:lnTo>
                  <a:lnTo>
                    <a:pt x="313138" y="85716"/>
                  </a:lnTo>
                  <a:lnTo>
                    <a:pt x="310488" y="81138"/>
                  </a:lnTo>
                  <a:lnTo>
                    <a:pt x="307694" y="76647"/>
                  </a:lnTo>
                  <a:lnTo>
                    <a:pt x="304760" y="72245"/>
                  </a:lnTo>
                  <a:lnTo>
                    <a:pt x="301688" y="67939"/>
                  </a:lnTo>
                  <a:lnTo>
                    <a:pt x="298481" y="63733"/>
                  </a:lnTo>
                  <a:lnTo>
                    <a:pt x="295143" y="59629"/>
                  </a:lnTo>
                  <a:lnTo>
                    <a:pt x="291676" y="55634"/>
                  </a:lnTo>
                  <a:lnTo>
                    <a:pt x="288085" y="51750"/>
                  </a:lnTo>
                  <a:lnTo>
                    <a:pt x="284373" y="47982"/>
                  </a:lnTo>
                  <a:lnTo>
                    <a:pt x="280543" y="44333"/>
                  </a:lnTo>
                  <a:lnTo>
                    <a:pt x="276600" y="40807"/>
                  </a:lnTo>
                  <a:lnTo>
                    <a:pt x="272548" y="37407"/>
                  </a:lnTo>
                  <a:lnTo>
                    <a:pt x="268389" y="34138"/>
                  </a:lnTo>
                  <a:lnTo>
                    <a:pt x="264130" y="31001"/>
                  </a:lnTo>
                  <a:lnTo>
                    <a:pt x="259773" y="28001"/>
                  </a:lnTo>
                  <a:lnTo>
                    <a:pt x="255324" y="25141"/>
                  </a:lnTo>
                  <a:lnTo>
                    <a:pt x="250786" y="22422"/>
                  </a:lnTo>
                  <a:lnTo>
                    <a:pt x="246164" y="19849"/>
                  </a:lnTo>
                  <a:lnTo>
                    <a:pt x="241464" y="17423"/>
                  </a:lnTo>
                  <a:lnTo>
                    <a:pt x="236689" y="15147"/>
                  </a:lnTo>
                  <a:lnTo>
                    <a:pt x="231844" y="13023"/>
                  </a:lnTo>
                  <a:lnTo>
                    <a:pt x="226935" y="11053"/>
                  </a:lnTo>
                  <a:lnTo>
                    <a:pt x="221966" y="9240"/>
                  </a:lnTo>
                  <a:lnTo>
                    <a:pt x="216942" y="7585"/>
                  </a:lnTo>
                  <a:lnTo>
                    <a:pt x="211868" y="6090"/>
                  </a:lnTo>
                  <a:lnTo>
                    <a:pt x="206749" y="4756"/>
                  </a:lnTo>
                  <a:lnTo>
                    <a:pt x="201591" y="3585"/>
                  </a:lnTo>
                  <a:lnTo>
                    <a:pt x="196398" y="2577"/>
                  </a:lnTo>
                  <a:lnTo>
                    <a:pt x="191176" y="1734"/>
                  </a:lnTo>
                  <a:lnTo>
                    <a:pt x="185930" y="1057"/>
                  </a:lnTo>
                  <a:lnTo>
                    <a:pt x="180665" y="546"/>
                  </a:lnTo>
                  <a:lnTo>
                    <a:pt x="175386" y="20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8230" cy="167167"/>
            </a:xfrm>
            <a:custGeom>
              <a:avLst/>
              <a:pathLst>
                <a:path w="8230" h="167167">
                  <a:moveTo>
                    <a:pt x="8230" y="20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378110" y="1071028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7" y="1346"/>
                  </a:lnTo>
                  <a:lnTo>
                    <a:pt x="140724" y="2101"/>
                  </a:lnTo>
                  <a:lnTo>
                    <a:pt x="135498" y="3023"/>
                  </a:lnTo>
                  <a:lnTo>
                    <a:pt x="130304" y="4110"/>
                  </a:lnTo>
                  <a:lnTo>
                    <a:pt x="125147" y="5362"/>
                  </a:lnTo>
                  <a:lnTo>
                    <a:pt x="120032" y="6777"/>
                  </a:lnTo>
                  <a:lnTo>
                    <a:pt x="114965" y="8353"/>
                  </a:lnTo>
                  <a:lnTo>
                    <a:pt x="109950" y="10089"/>
                  </a:lnTo>
                  <a:lnTo>
                    <a:pt x="104993" y="11984"/>
                  </a:lnTo>
                  <a:lnTo>
                    <a:pt x="100099" y="14035"/>
                  </a:lnTo>
                  <a:lnTo>
                    <a:pt x="95272" y="16240"/>
                  </a:lnTo>
                  <a:lnTo>
                    <a:pt x="90518" y="18598"/>
                  </a:lnTo>
                  <a:lnTo>
                    <a:pt x="85840" y="21105"/>
                  </a:lnTo>
                  <a:lnTo>
                    <a:pt x="81245" y="23759"/>
                  </a:lnTo>
                  <a:lnTo>
                    <a:pt x="76737" y="26558"/>
                  </a:lnTo>
                  <a:lnTo>
                    <a:pt x="72319" y="29499"/>
                  </a:lnTo>
                  <a:lnTo>
                    <a:pt x="67997" y="32578"/>
                  </a:lnTo>
                  <a:lnTo>
                    <a:pt x="63775" y="35793"/>
                  </a:lnTo>
                  <a:lnTo>
                    <a:pt x="59657" y="39140"/>
                  </a:lnTo>
                  <a:lnTo>
                    <a:pt x="55648" y="42617"/>
                  </a:lnTo>
                  <a:lnTo>
                    <a:pt x="51751" y="46219"/>
                  </a:lnTo>
                  <a:lnTo>
                    <a:pt x="47970" y="49942"/>
                  </a:lnTo>
                  <a:lnTo>
                    <a:pt x="44309" y="53784"/>
                  </a:lnTo>
                  <a:lnTo>
                    <a:pt x="40772" y="57741"/>
                  </a:lnTo>
                  <a:lnTo>
                    <a:pt x="37362" y="61807"/>
                  </a:lnTo>
                  <a:lnTo>
                    <a:pt x="34083" y="65980"/>
                  </a:lnTo>
                  <a:lnTo>
                    <a:pt x="30939" y="70254"/>
                  </a:lnTo>
                  <a:lnTo>
                    <a:pt x="27931" y="74626"/>
                  </a:lnTo>
                  <a:lnTo>
                    <a:pt x="25064" y="79092"/>
                  </a:lnTo>
                  <a:lnTo>
                    <a:pt x="22340" y="83646"/>
                  </a:lnTo>
                  <a:lnTo>
                    <a:pt x="19762" y="88285"/>
                  </a:lnTo>
                  <a:lnTo>
                    <a:pt x="17332" y="93003"/>
                  </a:lnTo>
                  <a:lnTo>
                    <a:pt x="15054" y="97795"/>
                  </a:lnTo>
                  <a:lnTo>
                    <a:pt x="12928" y="102658"/>
                  </a:lnTo>
                  <a:lnTo>
                    <a:pt x="10959" y="107585"/>
                  </a:lnTo>
                  <a:lnTo>
                    <a:pt x="9146" y="112573"/>
                  </a:lnTo>
                  <a:lnTo>
                    <a:pt x="7493" y="117616"/>
                  </a:lnTo>
                  <a:lnTo>
                    <a:pt x="6000" y="122708"/>
                  </a:lnTo>
                  <a:lnTo>
                    <a:pt x="4671" y="127846"/>
                  </a:lnTo>
                  <a:lnTo>
                    <a:pt x="3504" y="133023"/>
                  </a:lnTo>
                  <a:lnTo>
                    <a:pt x="2503" y="138234"/>
                  </a:lnTo>
                  <a:lnTo>
                    <a:pt x="1668" y="143475"/>
                  </a:lnTo>
                  <a:lnTo>
                    <a:pt x="999" y="148739"/>
                  </a:lnTo>
                  <a:lnTo>
                    <a:pt x="498" y="154022"/>
                  </a:lnTo>
                  <a:lnTo>
                    <a:pt x="164" y="159319"/>
                  </a:lnTo>
                  <a:lnTo>
                    <a:pt x="0" y="164623"/>
                  </a:lnTo>
                  <a:lnTo>
                    <a:pt x="3" y="169929"/>
                  </a:lnTo>
                  <a:lnTo>
                    <a:pt x="175" y="175233"/>
                  </a:lnTo>
                  <a:lnTo>
                    <a:pt x="515" y="180529"/>
                  </a:lnTo>
                  <a:lnTo>
                    <a:pt x="1023" y="185812"/>
                  </a:lnTo>
                  <a:lnTo>
                    <a:pt x="1699" y="191075"/>
                  </a:lnTo>
                  <a:lnTo>
                    <a:pt x="2541" y="196315"/>
                  </a:lnTo>
                  <a:lnTo>
                    <a:pt x="3549" y="201525"/>
                  </a:lnTo>
                  <a:lnTo>
                    <a:pt x="4722" y="206700"/>
                  </a:lnTo>
                  <a:lnTo>
                    <a:pt x="6059" y="211836"/>
                  </a:lnTo>
                  <a:lnTo>
                    <a:pt x="7558" y="216927"/>
                  </a:lnTo>
                  <a:lnTo>
                    <a:pt x="9218" y="221967"/>
                  </a:lnTo>
                  <a:lnTo>
                    <a:pt x="11037" y="226952"/>
                  </a:lnTo>
                  <a:lnTo>
                    <a:pt x="13013" y="231877"/>
                  </a:lnTo>
                  <a:lnTo>
                    <a:pt x="15144" y="236737"/>
                  </a:lnTo>
                  <a:lnTo>
                    <a:pt x="17429" y="241527"/>
                  </a:lnTo>
                  <a:lnTo>
                    <a:pt x="19865" y="246242"/>
                  </a:lnTo>
                  <a:lnTo>
                    <a:pt x="22449" y="250877"/>
                  </a:lnTo>
                  <a:lnTo>
                    <a:pt x="25179" y="255427"/>
                  </a:lnTo>
                  <a:lnTo>
                    <a:pt x="28052" y="259889"/>
                  </a:lnTo>
                  <a:lnTo>
                    <a:pt x="31065" y="264257"/>
                  </a:lnTo>
                  <a:lnTo>
                    <a:pt x="34216" y="268528"/>
                  </a:lnTo>
                  <a:lnTo>
                    <a:pt x="37500" y="272696"/>
                  </a:lnTo>
                  <a:lnTo>
                    <a:pt x="40915" y="276758"/>
                  </a:lnTo>
                  <a:lnTo>
                    <a:pt x="44457" y="280710"/>
                  </a:lnTo>
                  <a:lnTo>
                    <a:pt x="48123" y="284547"/>
                  </a:lnTo>
                  <a:lnTo>
                    <a:pt x="51909" y="288266"/>
                  </a:lnTo>
                  <a:lnTo>
                    <a:pt x="55810" y="291863"/>
                  </a:lnTo>
                  <a:lnTo>
                    <a:pt x="59825" y="295334"/>
                  </a:lnTo>
                  <a:lnTo>
                    <a:pt x="63947" y="298676"/>
                  </a:lnTo>
                  <a:lnTo>
                    <a:pt x="68173" y="301885"/>
                  </a:lnTo>
                  <a:lnTo>
                    <a:pt x="72499" y="304959"/>
                  </a:lnTo>
                  <a:lnTo>
                    <a:pt x="76920" y="307894"/>
                  </a:lnTo>
                  <a:lnTo>
                    <a:pt x="81433" y="310687"/>
                  </a:lnTo>
                  <a:lnTo>
                    <a:pt x="86031" y="313335"/>
                  </a:lnTo>
                  <a:lnTo>
                    <a:pt x="90712" y="315836"/>
                  </a:lnTo>
                  <a:lnTo>
                    <a:pt x="95469" y="318187"/>
                  </a:lnTo>
                  <a:lnTo>
                    <a:pt x="100299" y="320386"/>
                  </a:lnTo>
                  <a:lnTo>
                    <a:pt x="105196" y="322431"/>
                  </a:lnTo>
                  <a:lnTo>
                    <a:pt x="110155" y="324319"/>
                  </a:lnTo>
                  <a:lnTo>
                    <a:pt x="115172" y="326049"/>
                  </a:lnTo>
                  <a:lnTo>
                    <a:pt x="120242" y="327619"/>
                  </a:lnTo>
                  <a:lnTo>
                    <a:pt x="125358" y="329027"/>
                  </a:lnTo>
                  <a:lnTo>
                    <a:pt x="130517" y="330272"/>
                  </a:lnTo>
                  <a:lnTo>
                    <a:pt x="135712" y="331352"/>
                  </a:lnTo>
                  <a:lnTo>
                    <a:pt x="140940" y="332267"/>
                  </a:lnTo>
                  <a:lnTo>
                    <a:pt x="146193" y="333016"/>
                  </a:lnTo>
                  <a:lnTo>
                    <a:pt x="151468" y="333597"/>
                  </a:lnTo>
                  <a:lnTo>
                    <a:pt x="156759" y="334011"/>
                  </a:lnTo>
                  <a:lnTo>
                    <a:pt x="162060" y="334257"/>
                  </a:lnTo>
                  <a:lnTo>
                    <a:pt x="167366" y="334334"/>
                  </a:lnTo>
                  <a:lnTo>
                    <a:pt x="172672" y="334243"/>
                  </a:lnTo>
                  <a:lnTo>
                    <a:pt x="177972" y="333984"/>
                  </a:lnTo>
                  <a:lnTo>
                    <a:pt x="183262" y="333556"/>
                  </a:lnTo>
                  <a:lnTo>
                    <a:pt x="188535" y="332961"/>
                  </a:lnTo>
                  <a:lnTo>
                    <a:pt x="193787" y="332198"/>
                  </a:lnTo>
                  <a:lnTo>
                    <a:pt x="199012" y="331269"/>
                  </a:lnTo>
                  <a:lnTo>
                    <a:pt x="204204" y="330175"/>
                  </a:lnTo>
                  <a:lnTo>
                    <a:pt x="209360" y="328917"/>
                  </a:lnTo>
                  <a:lnTo>
                    <a:pt x="214473" y="327496"/>
                  </a:lnTo>
                  <a:lnTo>
                    <a:pt x="219538" y="325913"/>
                  </a:lnTo>
                  <a:lnTo>
                    <a:pt x="224550" y="324170"/>
                  </a:lnTo>
                  <a:lnTo>
                    <a:pt x="229505" y="322269"/>
                  </a:lnTo>
                  <a:lnTo>
                    <a:pt x="234396" y="320211"/>
                  </a:lnTo>
                  <a:lnTo>
                    <a:pt x="239220" y="318000"/>
                  </a:lnTo>
                  <a:lnTo>
                    <a:pt x="243972" y="315636"/>
                  </a:lnTo>
                  <a:lnTo>
                    <a:pt x="248645" y="313123"/>
                  </a:lnTo>
                  <a:lnTo>
                    <a:pt x="253237" y="310462"/>
                  </a:lnTo>
                  <a:lnTo>
                    <a:pt x="257742" y="307657"/>
                  </a:lnTo>
                  <a:lnTo>
                    <a:pt x="262156" y="304711"/>
                  </a:lnTo>
                  <a:lnTo>
                    <a:pt x="266474" y="301626"/>
                  </a:lnTo>
                  <a:lnTo>
                    <a:pt x="270692" y="298406"/>
                  </a:lnTo>
                  <a:lnTo>
                    <a:pt x="274805" y="295053"/>
                  </a:lnTo>
                  <a:lnTo>
                    <a:pt x="278810" y="291571"/>
                  </a:lnTo>
                  <a:lnTo>
                    <a:pt x="282702" y="287964"/>
                  </a:lnTo>
                  <a:lnTo>
                    <a:pt x="286479" y="284236"/>
                  </a:lnTo>
                  <a:lnTo>
                    <a:pt x="290134" y="280389"/>
                  </a:lnTo>
                  <a:lnTo>
                    <a:pt x="293666" y="276428"/>
                  </a:lnTo>
                  <a:lnTo>
                    <a:pt x="297070" y="272357"/>
                  </a:lnTo>
                  <a:lnTo>
                    <a:pt x="300344" y="268180"/>
                  </a:lnTo>
                  <a:lnTo>
                    <a:pt x="303483" y="263902"/>
                  </a:lnTo>
                  <a:lnTo>
                    <a:pt x="306485" y="259526"/>
                  </a:lnTo>
                  <a:lnTo>
                    <a:pt x="309346" y="255056"/>
                  </a:lnTo>
                  <a:lnTo>
                    <a:pt x="312064" y="250498"/>
                  </a:lnTo>
                  <a:lnTo>
                    <a:pt x="314636" y="245857"/>
                  </a:lnTo>
                  <a:lnTo>
                    <a:pt x="317060" y="241136"/>
                  </a:lnTo>
                  <a:lnTo>
                    <a:pt x="319332" y="236340"/>
                  </a:lnTo>
                  <a:lnTo>
                    <a:pt x="321451" y="231475"/>
                  </a:lnTo>
                  <a:lnTo>
                    <a:pt x="323414" y="226544"/>
                  </a:lnTo>
                  <a:lnTo>
                    <a:pt x="325220" y="221554"/>
                  </a:lnTo>
                  <a:lnTo>
                    <a:pt x="326867" y="216510"/>
                  </a:lnTo>
                  <a:lnTo>
                    <a:pt x="328353" y="211415"/>
                  </a:lnTo>
                  <a:lnTo>
                    <a:pt x="329676" y="206276"/>
                  </a:lnTo>
                  <a:lnTo>
                    <a:pt x="330835" y="201097"/>
                  </a:lnTo>
                  <a:lnTo>
                    <a:pt x="331830" y="195885"/>
                  </a:lnTo>
                  <a:lnTo>
                    <a:pt x="332658" y="190643"/>
                  </a:lnTo>
                  <a:lnTo>
                    <a:pt x="333320" y="185378"/>
                  </a:lnTo>
                  <a:lnTo>
                    <a:pt x="333814" y="180094"/>
                  </a:lnTo>
                  <a:lnTo>
                    <a:pt x="334141" y="174797"/>
                  </a:lnTo>
                  <a:lnTo>
                    <a:pt x="334299" y="169493"/>
                  </a:lnTo>
                  <a:lnTo>
                    <a:pt x="334288" y="164186"/>
                  </a:lnTo>
                  <a:lnTo>
                    <a:pt x="334110" y="158882"/>
                  </a:lnTo>
                  <a:lnTo>
                    <a:pt x="333763" y="153587"/>
                  </a:lnTo>
                  <a:lnTo>
                    <a:pt x="333248" y="148305"/>
                  </a:lnTo>
                  <a:lnTo>
                    <a:pt x="332565" y="143043"/>
                  </a:lnTo>
                  <a:lnTo>
                    <a:pt x="331716" y="137804"/>
                  </a:lnTo>
                  <a:lnTo>
                    <a:pt x="330701" y="132595"/>
                  </a:lnTo>
                  <a:lnTo>
                    <a:pt x="329521" y="127421"/>
                  </a:lnTo>
                  <a:lnTo>
                    <a:pt x="328178" y="122288"/>
                  </a:lnTo>
                  <a:lnTo>
                    <a:pt x="326672" y="117199"/>
                  </a:lnTo>
                  <a:lnTo>
                    <a:pt x="325006" y="112161"/>
                  </a:lnTo>
                  <a:lnTo>
                    <a:pt x="323180" y="107178"/>
                  </a:lnTo>
                  <a:lnTo>
                    <a:pt x="321198" y="102255"/>
                  </a:lnTo>
                  <a:lnTo>
                    <a:pt x="319060" y="97398"/>
                  </a:lnTo>
                  <a:lnTo>
                    <a:pt x="316769" y="92612"/>
                  </a:lnTo>
                  <a:lnTo>
                    <a:pt x="314327" y="87900"/>
                  </a:lnTo>
                  <a:lnTo>
                    <a:pt x="311737" y="83268"/>
                  </a:lnTo>
                  <a:lnTo>
                    <a:pt x="309001" y="78721"/>
                  </a:lnTo>
                  <a:lnTo>
                    <a:pt x="306122" y="7426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45292"/>
              <a:ext cx="138974" cy="92903"/>
            </a:xfrm>
            <a:custGeom>
              <a:avLst/>
              <a:pathLst>
                <a:path w="138974" h="92903">
                  <a:moveTo>
                    <a:pt x="138974" y="0"/>
                  </a:moveTo>
                  <a:lnTo>
                    <a:pt x="0" y="929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43830"/>
              <a:ext cx="138974" cy="94365"/>
            </a:xfrm>
            <a:custGeom>
              <a:avLst/>
              <a:pathLst>
                <a:path w="138974" h="94365">
                  <a:moveTo>
                    <a:pt x="138974" y="1461"/>
                  </a:moveTo>
                  <a:lnTo>
                    <a:pt x="137985" y="0"/>
                  </a:lnTo>
                  <a:lnTo>
                    <a:pt x="0" y="943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071028"/>
              <a:ext cx="137985" cy="167167"/>
            </a:xfrm>
            <a:custGeom>
              <a:avLst/>
              <a:pathLst>
                <a:path w="137985" h="167167">
                  <a:moveTo>
                    <a:pt x="137985" y="72802"/>
                  </a:moveTo>
                  <a:lnTo>
                    <a:pt x="134749" y="68235"/>
                  </a:lnTo>
                  <a:lnTo>
                    <a:pt x="131362" y="63780"/>
                  </a:lnTo>
                  <a:lnTo>
                    <a:pt x="127827" y="59440"/>
                  </a:lnTo>
                  <a:lnTo>
                    <a:pt x="124149" y="55222"/>
                  </a:lnTo>
                  <a:lnTo>
                    <a:pt x="120332" y="51128"/>
                  </a:lnTo>
                  <a:lnTo>
                    <a:pt x="116381" y="47165"/>
                  </a:lnTo>
                  <a:lnTo>
                    <a:pt x="112298" y="43337"/>
                  </a:lnTo>
                  <a:lnTo>
                    <a:pt x="108090" y="39647"/>
                  </a:lnTo>
                  <a:lnTo>
                    <a:pt x="103761" y="36100"/>
                  </a:lnTo>
                  <a:lnTo>
                    <a:pt x="99315" y="32700"/>
                  </a:lnTo>
                  <a:lnTo>
                    <a:pt x="94758" y="29451"/>
                  </a:lnTo>
                  <a:lnTo>
                    <a:pt x="90095" y="26356"/>
                  </a:lnTo>
                  <a:lnTo>
                    <a:pt x="85330" y="23419"/>
                  </a:lnTo>
                  <a:lnTo>
                    <a:pt x="80470" y="20643"/>
                  </a:lnTo>
                  <a:lnTo>
                    <a:pt x="75520" y="18031"/>
                  </a:lnTo>
                  <a:lnTo>
                    <a:pt x="70486" y="15586"/>
                  </a:lnTo>
                  <a:lnTo>
                    <a:pt x="65372" y="13312"/>
                  </a:lnTo>
                  <a:lnTo>
                    <a:pt x="60185" y="11210"/>
                  </a:lnTo>
                  <a:lnTo>
                    <a:pt x="54930" y="9282"/>
                  </a:lnTo>
                  <a:lnTo>
                    <a:pt x="49614" y="7532"/>
                  </a:lnTo>
                  <a:lnTo>
                    <a:pt x="44243" y="5961"/>
                  </a:lnTo>
                  <a:lnTo>
                    <a:pt x="38821" y="4570"/>
                  </a:lnTo>
                  <a:lnTo>
                    <a:pt x="33357" y="3361"/>
                  </a:lnTo>
                  <a:lnTo>
                    <a:pt x="27854" y="2337"/>
                  </a:lnTo>
                  <a:lnTo>
                    <a:pt x="22321" y="1496"/>
                  </a:lnTo>
                  <a:lnTo>
                    <a:pt x="16763" y="842"/>
                  </a:lnTo>
                  <a:lnTo>
                    <a:pt x="11185" y="374"/>
                  </a:lnTo>
                  <a:lnTo>
                    <a:pt x="5596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14944" y="941493"/>
              <a:ext cx="108600" cy="167167"/>
            </a:xfrm>
            <a:custGeom>
              <a:avLst/>
              <a:pathLst>
                <a:path w="108600" h="167167">
                  <a:moveTo>
                    <a:pt x="108600" y="0"/>
                  </a:moveTo>
                  <a:lnTo>
                    <a:pt x="102972" y="94"/>
                  </a:lnTo>
                  <a:lnTo>
                    <a:pt x="97350" y="378"/>
                  </a:lnTo>
                  <a:lnTo>
                    <a:pt x="91741" y="852"/>
                  </a:lnTo>
                  <a:lnTo>
                    <a:pt x="86152" y="1514"/>
                  </a:lnTo>
                  <a:lnTo>
                    <a:pt x="80588" y="2363"/>
                  </a:lnTo>
                  <a:lnTo>
                    <a:pt x="75055" y="3400"/>
                  </a:lnTo>
                  <a:lnTo>
                    <a:pt x="69561" y="4622"/>
                  </a:lnTo>
                  <a:lnTo>
                    <a:pt x="64111" y="6028"/>
                  </a:lnTo>
                  <a:lnTo>
                    <a:pt x="58711" y="7617"/>
                  </a:lnTo>
                  <a:lnTo>
                    <a:pt x="53368" y="9387"/>
                  </a:lnTo>
                  <a:lnTo>
                    <a:pt x="48087" y="11336"/>
                  </a:lnTo>
                  <a:lnTo>
                    <a:pt x="42875" y="13462"/>
                  </a:lnTo>
                  <a:lnTo>
                    <a:pt x="37738" y="15762"/>
                  </a:lnTo>
                  <a:lnTo>
                    <a:pt x="32681" y="18233"/>
                  </a:lnTo>
                  <a:lnTo>
                    <a:pt x="27710" y="20873"/>
                  </a:lnTo>
                  <a:lnTo>
                    <a:pt x="22831" y="23679"/>
                  </a:lnTo>
                  <a:lnTo>
                    <a:pt x="18049" y="26648"/>
                  </a:lnTo>
                  <a:lnTo>
                    <a:pt x="13369" y="29776"/>
                  </a:lnTo>
                  <a:lnTo>
                    <a:pt x="8798" y="33060"/>
                  </a:lnTo>
                  <a:lnTo>
                    <a:pt x="4340" y="36496"/>
                  </a:lnTo>
                  <a:lnTo>
                    <a:pt x="0" y="40080"/>
                  </a:lnTo>
                  <a:lnTo>
                    <a:pt x="10860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4944" y="981574"/>
              <a:ext cx="108600" cy="127086"/>
            </a:xfrm>
            <a:custGeom>
              <a:avLst/>
              <a:pathLst>
                <a:path w="108600" h="127086">
                  <a:moveTo>
                    <a:pt x="0" y="0"/>
                  </a:moveTo>
                  <a:lnTo>
                    <a:pt x="108600" y="1270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56378" y="981574"/>
              <a:ext cx="334331" cy="294232"/>
            </a:xfrm>
            <a:custGeom>
              <a:avLst/>
              <a:pathLst>
                <a:path w="334331" h="294232">
                  <a:moveTo>
                    <a:pt x="58565" y="0"/>
                  </a:moveTo>
                  <a:lnTo>
                    <a:pt x="54577" y="3519"/>
                  </a:lnTo>
                  <a:lnTo>
                    <a:pt x="50702" y="7164"/>
                  </a:lnTo>
                  <a:lnTo>
                    <a:pt x="46945" y="10930"/>
                  </a:lnTo>
                  <a:lnTo>
                    <a:pt x="43310" y="14814"/>
                  </a:lnTo>
                  <a:lnTo>
                    <a:pt x="39801" y="18812"/>
                  </a:lnTo>
                  <a:lnTo>
                    <a:pt x="36420" y="22919"/>
                  </a:lnTo>
                  <a:lnTo>
                    <a:pt x="33172" y="27132"/>
                  </a:lnTo>
                  <a:lnTo>
                    <a:pt x="30060" y="31446"/>
                  </a:lnTo>
                  <a:lnTo>
                    <a:pt x="27086" y="35857"/>
                  </a:lnTo>
                  <a:lnTo>
                    <a:pt x="24254" y="40360"/>
                  </a:lnTo>
                  <a:lnTo>
                    <a:pt x="21567" y="44951"/>
                  </a:lnTo>
                  <a:lnTo>
                    <a:pt x="19028" y="49625"/>
                  </a:lnTo>
                  <a:lnTo>
                    <a:pt x="16638" y="54378"/>
                  </a:lnTo>
                  <a:lnTo>
                    <a:pt x="14401" y="59204"/>
                  </a:lnTo>
                  <a:lnTo>
                    <a:pt x="12318" y="64099"/>
                  </a:lnTo>
                  <a:lnTo>
                    <a:pt x="10393" y="69058"/>
                  </a:lnTo>
                  <a:lnTo>
                    <a:pt x="8626" y="74075"/>
                  </a:lnTo>
                  <a:lnTo>
                    <a:pt x="7019" y="79147"/>
                  </a:lnTo>
                  <a:lnTo>
                    <a:pt x="5575" y="84266"/>
                  </a:lnTo>
                  <a:lnTo>
                    <a:pt x="4294" y="89430"/>
                  </a:lnTo>
                  <a:lnTo>
                    <a:pt x="3179" y="94631"/>
                  </a:lnTo>
                  <a:lnTo>
                    <a:pt x="2229" y="99865"/>
                  </a:lnTo>
                  <a:lnTo>
                    <a:pt x="1446" y="105127"/>
                  </a:lnTo>
                  <a:lnTo>
                    <a:pt x="832" y="110411"/>
                  </a:lnTo>
                  <a:lnTo>
                    <a:pt x="385" y="115711"/>
                  </a:lnTo>
                  <a:lnTo>
                    <a:pt x="108" y="121024"/>
                  </a:lnTo>
                  <a:lnTo>
                    <a:pt x="0" y="126342"/>
                  </a:lnTo>
                  <a:lnTo>
                    <a:pt x="60" y="131661"/>
                  </a:lnTo>
                  <a:lnTo>
                    <a:pt x="291" y="136976"/>
                  </a:lnTo>
                  <a:lnTo>
                    <a:pt x="690" y="142281"/>
                  </a:lnTo>
                  <a:lnTo>
                    <a:pt x="1258" y="147570"/>
                  </a:lnTo>
                  <a:lnTo>
                    <a:pt x="1993" y="152838"/>
                  </a:lnTo>
                  <a:lnTo>
                    <a:pt x="2896" y="158081"/>
                  </a:lnTo>
                  <a:lnTo>
                    <a:pt x="3966" y="163292"/>
                  </a:lnTo>
                  <a:lnTo>
                    <a:pt x="5200" y="168466"/>
                  </a:lnTo>
                  <a:lnTo>
                    <a:pt x="6599" y="173598"/>
                  </a:lnTo>
                  <a:lnTo>
                    <a:pt x="8160" y="178684"/>
                  </a:lnTo>
                  <a:lnTo>
                    <a:pt x="9882" y="183717"/>
                  </a:lnTo>
                  <a:lnTo>
                    <a:pt x="11764" y="188692"/>
                  </a:lnTo>
                  <a:lnTo>
                    <a:pt x="13803" y="193606"/>
                  </a:lnTo>
                  <a:lnTo>
                    <a:pt x="15997" y="198452"/>
                  </a:lnTo>
                  <a:lnTo>
                    <a:pt x="18344" y="203225"/>
                  </a:lnTo>
                  <a:lnTo>
                    <a:pt x="20842" y="207922"/>
                  </a:lnTo>
                  <a:lnTo>
                    <a:pt x="23488" y="212537"/>
                  </a:lnTo>
                  <a:lnTo>
                    <a:pt x="26280" y="217065"/>
                  </a:lnTo>
                  <a:lnTo>
                    <a:pt x="29214" y="221502"/>
                  </a:lnTo>
                  <a:lnTo>
                    <a:pt x="32288" y="225844"/>
                  </a:lnTo>
                  <a:lnTo>
                    <a:pt x="35499" y="230085"/>
                  </a:lnTo>
                  <a:lnTo>
                    <a:pt x="38842" y="234222"/>
                  </a:lnTo>
                  <a:lnTo>
                    <a:pt x="42316" y="238251"/>
                  </a:lnTo>
                  <a:lnTo>
                    <a:pt x="45916" y="242167"/>
                  </a:lnTo>
                  <a:lnTo>
                    <a:pt x="49639" y="245967"/>
                  </a:lnTo>
                  <a:lnTo>
                    <a:pt x="53481" y="249646"/>
                  </a:lnTo>
                  <a:lnTo>
                    <a:pt x="57439" y="253201"/>
                  </a:lnTo>
                  <a:lnTo>
                    <a:pt x="61507" y="256628"/>
                  </a:lnTo>
                  <a:lnTo>
                    <a:pt x="65682" y="259925"/>
                  </a:lnTo>
                  <a:lnTo>
                    <a:pt x="69960" y="263086"/>
                  </a:lnTo>
                  <a:lnTo>
                    <a:pt x="74337" y="266110"/>
                  </a:lnTo>
                  <a:lnTo>
                    <a:pt x="78807" y="268994"/>
                  </a:lnTo>
                  <a:lnTo>
                    <a:pt x="83367" y="271733"/>
                  </a:lnTo>
                  <a:lnTo>
                    <a:pt x="88012" y="274326"/>
                  </a:lnTo>
                  <a:lnTo>
                    <a:pt x="92737" y="276770"/>
                  </a:lnTo>
                  <a:lnTo>
                    <a:pt x="97537" y="279062"/>
                  </a:lnTo>
                  <a:lnTo>
                    <a:pt x="102408" y="281201"/>
                  </a:lnTo>
                  <a:lnTo>
                    <a:pt x="107344" y="283183"/>
                  </a:lnTo>
                  <a:lnTo>
                    <a:pt x="112341" y="285008"/>
                  </a:lnTo>
                  <a:lnTo>
                    <a:pt x="117394" y="286672"/>
                  </a:lnTo>
                  <a:lnTo>
                    <a:pt x="122496" y="288175"/>
                  </a:lnTo>
                  <a:lnTo>
                    <a:pt x="127645" y="289515"/>
                  </a:lnTo>
                  <a:lnTo>
                    <a:pt x="132833" y="290690"/>
                  </a:lnTo>
                  <a:lnTo>
                    <a:pt x="138056" y="291699"/>
                  </a:lnTo>
                  <a:lnTo>
                    <a:pt x="143308" y="292542"/>
                  </a:lnTo>
                  <a:lnTo>
                    <a:pt x="148584" y="293218"/>
                  </a:lnTo>
                  <a:lnTo>
                    <a:pt x="153880" y="293725"/>
                  </a:lnTo>
                  <a:lnTo>
                    <a:pt x="159189" y="294063"/>
                  </a:lnTo>
                  <a:lnTo>
                    <a:pt x="164506" y="294232"/>
                  </a:lnTo>
                  <a:lnTo>
                    <a:pt x="169825" y="294232"/>
                  </a:lnTo>
                  <a:lnTo>
                    <a:pt x="175142" y="294063"/>
                  </a:lnTo>
                  <a:lnTo>
                    <a:pt x="180451" y="293725"/>
                  </a:lnTo>
                  <a:lnTo>
                    <a:pt x="185746" y="293218"/>
                  </a:lnTo>
                  <a:lnTo>
                    <a:pt x="191023" y="292542"/>
                  </a:lnTo>
                  <a:lnTo>
                    <a:pt x="196275" y="291699"/>
                  </a:lnTo>
                  <a:lnTo>
                    <a:pt x="201498" y="290690"/>
                  </a:lnTo>
                  <a:lnTo>
                    <a:pt x="206686" y="289515"/>
                  </a:lnTo>
                  <a:lnTo>
                    <a:pt x="211834" y="288175"/>
                  </a:lnTo>
                  <a:lnTo>
                    <a:pt x="216937" y="286672"/>
                  </a:lnTo>
                  <a:lnTo>
                    <a:pt x="221989" y="285008"/>
                  </a:lnTo>
                  <a:lnTo>
                    <a:pt x="226986" y="283183"/>
                  </a:lnTo>
                  <a:lnTo>
                    <a:pt x="231923" y="281201"/>
                  </a:lnTo>
                  <a:lnTo>
                    <a:pt x="236794" y="279062"/>
                  </a:lnTo>
                  <a:lnTo>
                    <a:pt x="241594" y="276770"/>
                  </a:lnTo>
                  <a:lnTo>
                    <a:pt x="246319" y="274326"/>
                  </a:lnTo>
                  <a:lnTo>
                    <a:pt x="250964" y="271733"/>
                  </a:lnTo>
                  <a:lnTo>
                    <a:pt x="255524" y="268994"/>
                  </a:lnTo>
                  <a:lnTo>
                    <a:pt x="259994" y="266110"/>
                  </a:lnTo>
                  <a:lnTo>
                    <a:pt x="264370" y="263086"/>
                  </a:lnTo>
                  <a:lnTo>
                    <a:pt x="268648" y="259925"/>
                  </a:lnTo>
                  <a:lnTo>
                    <a:pt x="272824" y="256628"/>
                  </a:lnTo>
                  <a:lnTo>
                    <a:pt x="276892" y="253201"/>
                  </a:lnTo>
                  <a:lnTo>
                    <a:pt x="280849" y="249646"/>
                  </a:lnTo>
                  <a:lnTo>
                    <a:pt x="284691" y="245967"/>
                  </a:lnTo>
                  <a:lnTo>
                    <a:pt x="288414" y="242167"/>
                  </a:lnTo>
                  <a:lnTo>
                    <a:pt x="292014" y="238251"/>
                  </a:lnTo>
                  <a:lnTo>
                    <a:pt x="295488" y="234222"/>
                  </a:lnTo>
                  <a:lnTo>
                    <a:pt x="298832" y="230085"/>
                  </a:lnTo>
                  <a:lnTo>
                    <a:pt x="302043" y="225844"/>
                  </a:lnTo>
                  <a:lnTo>
                    <a:pt x="305117" y="221502"/>
                  </a:lnTo>
                  <a:lnTo>
                    <a:pt x="308051" y="217065"/>
                  </a:lnTo>
                  <a:lnTo>
                    <a:pt x="310842" y="212537"/>
                  </a:lnTo>
                  <a:lnTo>
                    <a:pt x="313489" y="207922"/>
                  </a:lnTo>
                  <a:lnTo>
                    <a:pt x="315986" y="203225"/>
                  </a:lnTo>
                  <a:lnTo>
                    <a:pt x="318334" y="198452"/>
                  </a:lnTo>
                  <a:lnTo>
                    <a:pt x="320528" y="193606"/>
                  </a:lnTo>
                  <a:lnTo>
                    <a:pt x="322567" y="188692"/>
                  </a:lnTo>
                  <a:lnTo>
                    <a:pt x="324448" y="183717"/>
                  </a:lnTo>
                  <a:lnTo>
                    <a:pt x="326170" y="178684"/>
                  </a:lnTo>
                  <a:lnTo>
                    <a:pt x="327732" y="173598"/>
                  </a:lnTo>
                  <a:lnTo>
                    <a:pt x="329130" y="168466"/>
                  </a:lnTo>
                  <a:lnTo>
                    <a:pt x="330365" y="163292"/>
                  </a:lnTo>
                  <a:lnTo>
                    <a:pt x="331434" y="158081"/>
                  </a:lnTo>
                  <a:lnTo>
                    <a:pt x="332337" y="152838"/>
                  </a:lnTo>
                  <a:lnTo>
                    <a:pt x="333073" y="147570"/>
                  </a:lnTo>
                  <a:lnTo>
                    <a:pt x="333641" y="142281"/>
                  </a:lnTo>
                  <a:lnTo>
                    <a:pt x="334040" y="136976"/>
                  </a:lnTo>
                  <a:lnTo>
                    <a:pt x="334270" y="131661"/>
                  </a:lnTo>
                  <a:lnTo>
                    <a:pt x="334331" y="126342"/>
                  </a:lnTo>
                  <a:lnTo>
                    <a:pt x="334223" y="121024"/>
                  </a:lnTo>
                  <a:lnTo>
                    <a:pt x="333945" y="115711"/>
                  </a:lnTo>
                  <a:lnTo>
                    <a:pt x="333499" y="110411"/>
                  </a:lnTo>
                  <a:lnTo>
                    <a:pt x="332884" y="105127"/>
                  </a:lnTo>
                  <a:lnTo>
                    <a:pt x="332102" y="99865"/>
                  </a:lnTo>
                  <a:lnTo>
                    <a:pt x="331152" y="94631"/>
                  </a:lnTo>
                  <a:lnTo>
                    <a:pt x="330036" y="89430"/>
                  </a:lnTo>
                  <a:lnTo>
                    <a:pt x="328756" y="84266"/>
                  </a:lnTo>
                  <a:lnTo>
                    <a:pt x="327311" y="79147"/>
                  </a:lnTo>
                  <a:lnTo>
                    <a:pt x="325705" y="74075"/>
                  </a:lnTo>
                  <a:lnTo>
                    <a:pt x="323938" y="69058"/>
                  </a:lnTo>
                  <a:lnTo>
                    <a:pt x="322012" y="64099"/>
                  </a:lnTo>
                  <a:lnTo>
                    <a:pt x="319930" y="59204"/>
                  </a:lnTo>
                  <a:lnTo>
                    <a:pt x="317693" y="54378"/>
                  </a:lnTo>
                  <a:lnTo>
                    <a:pt x="315303" y="49625"/>
                  </a:lnTo>
                  <a:lnTo>
                    <a:pt x="312763" y="44951"/>
                  </a:lnTo>
                  <a:lnTo>
                    <a:pt x="310076" y="40360"/>
                  </a:lnTo>
                  <a:lnTo>
                    <a:pt x="307245" y="35857"/>
                  </a:lnTo>
                  <a:lnTo>
                    <a:pt x="304271" y="31446"/>
                  </a:lnTo>
                  <a:lnTo>
                    <a:pt x="301158" y="27132"/>
                  </a:lnTo>
                  <a:lnTo>
                    <a:pt x="297910" y="22919"/>
                  </a:lnTo>
                  <a:lnTo>
                    <a:pt x="294530" y="18812"/>
                  </a:lnTo>
                  <a:lnTo>
                    <a:pt x="291020" y="14814"/>
                  </a:lnTo>
                  <a:lnTo>
                    <a:pt x="287385" y="10930"/>
                  </a:lnTo>
                  <a:lnTo>
                    <a:pt x="283629" y="7164"/>
                  </a:lnTo>
                  <a:lnTo>
                    <a:pt x="279754" y="3519"/>
                  </a:lnTo>
                  <a:lnTo>
                    <a:pt x="275765" y="0"/>
                  </a:lnTo>
                  <a:lnTo>
                    <a:pt x="167165" y="1270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5023544" y="941493"/>
              <a:ext cx="108600" cy="167167"/>
            </a:xfrm>
            <a:custGeom>
              <a:avLst/>
              <a:pathLst>
                <a:path w="108600" h="167167">
                  <a:moveTo>
                    <a:pt x="108600" y="40080"/>
                  </a:moveTo>
                  <a:lnTo>
                    <a:pt x="104260" y="36496"/>
                  </a:lnTo>
                  <a:lnTo>
                    <a:pt x="99801" y="33060"/>
                  </a:lnTo>
                  <a:lnTo>
                    <a:pt x="95230" y="29776"/>
                  </a:lnTo>
                  <a:lnTo>
                    <a:pt x="90550" y="26648"/>
                  </a:lnTo>
                  <a:lnTo>
                    <a:pt x="85768" y="23679"/>
                  </a:lnTo>
                  <a:lnTo>
                    <a:pt x="80889" y="20873"/>
                  </a:lnTo>
                  <a:lnTo>
                    <a:pt x="75918" y="18233"/>
                  </a:lnTo>
                  <a:lnTo>
                    <a:pt x="70861" y="15762"/>
                  </a:lnTo>
                  <a:lnTo>
                    <a:pt x="65724" y="13462"/>
                  </a:lnTo>
                  <a:lnTo>
                    <a:pt x="60512" y="11336"/>
                  </a:lnTo>
                  <a:lnTo>
                    <a:pt x="55231" y="9387"/>
                  </a:lnTo>
                  <a:lnTo>
                    <a:pt x="49888" y="7617"/>
                  </a:lnTo>
                  <a:lnTo>
                    <a:pt x="44488" y="6028"/>
                  </a:lnTo>
                  <a:lnTo>
                    <a:pt x="39038" y="4622"/>
                  </a:lnTo>
                  <a:lnTo>
                    <a:pt x="33544" y="3400"/>
                  </a:lnTo>
                  <a:lnTo>
                    <a:pt x="28011" y="2363"/>
                  </a:lnTo>
                  <a:lnTo>
                    <a:pt x="22447" y="1514"/>
                  </a:lnTo>
                  <a:lnTo>
                    <a:pt x="16858" y="852"/>
                  </a:lnTo>
                  <a:lnTo>
                    <a:pt x="11249" y="378"/>
                  </a:lnTo>
                  <a:lnTo>
                    <a:pt x="562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19063" y="941493"/>
              <a:ext cx="167152" cy="197289"/>
            </a:xfrm>
            <a:custGeom>
              <a:avLst/>
              <a:pathLst>
                <a:path w="167152" h="197289">
                  <a:moveTo>
                    <a:pt x="167152" y="0"/>
                  </a:moveTo>
                  <a:lnTo>
                    <a:pt x="161729" y="87"/>
                  </a:lnTo>
                  <a:lnTo>
                    <a:pt x="156312" y="351"/>
                  </a:lnTo>
                  <a:lnTo>
                    <a:pt x="150907" y="791"/>
                  </a:lnTo>
                  <a:lnTo>
                    <a:pt x="145518" y="1405"/>
                  </a:lnTo>
                  <a:lnTo>
                    <a:pt x="140153" y="2194"/>
                  </a:lnTo>
                  <a:lnTo>
                    <a:pt x="134815" y="3157"/>
                  </a:lnTo>
                  <a:lnTo>
                    <a:pt x="129512" y="4292"/>
                  </a:lnTo>
                  <a:lnTo>
                    <a:pt x="124249" y="5599"/>
                  </a:lnTo>
                  <a:lnTo>
                    <a:pt x="119030" y="7075"/>
                  </a:lnTo>
                  <a:lnTo>
                    <a:pt x="113862" y="8721"/>
                  </a:lnTo>
                  <a:lnTo>
                    <a:pt x="108751" y="10533"/>
                  </a:lnTo>
                  <a:lnTo>
                    <a:pt x="103701" y="12510"/>
                  </a:lnTo>
                  <a:lnTo>
                    <a:pt x="98717" y="14649"/>
                  </a:lnTo>
                  <a:lnTo>
                    <a:pt x="93806" y="16949"/>
                  </a:lnTo>
                  <a:lnTo>
                    <a:pt x="88972" y="19408"/>
                  </a:lnTo>
                  <a:lnTo>
                    <a:pt x="84220" y="22021"/>
                  </a:lnTo>
                  <a:lnTo>
                    <a:pt x="79555" y="24788"/>
                  </a:lnTo>
                  <a:lnTo>
                    <a:pt x="74983" y="27704"/>
                  </a:lnTo>
                  <a:lnTo>
                    <a:pt x="70507" y="30768"/>
                  </a:lnTo>
                  <a:lnTo>
                    <a:pt x="66133" y="33974"/>
                  </a:lnTo>
                  <a:lnTo>
                    <a:pt x="61866" y="37321"/>
                  </a:lnTo>
                  <a:lnTo>
                    <a:pt x="57710" y="40805"/>
                  </a:lnTo>
                  <a:lnTo>
                    <a:pt x="53668" y="44422"/>
                  </a:lnTo>
                  <a:lnTo>
                    <a:pt x="49746" y="48167"/>
                  </a:lnTo>
                  <a:lnTo>
                    <a:pt x="45948" y="52038"/>
                  </a:lnTo>
                  <a:lnTo>
                    <a:pt x="42277" y="56031"/>
                  </a:lnTo>
                  <a:lnTo>
                    <a:pt x="38738" y="60140"/>
                  </a:lnTo>
                  <a:lnTo>
                    <a:pt x="35334" y="64362"/>
                  </a:lnTo>
                  <a:lnTo>
                    <a:pt x="32068" y="68692"/>
                  </a:lnTo>
                  <a:lnTo>
                    <a:pt x="28945" y="73125"/>
                  </a:lnTo>
                  <a:lnTo>
                    <a:pt x="25967" y="77658"/>
                  </a:lnTo>
                  <a:lnTo>
                    <a:pt x="23138" y="82285"/>
                  </a:lnTo>
                  <a:lnTo>
                    <a:pt x="20460" y="87001"/>
                  </a:lnTo>
                  <a:lnTo>
                    <a:pt x="17937" y="91802"/>
                  </a:lnTo>
                  <a:lnTo>
                    <a:pt x="15571" y="96682"/>
                  </a:lnTo>
                  <a:lnTo>
                    <a:pt x="13364" y="101636"/>
                  </a:lnTo>
                  <a:lnTo>
                    <a:pt x="11319" y="106659"/>
                  </a:lnTo>
                  <a:lnTo>
                    <a:pt x="9439" y="111746"/>
                  </a:lnTo>
                  <a:lnTo>
                    <a:pt x="7724" y="116891"/>
                  </a:lnTo>
                  <a:lnTo>
                    <a:pt x="6177" y="122089"/>
                  </a:lnTo>
                  <a:lnTo>
                    <a:pt x="4799" y="127334"/>
                  </a:lnTo>
                  <a:lnTo>
                    <a:pt x="3593" y="132622"/>
                  </a:lnTo>
                  <a:lnTo>
                    <a:pt x="2558" y="137946"/>
                  </a:lnTo>
                  <a:lnTo>
                    <a:pt x="1697" y="143300"/>
                  </a:lnTo>
                  <a:lnTo>
                    <a:pt x="1010" y="148680"/>
                  </a:lnTo>
                  <a:lnTo>
                    <a:pt x="497" y="154079"/>
                  </a:lnTo>
                  <a:lnTo>
                    <a:pt x="161" y="159492"/>
                  </a:lnTo>
                  <a:lnTo>
                    <a:pt x="0" y="164913"/>
                  </a:lnTo>
                  <a:lnTo>
                    <a:pt x="14" y="170336"/>
                  </a:lnTo>
                  <a:lnTo>
                    <a:pt x="205" y="175756"/>
                  </a:lnTo>
                  <a:lnTo>
                    <a:pt x="572" y="181167"/>
                  </a:lnTo>
                  <a:lnTo>
                    <a:pt x="1113" y="186563"/>
                  </a:lnTo>
                  <a:lnTo>
                    <a:pt x="1830" y="191939"/>
                  </a:lnTo>
                  <a:lnTo>
                    <a:pt x="2720" y="19728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21784" y="1108660"/>
              <a:ext cx="164431" cy="30121"/>
            </a:xfrm>
            <a:custGeom>
              <a:avLst/>
              <a:pathLst>
                <a:path w="164431" h="30121">
                  <a:moveTo>
                    <a:pt x="0" y="30121"/>
                  </a:moveTo>
                  <a:lnTo>
                    <a:pt x="16443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21784" y="1108660"/>
              <a:ext cx="164431" cy="153439"/>
            </a:xfrm>
            <a:custGeom>
              <a:avLst/>
              <a:pathLst>
                <a:path w="164431" h="153439">
                  <a:moveTo>
                    <a:pt x="0" y="30121"/>
                  </a:moveTo>
                  <a:lnTo>
                    <a:pt x="1073" y="35484"/>
                  </a:lnTo>
                  <a:lnTo>
                    <a:pt x="2321" y="40809"/>
                  </a:lnTo>
                  <a:lnTo>
                    <a:pt x="3743" y="46090"/>
                  </a:lnTo>
                  <a:lnTo>
                    <a:pt x="5336" y="51321"/>
                  </a:lnTo>
                  <a:lnTo>
                    <a:pt x="7100" y="56498"/>
                  </a:lnTo>
                  <a:lnTo>
                    <a:pt x="9033" y="61614"/>
                  </a:lnTo>
                  <a:lnTo>
                    <a:pt x="11131" y="66665"/>
                  </a:lnTo>
                  <a:lnTo>
                    <a:pt x="13394" y="71644"/>
                  </a:lnTo>
                  <a:lnTo>
                    <a:pt x="15819" y="76546"/>
                  </a:lnTo>
                  <a:lnTo>
                    <a:pt x="18402" y="81367"/>
                  </a:lnTo>
                  <a:lnTo>
                    <a:pt x="21142" y="86100"/>
                  </a:lnTo>
                  <a:lnTo>
                    <a:pt x="24035" y="90741"/>
                  </a:lnTo>
                  <a:lnTo>
                    <a:pt x="27079" y="95285"/>
                  </a:lnTo>
                  <a:lnTo>
                    <a:pt x="30269" y="99727"/>
                  </a:lnTo>
                  <a:lnTo>
                    <a:pt x="33603" y="104062"/>
                  </a:lnTo>
                  <a:lnTo>
                    <a:pt x="37077" y="108286"/>
                  </a:lnTo>
                  <a:lnTo>
                    <a:pt x="40688" y="112394"/>
                  </a:lnTo>
                  <a:lnTo>
                    <a:pt x="44431" y="116382"/>
                  </a:lnTo>
                  <a:lnTo>
                    <a:pt x="48302" y="120245"/>
                  </a:lnTo>
                  <a:lnTo>
                    <a:pt x="52297" y="123980"/>
                  </a:lnTo>
                  <a:lnTo>
                    <a:pt x="56413" y="127581"/>
                  </a:lnTo>
                  <a:lnTo>
                    <a:pt x="60644" y="131046"/>
                  </a:lnTo>
                  <a:lnTo>
                    <a:pt x="64987" y="134371"/>
                  </a:lnTo>
                  <a:lnTo>
                    <a:pt x="69435" y="137552"/>
                  </a:lnTo>
                  <a:lnTo>
                    <a:pt x="73986" y="140586"/>
                  </a:lnTo>
                  <a:lnTo>
                    <a:pt x="78633" y="143470"/>
                  </a:lnTo>
                  <a:lnTo>
                    <a:pt x="83372" y="146200"/>
                  </a:lnTo>
                  <a:lnTo>
                    <a:pt x="88198" y="148773"/>
                  </a:lnTo>
                  <a:lnTo>
                    <a:pt x="93105" y="151187"/>
                  </a:lnTo>
                  <a:lnTo>
                    <a:pt x="98089" y="153439"/>
                  </a:lnTo>
                  <a:lnTo>
                    <a:pt x="16443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419874" y="941493"/>
              <a:ext cx="233507" cy="334330"/>
            </a:xfrm>
            <a:custGeom>
              <a:avLst/>
              <a:pathLst>
                <a:path w="233507" h="334330">
                  <a:moveTo>
                    <a:pt x="0" y="320607"/>
                  </a:moveTo>
                  <a:lnTo>
                    <a:pt x="4939" y="322649"/>
                  </a:lnTo>
                  <a:lnTo>
                    <a:pt x="9942" y="324533"/>
                  </a:lnTo>
                  <a:lnTo>
                    <a:pt x="15003" y="326256"/>
                  </a:lnTo>
                  <a:lnTo>
                    <a:pt x="20116" y="327816"/>
                  </a:lnTo>
                  <a:lnTo>
                    <a:pt x="25276" y="329212"/>
                  </a:lnTo>
                  <a:lnTo>
                    <a:pt x="30478" y="330442"/>
                  </a:lnTo>
                  <a:lnTo>
                    <a:pt x="35717" y="331505"/>
                  </a:lnTo>
                  <a:lnTo>
                    <a:pt x="40987" y="332400"/>
                  </a:lnTo>
                  <a:lnTo>
                    <a:pt x="46283" y="333127"/>
                  </a:lnTo>
                  <a:lnTo>
                    <a:pt x="51600" y="333683"/>
                  </a:lnTo>
                  <a:lnTo>
                    <a:pt x="56931" y="334069"/>
                  </a:lnTo>
                  <a:lnTo>
                    <a:pt x="62273" y="334285"/>
                  </a:lnTo>
                  <a:lnTo>
                    <a:pt x="67618" y="334330"/>
                  </a:lnTo>
                  <a:lnTo>
                    <a:pt x="72962" y="334203"/>
                  </a:lnTo>
                  <a:lnTo>
                    <a:pt x="78299" y="333906"/>
                  </a:lnTo>
                  <a:lnTo>
                    <a:pt x="83625" y="333439"/>
                  </a:lnTo>
                  <a:lnTo>
                    <a:pt x="88932" y="332801"/>
                  </a:lnTo>
                  <a:lnTo>
                    <a:pt x="94216" y="331994"/>
                  </a:lnTo>
                  <a:lnTo>
                    <a:pt x="99472" y="331018"/>
                  </a:lnTo>
                  <a:lnTo>
                    <a:pt x="104694" y="329875"/>
                  </a:lnTo>
                  <a:lnTo>
                    <a:pt x="109877" y="328566"/>
                  </a:lnTo>
                  <a:lnTo>
                    <a:pt x="115015" y="327091"/>
                  </a:lnTo>
                  <a:lnTo>
                    <a:pt x="120104" y="325453"/>
                  </a:lnTo>
                  <a:lnTo>
                    <a:pt x="125137" y="323653"/>
                  </a:lnTo>
                  <a:lnTo>
                    <a:pt x="130111" y="321693"/>
                  </a:lnTo>
                  <a:lnTo>
                    <a:pt x="135019" y="319575"/>
                  </a:lnTo>
                  <a:lnTo>
                    <a:pt x="139857" y="317302"/>
                  </a:lnTo>
                  <a:lnTo>
                    <a:pt x="144620" y="314874"/>
                  </a:lnTo>
                  <a:lnTo>
                    <a:pt x="149302" y="312296"/>
                  </a:lnTo>
                  <a:lnTo>
                    <a:pt x="153900" y="309569"/>
                  </a:lnTo>
                  <a:lnTo>
                    <a:pt x="158409" y="306697"/>
                  </a:lnTo>
                  <a:lnTo>
                    <a:pt x="162823" y="303682"/>
                  </a:lnTo>
                  <a:lnTo>
                    <a:pt x="167138" y="300527"/>
                  </a:lnTo>
                  <a:lnTo>
                    <a:pt x="171351" y="297236"/>
                  </a:lnTo>
                  <a:lnTo>
                    <a:pt x="175456" y="293812"/>
                  </a:lnTo>
                  <a:lnTo>
                    <a:pt x="179449" y="290258"/>
                  </a:lnTo>
                  <a:lnTo>
                    <a:pt x="183327" y="286579"/>
                  </a:lnTo>
                  <a:lnTo>
                    <a:pt x="187085" y="282777"/>
                  </a:lnTo>
                  <a:lnTo>
                    <a:pt x="190720" y="278858"/>
                  </a:lnTo>
                  <a:lnTo>
                    <a:pt x="194228" y="274824"/>
                  </a:lnTo>
                  <a:lnTo>
                    <a:pt x="197605" y="270680"/>
                  </a:lnTo>
                  <a:lnTo>
                    <a:pt x="200847" y="266430"/>
                  </a:lnTo>
                  <a:lnTo>
                    <a:pt x="203952" y="262078"/>
                  </a:lnTo>
                  <a:lnTo>
                    <a:pt x="206916" y="257630"/>
                  </a:lnTo>
                  <a:lnTo>
                    <a:pt x="209737" y="253089"/>
                  </a:lnTo>
                  <a:lnTo>
                    <a:pt x="212411" y="248460"/>
                  </a:lnTo>
                  <a:lnTo>
                    <a:pt x="214936" y="243748"/>
                  </a:lnTo>
                  <a:lnTo>
                    <a:pt x="217308" y="238958"/>
                  </a:lnTo>
                  <a:lnTo>
                    <a:pt x="219526" y="234094"/>
                  </a:lnTo>
                  <a:lnTo>
                    <a:pt x="221588" y="229162"/>
                  </a:lnTo>
                  <a:lnTo>
                    <a:pt x="223491" y="224166"/>
                  </a:lnTo>
                  <a:lnTo>
                    <a:pt x="225233" y="219113"/>
                  </a:lnTo>
                  <a:lnTo>
                    <a:pt x="226813" y="214006"/>
                  </a:lnTo>
                  <a:lnTo>
                    <a:pt x="228228" y="208851"/>
                  </a:lnTo>
                  <a:lnTo>
                    <a:pt x="229478" y="203654"/>
                  </a:lnTo>
                  <a:lnTo>
                    <a:pt x="230561" y="198419"/>
                  </a:lnTo>
                  <a:lnTo>
                    <a:pt x="231477" y="193152"/>
                  </a:lnTo>
                  <a:lnTo>
                    <a:pt x="232223" y="187859"/>
                  </a:lnTo>
                  <a:lnTo>
                    <a:pt x="232800" y="182544"/>
                  </a:lnTo>
                  <a:lnTo>
                    <a:pt x="233206" y="177214"/>
                  </a:lnTo>
                  <a:lnTo>
                    <a:pt x="233442" y="171874"/>
                  </a:lnTo>
                  <a:lnTo>
                    <a:pt x="233507" y="166529"/>
                  </a:lnTo>
                  <a:lnTo>
                    <a:pt x="233401" y="161184"/>
                  </a:lnTo>
                  <a:lnTo>
                    <a:pt x="233125" y="155845"/>
                  </a:lnTo>
                  <a:lnTo>
                    <a:pt x="232677" y="150519"/>
                  </a:lnTo>
                  <a:lnTo>
                    <a:pt x="232060" y="145209"/>
                  </a:lnTo>
                  <a:lnTo>
                    <a:pt x="231273" y="139921"/>
                  </a:lnTo>
                  <a:lnTo>
                    <a:pt x="230318" y="134662"/>
                  </a:lnTo>
                  <a:lnTo>
                    <a:pt x="229195" y="129435"/>
                  </a:lnTo>
                  <a:lnTo>
                    <a:pt x="227905" y="124248"/>
                  </a:lnTo>
                  <a:lnTo>
                    <a:pt x="226450" y="119104"/>
                  </a:lnTo>
                  <a:lnTo>
                    <a:pt x="224831" y="114009"/>
                  </a:lnTo>
                  <a:lnTo>
                    <a:pt x="223051" y="108969"/>
                  </a:lnTo>
                  <a:lnTo>
                    <a:pt x="221110" y="103988"/>
                  </a:lnTo>
                  <a:lnTo>
                    <a:pt x="219011" y="99072"/>
                  </a:lnTo>
                  <a:lnTo>
                    <a:pt x="216755" y="94225"/>
                  </a:lnTo>
                  <a:lnTo>
                    <a:pt x="214346" y="89453"/>
                  </a:lnTo>
                  <a:lnTo>
                    <a:pt x="211786" y="84761"/>
                  </a:lnTo>
                  <a:lnTo>
                    <a:pt x="209077" y="80152"/>
                  </a:lnTo>
                  <a:lnTo>
                    <a:pt x="206221" y="75633"/>
                  </a:lnTo>
                  <a:lnTo>
                    <a:pt x="203223" y="71207"/>
                  </a:lnTo>
                  <a:lnTo>
                    <a:pt x="200085" y="66880"/>
                  </a:lnTo>
                  <a:lnTo>
                    <a:pt x="196810" y="62655"/>
                  </a:lnTo>
                  <a:lnTo>
                    <a:pt x="193402" y="58537"/>
                  </a:lnTo>
                  <a:lnTo>
                    <a:pt x="189863" y="54530"/>
                  </a:lnTo>
                  <a:lnTo>
                    <a:pt x="186199" y="50638"/>
                  </a:lnTo>
                  <a:lnTo>
                    <a:pt x="182412" y="46865"/>
                  </a:lnTo>
                  <a:lnTo>
                    <a:pt x="178506" y="43215"/>
                  </a:lnTo>
                  <a:lnTo>
                    <a:pt x="174485" y="39692"/>
                  </a:lnTo>
                  <a:lnTo>
                    <a:pt x="170354" y="36300"/>
                  </a:lnTo>
                  <a:lnTo>
                    <a:pt x="166117" y="33041"/>
                  </a:lnTo>
                  <a:lnTo>
                    <a:pt x="161777" y="29919"/>
                  </a:lnTo>
                  <a:lnTo>
                    <a:pt x="157340" y="26938"/>
                  </a:lnTo>
                  <a:lnTo>
                    <a:pt x="152810" y="24100"/>
                  </a:lnTo>
                  <a:lnTo>
                    <a:pt x="148191" y="21409"/>
                  </a:lnTo>
                  <a:lnTo>
                    <a:pt x="143489" y="18866"/>
                  </a:lnTo>
                  <a:lnTo>
                    <a:pt x="138708" y="16475"/>
                  </a:lnTo>
                  <a:lnTo>
                    <a:pt x="133853" y="14238"/>
                  </a:lnTo>
                  <a:lnTo>
                    <a:pt x="128929" y="12158"/>
                  </a:lnTo>
                  <a:lnTo>
                    <a:pt x="123940" y="10236"/>
                  </a:lnTo>
                  <a:lnTo>
                    <a:pt x="118893" y="8475"/>
                  </a:lnTo>
                  <a:lnTo>
                    <a:pt x="113792" y="6876"/>
                  </a:lnTo>
                  <a:lnTo>
                    <a:pt x="108643" y="5440"/>
                  </a:lnTo>
                  <a:lnTo>
                    <a:pt x="103450" y="4170"/>
                  </a:lnTo>
                  <a:lnTo>
                    <a:pt x="98220" y="3067"/>
                  </a:lnTo>
                  <a:lnTo>
                    <a:pt x="92957" y="2132"/>
                  </a:lnTo>
                  <a:lnTo>
                    <a:pt x="87666" y="1365"/>
                  </a:lnTo>
                  <a:lnTo>
                    <a:pt x="82354" y="768"/>
                  </a:lnTo>
                  <a:lnTo>
                    <a:pt x="77026" y="341"/>
                  </a:lnTo>
                  <a:lnTo>
                    <a:pt x="71686" y="85"/>
                  </a:lnTo>
                  <a:lnTo>
                    <a:pt x="66341" y="0"/>
                  </a:lnTo>
                  <a:lnTo>
                    <a:pt x="663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797339" y="1071028"/>
              <a:ext cx="206772" cy="334313"/>
            </a:xfrm>
            <a:custGeom>
              <a:avLst/>
              <a:pathLst>
                <a:path w="206772" h="334313">
                  <a:moveTo>
                    <a:pt x="167162" y="0"/>
                  </a:moveTo>
                  <a:lnTo>
                    <a:pt x="161831" y="85"/>
                  </a:lnTo>
                  <a:lnTo>
                    <a:pt x="156505" y="339"/>
                  </a:lnTo>
                  <a:lnTo>
                    <a:pt x="151191" y="764"/>
                  </a:lnTo>
                  <a:lnTo>
                    <a:pt x="145893" y="1358"/>
                  </a:lnTo>
                  <a:lnTo>
                    <a:pt x="140616" y="2121"/>
                  </a:lnTo>
                  <a:lnTo>
                    <a:pt x="135366" y="3051"/>
                  </a:lnTo>
                  <a:lnTo>
                    <a:pt x="130149" y="4149"/>
                  </a:lnTo>
                  <a:lnTo>
                    <a:pt x="124969" y="5412"/>
                  </a:lnTo>
                  <a:lnTo>
                    <a:pt x="119832" y="6839"/>
                  </a:lnTo>
                  <a:lnTo>
                    <a:pt x="114744" y="8430"/>
                  </a:lnTo>
                  <a:lnTo>
                    <a:pt x="109708" y="10183"/>
                  </a:lnTo>
                  <a:lnTo>
                    <a:pt x="104732" y="12095"/>
                  </a:lnTo>
                  <a:lnTo>
                    <a:pt x="99818" y="14164"/>
                  </a:lnTo>
                  <a:lnTo>
                    <a:pt x="94973" y="16390"/>
                  </a:lnTo>
                  <a:lnTo>
                    <a:pt x="90202" y="18768"/>
                  </a:lnTo>
                  <a:lnTo>
                    <a:pt x="85509" y="21298"/>
                  </a:lnTo>
                  <a:lnTo>
                    <a:pt x="80899" y="23976"/>
                  </a:lnTo>
                  <a:lnTo>
                    <a:pt x="76376" y="26800"/>
                  </a:lnTo>
                  <a:lnTo>
                    <a:pt x="71946" y="29766"/>
                  </a:lnTo>
                  <a:lnTo>
                    <a:pt x="67613" y="32872"/>
                  </a:lnTo>
                  <a:lnTo>
                    <a:pt x="63381" y="36115"/>
                  </a:lnTo>
                  <a:lnTo>
                    <a:pt x="59255" y="39491"/>
                  </a:lnTo>
                  <a:lnTo>
                    <a:pt x="55238" y="42997"/>
                  </a:lnTo>
                  <a:lnTo>
                    <a:pt x="51336" y="46630"/>
                  </a:lnTo>
                  <a:lnTo>
                    <a:pt x="47551" y="50384"/>
                  </a:lnTo>
                  <a:lnTo>
                    <a:pt x="43887" y="54258"/>
                  </a:lnTo>
                  <a:lnTo>
                    <a:pt x="40350" y="58247"/>
                  </a:lnTo>
                  <a:lnTo>
                    <a:pt x="36941" y="62346"/>
                  </a:lnTo>
                  <a:lnTo>
                    <a:pt x="33664" y="66552"/>
                  </a:lnTo>
                  <a:lnTo>
                    <a:pt x="30524" y="70860"/>
                  </a:lnTo>
                  <a:lnTo>
                    <a:pt x="27522" y="75266"/>
                  </a:lnTo>
                  <a:lnTo>
                    <a:pt x="24662" y="79766"/>
                  </a:lnTo>
                  <a:lnTo>
                    <a:pt x="21948" y="84355"/>
                  </a:lnTo>
                  <a:lnTo>
                    <a:pt x="19381" y="89028"/>
                  </a:lnTo>
                  <a:lnTo>
                    <a:pt x="16964" y="93780"/>
                  </a:lnTo>
                  <a:lnTo>
                    <a:pt x="14700" y="98607"/>
                  </a:lnTo>
                  <a:lnTo>
                    <a:pt x="12591" y="103504"/>
                  </a:lnTo>
                  <a:lnTo>
                    <a:pt x="10640" y="108465"/>
                  </a:lnTo>
                  <a:lnTo>
                    <a:pt x="8848" y="113486"/>
                  </a:lnTo>
                  <a:lnTo>
                    <a:pt x="7216" y="118562"/>
                  </a:lnTo>
                  <a:lnTo>
                    <a:pt x="5748" y="123687"/>
                  </a:lnTo>
                  <a:lnTo>
                    <a:pt x="4443" y="128857"/>
                  </a:lnTo>
                  <a:lnTo>
                    <a:pt x="3304" y="134065"/>
                  </a:lnTo>
                  <a:lnTo>
                    <a:pt x="2332" y="139307"/>
                  </a:lnTo>
                  <a:lnTo>
                    <a:pt x="1527" y="144578"/>
                  </a:lnTo>
                  <a:lnTo>
                    <a:pt x="891" y="149871"/>
                  </a:lnTo>
                  <a:lnTo>
                    <a:pt x="424" y="155182"/>
                  </a:lnTo>
                  <a:lnTo>
                    <a:pt x="127" y="160505"/>
                  </a:lnTo>
                  <a:lnTo>
                    <a:pt x="0" y="165835"/>
                  </a:lnTo>
                  <a:lnTo>
                    <a:pt x="42" y="171167"/>
                  </a:lnTo>
                  <a:lnTo>
                    <a:pt x="255" y="176494"/>
                  </a:lnTo>
                  <a:lnTo>
                    <a:pt x="637" y="181812"/>
                  </a:lnTo>
                  <a:lnTo>
                    <a:pt x="1189" y="187115"/>
                  </a:lnTo>
                  <a:lnTo>
                    <a:pt x="1909" y="192397"/>
                  </a:lnTo>
                  <a:lnTo>
                    <a:pt x="2798" y="197654"/>
                  </a:lnTo>
                  <a:lnTo>
                    <a:pt x="3854" y="202880"/>
                  </a:lnTo>
                  <a:lnTo>
                    <a:pt x="5075" y="208070"/>
                  </a:lnTo>
                  <a:lnTo>
                    <a:pt x="6462" y="213218"/>
                  </a:lnTo>
                  <a:lnTo>
                    <a:pt x="8013" y="218319"/>
                  </a:lnTo>
                  <a:lnTo>
                    <a:pt x="9725" y="223368"/>
                  </a:lnTo>
                  <a:lnTo>
                    <a:pt x="11597" y="228360"/>
                  </a:lnTo>
                  <a:lnTo>
                    <a:pt x="13627" y="233290"/>
                  </a:lnTo>
                  <a:lnTo>
                    <a:pt x="15814" y="238152"/>
                  </a:lnTo>
                  <a:lnTo>
                    <a:pt x="18155" y="242942"/>
                  </a:lnTo>
                  <a:lnTo>
                    <a:pt x="20647" y="247655"/>
                  </a:lnTo>
                  <a:lnTo>
                    <a:pt x="23288" y="252287"/>
                  </a:lnTo>
                  <a:lnTo>
                    <a:pt x="26076" y="256831"/>
                  </a:lnTo>
                  <a:lnTo>
                    <a:pt x="29007" y="261285"/>
                  </a:lnTo>
                  <a:lnTo>
                    <a:pt x="32078" y="265643"/>
                  </a:lnTo>
                  <a:lnTo>
                    <a:pt x="35287" y="269900"/>
                  </a:lnTo>
                  <a:lnTo>
                    <a:pt x="38630" y="274053"/>
                  </a:lnTo>
                  <a:lnTo>
                    <a:pt x="42104" y="278098"/>
                  </a:lnTo>
                  <a:lnTo>
                    <a:pt x="45705" y="282029"/>
                  </a:lnTo>
                  <a:lnTo>
                    <a:pt x="49430" y="285844"/>
                  </a:lnTo>
                  <a:lnTo>
                    <a:pt x="53274" y="289538"/>
                  </a:lnTo>
                  <a:lnTo>
                    <a:pt x="57235" y="293107"/>
                  </a:lnTo>
                  <a:lnTo>
                    <a:pt x="61307" y="296549"/>
                  </a:lnTo>
                  <a:lnTo>
                    <a:pt x="65486" y="299859"/>
                  </a:lnTo>
                  <a:lnTo>
                    <a:pt x="69770" y="303034"/>
                  </a:lnTo>
                  <a:lnTo>
                    <a:pt x="74152" y="306070"/>
                  </a:lnTo>
                  <a:lnTo>
                    <a:pt x="78629" y="308966"/>
                  </a:lnTo>
                  <a:lnTo>
                    <a:pt x="83195" y="311717"/>
                  </a:lnTo>
                  <a:lnTo>
                    <a:pt x="87848" y="314321"/>
                  </a:lnTo>
                  <a:lnTo>
                    <a:pt x="92581" y="316775"/>
                  </a:lnTo>
                  <a:lnTo>
                    <a:pt x="97389" y="319077"/>
                  </a:lnTo>
                  <a:lnTo>
                    <a:pt x="102269" y="321225"/>
                  </a:lnTo>
                  <a:lnTo>
                    <a:pt x="107215" y="323216"/>
                  </a:lnTo>
                  <a:lnTo>
                    <a:pt x="112222" y="325048"/>
                  </a:lnTo>
                  <a:lnTo>
                    <a:pt x="117284" y="326720"/>
                  </a:lnTo>
                  <a:lnTo>
                    <a:pt x="122398" y="328230"/>
                  </a:lnTo>
                  <a:lnTo>
                    <a:pt x="127557" y="329575"/>
                  </a:lnTo>
                  <a:lnTo>
                    <a:pt x="132756" y="330755"/>
                  </a:lnTo>
                  <a:lnTo>
                    <a:pt x="137990" y="331769"/>
                  </a:lnTo>
                  <a:lnTo>
                    <a:pt x="143254" y="332616"/>
                  </a:lnTo>
                  <a:lnTo>
                    <a:pt x="148542" y="333294"/>
                  </a:lnTo>
                  <a:lnTo>
                    <a:pt x="153849" y="333803"/>
                  </a:lnTo>
                  <a:lnTo>
                    <a:pt x="159170" y="334143"/>
                  </a:lnTo>
                  <a:lnTo>
                    <a:pt x="164499" y="334313"/>
                  </a:lnTo>
                  <a:lnTo>
                    <a:pt x="169830" y="334313"/>
                  </a:lnTo>
                  <a:lnTo>
                    <a:pt x="175159" y="334143"/>
                  </a:lnTo>
                  <a:lnTo>
                    <a:pt x="180480" y="333803"/>
                  </a:lnTo>
                  <a:lnTo>
                    <a:pt x="185787" y="333294"/>
                  </a:lnTo>
                  <a:lnTo>
                    <a:pt x="191075" y="332615"/>
                  </a:lnTo>
                  <a:lnTo>
                    <a:pt x="196339" y="331768"/>
                  </a:lnTo>
                  <a:lnTo>
                    <a:pt x="201573" y="330754"/>
                  </a:lnTo>
                  <a:lnTo>
                    <a:pt x="206772" y="329574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39610" cy="162406"/>
            </a:xfrm>
            <a:custGeom>
              <a:avLst/>
              <a:pathLst>
                <a:path w="39610" h="162406">
                  <a:moveTo>
                    <a:pt x="39610" y="1624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2294"/>
              <a:ext cx="167158" cy="328308"/>
            </a:xfrm>
            <a:custGeom>
              <a:avLst/>
              <a:pathLst>
                <a:path w="167158" h="328308">
                  <a:moveTo>
                    <a:pt x="39610" y="328308"/>
                  </a:moveTo>
                  <a:lnTo>
                    <a:pt x="44777" y="326960"/>
                  </a:lnTo>
                  <a:lnTo>
                    <a:pt x="49898" y="325448"/>
                  </a:lnTo>
                  <a:lnTo>
                    <a:pt x="54969" y="323773"/>
                  </a:lnTo>
                  <a:lnTo>
                    <a:pt x="59983" y="321936"/>
                  </a:lnTo>
                  <a:lnTo>
                    <a:pt x="64936" y="319941"/>
                  </a:lnTo>
                  <a:lnTo>
                    <a:pt x="69823" y="317788"/>
                  </a:lnTo>
                  <a:lnTo>
                    <a:pt x="74639" y="315481"/>
                  </a:lnTo>
                  <a:lnTo>
                    <a:pt x="79378" y="313020"/>
                  </a:lnTo>
                  <a:lnTo>
                    <a:pt x="84037" y="310410"/>
                  </a:lnTo>
                  <a:lnTo>
                    <a:pt x="88609" y="307652"/>
                  </a:lnTo>
                  <a:lnTo>
                    <a:pt x="93091" y="304750"/>
                  </a:lnTo>
                  <a:lnTo>
                    <a:pt x="97479" y="301705"/>
                  </a:lnTo>
                  <a:lnTo>
                    <a:pt x="101767" y="298523"/>
                  </a:lnTo>
                  <a:lnTo>
                    <a:pt x="105951" y="295205"/>
                  </a:lnTo>
                  <a:lnTo>
                    <a:pt x="110026" y="291755"/>
                  </a:lnTo>
                  <a:lnTo>
                    <a:pt x="113990" y="288176"/>
                  </a:lnTo>
                  <a:lnTo>
                    <a:pt x="117837" y="284473"/>
                  </a:lnTo>
                  <a:lnTo>
                    <a:pt x="121564" y="280649"/>
                  </a:lnTo>
                  <a:lnTo>
                    <a:pt x="125167" y="276707"/>
                  </a:lnTo>
                  <a:lnTo>
                    <a:pt x="128643" y="272653"/>
                  </a:lnTo>
                  <a:lnTo>
                    <a:pt x="131987" y="268490"/>
                  </a:lnTo>
                  <a:lnTo>
                    <a:pt x="135196" y="264222"/>
                  </a:lnTo>
                  <a:lnTo>
                    <a:pt x="138267" y="259853"/>
                  </a:lnTo>
                  <a:lnTo>
                    <a:pt x="141198" y="255389"/>
                  </a:lnTo>
                  <a:lnTo>
                    <a:pt x="143984" y="250834"/>
                  </a:lnTo>
                  <a:lnTo>
                    <a:pt x="146623" y="246192"/>
                  </a:lnTo>
                  <a:lnTo>
                    <a:pt x="149113" y="241467"/>
                  </a:lnTo>
                  <a:lnTo>
                    <a:pt x="151450" y="236666"/>
                  </a:lnTo>
                  <a:lnTo>
                    <a:pt x="153633" y="231793"/>
                  </a:lnTo>
                  <a:lnTo>
                    <a:pt x="155659" y="226852"/>
                  </a:lnTo>
                  <a:lnTo>
                    <a:pt x="157527" y="221849"/>
                  </a:lnTo>
                  <a:lnTo>
                    <a:pt x="159233" y="216789"/>
                  </a:lnTo>
                  <a:lnTo>
                    <a:pt x="160777" y="211678"/>
                  </a:lnTo>
                  <a:lnTo>
                    <a:pt x="162157" y="206519"/>
                  </a:lnTo>
                  <a:lnTo>
                    <a:pt x="163372" y="201319"/>
                  </a:lnTo>
                  <a:lnTo>
                    <a:pt x="164420" y="196083"/>
                  </a:lnTo>
                  <a:lnTo>
                    <a:pt x="165300" y="190816"/>
                  </a:lnTo>
                  <a:lnTo>
                    <a:pt x="166011" y="185523"/>
                  </a:lnTo>
                  <a:lnTo>
                    <a:pt x="166553" y="180211"/>
                  </a:lnTo>
                  <a:lnTo>
                    <a:pt x="166925" y="174884"/>
                  </a:lnTo>
                  <a:lnTo>
                    <a:pt x="167127" y="169548"/>
                  </a:lnTo>
                  <a:lnTo>
                    <a:pt x="167158" y="164208"/>
                  </a:lnTo>
                  <a:lnTo>
                    <a:pt x="167019" y="158870"/>
                  </a:lnTo>
                  <a:lnTo>
                    <a:pt x="166709" y="153539"/>
                  </a:lnTo>
                  <a:lnTo>
                    <a:pt x="166229" y="148221"/>
                  </a:lnTo>
                  <a:lnTo>
                    <a:pt x="165580" y="142920"/>
                  </a:lnTo>
                  <a:lnTo>
                    <a:pt x="164761" y="137643"/>
                  </a:lnTo>
                  <a:lnTo>
                    <a:pt x="163775" y="132395"/>
                  </a:lnTo>
                  <a:lnTo>
                    <a:pt x="162621" y="127181"/>
                  </a:lnTo>
                  <a:lnTo>
                    <a:pt x="161301" y="122007"/>
                  </a:lnTo>
                  <a:lnTo>
                    <a:pt x="159817" y="116878"/>
                  </a:lnTo>
                  <a:lnTo>
                    <a:pt x="158170" y="111798"/>
                  </a:lnTo>
                  <a:lnTo>
                    <a:pt x="156361" y="106774"/>
                  </a:lnTo>
                  <a:lnTo>
                    <a:pt x="154393" y="101810"/>
                  </a:lnTo>
                  <a:lnTo>
                    <a:pt x="152267" y="96911"/>
                  </a:lnTo>
                  <a:lnTo>
                    <a:pt x="149985" y="92083"/>
                  </a:lnTo>
                  <a:lnTo>
                    <a:pt x="147551" y="87330"/>
                  </a:lnTo>
                  <a:lnTo>
                    <a:pt x="144966" y="82657"/>
                  </a:lnTo>
                  <a:lnTo>
                    <a:pt x="142234" y="78070"/>
                  </a:lnTo>
                  <a:lnTo>
                    <a:pt x="139356" y="73571"/>
                  </a:lnTo>
                  <a:lnTo>
                    <a:pt x="136336" y="69168"/>
                  </a:lnTo>
                  <a:lnTo>
                    <a:pt x="133176" y="64862"/>
                  </a:lnTo>
                  <a:lnTo>
                    <a:pt x="129881" y="60660"/>
                  </a:lnTo>
                  <a:lnTo>
                    <a:pt x="126454" y="56566"/>
                  </a:lnTo>
                  <a:lnTo>
                    <a:pt x="122897" y="52582"/>
                  </a:lnTo>
                  <a:lnTo>
                    <a:pt x="119215" y="48715"/>
                  </a:lnTo>
                  <a:lnTo>
                    <a:pt x="115411" y="44967"/>
                  </a:lnTo>
                  <a:lnTo>
                    <a:pt x="111490" y="41342"/>
                  </a:lnTo>
                  <a:lnTo>
                    <a:pt x="107454" y="37845"/>
                  </a:lnTo>
                  <a:lnTo>
                    <a:pt x="103309" y="34478"/>
                  </a:lnTo>
                  <a:lnTo>
                    <a:pt x="99059" y="31246"/>
                  </a:lnTo>
                  <a:lnTo>
                    <a:pt x="94708" y="28150"/>
                  </a:lnTo>
                  <a:lnTo>
                    <a:pt x="90260" y="25196"/>
                  </a:lnTo>
                  <a:lnTo>
                    <a:pt x="85719" y="22385"/>
                  </a:lnTo>
                  <a:lnTo>
                    <a:pt x="81092" y="19720"/>
                  </a:lnTo>
                  <a:lnTo>
                    <a:pt x="76381" y="17204"/>
                  </a:lnTo>
                  <a:lnTo>
                    <a:pt x="71593" y="14841"/>
                  </a:lnTo>
                  <a:lnTo>
                    <a:pt x="66732" y="12631"/>
                  </a:lnTo>
                  <a:lnTo>
                    <a:pt x="61802" y="10578"/>
                  </a:lnTo>
                  <a:lnTo>
                    <a:pt x="56810" y="8683"/>
                  </a:lnTo>
                  <a:lnTo>
                    <a:pt x="51759" y="6949"/>
                  </a:lnTo>
                  <a:lnTo>
                    <a:pt x="46656" y="5377"/>
                  </a:lnTo>
                  <a:lnTo>
                    <a:pt x="41505" y="3968"/>
                  </a:lnTo>
                  <a:lnTo>
                    <a:pt x="36312" y="2725"/>
                  </a:lnTo>
                  <a:lnTo>
                    <a:pt x="31081" y="1649"/>
                  </a:lnTo>
                  <a:lnTo>
                    <a:pt x="25819" y="740"/>
                  </a:lnTo>
                  <a:lnTo>
                    <a:pt x="20531" y="0"/>
                  </a:lnTo>
                  <a:lnTo>
                    <a:pt x="0" y="1659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071028"/>
              <a:ext cx="20531" cy="167167"/>
            </a:xfrm>
            <a:custGeom>
              <a:avLst/>
              <a:pathLst>
                <a:path w="20531" h="167167">
                  <a:moveTo>
                    <a:pt x="20531" y="1265"/>
                  </a:moveTo>
                  <a:lnTo>
                    <a:pt x="10285" y="3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4740" y="1322571"/>
              <a:ext cx="143980" cy="167167"/>
            </a:xfrm>
            <a:custGeom>
              <a:avLst/>
              <a:pathLst>
                <a:path w="143980" h="167167">
                  <a:moveTo>
                    <a:pt x="143980" y="0"/>
                  </a:moveTo>
                  <a:lnTo>
                    <a:pt x="138560" y="87"/>
                  </a:lnTo>
                  <a:lnTo>
                    <a:pt x="133145" y="351"/>
                  </a:lnTo>
                  <a:lnTo>
                    <a:pt x="127741" y="790"/>
                  </a:lnTo>
                  <a:lnTo>
                    <a:pt x="122355" y="1404"/>
                  </a:lnTo>
                  <a:lnTo>
                    <a:pt x="116991" y="2193"/>
                  </a:lnTo>
                  <a:lnTo>
                    <a:pt x="111656" y="3154"/>
                  </a:lnTo>
                  <a:lnTo>
                    <a:pt x="106355" y="4289"/>
                  </a:lnTo>
                  <a:lnTo>
                    <a:pt x="101093" y="5595"/>
                  </a:lnTo>
                  <a:lnTo>
                    <a:pt x="95876" y="7070"/>
                  </a:lnTo>
                  <a:lnTo>
                    <a:pt x="90710" y="8714"/>
                  </a:lnTo>
                  <a:lnTo>
                    <a:pt x="85600" y="10525"/>
                  </a:lnTo>
                  <a:lnTo>
                    <a:pt x="80552" y="12500"/>
                  </a:lnTo>
                  <a:lnTo>
                    <a:pt x="75570" y="14638"/>
                  </a:lnTo>
                  <a:lnTo>
                    <a:pt x="70660" y="16937"/>
                  </a:lnTo>
                  <a:lnTo>
                    <a:pt x="65827" y="19393"/>
                  </a:lnTo>
                  <a:lnTo>
                    <a:pt x="61077" y="22005"/>
                  </a:lnTo>
                  <a:lnTo>
                    <a:pt x="56413" y="24770"/>
                  </a:lnTo>
                  <a:lnTo>
                    <a:pt x="51842" y="27684"/>
                  </a:lnTo>
                  <a:lnTo>
                    <a:pt x="47367" y="30745"/>
                  </a:lnTo>
                  <a:lnTo>
                    <a:pt x="42995" y="33950"/>
                  </a:lnTo>
                  <a:lnTo>
                    <a:pt x="38728" y="37294"/>
                  </a:lnTo>
                  <a:lnTo>
                    <a:pt x="34572" y="40776"/>
                  </a:lnTo>
                  <a:lnTo>
                    <a:pt x="30531" y="44390"/>
                  </a:lnTo>
                  <a:lnTo>
                    <a:pt x="26610" y="48133"/>
                  </a:lnTo>
                  <a:lnTo>
                    <a:pt x="22812" y="52001"/>
                  </a:lnTo>
                  <a:lnTo>
                    <a:pt x="19141" y="55991"/>
                  </a:lnTo>
                  <a:lnTo>
                    <a:pt x="15602" y="60098"/>
                  </a:lnTo>
                  <a:lnTo>
                    <a:pt x="12197" y="64317"/>
                  </a:lnTo>
                  <a:lnTo>
                    <a:pt x="8932" y="68644"/>
                  </a:lnTo>
                  <a:lnTo>
                    <a:pt x="5808" y="73075"/>
                  </a:lnTo>
                  <a:lnTo>
                    <a:pt x="2829" y="77605"/>
                  </a:lnTo>
                  <a:lnTo>
                    <a:pt x="0" y="82229"/>
                  </a:lnTo>
                  <a:lnTo>
                    <a:pt x="14398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44740" y="1404801"/>
              <a:ext cx="143980" cy="84938"/>
            </a:xfrm>
            <a:custGeom>
              <a:avLst/>
              <a:pathLst>
                <a:path w="143980" h="84938">
                  <a:moveTo>
                    <a:pt x="0" y="0"/>
                  </a:moveTo>
                  <a:lnTo>
                    <a:pt x="143980" y="849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21557" y="1359278"/>
              <a:ext cx="334327" cy="297621"/>
            </a:xfrm>
            <a:custGeom>
              <a:avLst/>
              <a:pathLst>
                <a:path w="334327" h="297621">
                  <a:moveTo>
                    <a:pt x="23183" y="45522"/>
                  </a:moveTo>
                  <a:lnTo>
                    <a:pt x="20560" y="50133"/>
                  </a:lnTo>
                  <a:lnTo>
                    <a:pt x="18085" y="54826"/>
                  </a:lnTo>
                  <a:lnTo>
                    <a:pt x="15760" y="59594"/>
                  </a:lnTo>
                  <a:lnTo>
                    <a:pt x="13588" y="64434"/>
                  </a:lnTo>
                  <a:lnTo>
                    <a:pt x="11570" y="69340"/>
                  </a:lnTo>
                  <a:lnTo>
                    <a:pt x="9709" y="74308"/>
                  </a:lnTo>
                  <a:lnTo>
                    <a:pt x="8007" y="79332"/>
                  </a:lnTo>
                  <a:lnTo>
                    <a:pt x="6465" y="84408"/>
                  </a:lnTo>
                  <a:lnTo>
                    <a:pt x="5084" y="89530"/>
                  </a:lnTo>
                  <a:lnTo>
                    <a:pt x="3867" y="94693"/>
                  </a:lnTo>
                  <a:lnTo>
                    <a:pt x="2814" y="99893"/>
                  </a:lnTo>
                  <a:lnTo>
                    <a:pt x="1927" y="105123"/>
                  </a:lnTo>
                  <a:lnTo>
                    <a:pt x="1207" y="110379"/>
                  </a:lnTo>
                  <a:lnTo>
                    <a:pt x="653" y="115655"/>
                  </a:lnTo>
                  <a:lnTo>
                    <a:pt x="267" y="120946"/>
                  </a:lnTo>
                  <a:lnTo>
                    <a:pt x="49" y="126246"/>
                  </a:lnTo>
                  <a:lnTo>
                    <a:pt x="0" y="131551"/>
                  </a:lnTo>
                  <a:lnTo>
                    <a:pt x="118" y="136854"/>
                  </a:lnTo>
                  <a:lnTo>
                    <a:pt x="405" y="142151"/>
                  </a:lnTo>
                  <a:lnTo>
                    <a:pt x="860" y="147437"/>
                  </a:lnTo>
                  <a:lnTo>
                    <a:pt x="1483" y="152705"/>
                  </a:lnTo>
                  <a:lnTo>
                    <a:pt x="2272" y="157951"/>
                  </a:lnTo>
                  <a:lnTo>
                    <a:pt x="3227" y="163169"/>
                  </a:lnTo>
                  <a:lnTo>
                    <a:pt x="4348" y="168354"/>
                  </a:lnTo>
                  <a:lnTo>
                    <a:pt x="5632" y="173501"/>
                  </a:lnTo>
                  <a:lnTo>
                    <a:pt x="7079" y="178605"/>
                  </a:lnTo>
                  <a:lnTo>
                    <a:pt x="8687" y="183660"/>
                  </a:lnTo>
                  <a:lnTo>
                    <a:pt x="10455" y="188662"/>
                  </a:lnTo>
                  <a:lnTo>
                    <a:pt x="12381" y="193605"/>
                  </a:lnTo>
                  <a:lnTo>
                    <a:pt x="14462" y="198485"/>
                  </a:lnTo>
                  <a:lnTo>
                    <a:pt x="16698" y="203296"/>
                  </a:lnTo>
                  <a:lnTo>
                    <a:pt x="19084" y="208033"/>
                  </a:lnTo>
                  <a:lnTo>
                    <a:pt x="21620" y="212693"/>
                  </a:lnTo>
                  <a:lnTo>
                    <a:pt x="24303" y="217269"/>
                  </a:lnTo>
                  <a:lnTo>
                    <a:pt x="27129" y="221759"/>
                  </a:lnTo>
                  <a:lnTo>
                    <a:pt x="30097" y="226156"/>
                  </a:lnTo>
                  <a:lnTo>
                    <a:pt x="33202" y="230457"/>
                  </a:lnTo>
                  <a:lnTo>
                    <a:pt x="36443" y="234657"/>
                  </a:lnTo>
                  <a:lnTo>
                    <a:pt x="39815" y="238753"/>
                  </a:lnTo>
                  <a:lnTo>
                    <a:pt x="43315" y="242739"/>
                  </a:lnTo>
                  <a:lnTo>
                    <a:pt x="46940" y="246612"/>
                  </a:lnTo>
                  <a:lnTo>
                    <a:pt x="50686" y="250368"/>
                  </a:lnTo>
                  <a:lnTo>
                    <a:pt x="54549" y="254004"/>
                  </a:lnTo>
                  <a:lnTo>
                    <a:pt x="58526" y="257515"/>
                  </a:lnTo>
                  <a:lnTo>
                    <a:pt x="62612" y="260898"/>
                  </a:lnTo>
                  <a:lnTo>
                    <a:pt x="66804" y="264150"/>
                  </a:lnTo>
                  <a:lnTo>
                    <a:pt x="71096" y="267267"/>
                  </a:lnTo>
                  <a:lnTo>
                    <a:pt x="75485" y="270246"/>
                  </a:lnTo>
                  <a:lnTo>
                    <a:pt x="79967" y="273085"/>
                  </a:lnTo>
                  <a:lnTo>
                    <a:pt x="84536" y="275780"/>
                  </a:lnTo>
                  <a:lnTo>
                    <a:pt x="89189" y="278328"/>
                  </a:lnTo>
                  <a:lnTo>
                    <a:pt x="93920" y="280728"/>
                  </a:lnTo>
                  <a:lnTo>
                    <a:pt x="98725" y="282976"/>
                  </a:lnTo>
                  <a:lnTo>
                    <a:pt x="103599" y="285071"/>
                  </a:lnTo>
                  <a:lnTo>
                    <a:pt x="108537" y="287010"/>
                  </a:lnTo>
                  <a:lnTo>
                    <a:pt x="113534" y="288792"/>
                  </a:lnTo>
                  <a:lnTo>
                    <a:pt x="118584" y="290413"/>
                  </a:lnTo>
                  <a:lnTo>
                    <a:pt x="123684" y="291874"/>
                  </a:lnTo>
                  <a:lnTo>
                    <a:pt x="128828" y="293173"/>
                  </a:lnTo>
                  <a:lnTo>
                    <a:pt x="134010" y="294307"/>
                  </a:lnTo>
                  <a:lnTo>
                    <a:pt x="139226" y="295277"/>
                  </a:lnTo>
                  <a:lnTo>
                    <a:pt x="144469" y="296080"/>
                  </a:lnTo>
                  <a:lnTo>
                    <a:pt x="149736" y="296717"/>
                  </a:lnTo>
                  <a:lnTo>
                    <a:pt x="155020" y="297186"/>
                  </a:lnTo>
                  <a:lnTo>
                    <a:pt x="160316" y="297487"/>
                  </a:lnTo>
                  <a:lnTo>
                    <a:pt x="165620" y="297621"/>
                  </a:lnTo>
                  <a:lnTo>
                    <a:pt x="170924" y="297585"/>
                  </a:lnTo>
                  <a:lnTo>
                    <a:pt x="176225" y="297382"/>
                  </a:lnTo>
                  <a:lnTo>
                    <a:pt x="181517" y="297010"/>
                  </a:lnTo>
                  <a:lnTo>
                    <a:pt x="186795" y="296471"/>
                  </a:lnTo>
                  <a:lnTo>
                    <a:pt x="192052" y="295764"/>
                  </a:lnTo>
                  <a:lnTo>
                    <a:pt x="197285" y="294891"/>
                  </a:lnTo>
                  <a:lnTo>
                    <a:pt x="202487" y="293853"/>
                  </a:lnTo>
                  <a:lnTo>
                    <a:pt x="207654" y="292650"/>
                  </a:lnTo>
                  <a:lnTo>
                    <a:pt x="212780" y="291283"/>
                  </a:lnTo>
                  <a:lnTo>
                    <a:pt x="217860" y="289755"/>
                  </a:lnTo>
                  <a:lnTo>
                    <a:pt x="222889" y="288066"/>
                  </a:lnTo>
                  <a:lnTo>
                    <a:pt x="227862" y="286219"/>
                  </a:lnTo>
                  <a:lnTo>
                    <a:pt x="232773" y="284214"/>
                  </a:lnTo>
                  <a:lnTo>
                    <a:pt x="237619" y="282055"/>
                  </a:lnTo>
                  <a:lnTo>
                    <a:pt x="242394" y="279743"/>
                  </a:lnTo>
                  <a:lnTo>
                    <a:pt x="247092" y="277281"/>
                  </a:lnTo>
                  <a:lnTo>
                    <a:pt x="251711" y="274671"/>
                  </a:lnTo>
                  <a:lnTo>
                    <a:pt x="256244" y="271915"/>
                  </a:lnTo>
                  <a:lnTo>
                    <a:pt x="260688" y="269018"/>
                  </a:lnTo>
                  <a:lnTo>
                    <a:pt x="265037" y="265980"/>
                  </a:lnTo>
                  <a:lnTo>
                    <a:pt x="269288" y="262807"/>
                  </a:lnTo>
                  <a:lnTo>
                    <a:pt x="273436" y="259500"/>
                  </a:lnTo>
                  <a:lnTo>
                    <a:pt x="277477" y="256063"/>
                  </a:lnTo>
                  <a:lnTo>
                    <a:pt x="281406" y="252499"/>
                  </a:lnTo>
                  <a:lnTo>
                    <a:pt x="285221" y="248813"/>
                  </a:lnTo>
                  <a:lnTo>
                    <a:pt x="288917" y="245007"/>
                  </a:lnTo>
                  <a:lnTo>
                    <a:pt x="292490" y="241086"/>
                  </a:lnTo>
                  <a:lnTo>
                    <a:pt x="295937" y="237054"/>
                  </a:lnTo>
                  <a:lnTo>
                    <a:pt x="299255" y="232914"/>
                  </a:lnTo>
                  <a:lnTo>
                    <a:pt x="302439" y="228671"/>
                  </a:lnTo>
                  <a:lnTo>
                    <a:pt x="305487" y="224329"/>
                  </a:lnTo>
                  <a:lnTo>
                    <a:pt x="308396" y="219893"/>
                  </a:lnTo>
                  <a:lnTo>
                    <a:pt x="311163" y="215367"/>
                  </a:lnTo>
                  <a:lnTo>
                    <a:pt x="313784" y="210755"/>
                  </a:lnTo>
                  <a:lnTo>
                    <a:pt x="316258" y="206062"/>
                  </a:lnTo>
                  <a:lnTo>
                    <a:pt x="318582" y="201293"/>
                  </a:lnTo>
                  <a:lnTo>
                    <a:pt x="320753" y="196453"/>
                  </a:lnTo>
                  <a:lnTo>
                    <a:pt x="322770" y="191546"/>
                  </a:lnTo>
                  <a:lnTo>
                    <a:pt x="324630" y="186578"/>
                  </a:lnTo>
                  <a:lnTo>
                    <a:pt x="326331" y="181553"/>
                  </a:lnTo>
                  <a:lnTo>
                    <a:pt x="327872" y="176477"/>
                  </a:lnTo>
                  <a:lnTo>
                    <a:pt x="329252" y="171355"/>
                  </a:lnTo>
                  <a:lnTo>
                    <a:pt x="330468" y="166191"/>
                  </a:lnTo>
                  <a:lnTo>
                    <a:pt x="331519" y="160992"/>
                  </a:lnTo>
                  <a:lnTo>
                    <a:pt x="332405" y="155761"/>
                  </a:lnTo>
                  <a:lnTo>
                    <a:pt x="333125" y="150505"/>
                  </a:lnTo>
                  <a:lnTo>
                    <a:pt x="333677" y="145229"/>
                  </a:lnTo>
                  <a:lnTo>
                    <a:pt x="334062" y="139938"/>
                  </a:lnTo>
                  <a:lnTo>
                    <a:pt x="334279" y="134638"/>
                  </a:lnTo>
                  <a:lnTo>
                    <a:pt x="334327" y="129333"/>
                  </a:lnTo>
                  <a:lnTo>
                    <a:pt x="334207" y="124029"/>
                  </a:lnTo>
                  <a:lnTo>
                    <a:pt x="333919" y="118732"/>
                  </a:lnTo>
                  <a:lnTo>
                    <a:pt x="333463" y="113447"/>
                  </a:lnTo>
                  <a:lnTo>
                    <a:pt x="332839" y="108179"/>
                  </a:lnTo>
                  <a:lnTo>
                    <a:pt x="332049" y="102933"/>
                  </a:lnTo>
                  <a:lnTo>
                    <a:pt x="331092" y="97715"/>
                  </a:lnTo>
                  <a:lnTo>
                    <a:pt x="329971" y="92530"/>
                  </a:lnTo>
                  <a:lnTo>
                    <a:pt x="328685" y="87383"/>
                  </a:lnTo>
                  <a:lnTo>
                    <a:pt x="327237" y="82280"/>
                  </a:lnTo>
                  <a:lnTo>
                    <a:pt x="325628" y="77225"/>
                  </a:lnTo>
                  <a:lnTo>
                    <a:pt x="323859" y="72224"/>
                  </a:lnTo>
                  <a:lnTo>
                    <a:pt x="321932" y="67281"/>
                  </a:lnTo>
                  <a:lnTo>
                    <a:pt x="319850" y="62402"/>
                  </a:lnTo>
                  <a:lnTo>
                    <a:pt x="317613" y="57592"/>
                  </a:lnTo>
                  <a:lnTo>
                    <a:pt x="315225" y="52855"/>
                  </a:lnTo>
                  <a:lnTo>
                    <a:pt x="312688" y="48196"/>
                  </a:lnTo>
                  <a:lnTo>
                    <a:pt x="310005" y="43620"/>
                  </a:lnTo>
                  <a:lnTo>
                    <a:pt x="307177" y="39131"/>
                  </a:lnTo>
                  <a:lnTo>
                    <a:pt x="304209" y="34734"/>
                  </a:lnTo>
                  <a:lnTo>
                    <a:pt x="301103" y="30434"/>
                  </a:lnTo>
                  <a:lnTo>
                    <a:pt x="297861" y="26234"/>
                  </a:lnTo>
                  <a:lnTo>
                    <a:pt x="294488" y="22140"/>
                  </a:lnTo>
                  <a:lnTo>
                    <a:pt x="290987" y="18154"/>
                  </a:lnTo>
                  <a:lnTo>
                    <a:pt x="287361" y="14282"/>
                  </a:lnTo>
                  <a:lnTo>
                    <a:pt x="283614" y="10527"/>
                  </a:lnTo>
                  <a:lnTo>
                    <a:pt x="279750" y="6892"/>
                  </a:lnTo>
                  <a:lnTo>
                    <a:pt x="275773" y="3382"/>
                  </a:lnTo>
                  <a:lnTo>
                    <a:pt x="271686" y="0"/>
                  </a:lnTo>
                  <a:lnTo>
                    <a:pt x="167163" y="1304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488720" y="1322571"/>
              <a:ext cx="104522" cy="167167"/>
            </a:xfrm>
            <a:custGeom>
              <a:avLst/>
              <a:pathLst>
                <a:path w="104522" h="167167">
                  <a:moveTo>
                    <a:pt x="104522" y="36706"/>
                  </a:moveTo>
                  <a:lnTo>
                    <a:pt x="100057" y="33251"/>
                  </a:lnTo>
                  <a:lnTo>
                    <a:pt x="95478" y="29949"/>
                  </a:lnTo>
                  <a:lnTo>
                    <a:pt x="90790" y="26803"/>
                  </a:lnTo>
                  <a:lnTo>
                    <a:pt x="85999" y="23818"/>
                  </a:lnTo>
                  <a:lnTo>
                    <a:pt x="81110" y="20995"/>
                  </a:lnTo>
                  <a:lnTo>
                    <a:pt x="76128" y="18340"/>
                  </a:lnTo>
                  <a:lnTo>
                    <a:pt x="71059" y="15854"/>
                  </a:lnTo>
                  <a:lnTo>
                    <a:pt x="65909" y="13541"/>
                  </a:lnTo>
                  <a:lnTo>
                    <a:pt x="60684" y="11403"/>
                  </a:lnTo>
                  <a:lnTo>
                    <a:pt x="55390" y="9443"/>
                  </a:lnTo>
                  <a:lnTo>
                    <a:pt x="50032" y="7663"/>
                  </a:lnTo>
                  <a:lnTo>
                    <a:pt x="44618" y="6064"/>
                  </a:lnTo>
                  <a:lnTo>
                    <a:pt x="39153" y="4649"/>
                  </a:lnTo>
                  <a:lnTo>
                    <a:pt x="33643" y="3420"/>
                  </a:lnTo>
                  <a:lnTo>
                    <a:pt x="28094" y="2377"/>
                  </a:lnTo>
                  <a:lnTo>
                    <a:pt x="22514" y="1523"/>
                  </a:lnTo>
                  <a:lnTo>
                    <a:pt x="16908" y="857"/>
                  </a:lnTo>
                  <a:lnTo>
                    <a:pt x="11282" y="381"/>
                  </a:lnTo>
                  <a:lnTo>
                    <a:pt x="5644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3865" y="1681503"/>
              <a:ext cx="92659" cy="167167"/>
            </a:xfrm>
            <a:custGeom>
              <a:avLst/>
              <a:pathLst>
                <a:path w="92659" h="167167">
                  <a:moveTo>
                    <a:pt x="92659" y="0"/>
                  </a:moveTo>
                  <a:lnTo>
                    <a:pt x="86883" y="99"/>
                  </a:lnTo>
                  <a:lnTo>
                    <a:pt x="81114" y="399"/>
                  </a:lnTo>
                  <a:lnTo>
                    <a:pt x="75358" y="897"/>
                  </a:lnTo>
                  <a:lnTo>
                    <a:pt x="69623" y="1594"/>
                  </a:lnTo>
                  <a:lnTo>
                    <a:pt x="63916" y="2489"/>
                  </a:lnTo>
                  <a:lnTo>
                    <a:pt x="58243" y="3580"/>
                  </a:lnTo>
                  <a:lnTo>
                    <a:pt x="52612" y="4867"/>
                  </a:lnTo>
                  <a:lnTo>
                    <a:pt x="47028" y="6348"/>
                  </a:lnTo>
                  <a:lnTo>
                    <a:pt x="41498" y="8021"/>
                  </a:lnTo>
                  <a:lnTo>
                    <a:pt x="36030" y="9883"/>
                  </a:lnTo>
                  <a:lnTo>
                    <a:pt x="30629" y="11934"/>
                  </a:lnTo>
                  <a:lnTo>
                    <a:pt x="25302" y="14170"/>
                  </a:lnTo>
                  <a:lnTo>
                    <a:pt x="20056" y="16589"/>
                  </a:lnTo>
                  <a:lnTo>
                    <a:pt x="14897" y="19187"/>
                  </a:lnTo>
                  <a:lnTo>
                    <a:pt x="9830" y="21962"/>
                  </a:lnTo>
                  <a:lnTo>
                    <a:pt x="4862" y="24911"/>
                  </a:lnTo>
                  <a:lnTo>
                    <a:pt x="0" y="28030"/>
                  </a:lnTo>
                  <a:lnTo>
                    <a:pt x="9265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3865" y="1709533"/>
              <a:ext cx="92659" cy="139137"/>
            </a:xfrm>
            <a:custGeom>
              <a:avLst/>
              <a:pathLst>
                <a:path w="92659" h="139137">
                  <a:moveTo>
                    <a:pt x="0" y="0"/>
                  </a:moveTo>
                  <a:lnTo>
                    <a:pt x="92659" y="139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19357" y="1681503"/>
              <a:ext cx="334323" cy="334328"/>
            </a:xfrm>
            <a:custGeom>
              <a:avLst/>
              <a:pathLst>
                <a:path w="334323" h="334328">
                  <a:moveTo>
                    <a:pt x="74507" y="28030"/>
                  </a:moveTo>
                  <a:lnTo>
                    <a:pt x="70152" y="31031"/>
                  </a:lnTo>
                  <a:lnTo>
                    <a:pt x="65893" y="34168"/>
                  </a:lnTo>
                  <a:lnTo>
                    <a:pt x="61736" y="37439"/>
                  </a:lnTo>
                  <a:lnTo>
                    <a:pt x="57685" y="40839"/>
                  </a:lnTo>
                  <a:lnTo>
                    <a:pt x="53743" y="44366"/>
                  </a:lnTo>
                  <a:lnTo>
                    <a:pt x="49915" y="48016"/>
                  </a:lnTo>
                  <a:lnTo>
                    <a:pt x="46204" y="51785"/>
                  </a:lnTo>
                  <a:lnTo>
                    <a:pt x="42614" y="55670"/>
                  </a:lnTo>
                  <a:lnTo>
                    <a:pt x="39149" y="59666"/>
                  </a:lnTo>
                  <a:lnTo>
                    <a:pt x="35812" y="63770"/>
                  </a:lnTo>
                  <a:lnTo>
                    <a:pt x="32606" y="67978"/>
                  </a:lnTo>
                  <a:lnTo>
                    <a:pt x="29536" y="72284"/>
                  </a:lnTo>
                  <a:lnTo>
                    <a:pt x="26603" y="76686"/>
                  </a:lnTo>
                  <a:lnTo>
                    <a:pt x="23810" y="81179"/>
                  </a:lnTo>
                  <a:lnTo>
                    <a:pt x="21162" y="85757"/>
                  </a:lnTo>
                  <a:lnTo>
                    <a:pt x="18659" y="90417"/>
                  </a:lnTo>
                  <a:lnTo>
                    <a:pt x="16305" y="95154"/>
                  </a:lnTo>
                  <a:lnTo>
                    <a:pt x="14103" y="99963"/>
                  </a:lnTo>
                  <a:lnTo>
                    <a:pt x="12053" y="104839"/>
                  </a:lnTo>
                  <a:lnTo>
                    <a:pt x="10159" y="109777"/>
                  </a:lnTo>
                  <a:lnTo>
                    <a:pt x="8422" y="114773"/>
                  </a:lnTo>
                  <a:lnTo>
                    <a:pt x="6844" y="119822"/>
                  </a:lnTo>
                  <a:lnTo>
                    <a:pt x="5426" y="124918"/>
                  </a:lnTo>
                  <a:lnTo>
                    <a:pt x="4170" y="130056"/>
                  </a:lnTo>
                  <a:lnTo>
                    <a:pt x="3078" y="135231"/>
                  </a:lnTo>
                  <a:lnTo>
                    <a:pt x="2150" y="140439"/>
                  </a:lnTo>
                  <a:lnTo>
                    <a:pt x="1387" y="145673"/>
                  </a:lnTo>
                  <a:lnTo>
                    <a:pt x="790" y="150928"/>
                  </a:lnTo>
                  <a:lnTo>
                    <a:pt x="359" y="156200"/>
                  </a:lnTo>
                  <a:lnTo>
                    <a:pt x="96" y="161483"/>
                  </a:lnTo>
                  <a:lnTo>
                    <a:pt x="0" y="166772"/>
                  </a:lnTo>
                  <a:lnTo>
                    <a:pt x="71" y="172061"/>
                  </a:lnTo>
                  <a:lnTo>
                    <a:pt x="309" y="177345"/>
                  </a:lnTo>
                  <a:lnTo>
                    <a:pt x="715" y="182618"/>
                  </a:lnTo>
                  <a:lnTo>
                    <a:pt x="1287" y="187877"/>
                  </a:lnTo>
                  <a:lnTo>
                    <a:pt x="2025" y="193114"/>
                  </a:lnTo>
                  <a:lnTo>
                    <a:pt x="2929" y="198326"/>
                  </a:lnTo>
                  <a:lnTo>
                    <a:pt x="3997" y="203506"/>
                  </a:lnTo>
                  <a:lnTo>
                    <a:pt x="5228" y="208651"/>
                  </a:lnTo>
                  <a:lnTo>
                    <a:pt x="6622" y="213753"/>
                  </a:lnTo>
                  <a:lnTo>
                    <a:pt x="8176" y="218809"/>
                  </a:lnTo>
                  <a:lnTo>
                    <a:pt x="9889" y="223813"/>
                  </a:lnTo>
                  <a:lnTo>
                    <a:pt x="11760" y="228761"/>
                  </a:lnTo>
                  <a:lnTo>
                    <a:pt x="13786" y="233646"/>
                  </a:lnTo>
                  <a:lnTo>
                    <a:pt x="15966" y="238466"/>
                  </a:lnTo>
                  <a:lnTo>
                    <a:pt x="18298" y="243214"/>
                  </a:lnTo>
                  <a:lnTo>
                    <a:pt x="20778" y="247885"/>
                  </a:lnTo>
                  <a:lnTo>
                    <a:pt x="23405" y="252476"/>
                  </a:lnTo>
                  <a:lnTo>
                    <a:pt x="26176" y="256982"/>
                  </a:lnTo>
                  <a:lnTo>
                    <a:pt x="29088" y="261397"/>
                  </a:lnTo>
                  <a:lnTo>
                    <a:pt x="32139" y="265719"/>
                  </a:lnTo>
                  <a:lnTo>
                    <a:pt x="35324" y="269941"/>
                  </a:lnTo>
                  <a:lnTo>
                    <a:pt x="38642" y="274061"/>
                  </a:lnTo>
                  <a:lnTo>
                    <a:pt x="42088" y="278074"/>
                  </a:lnTo>
                  <a:lnTo>
                    <a:pt x="45659" y="281975"/>
                  </a:lnTo>
                  <a:lnTo>
                    <a:pt x="49352" y="285762"/>
                  </a:lnTo>
                  <a:lnTo>
                    <a:pt x="53163" y="289430"/>
                  </a:lnTo>
                  <a:lnTo>
                    <a:pt x="57088" y="292975"/>
                  </a:lnTo>
                  <a:lnTo>
                    <a:pt x="61124" y="296395"/>
                  </a:lnTo>
                  <a:lnTo>
                    <a:pt x="65265" y="299685"/>
                  </a:lnTo>
                  <a:lnTo>
                    <a:pt x="69509" y="302843"/>
                  </a:lnTo>
                  <a:lnTo>
                    <a:pt x="73850" y="305865"/>
                  </a:lnTo>
                  <a:lnTo>
                    <a:pt x="78285" y="308747"/>
                  </a:lnTo>
                  <a:lnTo>
                    <a:pt x="82809" y="311489"/>
                  </a:lnTo>
                  <a:lnTo>
                    <a:pt x="87417" y="314085"/>
                  </a:lnTo>
                  <a:lnTo>
                    <a:pt x="92105" y="316535"/>
                  </a:lnTo>
                  <a:lnTo>
                    <a:pt x="96868" y="318835"/>
                  </a:lnTo>
                  <a:lnTo>
                    <a:pt x="101702" y="320983"/>
                  </a:lnTo>
                  <a:lnTo>
                    <a:pt x="106601" y="322977"/>
                  </a:lnTo>
                  <a:lnTo>
                    <a:pt x="111560" y="324815"/>
                  </a:lnTo>
                  <a:lnTo>
                    <a:pt x="116576" y="326495"/>
                  </a:lnTo>
                  <a:lnTo>
                    <a:pt x="121642" y="328016"/>
                  </a:lnTo>
                  <a:lnTo>
                    <a:pt x="126754" y="329376"/>
                  </a:lnTo>
                  <a:lnTo>
                    <a:pt x="131906" y="330573"/>
                  </a:lnTo>
                  <a:lnTo>
                    <a:pt x="137093" y="331607"/>
                  </a:lnTo>
                  <a:lnTo>
                    <a:pt x="142311" y="332476"/>
                  </a:lnTo>
                  <a:lnTo>
                    <a:pt x="147553" y="333180"/>
                  </a:lnTo>
                  <a:lnTo>
                    <a:pt x="152815" y="333717"/>
                  </a:lnTo>
                  <a:lnTo>
                    <a:pt x="158091" y="334088"/>
                  </a:lnTo>
                  <a:lnTo>
                    <a:pt x="163377" y="334291"/>
                  </a:lnTo>
                  <a:lnTo>
                    <a:pt x="168666" y="334328"/>
                  </a:lnTo>
                  <a:lnTo>
                    <a:pt x="173954" y="334197"/>
                  </a:lnTo>
                  <a:lnTo>
                    <a:pt x="179235" y="333898"/>
                  </a:lnTo>
                  <a:lnTo>
                    <a:pt x="184504" y="333433"/>
                  </a:lnTo>
                  <a:lnTo>
                    <a:pt x="189755" y="332801"/>
                  </a:lnTo>
                  <a:lnTo>
                    <a:pt x="194984" y="332004"/>
                  </a:lnTo>
                  <a:lnTo>
                    <a:pt x="200185" y="331041"/>
                  </a:lnTo>
                  <a:lnTo>
                    <a:pt x="205353" y="329914"/>
                  </a:lnTo>
                  <a:lnTo>
                    <a:pt x="210483" y="328625"/>
                  </a:lnTo>
                  <a:lnTo>
                    <a:pt x="215569" y="327174"/>
                  </a:lnTo>
                  <a:lnTo>
                    <a:pt x="220607" y="325562"/>
                  </a:lnTo>
                  <a:lnTo>
                    <a:pt x="225592" y="323792"/>
                  </a:lnTo>
                  <a:lnTo>
                    <a:pt x="230518" y="321865"/>
                  </a:lnTo>
                  <a:lnTo>
                    <a:pt x="235380" y="319784"/>
                  </a:lnTo>
                  <a:lnTo>
                    <a:pt x="240175" y="317549"/>
                  </a:lnTo>
                  <a:lnTo>
                    <a:pt x="244896" y="315164"/>
                  </a:lnTo>
                  <a:lnTo>
                    <a:pt x="249539" y="312631"/>
                  </a:lnTo>
                  <a:lnTo>
                    <a:pt x="254100" y="309952"/>
                  </a:lnTo>
                  <a:lnTo>
                    <a:pt x="258574" y="307130"/>
                  </a:lnTo>
                  <a:lnTo>
                    <a:pt x="262956" y="304168"/>
                  </a:lnTo>
                  <a:lnTo>
                    <a:pt x="267242" y="301069"/>
                  </a:lnTo>
                  <a:lnTo>
                    <a:pt x="271429" y="297836"/>
                  </a:lnTo>
                  <a:lnTo>
                    <a:pt x="275511" y="294472"/>
                  </a:lnTo>
                  <a:lnTo>
                    <a:pt x="279484" y="290980"/>
                  </a:lnTo>
                  <a:lnTo>
                    <a:pt x="283345" y="287365"/>
                  </a:lnTo>
                  <a:lnTo>
                    <a:pt x="287089" y="283629"/>
                  </a:lnTo>
                  <a:lnTo>
                    <a:pt x="290714" y="279777"/>
                  </a:lnTo>
                  <a:lnTo>
                    <a:pt x="294215" y="275812"/>
                  </a:lnTo>
                  <a:lnTo>
                    <a:pt x="297588" y="271738"/>
                  </a:lnTo>
                  <a:lnTo>
                    <a:pt x="300831" y="267559"/>
                  </a:lnTo>
                  <a:lnTo>
                    <a:pt x="303941" y="263280"/>
                  </a:lnTo>
                  <a:lnTo>
                    <a:pt x="306913" y="258905"/>
                  </a:lnTo>
                  <a:lnTo>
                    <a:pt x="309745" y="254438"/>
                  </a:lnTo>
                  <a:lnTo>
                    <a:pt x="312435" y="249883"/>
                  </a:lnTo>
                  <a:lnTo>
                    <a:pt x="314979" y="245246"/>
                  </a:lnTo>
                  <a:lnTo>
                    <a:pt x="317375" y="240531"/>
                  </a:lnTo>
                  <a:lnTo>
                    <a:pt x="319621" y="235742"/>
                  </a:lnTo>
                  <a:lnTo>
                    <a:pt x="321714" y="230884"/>
                  </a:lnTo>
                  <a:lnTo>
                    <a:pt x="323653" y="225963"/>
                  </a:lnTo>
                  <a:lnTo>
                    <a:pt x="325435" y="220982"/>
                  </a:lnTo>
                  <a:lnTo>
                    <a:pt x="327058" y="215948"/>
                  </a:lnTo>
                  <a:lnTo>
                    <a:pt x="328521" y="210865"/>
                  </a:lnTo>
                  <a:lnTo>
                    <a:pt x="329823" y="205739"/>
                  </a:lnTo>
                  <a:lnTo>
                    <a:pt x="330962" y="200573"/>
                  </a:lnTo>
                  <a:lnTo>
                    <a:pt x="331937" y="195374"/>
                  </a:lnTo>
                  <a:lnTo>
                    <a:pt x="332747" y="190147"/>
                  </a:lnTo>
                  <a:lnTo>
                    <a:pt x="333391" y="184897"/>
                  </a:lnTo>
                  <a:lnTo>
                    <a:pt x="333869" y="179630"/>
                  </a:lnTo>
                  <a:lnTo>
                    <a:pt x="334180" y="174349"/>
                  </a:lnTo>
                  <a:lnTo>
                    <a:pt x="334323" y="169062"/>
                  </a:lnTo>
                  <a:lnTo>
                    <a:pt x="334299" y="163773"/>
                  </a:lnTo>
                  <a:lnTo>
                    <a:pt x="334108" y="158487"/>
                  </a:lnTo>
                  <a:lnTo>
                    <a:pt x="333750" y="153209"/>
                  </a:lnTo>
                  <a:lnTo>
                    <a:pt x="333225" y="147946"/>
                  </a:lnTo>
                  <a:lnTo>
                    <a:pt x="332534" y="142702"/>
                  </a:lnTo>
                  <a:lnTo>
                    <a:pt x="331677" y="137482"/>
                  </a:lnTo>
                  <a:lnTo>
                    <a:pt x="330656" y="132293"/>
                  </a:lnTo>
                  <a:lnTo>
                    <a:pt x="329471" y="127138"/>
                  </a:lnTo>
                  <a:lnTo>
                    <a:pt x="328123" y="122023"/>
                  </a:lnTo>
                  <a:lnTo>
                    <a:pt x="326614" y="116953"/>
                  </a:lnTo>
                  <a:lnTo>
                    <a:pt x="324946" y="111934"/>
                  </a:lnTo>
                  <a:lnTo>
                    <a:pt x="323119" y="106970"/>
                  </a:lnTo>
                  <a:lnTo>
                    <a:pt x="321137" y="102066"/>
                  </a:lnTo>
                  <a:lnTo>
                    <a:pt x="319000" y="97227"/>
                  </a:lnTo>
                  <a:lnTo>
                    <a:pt x="316711" y="92459"/>
                  </a:lnTo>
                  <a:lnTo>
                    <a:pt x="314273" y="87765"/>
                  </a:lnTo>
                  <a:lnTo>
                    <a:pt x="311687" y="83151"/>
                  </a:lnTo>
                  <a:lnTo>
                    <a:pt x="308957" y="78620"/>
                  </a:lnTo>
                  <a:lnTo>
                    <a:pt x="306084" y="74179"/>
                  </a:lnTo>
                  <a:lnTo>
                    <a:pt x="303073" y="69830"/>
                  </a:lnTo>
                  <a:lnTo>
                    <a:pt x="299925" y="65579"/>
                  </a:lnTo>
                  <a:lnTo>
                    <a:pt x="296645" y="61430"/>
                  </a:lnTo>
                  <a:lnTo>
                    <a:pt x="293235" y="57387"/>
                  </a:lnTo>
                  <a:lnTo>
                    <a:pt x="289699" y="53453"/>
                  </a:lnTo>
                  <a:lnTo>
                    <a:pt x="286040" y="49634"/>
                  </a:lnTo>
                  <a:lnTo>
                    <a:pt x="282262" y="45932"/>
                  </a:lnTo>
                  <a:lnTo>
                    <a:pt x="278369" y="42351"/>
                  </a:lnTo>
                  <a:lnTo>
                    <a:pt x="274364" y="38895"/>
                  </a:lnTo>
                  <a:lnTo>
                    <a:pt x="270252" y="35568"/>
                  </a:lnTo>
                  <a:lnTo>
                    <a:pt x="266037" y="32373"/>
                  </a:lnTo>
                  <a:lnTo>
                    <a:pt x="261723" y="29312"/>
                  </a:lnTo>
                  <a:lnTo>
                    <a:pt x="257315" y="26390"/>
                  </a:lnTo>
                  <a:lnTo>
                    <a:pt x="252816" y="23608"/>
                  </a:lnTo>
                  <a:lnTo>
                    <a:pt x="248231" y="20970"/>
                  </a:lnTo>
                  <a:lnTo>
                    <a:pt x="243565" y="18479"/>
                  </a:lnTo>
                  <a:lnTo>
                    <a:pt x="238823" y="16136"/>
                  </a:lnTo>
                  <a:lnTo>
                    <a:pt x="234009" y="13945"/>
                  </a:lnTo>
                  <a:lnTo>
                    <a:pt x="229128" y="11907"/>
                  </a:lnTo>
                  <a:lnTo>
                    <a:pt x="224184" y="10024"/>
                  </a:lnTo>
                  <a:lnTo>
                    <a:pt x="219184" y="8299"/>
                  </a:lnTo>
                  <a:lnTo>
                    <a:pt x="214132" y="6733"/>
                  </a:lnTo>
                  <a:lnTo>
                    <a:pt x="209033" y="5327"/>
                  </a:lnTo>
                  <a:lnTo>
                    <a:pt x="203892" y="4084"/>
                  </a:lnTo>
                  <a:lnTo>
                    <a:pt x="198714" y="3003"/>
                  </a:lnTo>
                  <a:lnTo>
                    <a:pt x="193504" y="2087"/>
                  </a:lnTo>
                  <a:lnTo>
                    <a:pt x="188269" y="1337"/>
                  </a:lnTo>
                  <a:lnTo>
                    <a:pt x="183012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4982" y="2126963"/>
              <a:ext cx="136304" cy="167167"/>
            </a:xfrm>
            <a:custGeom>
              <a:avLst/>
              <a:pathLst>
                <a:path w="136304" h="167167">
                  <a:moveTo>
                    <a:pt x="136304" y="0"/>
                  </a:moveTo>
                  <a:lnTo>
                    <a:pt x="130810" y="90"/>
                  </a:lnTo>
                  <a:lnTo>
                    <a:pt x="125321" y="361"/>
                  </a:lnTo>
                  <a:lnTo>
                    <a:pt x="119844" y="812"/>
                  </a:lnTo>
                  <a:lnTo>
                    <a:pt x="114385" y="1443"/>
                  </a:lnTo>
                  <a:lnTo>
                    <a:pt x="108950" y="2253"/>
                  </a:lnTo>
                  <a:lnTo>
                    <a:pt x="103544" y="3241"/>
                  </a:lnTo>
                  <a:lnTo>
                    <a:pt x="98173" y="4406"/>
                  </a:lnTo>
                  <a:lnTo>
                    <a:pt x="92844" y="5748"/>
                  </a:lnTo>
                  <a:lnTo>
                    <a:pt x="87562" y="7263"/>
                  </a:lnTo>
                  <a:lnTo>
                    <a:pt x="82332" y="8952"/>
                  </a:lnTo>
                  <a:lnTo>
                    <a:pt x="77161" y="10812"/>
                  </a:lnTo>
                  <a:lnTo>
                    <a:pt x="72054" y="12840"/>
                  </a:lnTo>
                  <a:lnTo>
                    <a:pt x="67016" y="15035"/>
                  </a:lnTo>
                  <a:lnTo>
                    <a:pt x="62053" y="17395"/>
                  </a:lnTo>
                  <a:lnTo>
                    <a:pt x="57170" y="19917"/>
                  </a:lnTo>
                  <a:lnTo>
                    <a:pt x="52373" y="22597"/>
                  </a:lnTo>
                  <a:lnTo>
                    <a:pt x="47666" y="25434"/>
                  </a:lnTo>
                  <a:lnTo>
                    <a:pt x="43055" y="28424"/>
                  </a:lnTo>
                  <a:lnTo>
                    <a:pt x="38545" y="31564"/>
                  </a:lnTo>
                  <a:lnTo>
                    <a:pt x="34141" y="34851"/>
                  </a:lnTo>
                  <a:lnTo>
                    <a:pt x="29847" y="38280"/>
                  </a:lnTo>
                  <a:lnTo>
                    <a:pt x="25668" y="41849"/>
                  </a:lnTo>
                  <a:lnTo>
                    <a:pt x="21609" y="45553"/>
                  </a:lnTo>
                  <a:lnTo>
                    <a:pt x="17673" y="49389"/>
                  </a:lnTo>
                  <a:lnTo>
                    <a:pt x="13866" y="53352"/>
                  </a:lnTo>
                  <a:lnTo>
                    <a:pt x="10191" y="57438"/>
                  </a:lnTo>
                  <a:lnTo>
                    <a:pt x="6653" y="61643"/>
                  </a:lnTo>
                  <a:lnTo>
                    <a:pt x="3254" y="65961"/>
                  </a:lnTo>
                  <a:lnTo>
                    <a:pt x="0" y="70389"/>
                  </a:lnTo>
                  <a:lnTo>
                    <a:pt x="13630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44982" y="2197353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14140" y="2127956"/>
              <a:ext cx="334311" cy="333339"/>
            </a:xfrm>
            <a:custGeom>
              <a:avLst/>
              <a:pathLst>
                <a:path w="334311" h="333339">
                  <a:moveTo>
                    <a:pt x="30842" y="69396"/>
                  </a:moveTo>
                  <a:lnTo>
                    <a:pt x="27849" y="73757"/>
                  </a:lnTo>
                  <a:lnTo>
                    <a:pt x="24995" y="78210"/>
                  </a:lnTo>
                  <a:lnTo>
                    <a:pt x="22283" y="82751"/>
                  </a:lnTo>
                  <a:lnTo>
                    <a:pt x="19717" y="87375"/>
                  </a:lnTo>
                  <a:lnTo>
                    <a:pt x="17298" y="92079"/>
                  </a:lnTo>
                  <a:lnTo>
                    <a:pt x="15029" y="96856"/>
                  </a:lnTo>
                  <a:lnTo>
                    <a:pt x="12912" y="101703"/>
                  </a:lnTo>
                  <a:lnTo>
                    <a:pt x="10949" y="106615"/>
                  </a:lnTo>
                  <a:lnTo>
                    <a:pt x="9143" y="111586"/>
                  </a:lnTo>
                  <a:lnTo>
                    <a:pt x="7496" y="116612"/>
                  </a:lnTo>
                  <a:lnTo>
                    <a:pt x="6008" y="121688"/>
                  </a:lnTo>
                  <a:lnTo>
                    <a:pt x="4681" y="126808"/>
                  </a:lnTo>
                  <a:lnTo>
                    <a:pt x="3517" y="131967"/>
                  </a:lnTo>
                  <a:lnTo>
                    <a:pt x="2517" y="137161"/>
                  </a:lnTo>
                  <a:lnTo>
                    <a:pt x="1681" y="142383"/>
                  </a:lnTo>
                  <a:lnTo>
                    <a:pt x="1011" y="147630"/>
                  </a:lnTo>
                  <a:lnTo>
                    <a:pt x="508" y="152895"/>
                  </a:lnTo>
                  <a:lnTo>
                    <a:pt x="171" y="158173"/>
                  </a:lnTo>
                  <a:lnTo>
                    <a:pt x="2" y="163460"/>
                  </a:lnTo>
                  <a:lnTo>
                    <a:pt x="0" y="168749"/>
                  </a:lnTo>
                  <a:lnTo>
                    <a:pt x="165" y="174035"/>
                  </a:lnTo>
                  <a:lnTo>
                    <a:pt x="497" y="179314"/>
                  </a:lnTo>
                  <a:lnTo>
                    <a:pt x="996" y="184580"/>
                  </a:lnTo>
                  <a:lnTo>
                    <a:pt x="1661" y="189827"/>
                  </a:lnTo>
                  <a:lnTo>
                    <a:pt x="2493" y="195050"/>
                  </a:lnTo>
                  <a:lnTo>
                    <a:pt x="3488" y="200244"/>
                  </a:lnTo>
                  <a:lnTo>
                    <a:pt x="4648" y="205405"/>
                  </a:lnTo>
                  <a:lnTo>
                    <a:pt x="5971" y="210526"/>
                  </a:lnTo>
                  <a:lnTo>
                    <a:pt x="7454" y="215603"/>
                  </a:lnTo>
                  <a:lnTo>
                    <a:pt x="9098" y="220630"/>
                  </a:lnTo>
                  <a:lnTo>
                    <a:pt x="10900" y="225603"/>
                  </a:lnTo>
                  <a:lnTo>
                    <a:pt x="12858" y="230516"/>
                  </a:lnTo>
                  <a:lnTo>
                    <a:pt x="14971" y="235365"/>
                  </a:lnTo>
                  <a:lnTo>
                    <a:pt x="17236" y="240144"/>
                  </a:lnTo>
                  <a:lnTo>
                    <a:pt x="19651" y="244850"/>
                  </a:lnTo>
                  <a:lnTo>
                    <a:pt x="22214" y="249476"/>
                  </a:lnTo>
                  <a:lnTo>
                    <a:pt x="24922" y="254020"/>
                  </a:lnTo>
                  <a:lnTo>
                    <a:pt x="27772" y="258475"/>
                  </a:lnTo>
                  <a:lnTo>
                    <a:pt x="30762" y="262838"/>
                  </a:lnTo>
                  <a:lnTo>
                    <a:pt x="33888" y="267104"/>
                  </a:lnTo>
                  <a:lnTo>
                    <a:pt x="37148" y="271270"/>
                  </a:lnTo>
                  <a:lnTo>
                    <a:pt x="40538" y="275330"/>
                  </a:lnTo>
                  <a:lnTo>
                    <a:pt x="44054" y="279280"/>
                  </a:lnTo>
                  <a:lnTo>
                    <a:pt x="47694" y="283118"/>
                  </a:lnTo>
                  <a:lnTo>
                    <a:pt x="51453" y="286838"/>
                  </a:lnTo>
                  <a:lnTo>
                    <a:pt x="55329" y="290438"/>
                  </a:lnTo>
                  <a:lnTo>
                    <a:pt x="59316" y="293913"/>
                  </a:lnTo>
                  <a:lnTo>
                    <a:pt x="63411" y="297261"/>
                  </a:lnTo>
                  <a:lnTo>
                    <a:pt x="67610" y="300477"/>
                  </a:lnTo>
                  <a:lnTo>
                    <a:pt x="71908" y="303558"/>
                  </a:lnTo>
                  <a:lnTo>
                    <a:pt x="76302" y="306503"/>
                  </a:lnTo>
                  <a:lnTo>
                    <a:pt x="80787" y="309306"/>
                  </a:lnTo>
                  <a:lnTo>
                    <a:pt x="85358" y="311967"/>
                  </a:lnTo>
                  <a:lnTo>
                    <a:pt x="90012" y="314481"/>
                  </a:lnTo>
                  <a:lnTo>
                    <a:pt x="94742" y="316847"/>
                  </a:lnTo>
                  <a:lnTo>
                    <a:pt x="99545" y="319062"/>
                  </a:lnTo>
                  <a:lnTo>
                    <a:pt x="104415" y="321124"/>
                  </a:lnTo>
                  <a:lnTo>
                    <a:pt x="109349" y="323031"/>
                  </a:lnTo>
                  <a:lnTo>
                    <a:pt x="114340" y="324781"/>
                  </a:lnTo>
                  <a:lnTo>
                    <a:pt x="119384" y="326373"/>
                  </a:lnTo>
                  <a:lnTo>
                    <a:pt x="124476" y="327803"/>
                  </a:lnTo>
                  <a:lnTo>
                    <a:pt x="129611" y="329072"/>
                  </a:lnTo>
                  <a:lnTo>
                    <a:pt x="134783" y="330178"/>
                  </a:lnTo>
                  <a:lnTo>
                    <a:pt x="139987" y="331120"/>
                  </a:lnTo>
                  <a:lnTo>
                    <a:pt x="145219" y="331897"/>
                  </a:lnTo>
                  <a:lnTo>
                    <a:pt x="150473" y="332508"/>
                  </a:lnTo>
                  <a:lnTo>
                    <a:pt x="155743" y="332952"/>
                  </a:lnTo>
                  <a:lnTo>
                    <a:pt x="161025" y="333229"/>
                  </a:lnTo>
                  <a:lnTo>
                    <a:pt x="166313" y="333339"/>
                  </a:lnTo>
                  <a:lnTo>
                    <a:pt x="171602" y="333282"/>
                  </a:lnTo>
                  <a:lnTo>
                    <a:pt x="176886" y="333057"/>
                  </a:lnTo>
                  <a:lnTo>
                    <a:pt x="182161" y="332666"/>
                  </a:lnTo>
                  <a:lnTo>
                    <a:pt x="187420" y="332107"/>
                  </a:lnTo>
                  <a:lnTo>
                    <a:pt x="192660" y="331383"/>
                  </a:lnTo>
                  <a:lnTo>
                    <a:pt x="197873" y="330493"/>
                  </a:lnTo>
                  <a:lnTo>
                    <a:pt x="203056" y="329439"/>
                  </a:lnTo>
                  <a:lnTo>
                    <a:pt x="208203" y="328221"/>
                  </a:lnTo>
                  <a:lnTo>
                    <a:pt x="213309" y="326841"/>
                  </a:lnTo>
                  <a:lnTo>
                    <a:pt x="218369" y="325300"/>
                  </a:lnTo>
                  <a:lnTo>
                    <a:pt x="223377" y="323600"/>
                  </a:lnTo>
                  <a:lnTo>
                    <a:pt x="228329" y="321743"/>
                  </a:lnTo>
                  <a:lnTo>
                    <a:pt x="233220" y="319729"/>
                  </a:lnTo>
                  <a:lnTo>
                    <a:pt x="238045" y="317562"/>
                  </a:lnTo>
                  <a:lnTo>
                    <a:pt x="242799" y="315243"/>
                  </a:lnTo>
                  <a:lnTo>
                    <a:pt x="247477" y="312776"/>
                  </a:lnTo>
                  <a:lnTo>
                    <a:pt x="252075" y="310161"/>
                  </a:lnTo>
                  <a:lnTo>
                    <a:pt x="256587" y="307402"/>
                  </a:lnTo>
                  <a:lnTo>
                    <a:pt x="261010" y="304502"/>
                  </a:lnTo>
                  <a:lnTo>
                    <a:pt x="265339" y="301463"/>
                  </a:lnTo>
                  <a:lnTo>
                    <a:pt x="269570" y="298289"/>
                  </a:lnTo>
                  <a:lnTo>
                    <a:pt x="273698" y="294983"/>
                  </a:lnTo>
                  <a:lnTo>
                    <a:pt x="277720" y="291548"/>
                  </a:lnTo>
                  <a:lnTo>
                    <a:pt x="281631" y="287987"/>
                  </a:lnTo>
                  <a:lnTo>
                    <a:pt x="285427" y="284304"/>
                  </a:lnTo>
                  <a:lnTo>
                    <a:pt x="289105" y="280503"/>
                  </a:lnTo>
                  <a:lnTo>
                    <a:pt x="292661" y="276588"/>
                  </a:lnTo>
                  <a:lnTo>
                    <a:pt x="296091" y="272562"/>
                  </a:lnTo>
                  <a:lnTo>
                    <a:pt x="299392" y="268429"/>
                  </a:lnTo>
                  <a:lnTo>
                    <a:pt x="302561" y="264194"/>
                  </a:lnTo>
                  <a:lnTo>
                    <a:pt x="305594" y="259861"/>
                  </a:lnTo>
                  <a:lnTo>
                    <a:pt x="308489" y="255435"/>
                  </a:lnTo>
                  <a:lnTo>
                    <a:pt x="311242" y="250919"/>
                  </a:lnTo>
                  <a:lnTo>
                    <a:pt x="313851" y="246318"/>
                  </a:lnTo>
                  <a:lnTo>
                    <a:pt x="316313" y="241636"/>
                  </a:lnTo>
                  <a:lnTo>
                    <a:pt x="318625" y="236880"/>
                  </a:lnTo>
                  <a:lnTo>
                    <a:pt x="320786" y="232052"/>
                  </a:lnTo>
                  <a:lnTo>
                    <a:pt x="322793" y="227159"/>
                  </a:lnTo>
                  <a:lnTo>
                    <a:pt x="324645" y="222204"/>
                  </a:lnTo>
                  <a:lnTo>
                    <a:pt x="326339" y="217194"/>
                  </a:lnTo>
                  <a:lnTo>
                    <a:pt x="327873" y="212132"/>
                  </a:lnTo>
                  <a:lnTo>
                    <a:pt x="329246" y="207024"/>
                  </a:lnTo>
                  <a:lnTo>
                    <a:pt x="330458" y="201876"/>
                  </a:lnTo>
                  <a:lnTo>
                    <a:pt x="331505" y="196692"/>
                  </a:lnTo>
                  <a:lnTo>
                    <a:pt x="332388" y="191477"/>
                  </a:lnTo>
                  <a:lnTo>
                    <a:pt x="333106" y="186237"/>
                  </a:lnTo>
                  <a:lnTo>
                    <a:pt x="333658" y="180976"/>
                  </a:lnTo>
                  <a:lnTo>
                    <a:pt x="334043" y="175701"/>
                  </a:lnTo>
                  <a:lnTo>
                    <a:pt x="334261" y="170417"/>
                  </a:lnTo>
                  <a:lnTo>
                    <a:pt x="334311" y="165128"/>
                  </a:lnTo>
                  <a:lnTo>
                    <a:pt x="334195" y="159840"/>
                  </a:lnTo>
                  <a:lnTo>
                    <a:pt x="333911" y="154558"/>
                  </a:lnTo>
                  <a:lnTo>
                    <a:pt x="333460" y="149289"/>
                  </a:lnTo>
                  <a:lnTo>
                    <a:pt x="332842" y="144036"/>
                  </a:lnTo>
                  <a:lnTo>
                    <a:pt x="332059" y="138805"/>
                  </a:lnTo>
                  <a:lnTo>
                    <a:pt x="331111" y="133601"/>
                  </a:lnTo>
                  <a:lnTo>
                    <a:pt x="329998" y="128431"/>
                  </a:lnTo>
                  <a:lnTo>
                    <a:pt x="328722" y="123298"/>
                  </a:lnTo>
                  <a:lnTo>
                    <a:pt x="327285" y="118208"/>
                  </a:lnTo>
                  <a:lnTo>
                    <a:pt x="325688" y="113166"/>
                  </a:lnTo>
                  <a:lnTo>
                    <a:pt x="323931" y="108177"/>
                  </a:lnTo>
                  <a:lnTo>
                    <a:pt x="322018" y="103246"/>
                  </a:lnTo>
                  <a:lnTo>
                    <a:pt x="319950" y="98378"/>
                  </a:lnTo>
                  <a:lnTo>
                    <a:pt x="317728" y="93578"/>
                  </a:lnTo>
                  <a:lnTo>
                    <a:pt x="315357" y="88850"/>
                  </a:lnTo>
                  <a:lnTo>
                    <a:pt x="312836" y="84200"/>
                  </a:lnTo>
                  <a:lnTo>
                    <a:pt x="310170" y="79632"/>
                  </a:lnTo>
                  <a:lnTo>
                    <a:pt x="307361" y="75151"/>
                  </a:lnTo>
                  <a:lnTo>
                    <a:pt x="304411" y="70761"/>
                  </a:lnTo>
                  <a:lnTo>
                    <a:pt x="301324" y="66466"/>
                  </a:lnTo>
                  <a:lnTo>
                    <a:pt x="298102" y="62271"/>
                  </a:lnTo>
                  <a:lnTo>
                    <a:pt x="294750" y="58181"/>
                  </a:lnTo>
                  <a:lnTo>
                    <a:pt x="291269" y="54198"/>
                  </a:lnTo>
                  <a:lnTo>
                    <a:pt x="287665" y="50327"/>
                  </a:lnTo>
                  <a:lnTo>
                    <a:pt x="283940" y="46573"/>
                  </a:lnTo>
                  <a:lnTo>
                    <a:pt x="280097" y="42938"/>
                  </a:lnTo>
                  <a:lnTo>
                    <a:pt x="276142" y="39426"/>
                  </a:lnTo>
                  <a:lnTo>
                    <a:pt x="272078" y="36041"/>
                  </a:lnTo>
                  <a:lnTo>
                    <a:pt x="267909" y="32787"/>
                  </a:lnTo>
                  <a:lnTo>
                    <a:pt x="263638" y="29666"/>
                  </a:lnTo>
                  <a:lnTo>
                    <a:pt x="259272" y="26682"/>
                  </a:lnTo>
                  <a:lnTo>
                    <a:pt x="254813" y="23837"/>
                  </a:lnTo>
                  <a:lnTo>
                    <a:pt x="250266" y="21135"/>
                  </a:lnTo>
                  <a:lnTo>
                    <a:pt x="245636" y="18578"/>
                  </a:lnTo>
                  <a:lnTo>
                    <a:pt x="240927" y="16169"/>
                  </a:lnTo>
                  <a:lnTo>
                    <a:pt x="236145" y="13910"/>
                  </a:lnTo>
                  <a:lnTo>
                    <a:pt x="231293" y="11803"/>
                  </a:lnTo>
                  <a:lnTo>
                    <a:pt x="226378" y="9851"/>
                  </a:lnTo>
                  <a:lnTo>
                    <a:pt x="221403" y="8056"/>
                  </a:lnTo>
                  <a:lnTo>
                    <a:pt x="216373" y="6419"/>
                  </a:lnTo>
                  <a:lnTo>
                    <a:pt x="211295" y="4941"/>
                  </a:lnTo>
                  <a:lnTo>
                    <a:pt x="206172" y="3625"/>
                  </a:lnTo>
                  <a:lnTo>
                    <a:pt x="201010" y="2472"/>
                  </a:lnTo>
                  <a:lnTo>
                    <a:pt x="195814" y="1483"/>
                  </a:lnTo>
                  <a:lnTo>
                    <a:pt x="190590" y="658"/>
                  </a:lnTo>
                  <a:lnTo>
                    <a:pt x="185342" y="0"/>
                  </a:lnTo>
                  <a:lnTo>
                    <a:pt x="167147" y="1661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18194" cy="167167"/>
            </a:xfrm>
            <a:custGeom>
              <a:avLst/>
              <a:pathLst>
                <a:path w="18194" h="167167">
                  <a:moveTo>
                    <a:pt x="18194" y="993"/>
                  </a:moveTo>
                  <a:lnTo>
                    <a:pt x="9111" y="2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23589" y="2633064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4" y="83"/>
                  </a:lnTo>
                  <a:lnTo>
                    <a:pt x="156594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5" y="2999"/>
                  </a:lnTo>
                  <a:lnTo>
                    <a:pt x="130461" y="4077"/>
                  </a:lnTo>
                  <a:lnTo>
                    <a:pt x="125324" y="5319"/>
                  </a:lnTo>
                  <a:lnTo>
                    <a:pt x="120228" y="6722"/>
                  </a:lnTo>
                  <a:lnTo>
                    <a:pt x="115179" y="8286"/>
                  </a:lnTo>
                  <a:lnTo>
                    <a:pt x="110183" y="10009"/>
                  </a:lnTo>
                  <a:lnTo>
                    <a:pt x="105243" y="11888"/>
                  </a:lnTo>
                  <a:lnTo>
                    <a:pt x="100365" y="13923"/>
                  </a:lnTo>
                  <a:lnTo>
                    <a:pt x="95554" y="16111"/>
                  </a:lnTo>
                  <a:lnTo>
                    <a:pt x="90814" y="18451"/>
                  </a:lnTo>
                  <a:lnTo>
                    <a:pt x="86151" y="20938"/>
                  </a:lnTo>
                  <a:lnTo>
                    <a:pt x="81569" y="23572"/>
                  </a:lnTo>
                  <a:lnTo>
                    <a:pt x="77072" y="26350"/>
                  </a:lnTo>
                  <a:lnTo>
                    <a:pt x="72666" y="29268"/>
                  </a:lnTo>
                  <a:lnTo>
                    <a:pt x="68353" y="32324"/>
                  </a:lnTo>
                  <a:lnTo>
                    <a:pt x="64140" y="35515"/>
                  </a:lnTo>
                  <a:lnTo>
                    <a:pt x="60030" y="38838"/>
                  </a:lnTo>
                  <a:lnTo>
                    <a:pt x="56026" y="42288"/>
                  </a:lnTo>
                  <a:lnTo>
                    <a:pt x="52134" y="45864"/>
                  </a:lnTo>
                  <a:lnTo>
                    <a:pt x="48357" y="49561"/>
                  </a:lnTo>
                  <a:lnTo>
                    <a:pt x="44698" y="53375"/>
                  </a:lnTo>
                  <a:lnTo>
                    <a:pt x="41162" y="57304"/>
                  </a:lnTo>
                  <a:lnTo>
                    <a:pt x="37752" y="61342"/>
                  </a:lnTo>
                  <a:lnTo>
                    <a:pt x="34471" y="65485"/>
                  </a:lnTo>
                  <a:lnTo>
                    <a:pt x="31323" y="69731"/>
                  </a:lnTo>
                  <a:lnTo>
                    <a:pt x="28311" y="74074"/>
                  </a:lnTo>
                  <a:lnTo>
                    <a:pt x="25437" y="78510"/>
                  </a:lnTo>
                  <a:lnTo>
                    <a:pt x="22706" y="83034"/>
                  </a:lnTo>
                  <a:lnTo>
                    <a:pt x="20118" y="87643"/>
                  </a:lnTo>
                  <a:lnTo>
                    <a:pt x="17678" y="92331"/>
                  </a:lnTo>
                  <a:lnTo>
                    <a:pt x="15386" y="97094"/>
                  </a:lnTo>
                  <a:lnTo>
                    <a:pt x="13247" y="101927"/>
                  </a:lnTo>
                  <a:lnTo>
                    <a:pt x="11262" y="106825"/>
                  </a:lnTo>
                  <a:lnTo>
                    <a:pt x="9432" y="111784"/>
                  </a:lnTo>
                  <a:lnTo>
                    <a:pt x="7760" y="116797"/>
                  </a:lnTo>
                  <a:lnTo>
                    <a:pt x="6247" y="121862"/>
                  </a:lnTo>
                  <a:lnTo>
                    <a:pt x="4895" y="126971"/>
                  </a:lnTo>
                  <a:lnTo>
                    <a:pt x="3706" y="132121"/>
                  </a:lnTo>
                  <a:lnTo>
                    <a:pt x="2680" y="137306"/>
                  </a:lnTo>
                  <a:lnTo>
                    <a:pt x="1818" y="142520"/>
                  </a:lnTo>
                  <a:lnTo>
                    <a:pt x="1121" y="147759"/>
                  </a:lnTo>
                  <a:lnTo>
                    <a:pt x="591" y="153018"/>
                  </a:lnTo>
                  <a:lnTo>
                    <a:pt x="227" y="158291"/>
                  </a:lnTo>
                  <a:lnTo>
                    <a:pt x="30" y="163572"/>
                  </a:lnTo>
                  <a:lnTo>
                    <a:pt x="0" y="168858"/>
                  </a:lnTo>
                  <a:lnTo>
                    <a:pt x="136" y="174141"/>
                  </a:lnTo>
                  <a:lnTo>
                    <a:pt x="440" y="179418"/>
                  </a:lnTo>
                  <a:lnTo>
                    <a:pt x="911" y="184682"/>
                  </a:lnTo>
                  <a:lnTo>
                    <a:pt x="1548" y="189929"/>
                  </a:lnTo>
                  <a:lnTo>
                    <a:pt x="2350" y="195153"/>
                  </a:lnTo>
                  <a:lnTo>
                    <a:pt x="3317" y="200349"/>
                  </a:lnTo>
                  <a:lnTo>
                    <a:pt x="4448" y="205512"/>
                  </a:lnTo>
                  <a:lnTo>
                    <a:pt x="5742" y="210637"/>
                  </a:lnTo>
                  <a:lnTo>
                    <a:pt x="7197" y="215718"/>
                  </a:lnTo>
                  <a:lnTo>
                    <a:pt x="8811" y="220750"/>
                  </a:lnTo>
                  <a:lnTo>
                    <a:pt x="10584" y="225729"/>
                  </a:lnTo>
                  <a:lnTo>
                    <a:pt x="12514" y="230650"/>
                  </a:lnTo>
                  <a:lnTo>
                    <a:pt x="14598" y="235507"/>
                  </a:lnTo>
                  <a:lnTo>
                    <a:pt x="16835" y="240296"/>
                  </a:lnTo>
                  <a:lnTo>
                    <a:pt x="19222" y="245011"/>
                  </a:lnTo>
                  <a:lnTo>
                    <a:pt x="21757" y="249649"/>
                  </a:lnTo>
                  <a:lnTo>
                    <a:pt x="24437" y="254204"/>
                  </a:lnTo>
                  <a:lnTo>
                    <a:pt x="27260" y="258673"/>
                  </a:lnTo>
                  <a:lnTo>
                    <a:pt x="30222" y="263050"/>
                  </a:lnTo>
                  <a:lnTo>
                    <a:pt x="33322" y="267331"/>
                  </a:lnTo>
                  <a:lnTo>
                    <a:pt x="36555" y="271512"/>
                  </a:lnTo>
                  <a:lnTo>
                    <a:pt x="39919" y="275588"/>
                  </a:lnTo>
                  <a:lnTo>
                    <a:pt x="43410" y="279556"/>
                  </a:lnTo>
                  <a:lnTo>
                    <a:pt x="47025" y="283412"/>
                  </a:lnTo>
                  <a:lnTo>
                    <a:pt x="50760" y="287152"/>
                  </a:lnTo>
                  <a:lnTo>
                    <a:pt x="54611" y="290772"/>
                  </a:lnTo>
                  <a:lnTo>
                    <a:pt x="58575" y="294268"/>
                  </a:lnTo>
                  <a:lnTo>
                    <a:pt x="62647" y="297637"/>
                  </a:lnTo>
                  <a:lnTo>
                    <a:pt x="66824" y="300876"/>
                  </a:lnTo>
                  <a:lnTo>
                    <a:pt x="71101" y="303981"/>
                  </a:lnTo>
                  <a:lnTo>
                    <a:pt x="75474" y="306949"/>
                  </a:lnTo>
                  <a:lnTo>
                    <a:pt x="79939" y="309777"/>
                  </a:lnTo>
                  <a:lnTo>
                    <a:pt x="84491" y="312463"/>
                  </a:lnTo>
                  <a:lnTo>
                    <a:pt x="89126" y="315004"/>
                  </a:lnTo>
                  <a:lnTo>
                    <a:pt x="93838" y="317397"/>
                  </a:lnTo>
                  <a:lnTo>
                    <a:pt x="98624" y="319640"/>
                  </a:lnTo>
                  <a:lnTo>
                    <a:pt x="103478" y="321730"/>
                  </a:lnTo>
                  <a:lnTo>
                    <a:pt x="108396" y="323666"/>
                  </a:lnTo>
                  <a:lnTo>
                    <a:pt x="113373" y="325445"/>
                  </a:lnTo>
                  <a:lnTo>
                    <a:pt x="118404" y="327067"/>
                  </a:lnTo>
                  <a:lnTo>
                    <a:pt x="123483" y="328528"/>
                  </a:lnTo>
                  <a:lnTo>
                    <a:pt x="128606" y="329828"/>
                  </a:lnTo>
                  <a:lnTo>
                    <a:pt x="133767" y="330966"/>
                  </a:lnTo>
                  <a:lnTo>
                    <a:pt x="138962" y="331939"/>
                  </a:lnTo>
                  <a:lnTo>
                    <a:pt x="144185" y="332748"/>
                  </a:lnTo>
                  <a:lnTo>
                    <a:pt x="149431" y="333392"/>
                  </a:lnTo>
                  <a:lnTo>
                    <a:pt x="154695" y="333869"/>
                  </a:lnTo>
                  <a:lnTo>
                    <a:pt x="159971" y="334180"/>
                  </a:lnTo>
                  <a:lnTo>
                    <a:pt x="165254" y="334324"/>
                  </a:lnTo>
                  <a:lnTo>
                    <a:pt x="170540" y="334300"/>
                  </a:lnTo>
                  <a:lnTo>
                    <a:pt x="175822" y="334110"/>
                  </a:lnTo>
                  <a:lnTo>
                    <a:pt x="181095" y="333752"/>
                  </a:lnTo>
                  <a:lnTo>
                    <a:pt x="186354" y="333229"/>
                  </a:lnTo>
                  <a:lnTo>
                    <a:pt x="191594" y="332539"/>
                  </a:lnTo>
                  <a:lnTo>
                    <a:pt x="196810" y="331684"/>
                  </a:lnTo>
                  <a:lnTo>
                    <a:pt x="201996" y="330664"/>
                  </a:lnTo>
                  <a:lnTo>
                    <a:pt x="207147" y="329481"/>
                  </a:lnTo>
                  <a:lnTo>
                    <a:pt x="212258" y="328136"/>
                  </a:lnTo>
                  <a:lnTo>
                    <a:pt x="217325" y="326630"/>
                  </a:lnTo>
                  <a:lnTo>
                    <a:pt x="222341" y="324964"/>
                  </a:lnTo>
                  <a:lnTo>
                    <a:pt x="227301" y="323141"/>
                  </a:lnTo>
                  <a:lnTo>
                    <a:pt x="232202" y="321161"/>
                  </a:lnTo>
                  <a:lnTo>
                    <a:pt x="237038" y="319028"/>
                  </a:lnTo>
                  <a:lnTo>
                    <a:pt x="241804" y="316743"/>
                  </a:lnTo>
                  <a:lnTo>
                    <a:pt x="246495" y="314309"/>
                  </a:lnTo>
                  <a:lnTo>
                    <a:pt x="251107" y="311727"/>
                  </a:lnTo>
                  <a:lnTo>
                    <a:pt x="255635" y="309001"/>
                  </a:lnTo>
                  <a:lnTo>
                    <a:pt x="260074" y="306133"/>
                  </a:lnTo>
                  <a:lnTo>
                    <a:pt x="264421" y="303126"/>
                  </a:lnTo>
                  <a:lnTo>
                    <a:pt x="268671" y="299983"/>
                  </a:lnTo>
                  <a:lnTo>
                    <a:pt x="272819" y="296708"/>
                  </a:lnTo>
                  <a:lnTo>
                    <a:pt x="276861" y="293303"/>
                  </a:lnTo>
                  <a:lnTo>
                    <a:pt x="280794" y="289772"/>
                  </a:lnTo>
                  <a:lnTo>
                    <a:pt x="284613" y="286118"/>
                  </a:lnTo>
                  <a:lnTo>
                    <a:pt x="288314" y="282346"/>
                  </a:lnTo>
                  <a:lnTo>
                    <a:pt x="291895" y="278458"/>
                  </a:lnTo>
                  <a:lnTo>
                    <a:pt x="295351" y="274459"/>
                  </a:lnTo>
                  <a:lnTo>
                    <a:pt x="298679" y="270353"/>
                  </a:lnTo>
                  <a:lnTo>
                    <a:pt x="301875" y="266144"/>
                  </a:lnTo>
                  <a:lnTo>
                    <a:pt x="304937" y="261835"/>
                  </a:lnTo>
                  <a:lnTo>
                    <a:pt x="307860" y="257433"/>
                  </a:lnTo>
                  <a:lnTo>
                    <a:pt x="310644" y="252939"/>
                  </a:lnTo>
                  <a:lnTo>
                    <a:pt x="313283" y="248361"/>
                  </a:lnTo>
                  <a:lnTo>
                    <a:pt x="315777" y="243701"/>
                  </a:lnTo>
                  <a:lnTo>
                    <a:pt x="318122" y="238964"/>
                  </a:lnTo>
                  <a:lnTo>
                    <a:pt x="320317" y="234156"/>
                  </a:lnTo>
                  <a:lnTo>
                    <a:pt x="322358" y="229280"/>
                  </a:lnTo>
                  <a:lnTo>
                    <a:pt x="324244" y="224343"/>
                  </a:lnTo>
                  <a:lnTo>
                    <a:pt x="325973" y="219349"/>
                  </a:lnTo>
                  <a:lnTo>
                    <a:pt x="327543" y="214302"/>
                  </a:lnTo>
                  <a:lnTo>
                    <a:pt x="328953" y="209208"/>
                  </a:lnTo>
                  <a:lnTo>
                    <a:pt x="330201" y="204072"/>
                  </a:lnTo>
                  <a:lnTo>
                    <a:pt x="331286" y="198900"/>
                  </a:lnTo>
                  <a:lnTo>
                    <a:pt x="332207" y="193695"/>
                  </a:lnTo>
                  <a:lnTo>
                    <a:pt x="332964" y="188464"/>
                  </a:lnTo>
                  <a:lnTo>
                    <a:pt x="333554" y="183212"/>
                  </a:lnTo>
                  <a:lnTo>
                    <a:pt x="333978" y="177944"/>
                  </a:lnTo>
                  <a:lnTo>
                    <a:pt x="334235" y="172665"/>
                  </a:lnTo>
                  <a:lnTo>
                    <a:pt x="334326" y="167380"/>
                  </a:lnTo>
                  <a:lnTo>
                    <a:pt x="334249" y="162095"/>
                  </a:lnTo>
                  <a:lnTo>
                    <a:pt x="334005" y="156816"/>
                  </a:lnTo>
                  <a:lnTo>
                    <a:pt x="333594" y="151546"/>
                  </a:lnTo>
                  <a:lnTo>
                    <a:pt x="333017" y="146293"/>
                  </a:lnTo>
                  <a:lnTo>
                    <a:pt x="332275" y="141060"/>
                  </a:lnTo>
                  <a:lnTo>
                    <a:pt x="331367" y="135853"/>
                  </a:lnTo>
                  <a:lnTo>
                    <a:pt x="330295" y="130678"/>
                  </a:lnTo>
                  <a:lnTo>
                    <a:pt x="329060" y="125539"/>
                  </a:lnTo>
                  <a:lnTo>
                    <a:pt x="327663" y="120441"/>
                  </a:lnTo>
                  <a:lnTo>
                    <a:pt x="326105" y="115391"/>
                  </a:lnTo>
                  <a:lnTo>
                    <a:pt x="324389" y="11039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3456"/>
              <a:ext cx="157230" cy="56775"/>
            </a:xfrm>
            <a:custGeom>
              <a:avLst/>
              <a:pathLst>
                <a:path w="157230" h="56775">
                  <a:moveTo>
                    <a:pt x="157230" y="0"/>
                  </a:moveTo>
                  <a:lnTo>
                    <a:pt x="0" y="567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7824"/>
              <a:ext cx="157230" cy="162406"/>
            </a:xfrm>
            <a:custGeom>
              <a:avLst/>
              <a:pathLst>
                <a:path w="157230" h="162406">
                  <a:moveTo>
                    <a:pt x="157230" y="105631"/>
                  </a:moveTo>
                  <a:lnTo>
                    <a:pt x="155282" y="100500"/>
                  </a:lnTo>
                  <a:lnTo>
                    <a:pt x="153166" y="95435"/>
                  </a:lnTo>
                  <a:lnTo>
                    <a:pt x="150884" y="90443"/>
                  </a:lnTo>
                  <a:lnTo>
                    <a:pt x="148441" y="85529"/>
                  </a:lnTo>
                  <a:lnTo>
                    <a:pt x="145837" y="80697"/>
                  </a:lnTo>
                  <a:lnTo>
                    <a:pt x="143076" y="75953"/>
                  </a:lnTo>
                  <a:lnTo>
                    <a:pt x="140161" y="71303"/>
                  </a:lnTo>
                  <a:lnTo>
                    <a:pt x="137094" y="66751"/>
                  </a:lnTo>
                  <a:lnTo>
                    <a:pt x="133880" y="62302"/>
                  </a:lnTo>
                  <a:lnTo>
                    <a:pt x="130521" y="57960"/>
                  </a:lnTo>
                  <a:lnTo>
                    <a:pt x="127022" y="53732"/>
                  </a:lnTo>
                  <a:lnTo>
                    <a:pt x="123386" y="49620"/>
                  </a:lnTo>
                  <a:lnTo>
                    <a:pt x="119617" y="45630"/>
                  </a:lnTo>
                  <a:lnTo>
                    <a:pt x="115719" y="41766"/>
                  </a:lnTo>
                  <a:lnTo>
                    <a:pt x="111696" y="38033"/>
                  </a:lnTo>
                  <a:lnTo>
                    <a:pt x="107553" y="34433"/>
                  </a:lnTo>
                  <a:lnTo>
                    <a:pt x="103294" y="30971"/>
                  </a:lnTo>
                  <a:lnTo>
                    <a:pt x="98923" y="27651"/>
                  </a:lnTo>
                  <a:lnTo>
                    <a:pt x="94446" y="24476"/>
                  </a:lnTo>
                  <a:lnTo>
                    <a:pt x="89867" y="21449"/>
                  </a:lnTo>
                  <a:lnTo>
                    <a:pt x="85191" y="18575"/>
                  </a:lnTo>
                  <a:lnTo>
                    <a:pt x="80423" y="15856"/>
                  </a:lnTo>
                  <a:lnTo>
                    <a:pt x="75569" y="13295"/>
                  </a:lnTo>
                  <a:lnTo>
                    <a:pt x="70633" y="10894"/>
                  </a:lnTo>
                  <a:lnTo>
                    <a:pt x="65621" y="8657"/>
                  </a:lnTo>
                  <a:lnTo>
                    <a:pt x="60538" y="6586"/>
                  </a:lnTo>
                  <a:lnTo>
                    <a:pt x="55390" y="4682"/>
                  </a:lnTo>
                  <a:lnTo>
                    <a:pt x="50182" y="2949"/>
                  </a:lnTo>
                  <a:lnTo>
                    <a:pt x="44920" y="1387"/>
                  </a:lnTo>
                  <a:lnTo>
                    <a:pt x="39610" y="0"/>
                  </a:lnTo>
                  <a:lnTo>
                    <a:pt x="0" y="1624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39610" cy="167167"/>
            </a:xfrm>
            <a:custGeom>
              <a:avLst/>
              <a:pathLst>
                <a:path w="39610" h="167167">
                  <a:moveTo>
                    <a:pt x="39610" y="4760"/>
                  </a:moveTo>
                  <a:lnTo>
                    <a:pt x="33105" y="3310"/>
                  </a:lnTo>
                  <a:lnTo>
                    <a:pt x="26547" y="2121"/>
                  </a:lnTo>
                  <a:lnTo>
                    <a:pt x="19947" y="1194"/>
                  </a:lnTo>
                  <a:lnTo>
                    <a:pt x="13316" y="531"/>
                  </a:lnTo>
                  <a:lnTo>
                    <a:pt x="6663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358822" y="3170392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4" y="5321"/>
                  </a:lnTo>
                  <a:lnTo>
                    <a:pt x="120218" y="6725"/>
                  </a:lnTo>
                  <a:lnTo>
                    <a:pt x="115168" y="8290"/>
                  </a:lnTo>
                  <a:lnTo>
                    <a:pt x="110170" y="10013"/>
                  </a:lnTo>
                  <a:lnTo>
                    <a:pt x="105230" y="11893"/>
                  </a:lnTo>
                  <a:lnTo>
                    <a:pt x="100351" y="13929"/>
                  </a:lnTo>
                  <a:lnTo>
                    <a:pt x="95539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2" y="23582"/>
                  </a:lnTo>
                  <a:lnTo>
                    <a:pt x="77055" y="26361"/>
                  </a:lnTo>
                  <a:lnTo>
                    <a:pt x="72647" y="29280"/>
                  </a:lnTo>
                  <a:lnTo>
                    <a:pt x="68335" y="32338"/>
                  </a:lnTo>
                  <a:lnTo>
                    <a:pt x="64121" y="35530"/>
                  </a:lnTo>
                  <a:lnTo>
                    <a:pt x="60010" y="38854"/>
                  </a:lnTo>
                  <a:lnTo>
                    <a:pt x="56006" y="42306"/>
                  </a:lnTo>
                  <a:lnTo>
                    <a:pt x="52114" y="45883"/>
                  </a:lnTo>
                  <a:lnTo>
                    <a:pt x="48336" y="49581"/>
                  </a:lnTo>
                  <a:lnTo>
                    <a:pt x="44678" y="53397"/>
                  </a:lnTo>
                  <a:lnTo>
                    <a:pt x="41142" y="57327"/>
                  </a:lnTo>
                  <a:lnTo>
                    <a:pt x="37732" y="61366"/>
                  </a:lnTo>
                  <a:lnTo>
                    <a:pt x="34451" y="65511"/>
                  </a:lnTo>
                  <a:lnTo>
                    <a:pt x="31303" y="69758"/>
                  </a:lnTo>
                  <a:lnTo>
                    <a:pt x="28291" y="74103"/>
                  </a:lnTo>
                  <a:lnTo>
                    <a:pt x="25418" y="78540"/>
                  </a:lnTo>
                  <a:lnTo>
                    <a:pt x="22686" y="83066"/>
                  </a:lnTo>
                  <a:lnTo>
                    <a:pt x="20099" y="87677"/>
                  </a:lnTo>
                  <a:lnTo>
                    <a:pt x="17659" y="92366"/>
                  </a:lnTo>
                  <a:lnTo>
                    <a:pt x="15369" y="97131"/>
                  </a:lnTo>
                  <a:lnTo>
                    <a:pt x="13230" y="101965"/>
                  </a:lnTo>
                  <a:lnTo>
                    <a:pt x="11246" y="106865"/>
                  </a:lnTo>
                  <a:lnTo>
                    <a:pt x="9417" y="111825"/>
                  </a:lnTo>
                  <a:lnTo>
                    <a:pt x="7746" y="116840"/>
                  </a:lnTo>
                  <a:lnTo>
                    <a:pt x="6234" y="121906"/>
                  </a:lnTo>
                  <a:lnTo>
                    <a:pt x="4884" y="127017"/>
                  </a:lnTo>
                  <a:lnTo>
                    <a:pt x="3695" y="132168"/>
                  </a:lnTo>
                  <a:lnTo>
                    <a:pt x="2670" y="137354"/>
                  </a:lnTo>
                  <a:lnTo>
                    <a:pt x="1810" y="142570"/>
                  </a:lnTo>
                  <a:lnTo>
                    <a:pt x="1115" y="147811"/>
                  </a:lnTo>
                  <a:lnTo>
                    <a:pt x="586" y="153071"/>
                  </a:lnTo>
                  <a:lnTo>
                    <a:pt x="223" y="158345"/>
                  </a:lnTo>
                  <a:lnTo>
                    <a:pt x="28" y="163628"/>
                  </a:lnTo>
                  <a:lnTo>
                    <a:pt x="0" y="168914"/>
                  </a:lnTo>
                  <a:lnTo>
                    <a:pt x="138" y="174199"/>
                  </a:lnTo>
                  <a:lnTo>
                    <a:pt x="444" y="179476"/>
                  </a:lnTo>
                  <a:lnTo>
                    <a:pt x="917" y="184742"/>
                  </a:lnTo>
                  <a:lnTo>
                    <a:pt x="1556" y="189989"/>
                  </a:lnTo>
                  <a:lnTo>
                    <a:pt x="2360" y="195214"/>
                  </a:lnTo>
                  <a:lnTo>
                    <a:pt x="3329" y="200411"/>
                  </a:lnTo>
                  <a:lnTo>
                    <a:pt x="4462" y="205575"/>
                  </a:lnTo>
                  <a:lnTo>
                    <a:pt x="5758" y="210700"/>
                  </a:lnTo>
                  <a:lnTo>
                    <a:pt x="7215" y="215781"/>
                  </a:lnTo>
                  <a:lnTo>
                    <a:pt x="8833" y="220814"/>
                  </a:lnTo>
                  <a:lnTo>
                    <a:pt x="10608" y="225794"/>
                  </a:lnTo>
                  <a:lnTo>
                    <a:pt x="12540" y="230715"/>
                  </a:lnTo>
                  <a:lnTo>
                    <a:pt x="14627" y="235572"/>
                  </a:lnTo>
                  <a:lnTo>
                    <a:pt x="16866" y="240360"/>
                  </a:lnTo>
                  <a:lnTo>
                    <a:pt x="19255" y="245076"/>
                  </a:lnTo>
                  <a:lnTo>
                    <a:pt x="21793" y="249714"/>
                  </a:lnTo>
                  <a:lnTo>
                    <a:pt x="24476" y="254269"/>
                  </a:lnTo>
                  <a:lnTo>
                    <a:pt x="27301" y="258737"/>
                  </a:lnTo>
                  <a:lnTo>
                    <a:pt x="30266" y="263113"/>
                  </a:lnTo>
                  <a:lnTo>
                    <a:pt x="33369" y="267394"/>
                  </a:lnTo>
                  <a:lnTo>
                    <a:pt x="36605" y="271574"/>
                  </a:lnTo>
                  <a:lnTo>
                    <a:pt x="39971" y="275650"/>
                  </a:lnTo>
                  <a:lnTo>
                    <a:pt x="43465" y="279617"/>
                  </a:lnTo>
                  <a:lnTo>
                    <a:pt x="47083" y="283472"/>
                  </a:lnTo>
                  <a:lnTo>
                    <a:pt x="50820" y="287211"/>
                  </a:lnTo>
                  <a:lnTo>
                    <a:pt x="54674" y="290829"/>
                  </a:lnTo>
                  <a:lnTo>
                    <a:pt x="58641" y="294324"/>
                  </a:lnTo>
                  <a:lnTo>
                    <a:pt x="62715" y="297692"/>
                  </a:lnTo>
                  <a:lnTo>
                    <a:pt x="66895" y="300929"/>
                  </a:lnTo>
                  <a:lnTo>
                    <a:pt x="71174" y="304032"/>
                  </a:lnTo>
                  <a:lnTo>
                    <a:pt x="75550" y="306999"/>
                  </a:lnTo>
                  <a:lnTo>
                    <a:pt x="80017" y="309826"/>
                  </a:lnTo>
                  <a:lnTo>
                    <a:pt x="84572" y="312510"/>
                  </a:lnTo>
                  <a:lnTo>
                    <a:pt x="89209" y="315048"/>
                  </a:lnTo>
                  <a:lnTo>
                    <a:pt x="93924" y="317439"/>
                  </a:lnTo>
                  <a:lnTo>
                    <a:pt x="98712" y="319680"/>
                  </a:lnTo>
                  <a:lnTo>
                    <a:pt x="103569" y="321768"/>
                  </a:lnTo>
                  <a:lnTo>
                    <a:pt x="108489" y="323701"/>
                  </a:lnTo>
                  <a:lnTo>
                    <a:pt x="113468" y="325478"/>
                  </a:lnTo>
                  <a:lnTo>
                    <a:pt x="118500" y="327096"/>
                  </a:lnTo>
                  <a:lnTo>
                    <a:pt x="123581" y="328555"/>
                  </a:lnTo>
                  <a:lnTo>
                    <a:pt x="128706" y="329852"/>
                  </a:lnTo>
                  <a:lnTo>
                    <a:pt x="133870" y="330986"/>
                  </a:lnTo>
                  <a:lnTo>
                    <a:pt x="139066" y="331957"/>
                  </a:lnTo>
                  <a:lnTo>
                    <a:pt x="144291" y="332763"/>
                  </a:lnTo>
                  <a:lnTo>
                    <a:pt x="149538" y="333403"/>
                  </a:lnTo>
                  <a:lnTo>
                    <a:pt x="154803" y="333877"/>
                  </a:lnTo>
                  <a:lnTo>
                    <a:pt x="160081" y="334185"/>
                  </a:lnTo>
                  <a:lnTo>
                    <a:pt x="165366" y="334325"/>
                  </a:lnTo>
                  <a:lnTo>
                    <a:pt x="170652" y="334298"/>
                  </a:lnTo>
                  <a:lnTo>
                    <a:pt x="175935" y="334104"/>
                  </a:lnTo>
                  <a:lnTo>
                    <a:pt x="181209" y="333743"/>
                  </a:lnTo>
                  <a:lnTo>
                    <a:pt x="186469" y="333215"/>
                  </a:lnTo>
                  <a:lnTo>
                    <a:pt x="191710" y="332522"/>
                  </a:lnTo>
                  <a:lnTo>
                    <a:pt x="196926" y="331663"/>
                  </a:lnTo>
                  <a:lnTo>
                    <a:pt x="202112" y="330639"/>
                  </a:lnTo>
                  <a:lnTo>
                    <a:pt x="207264" y="329452"/>
                  </a:lnTo>
                  <a:lnTo>
                    <a:pt x="212375" y="328103"/>
                  </a:lnTo>
                  <a:lnTo>
                    <a:pt x="217441" y="326593"/>
                  </a:lnTo>
                  <a:lnTo>
                    <a:pt x="222457" y="324923"/>
                  </a:lnTo>
                  <a:lnTo>
                    <a:pt x="227418" y="323095"/>
                  </a:lnTo>
                  <a:lnTo>
                    <a:pt x="232318" y="321112"/>
                  </a:lnTo>
                  <a:lnTo>
                    <a:pt x="237153" y="318975"/>
                  </a:lnTo>
                  <a:lnTo>
                    <a:pt x="241918" y="316686"/>
                  </a:lnTo>
                  <a:lnTo>
                    <a:pt x="246608" y="314247"/>
                  </a:lnTo>
                  <a:lnTo>
                    <a:pt x="251219" y="311661"/>
                  </a:lnTo>
                  <a:lnTo>
                    <a:pt x="255746" y="308931"/>
                  </a:lnTo>
                  <a:lnTo>
                    <a:pt x="260184" y="306059"/>
                  </a:lnTo>
                  <a:lnTo>
                    <a:pt x="264530" y="303048"/>
                  </a:lnTo>
                  <a:lnTo>
                    <a:pt x="268778" y="299901"/>
                  </a:lnTo>
                  <a:lnTo>
                    <a:pt x="272924" y="296622"/>
                  </a:lnTo>
                  <a:lnTo>
                    <a:pt x="276964" y="293213"/>
                  </a:lnTo>
                  <a:lnTo>
                    <a:pt x="280895" y="289678"/>
                  </a:lnTo>
                  <a:lnTo>
                    <a:pt x="284712" y="286020"/>
                  </a:lnTo>
                  <a:lnTo>
                    <a:pt x="288411" y="282244"/>
                  </a:lnTo>
                  <a:lnTo>
                    <a:pt x="291989" y="278352"/>
                  </a:lnTo>
                  <a:lnTo>
                    <a:pt x="295442" y="274349"/>
                  </a:lnTo>
                  <a:lnTo>
                    <a:pt x="298767" y="270239"/>
                  </a:lnTo>
                  <a:lnTo>
                    <a:pt x="301960" y="266026"/>
                  </a:lnTo>
                  <a:lnTo>
                    <a:pt x="305019" y="261715"/>
                  </a:lnTo>
                  <a:lnTo>
                    <a:pt x="307940" y="257308"/>
                  </a:lnTo>
                  <a:lnTo>
                    <a:pt x="310719" y="252812"/>
                  </a:lnTo>
                  <a:lnTo>
                    <a:pt x="313356" y="248229"/>
                  </a:lnTo>
                  <a:lnTo>
                    <a:pt x="315846" y="243566"/>
                  </a:lnTo>
                  <a:lnTo>
                    <a:pt x="318187" y="238826"/>
                  </a:lnTo>
                  <a:lnTo>
                    <a:pt x="320377" y="234015"/>
                  </a:lnTo>
                  <a:lnTo>
                    <a:pt x="322415" y="229137"/>
                  </a:lnTo>
                  <a:lnTo>
                    <a:pt x="324296" y="224197"/>
                  </a:lnTo>
                  <a:lnTo>
                    <a:pt x="326021" y="219200"/>
                  </a:lnTo>
                  <a:lnTo>
                    <a:pt x="327587" y="214150"/>
                  </a:lnTo>
                  <a:lnTo>
                    <a:pt x="328992" y="209054"/>
                  </a:lnTo>
                  <a:lnTo>
                    <a:pt x="330236" y="203916"/>
                  </a:lnTo>
                  <a:lnTo>
                    <a:pt x="331316" y="198741"/>
                  </a:lnTo>
                  <a:lnTo>
                    <a:pt x="332233" y="193535"/>
                  </a:lnTo>
                  <a:lnTo>
                    <a:pt x="332984" y="188302"/>
                  </a:lnTo>
                  <a:lnTo>
                    <a:pt x="333569" y="183048"/>
                  </a:lnTo>
                  <a:lnTo>
                    <a:pt x="333988" y="177778"/>
                  </a:lnTo>
                  <a:lnTo>
                    <a:pt x="334240" y="172498"/>
                  </a:lnTo>
                  <a:lnTo>
                    <a:pt x="334325" y="167212"/>
                  </a:lnTo>
                  <a:lnTo>
                    <a:pt x="334243" y="161926"/>
                  </a:lnTo>
                  <a:lnTo>
                    <a:pt x="333994" y="156646"/>
                  </a:lnTo>
                  <a:lnTo>
                    <a:pt x="333578" y="151376"/>
                  </a:lnTo>
                  <a:lnTo>
                    <a:pt x="332995" y="146121"/>
                  </a:lnTo>
                  <a:lnTo>
                    <a:pt x="332247" y="140888"/>
                  </a:lnTo>
                  <a:lnTo>
                    <a:pt x="331333" y="135681"/>
                  </a:lnTo>
                  <a:lnTo>
                    <a:pt x="330256" y="130506"/>
                  </a:lnTo>
                  <a:lnTo>
                    <a:pt x="329015" y="125367"/>
                  </a:lnTo>
                  <a:lnTo>
                    <a:pt x="327612" y="120270"/>
                  </a:lnTo>
                  <a:lnTo>
                    <a:pt x="326049" y="115220"/>
                  </a:lnTo>
                  <a:lnTo>
                    <a:pt x="324327" y="110222"/>
                  </a:lnTo>
                  <a:lnTo>
                    <a:pt x="322448" y="105281"/>
                  </a:lnTo>
                  <a:lnTo>
                    <a:pt x="320414" y="100401"/>
                  </a:lnTo>
                  <a:lnTo>
                    <a:pt x="318226" y="95589"/>
                  </a:lnTo>
                  <a:lnTo>
                    <a:pt x="315887" y="90848"/>
                  </a:lnTo>
                  <a:lnTo>
                    <a:pt x="313399" y="86183"/>
                  </a:lnTo>
                  <a:lnTo>
                    <a:pt x="310766" y="81600"/>
                  </a:lnTo>
                  <a:lnTo>
                    <a:pt x="307988" y="77102"/>
                  </a:lnTo>
                  <a:lnTo>
                    <a:pt x="305070" y="72694"/>
                  </a:lnTo>
                  <a:lnTo>
                    <a:pt x="302014" y="68380"/>
                  </a:lnTo>
                  <a:lnTo>
                    <a:pt x="298823" y="64166"/>
                  </a:lnTo>
                  <a:lnTo>
                    <a:pt x="295500" y="60054"/>
                  </a:lnTo>
                  <a:lnTo>
                    <a:pt x="292049" y="56049"/>
                  </a:lnTo>
                  <a:lnTo>
                    <a:pt x="288473" y="52156"/>
                  </a:lnTo>
                  <a:lnTo>
                    <a:pt x="284776" y="48377"/>
                  </a:lnTo>
                  <a:lnTo>
                    <a:pt x="280961" y="44718"/>
                  </a:lnTo>
                  <a:lnTo>
                    <a:pt x="277032" y="41181"/>
                  </a:lnTo>
                  <a:lnTo>
                    <a:pt x="272994" y="37769"/>
                  </a:lnTo>
                  <a:lnTo>
                    <a:pt x="268849" y="34488"/>
                  </a:lnTo>
                  <a:lnTo>
                    <a:pt x="264603" y="31338"/>
                  </a:lnTo>
                  <a:lnTo>
                    <a:pt x="260259" y="28325"/>
                  </a:lnTo>
                  <a:lnTo>
                    <a:pt x="255823" y="25451"/>
                  </a:lnTo>
                  <a:lnTo>
                    <a:pt x="251297" y="22718"/>
                  </a:lnTo>
                  <a:lnTo>
                    <a:pt x="246688" y="20130"/>
                  </a:lnTo>
                  <a:lnTo>
                    <a:pt x="241999" y="17689"/>
                  </a:lnTo>
                  <a:lnTo>
                    <a:pt x="237235" y="15397"/>
                  </a:lnTo>
                  <a:lnTo>
                    <a:pt x="232401" y="13257"/>
                  </a:lnTo>
                  <a:lnTo>
                    <a:pt x="227502" y="11271"/>
                  </a:lnTo>
                  <a:lnTo>
                    <a:pt x="222542" y="9441"/>
                  </a:lnTo>
                  <a:lnTo>
                    <a:pt x="217527" y="776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4227"/>
              <a:ext cx="50369" cy="163332"/>
            </a:xfrm>
            <a:custGeom>
              <a:avLst/>
              <a:pathLst>
                <a:path w="50369" h="163332">
                  <a:moveTo>
                    <a:pt x="50369" y="3934"/>
                  </a:moveTo>
                  <a:lnTo>
                    <a:pt x="35599" y="0"/>
                  </a:lnTo>
                  <a:lnTo>
                    <a:pt x="0" y="1633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35599" cy="167167"/>
            </a:xfrm>
            <a:custGeom>
              <a:avLst/>
              <a:pathLst>
                <a:path w="35599" h="167167">
                  <a:moveTo>
                    <a:pt x="35599" y="3834"/>
                  </a:moveTo>
                  <a:lnTo>
                    <a:pt x="28558" y="2457"/>
                  </a:lnTo>
                  <a:lnTo>
                    <a:pt x="21464" y="1383"/>
                  </a:lnTo>
                  <a:lnTo>
                    <a:pt x="14331" y="615"/>
                  </a:lnTo>
                  <a:lnTo>
                    <a:pt x="7172" y="1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8" y="5340"/>
                  </a:lnTo>
                  <a:lnTo>
                    <a:pt x="120133" y="6748"/>
                  </a:lnTo>
                  <a:lnTo>
                    <a:pt x="115075" y="8318"/>
                  </a:lnTo>
                  <a:lnTo>
                    <a:pt x="110070" y="10047"/>
                  </a:lnTo>
                  <a:lnTo>
                    <a:pt x="105122" y="11934"/>
                  </a:lnTo>
                  <a:lnTo>
                    <a:pt x="100236" y="13977"/>
                  </a:lnTo>
                  <a:lnTo>
                    <a:pt x="95417" y="16173"/>
                  </a:lnTo>
                  <a:lnTo>
                    <a:pt x="90671" y="18521"/>
                  </a:lnTo>
                  <a:lnTo>
                    <a:pt x="86001" y="21019"/>
                  </a:lnTo>
                  <a:lnTo>
                    <a:pt x="81412" y="23662"/>
                  </a:lnTo>
                  <a:lnTo>
                    <a:pt x="76910" y="26450"/>
                  </a:lnTo>
                  <a:lnTo>
                    <a:pt x="72498" y="29379"/>
                  </a:lnTo>
                  <a:lnTo>
                    <a:pt x="68181" y="32446"/>
                  </a:lnTo>
                  <a:lnTo>
                    <a:pt x="63963" y="35649"/>
                  </a:lnTo>
                  <a:lnTo>
                    <a:pt x="59849" y="38983"/>
                  </a:lnTo>
                  <a:lnTo>
                    <a:pt x="55843" y="42446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10" y="53572"/>
                  </a:lnTo>
                  <a:lnTo>
                    <a:pt x="40973" y="57514"/>
                  </a:lnTo>
                  <a:lnTo>
                    <a:pt x="37563" y="61566"/>
                  </a:lnTo>
                  <a:lnTo>
                    <a:pt x="34284" y="65723"/>
                  </a:lnTo>
                  <a:lnTo>
                    <a:pt x="31137" y="69983"/>
                  </a:lnTo>
                  <a:lnTo>
                    <a:pt x="28127" y="74340"/>
                  </a:lnTo>
                  <a:lnTo>
                    <a:pt x="25256" y="78790"/>
                  </a:lnTo>
                  <a:lnTo>
                    <a:pt x="22528" y="83329"/>
                  </a:lnTo>
                  <a:lnTo>
                    <a:pt x="19945" y="87952"/>
                  </a:lnTo>
                  <a:lnTo>
                    <a:pt x="17510" y="92654"/>
                  </a:lnTo>
                  <a:lnTo>
                    <a:pt x="15225" y="97431"/>
                  </a:lnTo>
                  <a:lnTo>
                    <a:pt x="13092" y="102279"/>
                  </a:lnTo>
                  <a:lnTo>
                    <a:pt x="11114" y="107191"/>
                  </a:lnTo>
                  <a:lnTo>
                    <a:pt x="9293" y="112164"/>
                  </a:lnTo>
                  <a:lnTo>
                    <a:pt x="7630" y="117191"/>
                  </a:lnTo>
                  <a:lnTo>
                    <a:pt x="6127" y="122269"/>
                  </a:lnTo>
                  <a:lnTo>
                    <a:pt x="4786" y="127392"/>
                  </a:lnTo>
                  <a:lnTo>
                    <a:pt x="3607" y="132555"/>
                  </a:lnTo>
                  <a:lnTo>
                    <a:pt x="2593" y="137753"/>
                  </a:lnTo>
                  <a:lnTo>
                    <a:pt x="1744" y="142980"/>
                  </a:lnTo>
                  <a:lnTo>
                    <a:pt x="1061" y="148231"/>
                  </a:lnTo>
                  <a:lnTo>
                    <a:pt x="544" y="153501"/>
                  </a:lnTo>
                  <a:lnTo>
                    <a:pt x="195" y="158786"/>
                  </a:lnTo>
                  <a:lnTo>
                    <a:pt x="13" y="164078"/>
                  </a:lnTo>
                  <a:lnTo>
                    <a:pt x="0" y="169374"/>
                  </a:lnTo>
                  <a:lnTo>
                    <a:pt x="153" y="174667"/>
                  </a:lnTo>
                  <a:lnTo>
                    <a:pt x="475" y="179953"/>
                  </a:lnTo>
                  <a:lnTo>
                    <a:pt x="963" y="185226"/>
                  </a:lnTo>
                  <a:lnTo>
                    <a:pt x="1619" y="190481"/>
                  </a:lnTo>
                  <a:lnTo>
                    <a:pt x="2440" y="195713"/>
                  </a:lnTo>
                  <a:lnTo>
                    <a:pt x="3427" y="200915"/>
                  </a:lnTo>
                  <a:lnTo>
                    <a:pt x="4578" y="206084"/>
                  </a:lnTo>
                  <a:lnTo>
                    <a:pt x="5892" y="211214"/>
                  </a:lnTo>
                  <a:lnTo>
                    <a:pt x="7369" y="216300"/>
                  </a:lnTo>
                  <a:lnTo>
                    <a:pt x="9005" y="221337"/>
                  </a:lnTo>
                  <a:lnTo>
                    <a:pt x="10800" y="226319"/>
                  </a:lnTo>
                  <a:lnTo>
                    <a:pt x="12752" y="231241"/>
                  </a:lnTo>
                  <a:lnTo>
                    <a:pt x="14859" y="236100"/>
                  </a:lnTo>
                  <a:lnTo>
                    <a:pt x="17119" y="240889"/>
                  </a:lnTo>
                  <a:lnTo>
                    <a:pt x="19529" y="245604"/>
                  </a:lnTo>
                  <a:lnTo>
                    <a:pt x="22088" y="250241"/>
                  </a:lnTo>
                  <a:lnTo>
                    <a:pt x="24792" y="254794"/>
                  </a:lnTo>
                  <a:lnTo>
                    <a:pt x="27639" y="259259"/>
                  </a:lnTo>
                  <a:lnTo>
                    <a:pt x="30626" y="263632"/>
                  </a:lnTo>
                  <a:lnTo>
                    <a:pt x="33750" y="267908"/>
                  </a:lnTo>
                  <a:lnTo>
                    <a:pt x="37008" y="272083"/>
                  </a:lnTo>
                  <a:lnTo>
                    <a:pt x="40396" y="276153"/>
                  </a:lnTo>
                  <a:lnTo>
                    <a:pt x="43912" y="280113"/>
                  </a:lnTo>
                  <a:lnTo>
                    <a:pt x="47552" y="283960"/>
                  </a:lnTo>
                  <a:lnTo>
                    <a:pt x="51311" y="287690"/>
                  </a:lnTo>
                  <a:lnTo>
                    <a:pt x="55187" y="291298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2" y="304453"/>
                  </a:lnTo>
                  <a:lnTo>
                    <a:pt x="76168" y="307406"/>
                  </a:lnTo>
                  <a:lnTo>
                    <a:pt x="80656" y="310217"/>
                  </a:lnTo>
                  <a:lnTo>
                    <a:pt x="85231" y="312885"/>
                  </a:lnTo>
                  <a:lnTo>
                    <a:pt x="89887" y="315407"/>
                  </a:lnTo>
                  <a:lnTo>
                    <a:pt x="94622" y="317780"/>
                  </a:lnTo>
                  <a:lnTo>
                    <a:pt x="99429" y="320002"/>
                  </a:lnTo>
                  <a:lnTo>
                    <a:pt x="104303" y="322070"/>
                  </a:lnTo>
                  <a:lnTo>
                    <a:pt x="109242" y="323983"/>
                  </a:lnTo>
                  <a:lnTo>
                    <a:pt x="114238" y="325739"/>
                  </a:lnTo>
                  <a:lnTo>
                    <a:pt x="119287" y="327335"/>
                  </a:lnTo>
                  <a:lnTo>
                    <a:pt x="124384" y="328771"/>
                  </a:lnTo>
                  <a:lnTo>
                    <a:pt x="129524" y="330044"/>
                  </a:lnTo>
                  <a:lnTo>
                    <a:pt x="134702" y="331155"/>
                  </a:lnTo>
                  <a:lnTo>
                    <a:pt x="139913" y="332100"/>
                  </a:lnTo>
                  <a:lnTo>
                    <a:pt x="145151" y="332880"/>
                  </a:lnTo>
                  <a:lnTo>
                    <a:pt x="150411" y="333494"/>
                  </a:lnTo>
                  <a:lnTo>
                    <a:pt x="155688" y="333941"/>
                  </a:lnTo>
                  <a:lnTo>
                    <a:pt x="160976" y="334220"/>
                  </a:lnTo>
                  <a:lnTo>
                    <a:pt x="166270" y="334332"/>
                  </a:lnTo>
                  <a:lnTo>
                    <a:pt x="171566" y="334276"/>
                  </a:lnTo>
                  <a:lnTo>
                    <a:pt x="176856" y="334052"/>
                  </a:lnTo>
                  <a:lnTo>
                    <a:pt x="182138" y="333661"/>
                  </a:lnTo>
                  <a:lnTo>
                    <a:pt x="187404" y="333103"/>
                  </a:lnTo>
                  <a:lnTo>
                    <a:pt x="192650" y="332378"/>
                  </a:lnTo>
                  <a:lnTo>
                    <a:pt x="197870" y="331488"/>
                  </a:lnTo>
                  <a:lnTo>
                    <a:pt x="203059" y="330433"/>
                  </a:lnTo>
                  <a:lnTo>
                    <a:pt x="208213" y="329213"/>
                  </a:lnTo>
                  <a:lnTo>
                    <a:pt x="213325" y="327831"/>
                  </a:lnTo>
                  <a:lnTo>
                    <a:pt x="218391" y="326288"/>
                  </a:lnTo>
                  <a:lnTo>
                    <a:pt x="223405" y="324585"/>
                  </a:lnTo>
                  <a:lnTo>
                    <a:pt x="228363" y="322725"/>
                  </a:lnTo>
                  <a:lnTo>
                    <a:pt x="233259" y="320708"/>
                  </a:lnTo>
                  <a:lnTo>
                    <a:pt x="238090" y="318537"/>
                  </a:lnTo>
                  <a:lnTo>
                    <a:pt x="242849" y="316214"/>
                  </a:lnTo>
                  <a:lnTo>
                    <a:pt x="247532" y="313742"/>
                  </a:lnTo>
                  <a:lnTo>
                    <a:pt x="252134" y="311122"/>
                  </a:lnTo>
                  <a:lnTo>
                    <a:pt x="256651" y="308358"/>
                  </a:lnTo>
                  <a:lnTo>
                    <a:pt x="261078" y="305452"/>
                  </a:lnTo>
                  <a:lnTo>
                    <a:pt x="265411" y="302408"/>
                  </a:lnTo>
                  <a:lnTo>
                    <a:pt x="269646" y="299228"/>
                  </a:lnTo>
                  <a:lnTo>
                    <a:pt x="273777" y="295915"/>
                  </a:lnTo>
                  <a:lnTo>
                    <a:pt x="277802" y="292473"/>
                  </a:lnTo>
                  <a:lnTo>
                    <a:pt x="281715" y="288905"/>
                  </a:lnTo>
                  <a:lnTo>
                    <a:pt x="285514" y="285216"/>
                  </a:lnTo>
                  <a:lnTo>
                    <a:pt x="289194" y="281407"/>
                  </a:lnTo>
                  <a:lnTo>
                    <a:pt x="292751" y="277484"/>
                  </a:lnTo>
                  <a:lnTo>
                    <a:pt x="296182" y="273451"/>
                  </a:lnTo>
                  <a:lnTo>
                    <a:pt x="299484" y="269310"/>
                  </a:lnTo>
                  <a:lnTo>
                    <a:pt x="302653" y="265068"/>
                  </a:lnTo>
                  <a:lnTo>
                    <a:pt x="305686" y="260727"/>
                  </a:lnTo>
                  <a:lnTo>
                    <a:pt x="308580" y="256292"/>
                  </a:lnTo>
                  <a:lnTo>
                    <a:pt x="311332" y="251767"/>
                  </a:lnTo>
                  <a:lnTo>
                    <a:pt x="313939" y="247158"/>
                  </a:lnTo>
                  <a:lnTo>
                    <a:pt x="316399" y="242468"/>
                  </a:lnTo>
                  <a:lnTo>
                    <a:pt x="318710" y="237703"/>
                  </a:lnTo>
                  <a:lnTo>
                    <a:pt x="320868" y="232867"/>
                  </a:lnTo>
                  <a:lnTo>
                    <a:pt x="322872" y="227965"/>
                  </a:lnTo>
                  <a:lnTo>
                    <a:pt x="324719" y="223003"/>
                  </a:lnTo>
                  <a:lnTo>
                    <a:pt x="326409" y="217984"/>
                  </a:lnTo>
                  <a:lnTo>
                    <a:pt x="327938" y="212914"/>
                  </a:lnTo>
                  <a:lnTo>
                    <a:pt x="329307" y="207798"/>
                  </a:lnTo>
                  <a:lnTo>
                    <a:pt x="330512" y="202641"/>
                  </a:lnTo>
                  <a:lnTo>
                    <a:pt x="331554" y="197449"/>
                  </a:lnTo>
                  <a:lnTo>
                    <a:pt x="332431" y="192227"/>
                  </a:lnTo>
                  <a:lnTo>
                    <a:pt x="333142" y="186979"/>
                  </a:lnTo>
                  <a:lnTo>
                    <a:pt x="333686" y="181711"/>
                  </a:lnTo>
                  <a:lnTo>
                    <a:pt x="334063" y="176429"/>
                  </a:lnTo>
                  <a:lnTo>
                    <a:pt x="334273" y="171138"/>
                  </a:lnTo>
                  <a:lnTo>
                    <a:pt x="334315" y="165842"/>
                  </a:lnTo>
                  <a:lnTo>
                    <a:pt x="334189" y="160548"/>
                  </a:lnTo>
                  <a:lnTo>
                    <a:pt x="333895" y="155261"/>
                  </a:lnTo>
                  <a:lnTo>
                    <a:pt x="333434" y="149985"/>
                  </a:lnTo>
                  <a:lnTo>
                    <a:pt x="332807" y="144727"/>
                  </a:lnTo>
                  <a:lnTo>
                    <a:pt x="332013" y="139491"/>
                  </a:lnTo>
                  <a:lnTo>
                    <a:pt x="331054" y="134283"/>
                  </a:lnTo>
                  <a:lnTo>
                    <a:pt x="329930" y="129108"/>
                  </a:lnTo>
                  <a:lnTo>
                    <a:pt x="328643" y="123971"/>
                  </a:lnTo>
                  <a:lnTo>
                    <a:pt x="327193" y="118878"/>
                  </a:lnTo>
                  <a:lnTo>
                    <a:pt x="325583" y="113833"/>
                  </a:lnTo>
                  <a:lnTo>
                    <a:pt x="323815" y="108841"/>
                  </a:lnTo>
                  <a:lnTo>
                    <a:pt x="321889" y="103908"/>
                  </a:lnTo>
                  <a:lnTo>
                    <a:pt x="319807" y="99039"/>
                  </a:lnTo>
                  <a:lnTo>
                    <a:pt x="317573" y="94238"/>
                  </a:lnTo>
                  <a:lnTo>
                    <a:pt x="315187" y="89510"/>
                  </a:lnTo>
                  <a:lnTo>
                    <a:pt x="312653" y="84860"/>
                  </a:lnTo>
                  <a:lnTo>
                    <a:pt x="309973" y="80292"/>
                  </a:lnTo>
                  <a:lnTo>
                    <a:pt x="307150" y="75812"/>
                  </a:lnTo>
                  <a:lnTo>
                    <a:pt x="304186" y="71424"/>
                  </a:lnTo>
                  <a:lnTo>
                    <a:pt x="301084" y="67131"/>
                  </a:lnTo>
                  <a:lnTo>
                    <a:pt x="297849" y="62939"/>
                  </a:lnTo>
                  <a:lnTo>
                    <a:pt x="294482" y="58852"/>
                  </a:lnTo>
                  <a:lnTo>
                    <a:pt x="290987" y="54873"/>
                  </a:lnTo>
                  <a:lnTo>
                    <a:pt x="287368" y="51007"/>
                  </a:lnTo>
                  <a:lnTo>
                    <a:pt x="283628" y="47257"/>
                  </a:lnTo>
                  <a:lnTo>
                    <a:pt x="279772" y="43628"/>
                  </a:lnTo>
                  <a:lnTo>
                    <a:pt x="275802" y="40123"/>
                  </a:lnTo>
                  <a:lnTo>
                    <a:pt x="271724" y="36745"/>
                  </a:lnTo>
                  <a:lnTo>
                    <a:pt x="267540" y="33498"/>
                  </a:lnTo>
                  <a:lnTo>
                    <a:pt x="263256" y="30386"/>
                  </a:lnTo>
                  <a:lnTo>
                    <a:pt x="258875" y="27410"/>
                  </a:lnTo>
                  <a:lnTo>
                    <a:pt x="254402" y="24575"/>
                  </a:lnTo>
                  <a:lnTo>
                    <a:pt x="249842" y="21883"/>
                  </a:lnTo>
                  <a:lnTo>
                    <a:pt x="245199" y="19337"/>
                  </a:lnTo>
                  <a:lnTo>
                    <a:pt x="240477" y="16939"/>
                  </a:lnTo>
                  <a:lnTo>
                    <a:pt x="235682" y="14692"/>
                  </a:lnTo>
                  <a:lnTo>
                    <a:pt x="230818" y="12598"/>
                  </a:lnTo>
                  <a:lnTo>
                    <a:pt x="225890" y="10659"/>
                  </a:lnTo>
                  <a:lnTo>
                    <a:pt x="220903" y="8877"/>
                  </a:lnTo>
                  <a:lnTo>
                    <a:pt x="215862" y="7254"/>
                  </a:lnTo>
                  <a:lnTo>
                    <a:pt x="210773" y="5791"/>
                  </a:lnTo>
                  <a:lnTo>
                    <a:pt x="205639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28" y="1572"/>
                  </a:lnTo>
                  <a:lnTo>
                    <a:pt x="184771" y="931"/>
                  </a:lnTo>
                  <a:lnTo>
                    <a:pt x="179497" y="456"/>
                  </a:lnTo>
                  <a:lnTo>
                    <a:pt x="174210" y="149"/>
                  </a:lnTo>
                  <a:lnTo>
                    <a:pt x="168917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614134" y="4213821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8" y="5340"/>
                  </a:lnTo>
                  <a:lnTo>
                    <a:pt x="120133" y="6748"/>
                  </a:lnTo>
                  <a:lnTo>
                    <a:pt x="115075" y="8318"/>
                  </a:lnTo>
                  <a:lnTo>
                    <a:pt x="110070" y="10047"/>
                  </a:lnTo>
                  <a:lnTo>
                    <a:pt x="105122" y="11934"/>
                  </a:lnTo>
                  <a:lnTo>
                    <a:pt x="100236" y="13977"/>
                  </a:lnTo>
                  <a:lnTo>
                    <a:pt x="95417" y="16173"/>
                  </a:lnTo>
                  <a:lnTo>
                    <a:pt x="90671" y="18521"/>
                  </a:lnTo>
                  <a:lnTo>
                    <a:pt x="86001" y="21019"/>
                  </a:lnTo>
                  <a:lnTo>
                    <a:pt x="81412" y="23662"/>
                  </a:lnTo>
                  <a:lnTo>
                    <a:pt x="76910" y="26450"/>
                  </a:lnTo>
                  <a:lnTo>
                    <a:pt x="72498" y="29379"/>
                  </a:lnTo>
                  <a:lnTo>
                    <a:pt x="68181" y="32446"/>
                  </a:lnTo>
                  <a:lnTo>
                    <a:pt x="63963" y="35649"/>
                  </a:lnTo>
                  <a:lnTo>
                    <a:pt x="59849" y="38983"/>
                  </a:lnTo>
                  <a:lnTo>
                    <a:pt x="55843" y="42446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10" y="53572"/>
                  </a:lnTo>
                  <a:lnTo>
                    <a:pt x="40973" y="57514"/>
                  </a:lnTo>
                  <a:lnTo>
                    <a:pt x="37563" y="61566"/>
                  </a:lnTo>
                  <a:lnTo>
                    <a:pt x="34284" y="65723"/>
                  </a:lnTo>
                  <a:lnTo>
                    <a:pt x="31137" y="69983"/>
                  </a:lnTo>
                  <a:lnTo>
                    <a:pt x="28127" y="74340"/>
                  </a:lnTo>
                  <a:lnTo>
                    <a:pt x="25256" y="78790"/>
                  </a:lnTo>
                  <a:lnTo>
                    <a:pt x="22528" y="83329"/>
                  </a:lnTo>
                  <a:lnTo>
                    <a:pt x="19945" y="87952"/>
                  </a:lnTo>
                  <a:lnTo>
                    <a:pt x="17510" y="92654"/>
                  </a:lnTo>
                  <a:lnTo>
                    <a:pt x="15225" y="97431"/>
                  </a:lnTo>
                  <a:lnTo>
                    <a:pt x="13092" y="102279"/>
                  </a:lnTo>
                  <a:lnTo>
                    <a:pt x="11114" y="107191"/>
                  </a:lnTo>
                  <a:lnTo>
                    <a:pt x="9293" y="112164"/>
                  </a:lnTo>
                  <a:lnTo>
                    <a:pt x="7630" y="117191"/>
                  </a:lnTo>
                  <a:lnTo>
                    <a:pt x="6127" y="122269"/>
                  </a:lnTo>
                  <a:lnTo>
                    <a:pt x="4786" y="127392"/>
                  </a:lnTo>
                  <a:lnTo>
                    <a:pt x="3607" y="132555"/>
                  </a:lnTo>
                  <a:lnTo>
                    <a:pt x="2593" y="137753"/>
                  </a:lnTo>
                  <a:lnTo>
                    <a:pt x="1744" y="142980"/>
                  </a:lnTo>
                  <a:lnTo>
                    <a:pt x="1061" y="148231"/>
                  </a:lnTo>
                  <a:lnTo>
                    <a:pt x="544" y="153501"/>
                  </a:lnTo>
                  <a:lnTo>
                    <a:pt x="195" y="158786"/>
                  </a:lnTo>
                  <a:lnTo>
                    <a:pt x="13" y="164078"/>
                  </a:lnTo>
                  <a:lnTo>
                    <a:pt x="0" y="169374"/>
                  </a:lnTo>
                  <a:lnTo>
                    <a:pt x="153" y="174667"/>
                  </a:lnTo>
                  <a:lnTo>
                    <a:pt x="475" y="179953"/>
                  </a:lnTo>
                  <a:lnTo>
                    <a:pt x="963" y="185226"/>
                  </a:lnTo>
                  <a:lnTo>
                    <a:pt x="1619" y="190481"/>
                  </a:lnTo>
                  <a:lnTo>
                    <a:pt x="2440" y="195713"/>
                  </a:lnTo>
                  <a:lnTo>
                    <a:pt x="3427" y="200915"/>
                  </a:lnTo>
                  <a:lnTo>
                    <a:pt x="4578" y="206084"/>
                  </a:lnTo>
                  <a:lnTo>
                    <a:pt x="5892" y="211214"/>
                  </a:lnTo>
                  <a:lnTo>
                    <a:pt x="7369" y="216300"/>
                  </a:lnTo>
                  <a:lnTo>
                    <a:pt x="9005" y="221337"/>
                  </a:lnTo>
                  <a:lnTo>
                    <a:pt x="10800" y="226319"/>
                  </a:lnTo>
                  <a:lnTo>
                    <a:pt x="12752" y="231241"/>
                  </a:lnTo>
                  <a:lnTo>
                    <a:pt x="14859" y="236100"/>
                  </a:lnTo>
                  <a:lnTo>
                    <a:pt x="17119" y="240889"/>
                  </a:lnTo>
                  <a:lnTo>
                    <a:pt x="19529" y="245604"/>
                  </a:lnTo>
                  <a:lnTo>
                    <a:pt x="22088" y="250241"/>
                  </a:lnTo>
                  <a:lnTo>
                    <a:pt x="24792" y="254794"/>
                  </a:lnTo>
                  <a:lnTo>
                    <a:pt x="27639" y="259259"/>
                  </a:lnTo>
                  <a:lnTo>
                    <a:pt x="30626" y="263632"/>
                  </a:lnTo>
                  <a:lnTo>
                    <a:pt x="33750" y="267908"/>
                  </a:lnTo>
                  <a:lnTo>
                    <a:pt x="37008" y="272083"/>
                  </a:lnTo>
                  <a:lnTo>
                    <a:pt x="40396" y="276153"/>
                  </a:lnTo>
                  <a:lnTo>
                    <a:pt x="43912" y="280113"/>
                  </a:lnTo>
                  <a:lnTo>
                    <a:pt x="47552" y="283960"/>
                  </a:lnTo>
                  <a:lnTo>
                    <a:pt x="51311" y="287690"/>
                  </a:lnTo>
                  <a:lnTo>
                    <a:pt x="55187" y="291298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2" y="304453"/>
                  </a:lnTo>
                  <a:lnTo>
                    <a:pt x="76168" y="307406"/>
                  </a:lnTo>
                  <a:lnTo>
                    <a:pt x="80656" y="310217"/>
                  </a:lnTo>
                  <a:lnTo>
                    <a:pt x="85231" y="312885"/>
                  </a:lnTo>
                  <a:lnTo>
                    <a:pt x="89887" y="315407"/>
                  </a:lnTo>
                  <a:lnTo>
                    <a:pt x="94622" y="317780"/>
                  </a:lnTo>
                  <a:lnTo>
                    <a:pt x="99429" y="320002"/>
                  </a:lnTo>
                  <a:lnTo>
                    <a:pt x="104303" y="322070"/>
                  </a:lnTo>
                  <a:lnTo>
                    <a:pt x="109242" y="323983"/>
                  </a:lnTo>
                  <a:lnTo>
                    <a:pt x="114238" y="325739"/>
                  </a:lnTo>
                  <a:lnTo>
                    <a:pt x="119287" y="327335"/>
                  </a:lnTo>
                  <a:lnTo>
                    <a:pt x="124384" y="328771"/>
                  </a:lnTo>
                  <a:lnTo>
                    <a:pt x="129524" y="330044"/>
                  </a:lnTo>
                  <a:lnTo>
                    <a:pt x="134702" y="331155"/>
                  </a:lnTo>
                  <a:lnTo>
                    <a:pt x="139913" y="332100"/>
                  </a:lnTo>
                  <a:lnTo>
                    <a:pt x="145151" y="332880"/>
                  </a:lnTo>
                  <a:lnTo>
                    <a:pt x="150411" y="333494"/>
                  </a:lnTo>
                  <a:lnTo>
                    <a:pt x="155688" y="333941"/>
                  </a:lnTo>
                  <a:lnTo>
                    <a:pt x="160976" y="334220"/>
                  </a:lnTo>
                  <a:lnTo>
                    <a:pt x="166270" y="334332"/>
                  </a:lnTo>
                  <a:lnTo>
                    <a:pt x="171566" y="334276"/>
                  </a:lnTo>
                  <a:lnTo>
                    <a:pt x="176856" y="334052"/>
                  </a:lnTo>
                  <a:lnTo>
                    <a:pt x="182138" y="333661"/>
                  </a:lnTo>
                  <a:lnTo>
                    <a:pt x="187404" y="333103"/>
                  </a:lnTo>
                  <a:lnTo>
                    <a:pt x="192650" y="332378"/>
                  </a:lnTo>
                  <a:lnTo>
                    <a:pt x="197870" y="331488"/>
                  </a:lnTo>
                  <a:lnTo>
                    <a:pt x="203059" y="330433"/>
                  </a:lnTo>
                  <a:lnTo>
                    <a:pt x="208213" y="329213"/>
                  </a:lnTo>
                  <a:lnTo>
                    <a:pt x="213325" y="327831"/>
                  </a:lnTo>
                  <a:lnTo>
                    <a:pt x="218391" y="326288"/>
                  </a:lnTo>
                  <a:lnTo>
                    <a:pt x="223405" y="324585"/>
                  </a:lnTo>
                  <a:lnTo>
                    <a:pt x="228363" y="322725"/>
                  </a:lnTo>
                  <a:lnTo>
                    <a:pt x="233259" y="320708"/>
                  </a:lnTo>
                  <a:lnTo>
                    <a:pt x="238090" y="318537"/>
                  </a:lnTo>
                  <a:lnTo>
                    <a:pt x="242849" y="316214"/>
                  </a:lnTo>
                  <a:lnTo>
                    <a:pt x="247532" y="313742"/>
                  </a:lnTo>
                  <a:lnTo>
                    <a:pt x="252134" y="311122"/>
                  </a:lnTo>
                  <a:lnTo>
                    <a:pt x="256651" y="308358"/>
                  </a:lnTo>
                  <a:lnTo>
                    <a:pt x="261078" y="305452"/>
                  </a:lnTo>
                  <a:lnTo>
                    <a:pt x="265411" y="302408"/>
                  </a:lnTo>
                  <a:lnTo>
                    <a:pt x="269646" y="299228"/>
                  </a:lnTo>
                  <a:lnTo>
                    <a:pt x="273777" y="295915"/>
                  </a:lnTo>
                  <a:lnTo>
                    <a:pt x="277802" y="292473"/>
                  </a:lnTo>
                  <a:lnTo>
                    <a:pt x="281715" y="288905"/>
                  </a:lnTo>
                  <a:lnTo>
                    <a:pt x="285514" y="285216"/>
                  </a:lnTo>
                  <a:lnTo>
                    <a:pt x="289194" y="281407"/>
                  </a:lnTo>
                  <a:lnTo>
                    <a:pt x="292751" y="277484"/>
                  </a:lnTo>
                  <a:lnTo>
                    <a:pt x="296182" y="273451"/>
                  </a:lnTo>
                  <a:lnTo>
                    <a:pt x="299484" y="269310"/>
                  </a:lnTo>
                  <a:lnTo>
                    <a:pt x="302653" y="265068"/>
                  </a:lnTo>
                  <a:lnTo>
                    <a:pt x="305686" y="260727"/>
                  </a:lnTo>
                  <a:lnTo>
                    <a:pt x="308580" y="256292"/>
                  </a:lnTo>
                  <a:lnTo>
                    <a:pt x="311332" y="251767"/>
                  </a:lnTo>
                  <a:lnTo>
                    <a:pt x="313939" y="247158"/>
                  </a:lnTo>
                  <a:lnTo>
                    <a:pt x="316399" y="242468"/>
                  </a:lnTo>
                  <a:lnTo>
                    <a:pt x="318710" y="237703"/>
                  </a:lnTo>
                  <a:lnTo>
                    <a:pt x="320868" y="232867"/>
                  </a:lnTo>
                  <a:lnTo>
                    <a:pt x="322872" y="227965"/>
                  </a:lnTo>
                  <a:lnTo>
                    <a:pt x="324719" y="223003"/>
                  </a:lnTo>
                  <a:lnTo>
                    <a:pt x="326409" y="217984"/>
                  </a:lnTo>
                  <a:lnTo>
                    <a:pt x="327938" y="212914"/>
                  </a:lnTo>
                  <a:lnTo>
                    <a:pt x="329307" y="207798"/>
                  </a:lnTo>
                  <a:lnTo>
                    <a:pt x="330512" y="202641"/>
                  </a:lnTo>
                  <a:lnTo>
                    <a:pt x="331554" y="197449"/>
                  </a:lnTo>
                  <a:lnTo>
                    <a:pt x="332431" y="192227"/>
                  </a:lnTo>
                  <a:lnTo>
                    <a:pt x="333142" y="186979"/>
                  </a:lnTo>
                  <a:lnTo>
                    <a:pt x="333686" y="181711"/>
                  </a:lnTo>
                  <a:lnTo>
                    <a:pt x="334063" y="176429"/>
                  </a:lnTo>
                  <a:lnTo>
                    <a:pt x="334273" y="171138"/>
                  </a:lnTo>
                  <a:lnTo>
                    <a:pt x="334315" y="165842"/>
                  </a:lnTo>
                  <a:lnTo>
                    <a:pt x="334189" y="160548"/>
                  </a:lnTo>
                  <a:lnTo>
                    <a:pt x="333895" y="155261"/>
                  </a:lnTo>
                  <a:lnTo>
                    <a:pt x="333434" y="149985"/>
                  </a:lnTo>
                  <a:lnTo>
                    <a:pt x="332807" y="144727"/>
                  </a:lnTo>
                  <a:lnTo>
                    <a:pt x="332013" y="139491"/>
                  </a:lnTo>
                  <a:lnTo>
                    <a:pt x="331054" y="134283"/>
                  </a:lnTo>
                  <a:lnTo>
                    <a:pt x="329930" y="129108"/>
                  </a:lnTo>
                  <a:lnTo>
                    <a:pt x="328643" y="123971"/>
                  </a:lnTo>
                  <a:lnTo>
                    <a:pt x="327193" y="118878"/>
                  </a:lnTo>
                  <a:lnTo>
                    <a:pt x="325583" y="113833"/>
                  </a:lnTo>
                  <a:lnTo>
                    <a:pt x="323815" y="108841"/>
                  </a:lnTo>
                  <a:lnTo>
                    <a:pt x="321889" y="103908"/>
                  </a:lnTo>
                  <a:lnTo>
                    <a:pt x="319807" y="99039"/>
                  </a:lnTo>
                  <a:lnTo>
                    <a:pt x="317573" y="94238"/>
                  </a:lnTo>
                  <a:lnTo>
                    <a:pt x="315187" y="89510"/>
                  </a:lnTo>
                  <a:lnTo>
                    <a:pt x="312653" y="84860"/>
                  </a:lnTo>
                  <a:lnTo>
                    <a:pt x="309973" y="80292"/>
                  </a:lnTo>
                  <a:lnTo>
                    <a:pt x="307150" y="75812"/>
                  </a:lnTo>
                  <a:lnTo>
                    <a:pt x="304186" y="71424"/>
                  </a:lnTo>
                  <a:lnTo>
                    <a:pt x="301084" y="67131"/>
                  </a:lnTo>
                  <a:lnTo>
                    <a:pt x="297849" y="62939"/>
                  </a:lnTo>
                  <a:lnTo>
                    <a:pt x="294482" y="58852"/>
                  </a:lnTo>
                  <a:lnTo>
                    <a:pt x="290987" y="54873"/>
                  </a:lnTo>
                  <a:lnTo>
                    <a:pt x="287368" y="51007"/>
                  </a:lnTo>
                  <a:lnTo>
                    <a:pt x="283628" y="47257"/>
                  </a:lnTo>
                  <a:lnTo>
                    <a:pt x="279772" y="43628"/>
                  </a:lnTo>
                  <a:lnTo>
                    <a:pt x="275802" y="40123"/>
                  </a:lnTo>
                  <a:lnTo>
                    <a:pt x="271724" y="36745"/>
                  </a:lnTo>
                  <a:lnTo>
                    <a:pt x="267540" y="33498"/>
                  </a:lnTo>
                  <a:lnTo>
                    <a:pt x="263256" y="30386"/>
                  </a:lnTo>
                  <a:lnTo>
                    <a:pt x="258875" y="27410"/>
                  </a:lnTo>
                  <a:lnTo>
                    <a:pt x="254402" y="24575"/>
                  </a:lnTo>
                  <a:lnTo>
                    <a:pt x="249842" y="21883"/>
                  </a:lnTo>
                  <a:lnTo>
                    <a:pt x="245199" y="19337"/>
                  </a:lnTo>
                  <a:lnTo>
                    <a:pt x="240477" y="16939"/>
                  </a:lnTo>
                  <a:lnTo>
                    <a:pt x="235682" y="14692"/>
                  </a:lnTo>
                  <a:lnTo>
                    <a:pt x="230818" y="12598"/>
                  </a:lnTo>
                  <a:lnTo>
                    <a:pt x="225890" y="10659"/>
                  </a:lnTo>
                  <a:lnTo>
                    <a:pt x="220903" y="8877"/>
                  </a:lnTo>
                  <a:lnTo>
                    <a:pt x="215862" y="7254"/>
                  </a:lnTo>
                  <a:lnTo>
                    <a:pt x="210773" y="5791"/>
                  </a:lnTo>
                  <a:lnTo>
                    <a:pt x="205639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28" y="1572"/>
                  </a:lnTo>
                  <a:lnTo>
                    <a:pt x="184771" y="931"/>
                  </a:lnTo>
                  <a:lnTo>
                    <a:pt x="179497" y="456"/>
                  </a:lnTo>
                  <a:lnTo>
                    <a:pt x="174210" y="149"/>
                  </a:lnTo>
                  <a:lnTo>
                    <a:pt x="168917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19359" y="4659281"/>
              <a:ext cx="167165" cy="182729"/>
            </a:xfrm>
            <a:custGeom>
              <a:avLst/>
              <a:pathLst>
                <a:path w="167165" h="182729">
                  <a:moveTo>
                    <a:pt x="167165" y="0"/>
                  </a:moveTo>
                  <a:lnTo>
                    <a:pt x="161712" y="88"/>
                  </a:lnTo>
                  <a:lnTo>
                    <a:pt x="156264" y="355"/>
                  </a:lnTo>
                  <a:lnTo>
                    <a:pt x="150828" y="800"/>
                  </a:lnTo>
                  <a:lnTo>
                    <a:pt x="145410" y="1421"/>
                  </a:lnTo>
                  <a:lnTo>
                    <a:pt x="140014" y="2219"/>
                  </a:lnTo>
                  <a:lnTo>
                    <a:pt x="134648" y="3193"/>
                  </a:lnTo>
                  <a:lnTo>
                    <a:pt x="129316" y="4341"/>
                  </a:lnTo>
                  <a:lnTo>
                    <a:pt x="124024" y="5662"/>
                  </a:lnTo>
                  <a:lnTo>
                    <a:pt x="118779" y="7155"/>
                  </a:lnTo>
                  <a:lnTo>
                    <a:pt x="113584" y="8819"/>
                  </a:lnTo>
                  <a:lnTo>
                    <a:pt x="108447" y="10651"/>
                  </a:lnTo>
                  <a:lnTo>
                    <a:pt x="103373" y="12650"/>
                  </a:lnTo>
                  <a:lnTo>
                    <a:pt x="98366" y="14813"/>
                  </a:lnTo>
                  <a:lnTo>
                    <a:pt x="93433" y="17139"/>
                  </a:lnTo>
                  <a:lnTo>
                    <a:pt x="88578" y="19624"/>
                  </a:lnTo>
                  <a:lnTo>
                    <a:pt x="83806" y="22266"/>
                  </a:lnTo>
                  <a:lnTo>
                    <a:pt x="79124" y="25063"/>
                  </a:lnTo>
                  <a:lnTo>
                    <a:pt x="74535" y="28010"/>
                  </a:lnTo>
                  <a:lnTo>
                    <a:pt x="70044" y="31106"/>
                  </a:lnTo>
                  <a:lnTo>
                    <a:pt x="65658" y="34347"/>
                  </a:lnTo>
                  <a:lnTo>
                    <a:pt x="61379" y="37729"/>
                  </a:lnTo>
                  <a:lnTo>
                    <a:pt x="57212" y="41249"/>
                  </a:lnTo>
                  <a:lnTo>
                    <a:pt x="53163" y="44903"/>
                  </a:lnTo>
                  <a:lnTo>
                    <a:pt x="49235" y="48687"/>
                  </a:lnTo>
                  <a:lnTo>
                    <a:pt x="45433" y="52597"/>
                  </a:lnTo>
                  <a:lnTo>
                    <a:pt x="41760" y="56629"/>
                  </a:lnTo>
                  <a:lnTo>
                    <a:pt x="38221" y="60779"/>
                  </a:lnTo>
                  <a:lnTo>
                    <a:pt x="34819" y="65042"/>
                  </a:lnTo>
                  <a:lnTo>
                    <a:pt x="31558" y="69414"/>
                  </a:lnTo>
                  <a:lnTo>
                    <a:pt x="28441" y="73890"/>
                  </a:lnTo>
                  <a:lnTo>
                    <a:pt x="25472" y="78465"/>
                  </a:lnTo>
                  <a:lnTo>
                    <a:pt x="22654" y="83134"/>
                  </a:lnTo>
                  <a:lnTo>
                    <a:pt x="19990" y="87893"/>
                  </a:lnTo>
                  <a:lnTo>
                    <a:pt x="17482" y="92737"/>
                  </a:lnTo>
                  <a:lnTo>
                    <a:pt x="15133" y="97659"/>
                  </a:lnTo>
                  <a:lnTo>
                    <a:pt x="12947" y="102656"/>
                  </a:lnTo>
                  <a:lnTo>
                    <a:pt x="10924" y="107721"/>
                  </a:lnTo>
                  <a:lnTo>
                    <a:pt x="9068" y="112850"/>
                  </a:lnTo>
                  <a:lnTo>
                    <a:pt x="7381" y="118036"/>
                  </a:lnTo>
                  <a:lnTo>
                    <a:pt x="5863" y="123275"/>
                  </a:lnTo>
                  <a:lnTo>
                    <a:pt x="4517" y="128560"/>
                  </a:lnTo>
                  <a:lnTo>
                    <a:pt x="3344" y="133886"/>
                  </a:lnTo>
                  <a:lnTo>
                    <a:pt x="2346" y="139248"/>
                  </a:lnTo>
                  <a:lnTo>
                    <a:pt x="1522" y="144640"/>
                  </a:lnTo>
                  <a:lnTo>
                    <a:pt x="876" y="150056"/>
                  </a:lnTo>
                  <a:lnTo>
                    <a:pt x="406" y="155489"/>
                  </a:lnTo>
                  <a:lnTo>
                    <a:pt x="114" y="160936"/>
                  </a:lnTo>
                  <a:lnTo>
                    <a:pt x="0" y="166389"/>
                  </a:lnTo>
                  <a:lnTo>
                    <a:pt x="63" y="171842"/>
                  </a:lnTo>
                  <a:lnTo>
                    <a:pt x="305" y="177291"/>
                  </a:lnTo>
                  <a:lnTo>
                    <a:pt x="724" y="18272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0083" y="4826449"/>
              <a:ext cx="166441" cy="33585"/>
            </a:xfrm>
            <a:custGeom>
              <a:avLst/>
              <a:pathLst>
                <a:path w="166441" h="33585">
                  <a:moveTo>
                    <a:pt x="0" y="15562"/>
                  </a:moveTo>
                  <a:lnTo>
                    <a:pt x="1095" y="24610"/>
                  </a:lnTo>
                  <a:lnTo>
                    <a:pt x="2682" y="33585"/>
                  </a:lnTo>
                  <a:lnTo>
                    <a:pt x="1664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2766" y="4659281"/>
              <a:ext cx="330908" cy="334334"/>
            </a:xfrm>
            <a:custGeom>
              <a:avLst/>
              <a:pathLst>
                <a:path w="330908" h="334334">
                  <a:moveTo>
                    <a:pt x="0" y="200752"/>
                  </a:moveTo>
                  <a:lnTo>
                    <a:pt x="1149" y="205936"/>
                  </a:lnTo>
                  <a:lnTo>
                    <a:pt x="2462" y="211080"/>
                  </a:lnTo>
                  <a:lnTo>
                    <a:pt x="3938" y="216180"/>
                  </a:lnTo>
                  <a:lnTo>
                    <a:pt x="5575" y="221231"/>
                  </a:lnTo>
                  <a:lnTo>
                    <a:pt x="7371" y="226227"/>
                  </a:lnTo>
                  <a:lnTo>
                    <a:pt x="9326" y="231163"/>
                  </a:lnTo>
                  <a:lnTo>
                    <a:pt x="11436" y="236035"/>
                  </a:lnTo>
                  <a:lnTo>
                    <a:pt x="13700" y="240837"/>
                  </a:lnTo>
                  <a:lnTo>
                    <a:pt x="16115" y="245565"/>
                  </a:lnTo>
                  <a:lnTo>
                    <a:pt x="18679" y="250214"/>
                  </a:lnTo>
                  <a:lnTo>
                    <a:pt x="21389" y="254780"/>
                  </a:lnTo>
                  <a:lnTo>
                    <a:pt x="24243" y="259257"/>
                  </a:lnTo>
                  <a:lnTo>
                    <a:pt x="27238" y="263641"/>
                  </a:lnTo>
                  <a:lnTo>
                    <a:pt x="30371" y="267927"/>
                  </a:lnTo>
                  <a:lnTo>
                    <a:pt x="33638" y="272112"/>
                  </a:lnTo>
                  <a:lnTo>
                    <a:pt x="37036" y="276191"/>
                  </a:lnTo>
                  <a:lnTo>
                    <a:pt x="40562" y="280161"/>
                  </a:lnTo>
                  <a:lnTo>
                    <a:pt x="44212" y="284016"/>
                  </a:lnTo>
                  <a:lnTo>
                    <a:pt x="47983" y="287753"/>
                  </a:lnTo>
                  <a:lnTo>
                    <a:pt x="51871" y="291369"/>
                  </a:lnTo>
                  <a:lnTo>
                    <a:pt x="55872" y="294859"/>
                  </a:lnTo>
                  <a:lnTo>
                    <a:pt x="59981" y="298221"/>
                  </a:lnTo>
                  <a:lnTo>
                    <a:pt x="64195" y="301451"/>
                  </a:lnTo>
                  <a:lnTo>
                    <a:pt x="68510" y="304545"/>
                  </a:lnTo>
                  <a:lnTo>
                    <a:pt x="72920" y="307500"/>
                  </a:lnTo>
                  <a:lnTo>
                    <a:pt x="77422" y="310314"/>
                  </a:lnTo>
                  <a:lnTo>
                    <a:pt x="82012" y="312983"/>
                  </a:lnTo>
                  <a:lnTo>
                    <a:pt x="86683" y="315506"/>
                  </a:lnTo>
                  <a:lnTo>
                    <a:pt x="91433" y="317879"/>
                  </a:lnTo>
                  <a:lnTo>
                    <a:pt x="96255" y="320099"/>
                  </a:lnTo>
                  <a:lnTo>
                    <a:pt x="101146" y="322166"/>
                  </a:lnTo>
                  <a:lnTo>
                    <a:pt x="106100" y="324076"/>
                  </a:lnTo>
                  <a:lnTo>
                    <a:pt x="111112" y="325828"/>
                  </a:lnTo>
                  <a:lnTo>
                    <a:pt x="116177" y="327420"/>
                  </a:lnTo>
                  <a:lnTo>
                    <a:pt x="121290" y="328850"/>
                  </a:lnTo>
                  <a:lnTo>
                    <a:pt x="126445" y="330117"/>
                  </a:lnTo>
                  <a:lnTo>
                    <a:pt x="131639" y="331220"/>
                  </a:lnTo>
                  <a:lnTo>
                    <a:pt x="136865" y="332157"/>
                  </a:lnTo>
                  <a:lnTo>
                    <a:pt x="142118" y="332928"/>
                  </a:lnTo>
                  <a:lnTo>
                    <a:pt x="147392" y="333531"/>
                  </a:lnTo>
                  <a:lnTo>
                    <a:pt x="152684" y="333967"/>
                  </a:lnTo>
                  <a:lnTo>
                    <a:pt x="157986" y="334235"/>
                  </a:lnTo>
                  <a:lnTo>
                    <a:pt x="163295" y="334334"/>
                  </a:lnTo>
                  <a:lnTo>
                    <a:pt x="168603" y="334264"/>
                  </a:lnTo>
                  <a:lnTo>
                    <a:pt x="173907" y="334026"/>
                  </a:lnTo>
                  <a:lnTo>
                    <a:pt x="179201" y="333620"/>
                  </a:lnTo>
                  <a:lnTo>
                    <a:pt x="184479" y="333045"/>
                  </a:lnTo>
                  <a:lnTo>
                    <a:pt x="189736" y="332304"/>
                  </a:lnTo>
                  <a:lnTo>
                    <a:pt x="194967" y="331395"/>
                  </a:lnTo>
                  <a:lnTo>
                    <a:pt x="200167" y="330321"/>
                  </a:lnTo>
                  <a:lnTo>
                    <a:pt x="205329" y="329083"/>
                  </a:lnTo>
                  <a:lnTo>
                    <a:pt x="210450" y="327681"/>
                  </a:lnTo>
                  <a:lnTo>
                    <a:pt x="215524" y="326118"/>
                  </a:lnTo>
                  <a:lnTo>
                    <a:pt x="220545" y="324393"/>
                  </a:lnTo>
                  <a:lnTo>
                    <a:pt x="225510" y="322511"/>
                  </a:lnTo>
                  <a:lnTo>
                    <a:pt x="230412" y="320472"/>
                  </a:lnTo>
                  <a:lnTo>
                    <a:pt x="235246" y="318278"/>
                  </a:lnTo>
                  <a:lnTo>
                    <a:pt x="240009" y="315931"/>
                  </a:lnTo>
                  <a:lnTo>
                    <a:pt x="244695" y="313435"/>
                  </a:lnTo>
                  <a:lnTo>
                    <a:pt x="249299" y="310791"/>
                  </a:lnTo>
                  <a:lnTo>
                    <a:pt x="253816" y="308002"/>
                  </a:lnTo>
                  <a:lnTo>
                    <a:pt x="258243" y="305071"/>
                  </a:lnTo>
                  <a:lnTo>
                    <a:pt x="262575" y="302001"/>
                  </a:lnTo>
                  <a:lnTo>
                    <a:pt x="266807" y="298795"/>
                  </a:lnTo>
                  <a:lnTo>
                    <a:pt x="270935" y="295456"/>
                  </a:lnTo>
                  <a:lnTo>
                    <a:pt x="274955" y="291988"/>
                  </a:lnTo>
                  <a:lnTo>
                    <a:pt x="278863" y="288394"/>
                  </a:lnTo>
                  <a:lnTo>
                    <a:pt x="282654" y="284678"/>
                  </a:lnTo>
                  <a:lnTo>
                    <a:pt x="286326" y="280843"/>
                  </a:lnTo>
                  <a:lnTo>
                    <a:pt x="289874" y="276893"/>
                  </a:lnTo>
                  <a:lnTo>
                    <a:pt x="293295" y="272833"/>
                  </a:lnTo>
                  <a:lnTo>
                    <a:pt x="296585" y="268666"/>
                  </a:lnTo>
                  <a:lnTo>
                    <a:pt x="299741" y="264397"/>
                  </a:lnTo>
                  <a:lnTo>
                    <a:pt x="302760" y="260029"/>
                  </a:lnTo>
                  <a:lnTo>
                    <a:pt x="305639" y="255568"/>
                  </a:lnTo>
                  <a:lnTo>
                    <a:pt x="308375" y="251018"/>
                  </a:lnTo>
                  <a:lnTo>
                    <a:pt x="310965" y="246384"/>
                  </a:lnTo>
                  <a:lnTo>
                    <a:pt x="313406" y="241669"/>
                  </a:lnTo>
                  <a:lnTo>
                    <a:pt x="315696" y="236879"/>
                  </a:lnTo>
                  <a:lnTo>
                    <a:pt x="317834" y="232019"/>
                  </a:lnTo>
                  <a:lnTo>
                    <a:pt x="319815" y="227094"/>
                  </a:lnTo>
                  <a:lnTo>
                    <a:pt x="321640" y="222108"/>
                  </a:lnTo>
                  <a:lnTo>
                    <a:pt x="323305" y="217066"/>
                  </a:lnTo>
                  <a:lnTo>
                    <a:pt x="324809" y="211975"/>
                  </a:lnTo>
                  <a:lnTo>
                    <a:pt x="326150" y="206838"/>
                  </a:lnTo>
                  <a:lnTo>
                    <a:pt x="327328" y="201661"/>
                  </a:lnTo>
                  <a:lnTo>
                    <a:pt x="328341" y="196449"/>
                  </a:lnTo>
                  <a:lnTo>
                    <a:pt x="329188" y="191208"/>
                  </a:lnTo>
                  <a:lnTo>
                    <a:pt x="329868" y="185942"/>
                  </a:lnTo>
                  <a:lnTo>
                    <a:pt x="330381" y="180658"/>
                  </a:lnTo>
                  <a:lnTo>
                    <a:pt x="330725" y="175360"/>
                  </a:lnTo>
                  <a:lnTo>
                    <a:pt x="330901" y="170053"/>
                  </a:lnTo>
                  <a:lnTo>
                    <a:pt x="330908" y="164744"/>
                  </a:lnTo>
                  <a:lnTo>
                    <a:pt x="330747" y="159437"/>
                  </a:lnTo>
                  <a:lnTo>
                    <a:pt x="330417" y="154138"/>
                  </a:lnTo>
                  <a:lnTo>
                    <a:pt x="329920" y="148853"/>
                  </a:lnTo>
                  <a:lnTo>
                    <a:pt x="329254" y="143585"/>
                  </a:lnTo>
                  <a:lnTo>
                    <a:pt x="328422" y="138342"/>
                  </a:lnTo>
                  <a:lnTo>
                    <a:pt x="327423" y="133127"/>
                  </a:lnTo>
                  <a:lnTo>
                    <a:pt x="326260" y="127947"/>
                  </a:lnTo>
                  <a:lnTo>
                    <a:pt x="324932" y="122806"/>
                  </a:lnTo>
                  <a:lnTo>
                    <a:pt x="323442" y="117711"/>
                  </a:lnTo>
                  <a:lnTo>
                    <a:pt x="321791" y="112665"/>
                  </a:lnTo>
                  <a:lnTo>
                    <a:pt x="319981" y="107674"/>
                  </a:lnTo>
                  <a:lnTo>
                    <a:pt x="318013" y="102743"/>
                  </a:lnTo>
                  <a:lnTo>
                    <a:pt x="315889" y="97877"/>
                  </a:lnTo>
                  <a:lnTo>
                    <a:pt x="313612" y="93080"/>
                  </a:lnTo>
                  <a:lnTo>
                    <a:pt x="311184" y="88359"/>
                  </a:lnTo>
                  <a:lnTo>
                    <a:pt x="308607" y="83717"/>
                  </a:lnTo>
                  <a:lnTo>
                    <a:pt x="305884" y="79159"/>
                  </a:lnTo>
                  <a:lnTo>
                    <a:pt x="303017" y="74691"/>
                  </a:lnTo>
                  <a:lnTo>
                    <a:pt x="300010" y="70315"/>
                  </a:lnTo>
                  <a:lnTo>
                    <a:pt x="296866" y="66037"/>
                  </a:lnTo>
                  <a:lnTo>
                    <a:pt x="293587" y="61861"/>
                  </a:lnTo>
                  <a:lnTo>
                    <a:pt x="290178" y="57791"/>
                  </a:lnTo>
                  <a:lnTo>
                    <a:pt x="286641" y="53832"/>
                  </a:lnTo>
                  <a:lnTo>
                    <a:pt x="282980" y="49987"/>
                  </a:lnTo>
                  <a:lnTo>
                    <a:pt x="279198" y="46260"/>
                  </a:lnTo>
                  <a:lnTo>
                    <a:pt x="275301" y="42655"/>
                  </a:lnTo>
                  <a:lnTo>
                    <a:pt x="271290" y="39176"/>
                  </a:lnTo>
                  <a:lnTo>
                    <a:pt x="267172" y="35825"/>
                  </a:lnTo>
                  <a:lnTo>
                    <a:pt x="262949" y="32608"/>
                  </a:lnTo>
                  <a:lnTo>
                    <a:pt x="258626" y="29526"/>
                  </a:lnTo>
                  <a:lnTo>
                    <a:pt x="254207" y="26582"/>
                  </a:lnTo>
                  <a:lnTo>
                    <a:pt x="249697" y="23781"/>
                  </a:lnTo>
                  <a:lnTo>
                    <a:pt x="245100" y="21124"/>
                  </a:lnTo>
                  <a:lnTo>
                    <a:pt x="240421" y="18615"/>
                  </a:lnTo>
                  <a:lnTo>
                    <a:pt x="235665" y="16255"/>
                  </a:lnTo>
                  <a:lnTo>
                    <a:pt x="230837" y="14048"/>
                  </a:lnTo>
                  <a:lnTo>
                    <a:pt x="225940" y="11995"/>
                  </a:lnTo>
                  <a:lnTo>
                    <a:pt x="220981" y="10099"/>
                  </a:lnTo>
                  <a:lnTo>
                    <a:pt x="215965" y="8361"/>
                  </a:lnTo>
                  <a:lnTo>
                    <a:pt x="210895" y="6783"/>
                  </a:lnTo>
                  <a:lnTo>
                    <a:pt x="205778" y="5367"/>
                  </a:lnTo>
                  <a:lnTo>
                    <a:pt x="200619" y="4114"/>
                  </a:lnTo>
                  <a:lnTo>
                    <a:pt x="195423" y="3026"/>
                  </a:lnTo>
                  <a:lnTo>
                    <a:pt x="190194" y="2103"/>
                  </a:lnTo>
                  <a:lnTo>
                    <a:pt x="184939" y="1347"/>
                  </a:lnTo>
                  <a:lnTo>
                    <a:pt x="179663" y="758"/>
                  </a:lnTo>
                  <a:lnTo>
                    <a:pt x="174370" y="337"/>
                  </a:lnTo>
                  <a:lnTo>
                    <a:pt x="169067" y="84"/>
                  </a:lnTo>
                  <a:lnTo>
                    <a:pt x="163758" y="0"/>
                  </a:lnTo>
                  <a:lnTo>
                    <a:pt x="1637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4604" y="5018213"/>
              <a:ext cx="4116" cy="167167"/>
            </a:xfrm>
            <a:custGeom>
              <a:avLst/>
              <a:pathLst>
                <a:path w="4116" h="167167">
                  <a:moveTo>
                    <a:pt x="4116" y="0"/>
                  </a:moveTo>
                  <a:lnTo>
                    <a:pt x="0" y="50"/>
                  </a:lnTo>
                  <a:lnTo>
                    <a:pt x="411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321557" y="5018229"/>
              <a:ext cx="334329" cy="334308"/>
            </a:xfrm>
            <a:custGeom>
              <a:avLst/>
              <a:pathLst>
                <a:path w="334329" h="334308">
                  <a:moveTo>
                    <a:pt x="163047" y="34"/>
                  </a:moveTo>
                  <a:lnTo>
                    <a:pt x="157752" y="248"/>
                  </a:lnTo>
                  <a:lnTo>
                    <a:pt x="152467" y="630"/>
                  </a:lnTo>
                  <a:lnTo>
                    <a:pt x="147197" y="1180"/>
                  </a:lnTo>
                  <a:lnTo>
                    <a:pt x="141947" y="1896"/>
                  </a:lnTo>
                  <a:lnTo>
                    <a:pt x="136723" y="2778"/>
                  </a:lnTo>
                  <a:lnTo>
                    <a:pt x="131529" y="3825"/>
                  </a:lnTo>
                  <a:lnTo>
                    <a:pt x="126370" y="5036"/>
                  </a:lnTo>
                  <a:lnTo>
                    <a:pt x="121253" y="6411"/>
                  </a:lnTo>
                  <a:lnTo>
                    <a:pt x="116182" y="7946"/>
                  </a:lnTo>
                  <a:lnTo>
                    <a:pt x="111162" y="9642"/>
                  </a:lnTo>
                  <a:lnTo>
                    <a:pt x="106198" y="11496"/>
                  </a:lnTo>
                  <a:lnTo>
                    <a:pt x="101296" y="13506"/>
                  </a:lnTo>
                  <a:lnTo>
                    <a:pt x="96459" y="15671"/>
                  </a:lnTo>
                  <a:lnTo>
                    <a:pt x="91694" y="17988"/>
                  </a:lnTo>
                  <a:lnTo>
                    <a:pt x="87005" y="20455"/>
                  </a:lnTo>
                  <a:lnTo>
                    <a:pt x="82396" y="23069"/>
                  </a:lnTo>
                  <a:lnTo>
                    <a:pt x="77872" y="25828"/>
                  </a:lnTo>
                  <a:lnTo>
                    <a:pt x="73438" y="28729"/>
                  </a:lnTo>
                  <a:lnTo>
                    <a:pt x="69098" y="31769"/>
                  </a:lnTo>
                  <a:lnTo>
                    <a:pt x="64857" y="34944"/>
                  </a:lnTo>
                  <a:lnTo>
                    <a:pt x="60718" y="38253"/>
                  </a:lnTo>
                  <a:lnTo>
                    <a:pt x="56687" y="41691"/>
                  </a:lnTo>
                  <a:lnTo>
                    <a:pt x="52766" y="45256"/>
                  </a:lnTo>
                  <a:lnTo>
                    <a:pt x="48960" y="48943"/>
                  </a:lnTo>
                  <a:lnTo>
                    <a:pt x="45273" y="52748"/>
                  </a:lnTo>
                  <a:lnTo>
                    <a:pt x="41709" y="56669"/>
                  </a:lnTo>
                  <a:lnTo>
                    <a:pt x="38270" y="60700"/>
                  </a:lnTo>
                  <a:lnTo>
                    <a:pt x="34961" y="64838"/>
                  </a:lnTo>
                  <a:lnTo>
                    <a:pt x="31785" y="69080"/>
                  </a:lnTo>
                  <a:lnTo>
                    <a:pt x="28745" y="73419"/>
                  </a:lnTo>
                  <a:lnTo>
                    <a:pt x="25844" y="77853"/>
                  </a:lnTo>
                  <a:lnTo>
                    <a:pt x="23085" y="82377"/>
                  </a:lnTo>
                  <a:lnTo>
                    <a:pt x="20471" y="86986"/>
                  </a:lnTo>
                  <a:lnTo>
                    <a:pt x="18004" y="91675"/>
                  </a:lnTo>
                  <a:lnTo>
                    <a:pt x="15687" y="96440"/>
                  </a:lnTo>
                  <a:lnTo>
                    <a:pt x="13522" y="101276"/>
                  </a:lnTo>
                  <a:lnTo>
                    <a:pt x="11511" y="106179"/>
                  </a:lnTo>
                  <a:lnTo>
                    <a:pt x="9657" y="111142"/>
                  </a:lnTo>
                  <a:lnTo>
                    <a:pt x="7961" y="116162"/>
                  </a:lnTo>
                  <a:lnTo>
                    <a:pt x="6425" y="121233"/>
                  </a:lnTo>
                  <a:lnTo>
                    <a:pt x="5051" y="126351"/>
                  </a:lnTo>
                  <a:lnTo>
                    <a:pt x="3839" y="131509"/>
                  </a:lnTo>
                  <a:lnTo>
                    <a:pt x="2792" y="136703"/>
                  </a:lnTo>
                  <a:lnTo>
                    <a:pt x="1909" y="141928"/>
                  </a:lnTo>
                  <a:lnTo>
                    <a:pt x="1193" y="147177"/>
                  </a:lnTo>
                  <a:lnTo>
                    <a:pt x="643" y="152448"/>
                  </a:lnTo>
                  <a:lnTo>
                    <a:pt x="261" y="157732"/>
                  </a:lnTo>
                  <a:lnTo>
                    <a:pt x="46" y="163027"/>
                  </a:lnTo>
                  <a:lnTo>
                    <a:pt x="0" y="168325"/>
                  </a:lnTo>
                  <a:lnTo>
                    <a:pt x="121" y="173622"/>
                  </a:lnTo>
                  <a:lnTo>
                    <a:pt x="410" y="178913"/>
                  </a:lnTo>
                  <a:lnTo>
                    <a:pt x="866" y="184192"/>
                  </a:lnTo>
                  <a:lnTo>
                    <a:pt x="1490" y="189454"/>
                  </a:lnTo>
                  <a:lnTo>
                    <a:pt x="2280" y="194693"/>
                  </a:lnTo>
                  <a:lnTo>
                    <a:pt x="3236" y="199905"/>
                  </a:lnTo>
                  <a:lnTo>
                    <a:pt x="4356" y="205084"/>
                  </a:lnTo>
                  <a:lnTo>
                    <a:pt x="5640" y="210224"/>
                  </a:lnTo>
                  <a:lnTo>
                    <a:pt x="7086" y="215322"/>
                  </a:lnTo>
                  <a:lnTo>
                    <a:pt x="8693" y="220371"/>
                  </a:lnTo>
                  <a:lnTo>
                    <a:pt x="10460" y="225367"/>
                  </a:lnTo>
                  <a:lnTo>
                    <a:pt x="12384" y="230304"/>
                  </a:lnTo>
                  <a:lnTo>
                    <a:pt x="14463" y="235177"/>
                  </a:lnTo>
                  <a:lnTo>
                    <a:pt x="16695" y="239983"/>
                  </a:lnTo>
                  <a:lnTo>
                    <a:pt x="19079" y="244715"/>
                  </a:lnTo>
                  <a:lnTo>
                    <a:pt x="21612" y="249369"/>
                  </a:lnTo>
                  <a:lnTo>
                    <a:pt x="24291" y="253940"/>
                  </a:lnTo>
                  <a:lnTo>
                    <a:pt x="27113" y="258425"/>
                  </a:lnTo>
                  <a:lnTo>
                    <a:pt x="30076" y="262817"/>
                  </a:lnTo>
                  <a:lnTo>
                    <a:pt x="33177" y="267114"/>
                  </a:lnTo>
                  <a:lnTo>
                    <a:pt x="36412" y="271310"/>
                  </a:lnTo>
                  <a:lnTo>
                    <a:pt x="39779" y="275402"/>
                  </a:lnTo>
                  <a:lnTo>
                    <a:pt x="43274" y="279384"/>
                  </a:lnTo>
                  <a:lnTo>
                    <a:pt x="46893" y="283254"/>
                  </a:lnTo>
                  <a:lnTo>
                    <a:pt x="50633" y="287008"/>
                  </a:lnTo>
                  <a:lnTo>
                    <a:pt x="54490" y="290641"/>
                  </a:lnTo>
                  <a:lnTo>
                    <a:pt x="58461" y="294150"/>
                  </a:lnTo>
                  <a:lnTo>
                    <a:pt x="62540" y="297531"/>
                  </a:lnTo>
                  <a:lnTo>
                    <a:pt x="66725" y="300781"/>
                  </a:lnTo>
                  <a:lnTo>
                    <a:pt x="71010" y="303897"/>
                  </a:lnTo>
                  <a:lnTo>
                    <a:pt x="75393" y="306876"/>
                  </a:lnTo>
                  <a:lnTo>
                    <a:pt x="79867" y="309714"/>
                  </a:lnTo>
                  <a:lnTo>
                    <a:pt x="84429" y="312409"/>
                  </a:lnTo>
                  <a:lnTo>
                    <a:pt x="89074" y="314958"/>
                  </a:lnTo>
                  <a:lnTo>
                    <a:pt x="93798" y="317359"/>
                  </a:lnTo>
                  <a:lnTo>
                    <a:pt x="98595" y="319608"/>
                  </a:lnTo>
                  <a:lnTo>
                    <a:pt x="103461" y="321705"/>
                  </a:lnTo>
                  <a:lnTo>
                    <a:pt x="108392" y="323646"/>
                  </a:lnTo>
                  <a:lnTo>
                    <a:pt x="113381" y="325430"/>
                  </a:lnTo>
                  <a:lnTo>
                    <a:pt x="118424" y="327055"/>
                  </a:lnTo>
                  <a:lnTo>
                    <a:pt x="123516" y="328519"/>
                  </a:lnTo>
                  <a:lnTo>
                    <a:pt x="128653" y="329822"/>
                  </a:lnTo>
                  <a:lnTo>
                    <a:pt x="133827" y="330960"/>
                  </a:lnTo>
                  <a:lnTo>
                    <a:pt x="139036" y="331935"/>
                  </a:lnTo>
                  <a:lnTo>
                    <a:pt x="144272" y="332743"/>
                  </a:lnTo>
                  <a:lnTo>
                    <a:pt x="149532" y="333385"/>
                  </a:lnTo>
                  <a:lnTo>
                    <a:pt x="154809" y="333861"/>
                  </a:lnTo>
                  <a:lnTo>
                    <a:pt x="160099" y="334169"/>
                  </a:lnTo>
                  <a:lnTo>
                    <a:pt x="165396" y="334308"/>
                  </a:lnTo>
                  <a:lnTo>
                    <a:pt x="170694" y="334281"/>
                  </a:lnTo>
                  <a:lnTo>
                    <a:pt x="175989" y="334085"/>
                  </a:lnTo>
                  <a:lnTo>
                    <a:pt x="181275" y="333721"/>
                  </a:lnTo>
                  <a:lnTo>
                    <a:pt x="186547" y="333190"/>
                  </a:lnTo>
                  <a:lnTo>
                    <a:pt x="191800" y="332492"/>
                  </a:lnTo>
                  <a:lnTo>
                    <a:pt x="197027" y="331629"/>
                  </a:lnTo>
                  <a:lnTo>
                    <a:pt x="202225" y="330599"/>
                  </a:lnTo>
                  <a:lnTo>
                    <a:pt x="207388" y="329406"/>
                  </a:lnTo>
                  <a:lnTo>
                    <a:pt x="212510" y="328050"/>
                  </a:lnTo>
                  <a:lnTo>
                    <a:pt x="217586" y="326532"/>
                  </a:lnTo>
                  <a:lnTo>
                    <a:pt x="222612" y="324854"/>
                  </a:lnTo>
                  <a:lnTo>
                    <a:pt x="227582" y="323017"/>
                  </a:lnTo>
                  <a:lnTo>
                    <a:pt x="232492" y="321024"/>
                  </a:lnTo>
                  <a:lnTo>
                    <a:pt x="237336" y="318876"/>
                  </a:lnTo>
                  <a:lnTo>
                    <a:pt x="242109" y="316576"/>
                  </a:lnTo>
                  <a:lnTo>
                    <a:pt x="246807" y="314126"/>
                  </a:lnTo>
                  <a:lnTo>
                    <a:pt x="251425" y="311528"/>
                  </a:lnTo>
                  <a:lnTo>
                    <a:pt x="255958" y="308785"/>
                  </a:lnTo>
                  <a:lnTo>
                    <a:pt x="260403" y="305899"/>
                  </a:lnTo>
                  <a:lnTo>
                    <a:pt x="264753" y="302875"/>
                  </a:lnTo>
                  <a:lnTo>
                    <a:pt x="269006" y="299714"/>
                  </a:lnTo>
                  <a:lnTo>
                    <a:pt x="273156" y="296419"/>
                  </a:lnTo>
                  <a:lnTo>
                    <a:pt x="277199" y="292995"/>
                  </a:lnTo>
                  <a:lnTo>
                    <a:pt x="281132" y="289445"/>
                  </a:lnTo>
                  <a:lnTo>
                    <a:pt x="284951" y="285771"/>
                  </a:lnTo>
                  <a:lnTo>
                    <a:pt x="288651" y="281979"/>
                  </a:lnTo>
                  <a:lnTo>
                    <a:pt x="292229" y="278071"/>
                  </a:lnTo>
                  <a:lnTo>
                    <a:pt x="295682" y="274051"/>
                  </a:lnTo>
                  <a:lnTo>
                    <a:pt x="299005" y="269924"/>
                  </a:lnTo>
                  <a:lnTo>
                    <a:pt x="302196" y="265694"/>
                  </a:lnTo>
                  <a:lnTo>
                    <a:pt x="305252" y="261365"/>
                  </a:lnTo>
                  <a:lnTo>
                    <a:pt x="308168" y="256942"/>
                  </a:lnTo>
                  <a:lnTo>
                    <a:pt x="310943" y="252428"/>
                  </a:lnTo>
                  <a:lnTo>
                    <a:pt x="313573" y="247828"/>
                  </a:lnTo>
                  <a:lnTo>
                    <a:pt x="316057" y="243147"/>
                  </a:lnTo>
                  <a:lnTo>
                    <a:pt x="318390" y="238390"/>
                  </a:lnTo>
                  <a:lnTo>
                    <a:pt x="320572" y="233562"/>
                  </a:lnTo>
                  <a:lnTo>
                    <a:pt x="322600" y="228667"/>
                  </a:lnTo>
                  <a:lnTo>
                    <a:pt x="324472" y="223709"/>
                  </a:lnTo>
                  <a:lnTo>
                    <a:pt x="326185" y="218696"/>
                  </a:lnTo>
                  <a:lnTo>
                    <a:pt x="327739" y="213630"/>
                  </a:lnTo>
                  <a:lnTo>
                    <a:pt x="329131" y="208517"/>
                  </a:lnTo>
                  <a:lnTo>
                    <a:pt x="330361" y="203363"/>
                  </a:lnTo>
                  <a:lnTo>
                    <a:pt x="331426" y="198173"/>
                  </a:lnTo>
                  <a:lnTo>
                    <a:pt x="332327" y="192952"/>
                  </a:lnTo>
                  <a:lnTo>
                    <a:pt x="333062" y="187704"/>
                  </a:lnTo>
                  <a:lnTo>
                    <a:pt x="333630" y="182436"/>
                  </a:lnTo>
                  <a:lnTo>
                    <a:pt x="334031" y="177153"/>
                  </a:lnTo>
                  <a:lnTo>
                    <a:pt x="334264" y="171859"/>
                  </a:lnTo>
                  <a:lnTo>
                    <a:pt x="334329" y="166561"/>
                  </a:lnTo>
                  <a:lnTo>
                    <a:pt x="334227" y="161263"/>
                  </a:lnTo>
                  <a:lnTo>
                    <a:pt x="333956" y="155971"/>
                  </a:lnTo>
                  <a:lnTo>
                    <a:pt x="333518" y="150691"/>
                  </a:lnTo>
                  <a:lnTo>
                    <a:pt x="332913" y="145427"/>
                  </a:lnTo>
                  <a:lnTo>
                    <a:pt x="332141" y="140185"/>
                  </a:lnTo>
                  <a:lnTo>
                    <a:pt x="331204" y="134970"/>
                  </a:lnTo>
                  <a:lnTo>
                    <a:pt x="330101" y="129787"/>
                  </a:lnTo>
                  <a:lnTo>
                    <a:pt x="328835" y="124642"/>
                  </a:lnTo>
                  <a:lnTo>
                    <a:pt x="327407" y="119539"/>
                  </a:lnTo>
                  <a:lnTo>
                    <a:pt x="325817" y="114485"/>
                  </a:lnTo>
                  <a:lnTo>
                    <a:pt x="324069" y="109483"/>
                  </a:lnTo>
                  <a:lnTo>
                    <a:pt x="322162" y="104539"/>
                  </a:lnTo>
                  <a:lnTo>
                    <a:pt x="320100" y="99658"/>
                  </a:lnTo>
                  <a:lnTo>
                    <a:pt x="317884" y="94845"/>
                  </a:lnTo>
                  <a:lnTo>
                    <a:pt x="315517" y="90105"/>
                  </a:lnTo>
                  <a:lnTo>
                    <a:pt x="313001" y="85442"/>
                  </a:lnTo>
                  <a:lnTo>
                    <a:pt x="310338" y="80861"/>
                  </a:lnTo>
                  <a:lnTo>
                    <a:pt x="307531" y="76367"/>
                  </a:lnTo>
                  <a:lnTo>
                    <a:pt x="304584" y="71964"/>
                  </a:lnTo>
                  <a:lnTo>
                    <a:pt x="301498" y="67656"/>
                  </a:lnTo>
                  <a:lnTo>
                    <a:pt x="298277" y="63449"/>
                  </a:lnTo>
                  <a:lnTo>
                    <a:pt x="294925" y="59346"/>
                  </a:lnTo>
                  <a:lnTo>
                    <a:pt x="291444" y="55351"/>
                  </a:lnTo>
                  <a:lnTo>
                    <a:pt x="287838" y="51468"/>
                  </a:lnTo>
                  <a:lnTo>
                    <a:pt x="284111" y="47702"/>
                  </a:lnTo>
                  <a:lnTo>
                    <a:pt x="280267" y="44055"/>
                  </a:lnTo>
                  <a:lnTo>
                    <a:pt x="276309" y="40532"/>
                  </a:lnTo>
                  <a:lnTo>
                    <a:pt x="272241" y="37137"/>
                  </a:lnTo>
                  <a:lnTo>
                    <a:pt x="268068" y="33872"/>
                  </a:lnTo>
                  <a:lnTo>
                    <a:pt x="263793" y="30741"/>
                  </a:lnTo>
                  <a:lnTo>
                    <a:pt x="259422" y="27747"/>
                  </a:lnTo>
                  <a:lnTo>
                    <a:pt x="254957" y="24893"/>
                  </a:lnTo>
                  <a:lnTo>
                    <a:pt x="250405" y="22182"/>
                  </a:lnTo>
                  <a:lnTo>
                    <a:pt x="245768" y="19617"/>
                  </a:lnTo>
                  <a:lnTo>
                    <a:pt x="241053" y="17200"/>
                  </a:lnTo>
                  <a:lnTo>
                    <a:pt x="236264" y="14933"/>
                  </a:lnTo>
                  <a:lnTo>
                    <a:pt x="231405" y="12820"/>
                  </a:lnTo>
                  <a:lnTo>
                    <a:pt x="226481" y="10861"/>
                  </a:lnTo>
                  <a:lnTo>
                    <a:pt x="221498" y="9060"/>
                  </a:lnTo>
                  <a:lnTo>
                    <a:pt x="216461" y="7417"/>
                  </a:lnTo>
                  <a:lnTo>
                    <a:pt x="211374" y="5935"/>
                  </a:lnTo>
                  <a:lnTo>
                    <a:pt x="206242" y="4615"/>
                  </a:lnTo>
                  <a:lnTo>
                    <a:pt x="201071" y="3458"/>
                  </a:lnTo>
                  <a:lnTo>
                    <a:pt x="195867" y="2466"/>
                  </a:lnTo>
                  <a:lnTo>
                    <a:pt x="190633" y="1639"/>
                  </a:lnTo>
                  <a:lnTo>
                    <a:pt x="185376" y="978"/>
                  </a:lnTo>
                  <a:lnTo>
                    <a:pt x="180100" y="484"/>
                  </a:lnTo>
                  <a:lnTo>
                    <a:pt x="174811" y="158"/>
                  </a:lnTo>
                  <a:lnTo>
                    <a:pt x="169515" y="0"/>
                  </a:lnTo>
                  <a:lnTo>
                    <a:pt x="167163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797341" y="5269756"/>
              <a:ext cx="167160" cy="195552"/>
            </a:xfrm>
            <a:custGeom>
              <a:avLst/>
              <a:pathLst>
                <a:path w="167160" h="195552">
                  <a:moveTo>
                    <a:pt x="167160" y="0"/>
                  </a:moveTo>
                  <a:lnTo>
                    <a:pt x="161770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6" y="1388"/>
                  </a:lnTo>
                  <a:lnTo>
                    <a:pt x="140322" y="2168"/>
                  </a:lnTo>
                  <a:lnTo>
                    <a:pt x="135016" y="3119"/>
                  </a:lnTo>
                  <a:lnTo>
                    <a:pt x="129743" y="4241"/>
                  </a:lnTo>
                  <a:lnTo>
                    <a:pt x="124509" y="5532"/>
                  </a:lnTo>
                  <a:lnTo>
                    <a:pt x="119320" y="6991"/>
                  </a:lnTo>
                  <a:lnTo>
                    <a:pt x="114180" y="8617"/>
                  </a:lnTo>
                  <a:lnTo>
                    <a:pt x="109096" y="10408"/>
                  </a:lnTo>
                  <a:lnTo>
                    <a:pt x="104071" y="12361"/>
                  </a:lnTo>
                  <a:lnTo>
                    <a:pt x="99113" y="14476"/>
                  </a:lnTo>
                  <a:lnTo>
                    <a:pt x="94225" y="16749"/>
                  </a:lnTo>
                  <a:lnTo>
                    <a:pt x="89413" y="19179"/>
                  </a:lnTo>
                  <a:lnTo>
                    <a:pt x="84682" y="21763"/>
                  </a:lnTo>
                  <a:lnTo>
                    <a:pt x="80036" y="24498"/>
                  </a:lnTo>
                  <a:lnTo>
                    <a:pt x="75482" y="27381"/>
                  </a:lnTo>
                  <a:lnTo>
                    <a:pt x="71022" y="30410"/>
                  </a:lnTo>
                  <a:lnTo>
                    <a:pt x="66663" y="33581"/>
                  </a:lnTo>
                  <a:lnTo>
                    <a:pt x="62408" y="36890"/>
                  </a:lnTo>
                  <a:lnTo>
                    <a:pt x="58262" y="40336"/>
                  </a:lnTo>
                  <a:lnTo>
                    <a:pt x="54229" y="43913"/>
                  </a:lnTo>
                  <a:lnTo>
                    <a:pt x="50314" y="47618"/>
                  </a:lnTo>
                  <a:lnTo>
                    <a:pt x="46520" y="51448"/>
                  </a:lnTo>
                  <a:lnTo>
                    <a:pt x="42851" y="55398"/>
                  </a:lnTo>
                  <a:lnTo>
                    <a:pt x="39312" y="59464"/>
                  </a:lnTo>
                  <a:lnTo>
                    <a:pt x="35906" y="63642"/>
                  </a:lnTo>
                  <a:lnTo>
                    <a:pt x="32636" y="67928"/>
                  </a:lnTo>
                  <a:lnTo>
                    <a:pt x="29506" y="72317"/>
                  </a:lnTo>
                  <a:lnTo>
                    <a:pt x="26520" y="76804"/>
                  </a:lnTo>
                  <a:lnTo>
                    <a:pt x="23679" y="81386"/>
                  </a:lnTo>
                  <a:lnTo>
                    <a:pt x="20988" y="86057"/>
                  </a:lnTo>
                  <a:lnTo>
                    <a:pt x="18449" y="90812"/>
                  </a:lnTo>
                  <a:lnTo>
                    <a:pt x="16064" y="95647"/>
                  </a:lnTo>
                  <a:lnTo>
                    <a:pt x="13837" y="100556"/>
                  </a:lnTo>
                  <a:lnTo>
                    <a:pt x="11769" y="105534"/>
                  </a:lnTo>
                  <a:lnTo>
                    <a:pt x="9862" y="110576"/>
                  </a:lnTo>
                  <a:lnTo>
                    <a:pt x="8119" y="115677"/>
                  </a:lnTo>
                  <a:lnTo>
                    <a:pt x="6542" y="120832"/>
                  </a:lnTo>
                  <a:lnTo>
                    <a:pt x="5132" y="126035"/>
                  </a:lnTo>
                  <a:lnTo>
                    <a:pt x="3890" y="131280"/>
                  </a:lnTo>
                  <a:lnTo>
                    <a:pt x="2817" y="136563"/>
                  </a:lnTo>
                  <a:lnTo>
                    <a:pt x="1916" y="141878"/>
                  </a:lnTo>
                  <a:lnTo>
                    <a:pt x="1187" y="147219"/>
                  </a:lnTo>
                  <a:lnTo>
                    <a:pt x="630" y="152581"/>
                  </a:lnTo>
                  <a:lnTo>
                    <a:pt x="246" y="157958"/>
                  </a:lnTo>
                  <a:lnTo>
                    <a:pt x="36" y="163345"/>
                  </a:lnTo>
                  <a:lnTo>
                    <a:pt x="0" y="168735"/>
                  </a:lnTo>
                  <a:lnTo>
                    <a:pt x="137" y="174124"/>
                  </a:lnTo>
                  <a:lnTo>
                    <a:pt x="448" y="179506"/>
                  </a:lnTo>
                  <a:lnTo>
                    <a:pt x="933" y="184875"/>
                  </a:lnTo>
                  <a:lnTo>
                    <a:pt x="1590" y="190225"/>
                  </a:lnTo>
                  <a:lnTo>
                    <a:pt x="2420" y="19555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799761" y="5269756"/>
              <a:ext cx="331889" cy="334334"/>
            </a:xfrm>
            <a:custGeom>
              <a:avLst/>
              <a:pathLst>
                <a:path w="331889" h="334334">
                  <a:moveTo>
                    <a:pt x="0" y="195552"/>
                  </a:moveTo>
                  <a:lnTo>
                    <a:pt x="984" y="200769"/>
                  </a:lnTo>
                  <a:lnTo>
                    <a:pt x="2134" y="205952"/>
                  </a:lnTo>
                  <a:lnTo>
                    <a:pt x="3447" y="211096"/>
                  </a:lnTo>
                  <a:lnTo>
                    <a:pt x="4923" y="216195"/>
                  </a:lnTo>
                  <a:lnTo>
                    <a:pt x="6561" y="221246"/>
                  </a:lnTo>
                  <a:lnTo>
                    <a:pt x="8358" y="226241"/>
                  </a:lnTo>
                  <a:lnTo>
                    <a:pt x="10313" y="231178"/>
                  </a:lnTo>
                  <a:lnTo>
                    <a:pt x="12423" y="236049"/>
                  </a:lnTo>
                  <a:lnTo>
                    <a:pt x="14688" y="240851"/>
                  </a:lnTo>
                  <a:lnTo>
                    <a:pt x="17103" y="245579"/>
                  </a:lnTo>
                  <a:lnTo>
                    <a:pt x="19668" y="250228"/>
                  </a:lnTo>
                  <a:lnTo>
                    <a:pt x="22378" y="254793"/>
                  </a:lnTo>
                  <a:lnTo>
                    <a:pt x="25233" y="259269"/>
                  </a:lnTo>
                  <a:lnTo>
                    <a:pt x="28228" y="263653"/>
                  </a:lnTo>
                  <a:lnTo>
                    <a:pt x="31361" y="267939"/>
                  </a:lnTo>
                  <a:lnTo>
                    <a:pt x="34628" y="272124"/>
                  </a:lnTo>
                  <a:lnTo>
                    <a:pt x="38026" y="276203"/>
                  </a:lnTo>
                  <a:lnTo>
                    <a:pt x="41553" y="280171"/>
                  </a:lnTo>
                  <a:lnTo>
                    <a:pt x="45203" y="284026"/>
                  </a:lnTo>
                  <a:lnTo>
                    <a:pt x="48975" y="287763"/>
                  </a:lnTo>
                  <a:lnTo>
                    <a:pt x="52863" y="291378"/>
                  </a:lnTo>
                  <a:lnTo>
                    <a:pt x="56863" y="294869"/>
                  </a:lnTo>
                  <a:lnTo>
                    <a:pt x="60973" y="298230"/>
                  </a:lnTo>
                  <a:lnTo>
                    <a:pt x="65187" y="301459"/>
                  </a:lnTo>
                  <a:lnTo>
                    <a:pt x="69502" y="304552"/>
                  </a:lnTo>
                  <a:lnTo>
                    <a:pt x="73913" y="307507"/>
                  </a:lnTo>
                  <a:lnTo>
                    <a:pt x="78415" y="310321"/>
                  </a:lnTo>
                  <a:lnTo>
                    <a:pt x="83004" y="312990"/>
                  </a:lnTo>
                  <a:lnTo>
                    <a:pt x="87676" y="315512"/>
                  </a:lnTo>
                  <a:lnTo>
                    <a:pt x="92426" y="317884"/>
                  </a:lnTo>
                  <a:lnTo>
                    <a:pt x="97248" y="320105"/>
                  </a:lnTo>
                  <a:lnTo>
                    <a:pt x="102139" y="322171"/>
                  </a:lnTo>
                  <a:lnTo>
                    <a:pt x="107093" y="324080"/>
                  </a:lnTo>
                  <a:lnTo>
                    <a:pt x="112105" y="325832"/>
                  </a:lnTo>
                  <a:lnTo>
                    <a:pt x="117170" y="327423"/>
                  </a:lnTo>
                  <a:lnTo>
                    <a:pt x="122283" y="328853"/>
                  </a:lnTo>
                  <a:lnTo>
                    <a:pt x="127438" y="330120"/>
                  </a:lnTo>
                  <a:lnTo>
                    <a:pt x="132632" y="331222"/>
                  </a:lnTo>
                  <a:lnTo>
                    <a:pt x="137858" y="332159"/>
                  </a:lnTo>
                  <a:lnTo>
                    <a:pt x="143111" y="332929"/>
                  </a:lnTo>
                  <a:lnTo>
                    <a:pt x="148385" y="333532"/>
                  </a:lnTo>
                  <a:lnTo>
                    <a:pt x="153677" y="333968"/>
                  </a:lnTo>
                  <a:lnTo>
                    <a:pt x="158979" y="334235"/>
                  </a:lnTo>
                  <a:lnTo>
                    <a:pt x="164287" y="334334"/>
                  </a:lnTo>
                  <a:lnTo>
                    <a:pt x="169596" y="334264"/>
                  </a:lnTo>
                  <a:lnTo>
                    <a:pt x="174900" y="334025"/>
                  </a:lnTo>
                  <a:lnTo>
                    <a:pt x="180193" y="333619"/>
                  </a:lnTo>
                  <a:lnTo>
                    <a:pt x="185471" y="333044"/>
                  </a:lnTo>
                  <a:lnTo>
                    <a:pt x="190728" y="332302"/>
                  </a:lnTo>
                  <a:lnTo>
                    <a:pt x="195959" y="331393"/>
                  </a:lnTo>
                  <a:lnTo>
                    <a:pt x="201158" y="330319"/>
                  </a:lnTo>
                  <a:lnTo>
                    <a:pt x="206321" y="329080"/>
                  </a:lnTo>
                  <a:lnTo>
                    <a:pt x="211441" y="327678"/>
                  </a:lnTo>
                  <a:lnTo>
                    <a:pt x="216515" y="326114"/>
                  </a:lnTo>
                  <a:lnTo>
                    <a:pt x="221536" y="324390"/>
                  </a:lnTo>
                  <a:lnTo>
                    <a:pt x="226500" y="322507"/>
                  </a:lnTo>
                  <a:lnTo>
                    <a:pt x="231402" y="320468"/>
                  </a:lnTo>
                  <a:lnTo>
                    <a:pt x="236236" y="318273"/>
                  </a:lnTo>
                  <a:lnTo>
                    <a:pt x="240999" y="315927"/>
                  </a:lnTo>
                  <a:lnTo>
                    <a:pt x="245684" y="313430"/>
                  </a:lnTo>
                  <a:lnTo>
                    <a:pt x="250288" y="310786"/>
                  </a:lnTo>
                  <a:lnTo>
                    <a:pt x="254805" y="307997"/>
                  </a:lnTo>
                  <a:lnTo>
                    <a:pt x="259232" y="305066"/>
                  </a:lnTo>
                  <a:lnTo>
                    <a:pt x="263563" y="301996"/>
                  </a:lnTo>
                  <a:lnTo>
                    <a:pt x="267795" y="298789"/>
                  </a:lnTo>
                  <a:lnTo>
                    <a:pt x="271923" y="295451"/>
                  </a:lnTo>
                  <a:lnTo>
                    <a:pt x="275943" y="291982"/>
                  </a:lnTo>
                  <a:lnTo>
                    <a:pt x="279850" y="288388"/>
                  </a:lnTo>
                  <a:lnTo>
                    <a:pt x="283641" y="284671"/>
                  </a:lnTo>
                  <a:lnTo>
                    <a:pt x="287313" y="280836"/>
                  </a:lnTo>
                  <a:lnTo>
                    <a:pt x="290861" y="276887"/>
                  </a:lnTo>
                  <a:lnTo>
                    <a:pt x="294281" y="272826"/>
                  </a:lnTo>
                  <a:lnTo>
                    <a:pt x="297571" y="268660"/>
                  </a:lnTo>
                  <a:lnTo>
                    <a:pt x="300727" y="264390"/>
                  </a:lnTo>
                  <a:lnTo>
                    <a:pt x="303746" y="260023"/>
                  </a:lnTo>
                  <a:lnTo>
                    <a:pt x="306624" y="255562"/>
                  </a:lnTo>
                  <a:lnTo>
                    <a:pt x="309360" y="251012"/>
                  </a:lnTo>
                  <a:lnTo>
                    <a:pt x="311949" y="246377"/>
                  </a:lnTo>
                  <a:lnTo>
                    <a:pt x="314390" y="241662"/>
                  </a:lnTo>
                  <a:lnTo>
                    <a:pt x="316681" y="236873"/>
                  </a:lnTo>
                  <a:lnTo>
                    <a:pt x="318817" y="232012"/>
                  </a:lnTo>
                  <a:lnTo>
                    <a:pt x="320799" y="227087"/>
                  </a:lnTo>
                  <a:lnTo>
                    <a:pt x="322623" y="222101"/>
                  </a:lnTo>
                  <a:lnTo>
                    <a:pt x="324288" y="217060"/>
                  </a:lnTo>
                  <a:lnTo>
                    <a:pt x="325792" y="211968"/>
                  </a:lnTo>
                  <a:lnTo>
                    <a:pt x="327133" y="206831"/>
                  </a:lnTo>
                  <a:lnTo>
                    <a:pt x="328311" y="201654"/>
                  </a:lnTo>
                  <a:lnTo>
                    <a:pt x="329323" y="196443"/>
                  </a:lnTo>
                  <a:lnTo>
                    <a:pt x="330170" y="191202"/>
                  </a:lnTo>
                  <a:lnTo>
                    <a:pt x="330850" y="185936"/>
                  </a:lnTo>
                  <a:lnTo>
                    <a:pt x="331362" y="180652"/>
                  </a:lnTo>
                  <a:lnTo>
                    <a:pt x="331706" y="175354"/>
                  </a:lnTo>
                  <a:lnTo>
                    <a:pt x="331882" y="170048"/>
                  </a:lnTo>
                  <a:lnTo>
                    <a:pt x="331889" y="164739"/>
                  </a:lnTo>
                  <a:lnTo>
                    <a:pt x="331728" y="159432"/>
                  </a:lnTo>
                  <a:lnTo>
                    <a:pt x="331398" y="154133"/>
                  </a:lnTo>
                  <a:lnTo>
                    <a:pt x="330900" y="148847"/>
                  </a:lnTo>
                  <a:lnTo>
                    <a:pt x="330235" y="143580"/>
                  </a:lnTo>
                  <a:lnTo>
                    <a:pt x="329402" y="138337"/>
                  </a:lnTo>
                  <a:lnTo>
                    <a:pt x="328404" y="133122"/>
                  </a:lnTo>
                  <a:lnTo>
                    <a:pt x="327240" y="127942"/>
                  </a:lnTo>
                  <a:lnTo>
                    <a:pt x="325912" y="122802"/>
                  </a:lnTo>
                  <a:lnTo>
                    <a:pt x="324422" y="117706"/>
                  </a:lnTo>
                  <a:lnTo>
                    <a:pt x="322771" y="112660"/>
                  </a:lnTo>
                  <a:lnTo>
                    <a:pt x="320960" y="107669"/>
                  </a:lnTo>
                  <a:lnTo>
                    <a:pt x="318992" y="102739"/>
                  </a:lnTo>
                  <a:lnTo>
                    <a:pt x="316869" y="97873"/>
                  </a:lnTo>
                  <a:lnTo>
                    <a:pt x="314591" y="93077"/>
                  </a:lnTo>
                  <a:lnTo>
                    <a:pt x="312163" y="88356"/>
                  </a:lnTo>
                  <a:lnTo>
                    <a:pt x="309586" y="83714"/>
                  </a:lnTo>
                  <a:lnTo>
                    <a:pt x="306863" y="79156"/>
                  </a:lnTo>
                  <a:lnTo>
                    <a:pt x="303996" y="74688"/>
                  </a:lnTo>
                  <a:lnTo>
                    <a:pt x="300990" y="70312"/>
                  </a:lnTo>
                  <a:lnTo>
                    <a:pt x="297845" y="66034"/>
                  </a:lnTo>
                  <a:lnTo>
                    <a:pt x="294567" y="61858"/>
                  </a:lnTo>
                  <a:lnTo>
                    <a:pt x="291157" y="57789"/>
                  </a:lnTo>
                  <a:lnTo>
                    <a:pt x="287620" y="53830"/>
                  </a:lnTo>
                  <a:lnTo>
                    <a:pt x="283959" y="49985"/>
                  </a:lnTo>
                  <a:lnTo>
                    <a:pt x="280178" y="46258"/>
                  </a:lnTo>
                  <a:lnTo>
                    <a:pt x="276280" y="42653"/>
                  </a:lnTo>
                  <a:lnTo>
                    <a:pt x="272270" y="39174"/>
                  </a:lnTo>
                  <a:lnTo>
                    <a:pt x="268151" y="35824"/>
                  </a:lnTo>
                  <a:lnTo>
                    <a:pt x="263928" y="32606"/>
                  </a:lnTo>
                  <a:lnTo>
                    <a:pt x="259605" y="29524"/>
                  </a:lnTo>
                  <a:lnTo>
                    <a:pt x="255186" y="26581"/>
                  </a:lnTo>
                  <a:lnTo>
                    <a:pt x="250676" y="23780"/>
                  </a:lnTo>
                  <a:lnTo>
                    <a:pt x="246080" y="21123"/>
                  </a:lnTo>
                  <a:lnTo>
                    <a:pt x="241401" y="18614"/>
                  </a:lnTo>
                  <a:lnTo>
                    <a:pt x="236645" y="16255"/>
                  </a:lnTo>
                  <a:lnTo>
                    <a:pt x="231816" y="14047"/>
                  </a:lnTo>
                  <a:lnTo>
                    <a:pt x="226920" y="11994"/>
                  </a:lnTo>
                  <a:lnTo>
                    <a:pt x="221961" y="10098"/>
                  </a:lnTo>
                  <a:lnTo>
                    <a:pt x="216945" y="8360"/>
                  </a:lnTo>
                  <a:lnTo>
                    <a:pt x="211875" y="6783"/>
                  </a:lnTo>
                  <a:lnTo>
                    <a:pt x="206759" y="5367"/>
                  </a:lnTo>
                  <a:lnTo>
                    <a:pt x="201599" y="4114"/>
                  </a:lnTo>
                  <a:lnTo>
                    <a:pt x="196403" y="3026"/>
                  </a:lnTo>
                  <a:lnTo>
                    <a:pt x="191175" y="2103"/>
                  </a:lnTo>
                  <a:lnTo>
                    <a:pt x="185920" y="1347"/>
                  </a:lnTo>
                  <a:lnTo>
                    <a:pt x="180643" y="758"/>
                  </a:lnTo>
                  <a:lnTo>
                    <a:pt x="175351" y="337"/>
                  </a:lnTo>
                  <a:lnTo>
                    <a:pt x="170048" y="84"/>
                  </a:lnTo>
                  <a:lnTo>
                    <a:pt x="164740" y="0"/>
                  </a:lnTo>
                  <a:lnTo>
                    <a:pt x="1647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61023" y="5399291"/>
              <a:ext cx="25191" cy="167167"/>
            </a:xfrm>
            <a:custGeom>
              <a:avLst/>
              <a:pathLst>
                <a:path w="25191" h="167167">
                  <a:moveTo>
                    <a:pt x="25191" y="0"/>
                  </a:moveTo>
                  <a:lnTo>
                    <a:pt x="16766" y="212"/>
                  </a:lnTo>
                  <a:lnTo>
                    <a:pt x="8361" y="849"/>
                  </a:lnTo>
                  <a:lnTo>
                    <a:pt x="0" y="1909"/>
                  </a:lnTo>
                  <a:lnTo>
                    <a:pt x="251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1023" y="5401200"/>
              <a:ext cx="25191" cy="165258"/>
            </a:xfrm>
            <a:custGeom>
              <a:avLst/>
              <a:pathLst>
                <a:path w="25191" h="165258">
                  <a:moveTo>
                    <a:pt x="0" y="0"/>
                  </a:moveTo>
                  <a:lnTo>
                    <a:pt x="25191" y="1652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1023" y="5401200"/>
              <a:ext cx="25191" cy="165258"/>
            </a:xfrm>
            <a:custGeom>
              <a:avLst/>
              <a:pathLst>
                <a:path w="25191" h="165258">
                  <a:moveTo>
                    <a:pt x="0" y="0"/>
                  </a:moveTo>
                  <a:lnTo>
                    <a:pt x="25191" y="1652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1023" y="5401200"/>
              <a:ext cx="25191" cy="165258"/>
            </a:xfrm>
            <a:custGeom>
              <a:avLst/>
              <a:pathLst>
                <a:path w="25191" h="165258">
                  <a:moveTo>
                    <a:pt x="0" y="0"/>
                  </a:moveTo>
                  <a:lnTo>
                    <a:pt x="25191" y="1652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1023" y="5401200"/>
              <a:ext cx="25191" cy="165258"/>
            </a:xfrm>
            <a:custGeom>
              <a:avLst/>
              <a:pathLst>
                <a:path w="25191" h="165258">
                  <a:moveTo>
                    <a:pt x="0" y="0"/>
                  </a:moveTo>
                  <a:lnTo>
                    <a:pt x="25191" y="1652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1023" y="5401200"/>
              <a:ext cx="25191" cy="165258"/>
            </a:xfrm>
            <a:custGeom>
              <a:avLst/>
              <a:pathLst>
                <a:path w="25191" h="165258">
                  <a:moveTo>
                    <a:pt x="0" y="0"/>
                  </a:moveTo>
                  <a:lnTo>
                    <a:pt x="25191" y="1652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1023" y="5401200"/>
              <a:ext cx="25191" cy="165258"/>
            </a:xfrm>
            <a:custGeom>
              <a:avLst/>
              <a:pathLst>
                <a:path w="25191" h="165258">
                  <a:moveTo>
                    <a:pt x="0" y="0"/>
                  </a:moveTo>
                  <a:lnTo>
                    <a:pt x="25191" y="1652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319049" y="5401200"/>
              <a:ext cx="334329" cy="332409"/>
            </a:xfrm>
            <a:custGeom>
              <a:avLst/>
              <a:pathLst>
                <a:path w="334329" h="332409">
                  <a:moveTo>
                    <a:pt x="141974" y="0"/>
                  </a:moveTo>
                  <a:lnTo>
                    <a:pt x="136761" y="879"/>
                  </a:lnTo>
                  <a:lnTo>
                    <a:pt x="131579" y="1922"/>
                  </a:lnTo>
                  <a:lnTo>
                    <a:pt x="126432" y="3129"/>
                  </a:lnTo>
                  <a:lnTo>
                    <a:pt x="121326" y="4498"/>
                  </a:lnTo>
                  <a:lnTo>
                    <a:pt x="116266" y="6028"/>
                  </a:lnTo>
                  <a:lnTo>
                    <a:pt x="111256" y="7717"/>
                  </a:lnTo>
                  <a:lnTo>
                    <a:pt x="106303" y="9564"/>
                  </a:lnTo>
                  <a:lnTo>
                    <a:pt x="101410" y="11566"/>
                  </a:lnTo>
                  <a:lnTo>
                    <a:pt x="96584" y="13722"/>
                  </a:lnTo>
                  <a:lnTo>
                    <a:pt x="91827" y="16030"/>
                  </a:lnTo>
                  <a:lnTo>
                    <a:pt x="87147" y="18486"/>
                  </a:lnTo>
                  <a:lnTo>
                    <a:pt x="82546" y="21090"/>
                  </a:lnTo>
                  <a:lnTo>
                    <a:pt x="78030" y="23838"/>
                  </a:lnTo>
                  <a:lnTo>
                    <a:pt x="73603" y="26727"/>
                  </a:lnTo>
                  <a:lnTo>
                    <a:pt x="69269" y="29754"/>
                  </a:lnTo>
                  <a:lnTo>
                    <a:pt x="65033" y="32918"/>
                  </a:lnTo>
                  <a:lnTo>
                    <a:pt x="60900" y="36213"/>
                  </a:lnTo>
                  <a:lnTo>
                    <a:pt x="56873" y="39638"/>
                  </a:lnTo>
                  <a:lnTo>
                    <a:pt x="52956" y="43188"/>
                  </a:lnTo>
                  <a:lnTo>
                    <a:pt x="49153" y="46860"/>
                  </a:lnTo>
                  <a:lnTo>
                    <a:pt x="45469" y="50651"/>
                  </a:lnTo>
                  <a:lnTo>
                    <a:pt x="41906" y="54556"/>
                  </a:lnTo>
                  <a:lnTo>
                    <a:pt x="38468" y="58572"/>
                  </a:lnTo>
                  <a:lnTo>
                    <a:pt x="35159" y="62695"/>
                  </a:lnTo>
                  <a:lnTo>
                    <a:pt x="31982" y="66920"/>
                  </a:lnTo>
                  <a:lnTo>
                    <a:pt x="28940" y="71244"/>
                  </a:lnTo>
                  <a:lnTo>
                    <a:pt x="26037" y="75662"/>
                  </a:lnTo>
                  <a:lnTo>
                    <a:pt x="23274" y="80169"/>
                  </a:lnTo>
                  <a:lnTo>
                    <a:pt x="20656" y="84761"/>
                  </a:lnTo>
                  <a:lnTo>
                    <a:pt x="18184" y="89434"/>
                  </a:lnTo>
                  <a:lnTo>
                    <a:pt x="15861" y="94183"/>
                  </a:lnTo>
                  <a:lnTo>
                    <a:pt x="13689" y="99002"/>
                  </a:lnTo>
                  <a:lnTo>
                    <a:pt x="11671" y="103888"/>
                  </a:lnTo>
                  <a:lnTo>
                    <a:pt x="9808" y="108836"/>
                  </a:lnTo>
                  <a:lnTo>
                    <a:pt x="8103" y="113840"/>
                  </a:lnTo>
                  <a:lnTo>
                    <a:pt x="6556" y="118895"/>
                  </a:lnTo>
                  <a:lnTo>
                    <a:pt x="5171" y="123996"/>
                  </a:lnTo>
                  <a:lnTo>
                    <a:pt x="3947" y="129139"/>
                  </a:lnTo>
                  <a:lnTo>
                    <a:pt x="2887" y="134318"/>
                  </a:lnTo>
                  <a:lnTo>
                    <a:pt x="1990" y="139528"/>
                  </a:lnTo>
                  <a:lnTo>
                    <a:pt x="1259" y="144764"/>
                  </a:lnTo>
                  <a:lnTo>
                    <a:pt x="694" y="150020"/>
                  </a:lnTo>
                  <a:lnTo>
                    <a:pt x="296" y="155291"/>
                  </a:lnTo>
                  <a:lnTo>
                    <a:pt x="64" y="160572"/>
                  </a:lnTo>
                  <a:lnTo>
                    <a:pt x="0" y="165858"/>
                  </a:lnTo>
                  <a:lnTo>
                    <a:pt x="102" y="171144"/>
                  </a:lnTo>
                  <a:lnTo>
                    <a:pt x="372" y="176423"/>
                  </a:lnTo>
                  <a:lnTo>
                    <a:pt x="808" y="181692"/>
                  </a:lnTo>
                  <a:lnTo>
                    <a:pt x="1411" y="186944"/>
                  </a:lnTo>
                  <a:lnTo>
                    <a:pt x="2180" y="192174"/>
                  </a:lnTo>
                  <a:lnTo>
                    <a:pt x="3113" y="197377"/>
                  </a:lnTo>
                  <a:lnTo>
                    <a:pt x="4211" y="202548"/>
                  </a:lnTo>
                  <a:lnTo>
                    <a:pt x="5471" y="207682"/>
                  </a:lnTo>
                  <a:lnTo>
                    <a:pt x="6894" y="212774"/>
                  </a:lnTo>
                  <a:lnTo>
                    <a:pt x="8476" y="217818"/>
                  </a:lnTo>
                  <a:lnTo>
                    <a:pt x="10217" y="222809"/>
                  </a:lnTo>
                  <a:lnTo>
                    <a:pt x="12116" y="227743"/>
                  </a:lnTo>
                  <a:lnTo>
                    <a:pt x="14169" y="232614"/>
                  </a:lnTo>
                  <a:lnTo>
                    <a:pt x="16375" y="237418"/>
                  </a:lnTo>
                  <a:lnTo>
                    <a:pt x="18732" y="242150"/>
                  </a:lnTo>
                  <a:lnTo>
                    <a:pt x="21238" y="246805"/>
                  </a:lnTo>
                  <a:lnTo>
                    <a:pt x="23889" y="251379"/>
                  </a:lnTo>
                  <a:lnTo>
                    <a:pt x="26684" y="255866"/>
                  </a:lnTo>
                  <a:lnTo>
                    <a:pt x="29619" y="260263"/>
                  </a:lnTo>
                  <a:lnTo>
                    <a:pt x="32692" y="264564"/>
                  </a:lnTo>
                  <a:lnTo>
                    <a:pt x="35899" y="268767"/>
                  </a:lnTo>
                  <a:lnTo>
                    <a:pt x="39238" y="272865"/>
                  </a:lnTo>
                  <a:lnTo>
                    <a:pt x="42704" y="276857"/>
                  </a:lnTo>
                  <a:lnTo>
                    <a:pt x="46295" y="280736"/>
                  </a:lnTo>
                  <a:lnTo>
                    <a:pt x="50007" y="284500"/>
                  </a:lnTo>
                  <a:lnTo>
                    <a:pt x="53836" y="288145"/>
                  </a:lnTo>
                  <a:lnTo>
                    <a:pt x="57778" y="291667"/>
                  </a:lnTo>
                  <a:lnTo>
                    <a:pt x="61830" y="295063"/>
                  </a:lnTo>
                  <a:lnTo>
                    <a:pt x="65987" y="298329"/>
                  </a:lnTo>
                  <a:lnTo>
                    <a:pt x="70245" y="301461"/>
                  </a:lnTo>
                  <a:lnTo>
                    <a:pt x="74600" y="304458"/>
                  </a:lnTo>
                  <a:lnTo>
                    <a:pt x="79048" y="307315"/>
                  </a:lnTo>
                  <a:lnTo>
                    <a:pt x="83584" y="310030"/>
                  </a:lnTo>
                  <a:lnTo>
                    <a:pt x="88203" y="312601"/>
                  </a:lnTo>
                  <a:lnTo>
                    <a:pt x="92902" y="315024"/>
                  </a:lnTo>
                  <a:lnTo>
                    <a:pt x="97674" y="317297"/>
                  </a:lnTo>
                  <a:lnTo>
                    <a:pt x="102517" y="319418"/>
                  </a:lnTo>
                  <a:lnTo>
                    <a:pt x="107423" y="321385"/>
                  </a:lnTo>
                  <a:lnTo>
                    <a:pt x="112390" y="323196"/>
                  </a:lnTo>
                  <a:lnTo>
                    <a:pt x="117411" y="324849"/>
                  </a:lnTo>
                  <a:lnTo>
                    <a:pt x="122482" y="326343"/>
                  </a:lnTo>
                  <a:lnTo>
                    <a:pt x="127598" y="327675"/>
                  </a:lnTo>
                  <a:lnTo>
                    <a:pt x="132753" y="328845"/>
                  </a:lnTo>
                  <a:lnTo>
                    <a:pt x="137943" y="329851"/>
                  </a:lnTo>
                  <a:lnTo>
                    <a:pt x="143162" y="330693"/>
                  </a:lnTo>
                  <a:lnTo>
                    <a:pt x="148405" y="331369"/>
                  </a:lnTo>
                  <a:lnTo>
                    <a:pt x="153667" y="331879"/>
                  </a:lnTo>
                  <a:lnTo>
                    <a:pt x="158942" y="332223"/>
                  </a:lnTo>
                  <a:lnTo>
                    <a:pt x="164226" y="332399"/>
                  </a:lnTo>
                  <a:lnTo>
                    <a:pt x="169512" y="332409"/>
                  </a:lnTo>
                  <a:lnTo>
                    <a:pt x="174796" y="332251"/>
                  </a:lnTo>
                  <a:lnTo>
                    <a:pt x="180072" y="331926"/>
                  </a:lnTo>
                  <a:lnTo>
                    <a:pt x="185336" y="331435"/>
                  </a:lnTo>
                  <a:lnTo>
                    <a:pt x="190581" y="330777"/>
                  </a:lnTo>
                  <a:lnTo>
                    <a:pt x="195803" y="329954"/>
                  </a:lnTo>
                  <a:lnTo>
                    <a:pt x="200996" y="328966"/>
                  </a:lnTo>
                  <a:lnTo>
                    <a:pt x="206156" y="327815"/>
                  </a:lnTo>
                  <a:lnTo>
                    <a:pt x="211276" y="326501"/>
                  </a:lnTo>
                  <a:lnTo>
                    <a:pt x="216353" y="325025"/>
                  </a:lnTo>
                  <a:lnTo>
                    <a:pt x="221380" y="323390"/>
                  </a:lnTo>
                  <a:lnTo>
                    <a:pt x="226353" y="321597"/>
                  </a:lnTo>
                  <a:lnTo>
                    <a:pt x="231267" y="319647"/>
                  </a:lnTo>
                  <a:lnTo>
                    <a:pt x="236116" y="317543"/>
                  </a:lnTo>
                  <a:lnTo>
                    <a:pt x="240897" y="315287"/>
                  </a:lnTo>
                  <a:lnTo>
                    <a:pt x="245604" y="312880"/>
                  </a:lnTo>
                  <a:lnTo>
                    <a:pt x="250233" y="310326"/>
                  </a:lnTo>
                  <a:lnTo>
                    <a:pt x="254778" y="307627"/>
                  </a:lnTo>
                  <a:lnTo>
                    <a:pt x="259236" y="304786"/>
                  </a:lnTo>
                  <a:lnTo>
                    <a:pt x="263602" y="301805"/>
                  </a:lnTo>
                  <a:lnTo>
                    <a:pt x="267871" y="298687"/>
                  </a:lnTo>
                  <a:lnTo>
                    <a:pt x="272040" y="295436"/>
                  </a:lnTo>
                  <a:lnTo>
                    <a:pt x="276103" y="292055"/>
                  </a:lnTo>
                  <a:lnTo>
                    <a:pt x="280058" y="288547"/>
                  </a:lnTo>
                  <a:lnTo>
                    <a:pt x="283900" y="284916"/>
                  </a:lnTo>
                  <a:lnTo>
                    <a:pt x="287625" y="281165"/>
                  </a:lnTo>
                  <a:lnTo>
                    <a:pt x="291230" y="277298"/>
                  </a:lnTo>
                  <a:lnTo>
                    <a:pt x="294710" y="273320"/>
                  </a:lnTo>
                  <a:lnTo>
                    <a:pt x="298064" y="269233"/>
                  </a:lnTo>
                  <a:lnTo>
                    <a:pt x="301286" y="265042"/>
                  </a:lnTo>
                  <a:lnTo>
                    <a:pt x="304374" y="260751"/>
                  </a:lnTo>
                  <a:lnTo>
                    <a:pt x="307325" y="256365"/>
                  </a:lnTo>
                  <a:lnTo>
                    <a:pt x="310135" y="251887"/>
                  </a:lnTo>
                  <a:lnTo>
                    <a:pt x="312803" y="247324"/>
                  </a:lnTo>
                  <a:lnTo>
                    <a:pt x="315325" y="242678"/>
                  </a:lnTo>
                  <a:lnTo>
                    <a:pt x="317699" y="237954"/>
                  </a:lnTo>
                  <a:lnTo>
                    <a:pt x="319922" y="233158"/>
                  </a:lnTo>
                  <a:lnTo>
                    <a:pt x="321993" y="228294"/>
                  </a:lnTo>
                  <a:lnTo>
                    <a:pt x="323909" y="223367"/>
                  </a:lnTo>
                  <a:lnTo>
                    <a:pt x="325668" y="218382"/>
                  </a:lnTo>
                  <a:lnTo>
                    <a:pt x="327268" y="213343"/>
                  </a:lnTo>
                  <a:lnTo>
                    <a:pt x="328709" y="208257"/>
                  </a:lnTo>
                  <a:lnTo>
                    <a:pt x="329987" y="203128"/>
                  </a:lnTo>
                  <a:lnTo>
                    <a:pt x="331103" y="197960"/>
                  </a:lnTo>
                  <a:lnTo>
                    <a:pt x="332055" y="192760"/>
                  </a:lnTo>
                  <a:lnTo>
                    <a:pt x="332843" y="187533"/>
                  </a:lnTo>
                  <a:lnTo>
                    <a:pt x="333464" y="182283"/>
                  </a:lnTo>
                  <a:lnTo>
                    <a:pt x="333919" y="177016"/>
                  </a:lnTo>
                  <a:lnTo>
                    <a:pt x="334208" y="171738"/>
                  </a:lnTo>
                  <a:lnTo>
                    <a:pt x="334329" y="166453"/>
                  </a:lnTo>
                  <a:lnTo>
                    <a:pt x="334283" y="161167"/>
                  </a:lnTo>
                  <a:lnTo>
                    <a:pt x="334070" y="155884"/>
                  </a:lnTo>
                  <a:lnTo>
                    <a:pt x="333690" y="150612"/>
                  </a:lnTo>
                  <a:lnTo>
                    <a:pt x="333144" y="145354"/>
                  </a:lnTo>
                  <a:lnTo>
                    <a:pt x="332432" y="140115"/>
                  </a:lnTo>
                  <a:lnTo>
                    <a:pt x="331554" y="134902"/>
                  </a:lnTo>
                  <a:lnTo>
                    <a:pt x="330512" y="129720"/>
                  </a:lnTo>
                  <a:lnTo>
                    <a:pt x="329307" y="124573"/>
                  </a:lnTo>
                  <a:lnTo>
                    <a:pt x="327939" y="119466"/>
                  </a:lnTo>
                  <a:lnTo>
                    <a:pt x="326411" y="114405"/>
                  </a:lnTo>
                  <a:lnTo>
                    <a:pt x="324723" y="109396"/>
                  </a:lnTo>
                  <a:lnTo>
                    <a:pt x="322878" y="104442"/>
                  </a:lnTo>
                  <a:lnTo>
                    <a:pt x="320877" y="99548"/>
                  </a:lnTo>
                  <a:lnTo>
                    <a:pt x="318723" y="94721"/>
                  </a:lnTo>
                  <a:lnTo>
                    <a:pt x="316417" y="89964"/>
                  </a:lnTo>
                  <a:lnTo>
                    <a:pt x="313961" y="85283"/>
                  </a:lnTo>
                  <a:lnTo>
                    <a:pt x="311359" y="80681"/>
                  </a:lnTo>
                  <a:lnTo>
                    <a:pt x="308613" y="76164"/>
                  </a:lnTo>
                  <a:lnTo>
                    <a:pt x="305725" y="71736"/>
                  </a:lnTo>
                  <a:lnTo>
                    <a:pt x="302699" y="67402"/>
                  </a:lnTo>
                  <a:lnTo>
                    <a:pt x="299537" y="63165"/>
                  </a:lnTo>
                  <a:lnTo>
                    <a:pt x="296242" y="59031"/>
                  </a:lnTo>
                  <a:lnTo>
                    <a:pt x="292819" y="55002"/>
                  </a:lnTo>
                  <a:lnTo>
                    <a:pt x="289270" y="51084"/>
                  </a:lnTo>
                  <a:lnTo>
                    <a:pt x="285599" y="47281"/>
                  </a:lnTo>
                  <a:lnTo>
                    <a:pt x="281809" y="43595"/>
                  </a:lnTo>
                  <a:lnTo>
                    <a:pt x="277905" y="40031"/>
                  </a:lnTo>
                  <a:lnTo>
                    <a:pt x="273890" y="36592"/>
                  </a:lnTo>
                  <a:lnTo>
                    <a:pt x="269768" y="33282"/>
                  </a:lnTo>
                  <a:lnTo>
                    <a:pt x="265544" y="30103"/>
                  </a:lnTo>
                  <a:lnTo>
                    <a:pt x="261221" y="27060"/>
                  </a:lnTo>
                  <a:lnTo>
                    <a:pt x="256804" y="24155"/>
                  </a:lnTo>
                  <a:lnTo>
                    <a:pt x="252298" y="21392"/>
                  </a:lnTo>
                  <a:lnTo>
                    <a:pt x="247706" y="18772"/>
                  </a:lnTo>
                  <a:lnTo>
                    <a:pt x="243034" y="16298"/>
                  </a:lnTo>
                  <a:lnTo>
                    <a:pt x="238286" y="13974"/>
                  </a:lnTo>
                  <a:lnTo>
                    <a:pt x="233467" y="11801"/>
                  </a:lnTo>
                  <a:lnTo>
                    <a:pt x="228582" y="9781"/>
                  </a:lnTo>
                  <a:lnTo>
                    <a:pt x="223635" y="7917"/>
                  </a:lnTo>
                  <a:lnTo>
                    <a:pt x="218632" y="6210"/>
                  </a:lnTo>
                  <a:lnTo>
                    <a:pt x="213577" y="4662"/>
                  </a:lnTo>
                  <a:lnTo>
                    <a:pt x="208476" y="3275"/>
                  </a:lnTo>
                  <a:lnTo>
                    <a:pt x="203333" y="2050"/>
                  </a:lnTo>
                  <a:lnTo>
                    <a:pt x="198155" y="988"/>
                  </a:lnTo>
                  <a:lnTo>
                    <a:pt x="167166" y="1652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30988" cy="167167"/>
            </a:xfrm>
            <a:custGeom>
              <a:avLst/>
              <a:pathLst>
                <a:path w="30988" h="167167">
                  <a:moveTo>
                    <a:pt x="30988" y="2897"/>
                  </a:moveTo>
                  <a:lnTo>
                    <a:pt x="23300" y="1631"/>
                  </a:lnTo>
                  <a:lnTo>
                    <a:pt x="15562" y="725"/>
                  </a:lnTo>
                  <a:lnTo>
                    <a:pt x="7789" y="18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56381" y="5399291"/>
              <a:ext cx="167162" cy="285891"/>
            </a:xfrm>
            <a:custGeom>
              <a:avLst/>
              <a:pathLst>
                <a:path w="167162" h="285891">
                  <a:moveTo>
                    <a:pt x="167162" y="0"/>
                  </a:moveTo>
                  <a:lnTo>
                    <a:pt x="161830" y="85"/>
                  </a:lnTo>
                  <a:lnTo>
                    <a:pt x="156504" y="340"/>
                  </a:lnTo>
                  <a:lnTo>
                    <a:pt x="151189" y="764"/>
                  </a:lnTo>
                  <a:lnTo>
                    <a:pt x="145889" y="1359"/>
                  </a:lnTo>
                  <a:lnTo>
                    <a:pt x="140612" y="2121"/>
                  </a:lnTo>
                  <a:lnTo>
                    <a:pt x="135361" y="3052"/>
                  </a:lnTo>
                  <a:lnTo>
                    <a:pt x="130143" y="4150"/>
                  </a:lnTo>
                  <a:lnTo>
                    <a:pt x="124963" y="5414"/>
                  </a:lnTo>
                  <a:lnTo>
                    <a:pt x="119825" y="6842"/>
                  </a:lnTo>
                  <a:lnTo>
                    <a:pt x="114736" y="8433"/>
                  </a:lnTo>
                  <a:lnTo>
                    <a:pt x="109700" y="10186"/>
                  </a:lnTo>
                  <a:lnTo>
                    <a:pt x="104722" y="12099"/>
                  </a:lnTo>
                  <a:lnTo>
                    <a:pt x="99808" y="14169"/>
                  </a:lnTo>
                  <a:lnTo>
                    <a:pt x="94962" y="16395"/>
                  </a:lnTo>
                  <a:lnTo>
                    <a:pt x="90190" y="18775"/>
                  </a:lnTo>
                  <a:lnTo>
                    <a:pt x="85497" y="21305"/>
                  </a:lnTo>
                  <a:lnTo>
                    <a:pt x="80886" y="23984"/>
                  </a:lnTo>
                  <a:lnTo>
                    <a:pt x="76363" y="26808"/>
                  </a:lnTo>
                  <a:lnTo>
                    <a:pt x="71933" y="29776"/>
                  </a:lnTo>
                  <a:lnTo>
                    <a:pt x="67599" y="32883"/>
                  </a:lnTo>
                  <a:lnTo>
                    <a:pt x="63367" y="36127"/>
                  </a:lnTo>
                  <a:lnTo>
                    <a:pt x="59240" y="39504"/>
                  </a:lnTo>
                  <a:lnTo>
                    <a:pt x="55223" y="43011"/>
                  </a:lnTo>
                  <a:lnTo>
                    <a:pt x="51320" y="46644"/>
                  </a:lnTo>
                  <a:lnTo>
                    <a:pt x="47535" y="50401"/>
                  </a:lnTo>
                  <a:lnTo>
                    <a:pt x="43872" y="54275"/>
                  </a:lnTo>
                  <a:lnTo>
                    <a:pt x="40334" y="58265"/>
                  </a:lnTo>
                  <a:lnTo>
                    <a:pt x="36925" y="62366"/>
                  </a:lnTo>
                  <a:lnTo>
                    <a:pt x="33649" y="66573"/>
                  </a:lnTo>
                  <a:lnTo>
                    <a:pt x="30508" y="70882"/>
                  </a:lnTo>
                  <a:lnTo>
                    <a:pt x="27507" y="75290"/>
                  </a:lnTo>
                  <a:lnTo>
                    <a:pt x="24648" y="79791"/>
                  </a:lnTo>
                  <a:lnTo>
                    <a:pt x="21933" y="84381"/>
                  </a:lnTo>
                  <a:lnTo>
                    <a:pt x="19367" y="89055"/>
                  </a:lnTo>
                  <a:lnTo>
                    <a:pt x="16951" y="93808"/>
                  </a:lnTo>
                  <a:lnTo>
                    <a:pt x="14687" y="98637"/>
                  </a:lnTo>
                  <a:lnTo>
                    <a:pt x="12579" y="103534"/>
                  </a:lnTo>
                  <a:lnTo>
                    <a:pt x="10628" y="108497"/>
                  </a:lnTo>
                  <a:lnTo>
                    <a:pt x="8837" y="113520"/>
                  </a:lnTo>
                  <a:lnTo>
                    <a:pt x="7206" y="118597"/>
                  </a:lnTo>
                  <a:lnTo>
                    <a:pt x="5738" y="123723"/>
                  </a:lnTo>
                  <a:lnTo>
                    <a:pt x="4435" y="128894"/>
                  </a:lnTo>
                  <a:lnTo>
                    <a:pt x="3297" y="134103"/>
                  </a:lnTo>
                  <a:lnTo>
                    <a:pt x="2326" y="139346"/>
                  </a:lnTo>
                  <a:lnTo>
                    <a:pt x="1522" y="144618"/>
                  </a:lnTo>
                  <a:lnTo>
                    <a:pt x="887" y="149912"/>
                  </a:lnTo>
                  <a:lnTo>
                    <a:pt x="422" y="155224"/>
                  </a:lnTo>
                  <a:lnTo>
                    <a:pt x="126" y="160549"/>
                  </a:lnTo>
                  <a:lnTo>
                    <a:pt x="0" y="165879"/>
                  </a:lnTo>
                  <a:lnTo>
                    <a:pt x="43" y="171212"/>
                  </a:lnTo>
                  <a:lnTo>
                    <a:pt x="258" y="176540"/>
                  </a:lnTo>
                  <a:lnTo>
                    <a:pt x="641" y="181858"/>
                  </a:lnTo>
                  <a:lnTo>
                    <a:pt x="1195" y="187162"/>
                  </a:lnTo>
                  <a:lnTo>
                    <a:pt x="1917" y="192445"/>
                  </a:lnTo>
                  <a:lnTo>
                    <a:pt x="2807" y="197703"/>
                  </a:lnTo>
                  <a:lnTo>
                    <a:pt x="3865" y="202929"/>
                  </a:lnTo>
                  <a:lnTo>
                    <a:pt x="5088" y="208119"/>
                  </a:lnTo>
                  <a:lnTo>
                    <a:pt x="6477" y="213268"/>
                  </a:lnTo>
                  <a:lnTo>
                    <a:pt x="8029" y="218369"/>
                  </a:lnTo>
                  <a:lnTo>
                    <a:pt x="9743" y="223419"/>
                  </a:lnTo>
                  <a:lnTo>
                    <a:pt x="11617" y="228411"/>
                  </a:lnTo>
                  <a:lnTo>
                    <a:pt x="13650" y="233341"/>
                  </a:lnTo>
                  <a:lnTo>
                    <a:pt x="15839" y="238203"/>
                  </a:lnTo>
                  <a:lnTo>
                    <a:pt x="18181" y="242994"/>
                  </a:lnTo>
                  <a:lnTo>
                    <a:pt x="20675" y="247707"/>
                  </a:lnTo>
                  <a:lnTo>
                    <a:pt x="23319" y="252338"/>
                  </a:lnTo>
                  <a:lnTo>
                    <a:pt x="26108" y="256882"/>
                  </a:lnTo>
                  <a:lnTo>
                    <a:pt x="29042" y="261335"/>
                  </a:lnTo>
                  <a:lnTo>
                    <a:pt x="32115" y="265693"/>
                  </a:lnTo>
                  <a:lnTo>
                    <a:pt x="35326" y="269950"/>
                  </a:lnTo>
                  <a:lnTo>
                    <a:pt x="38672" y="274102"/>
                  </a:lnTo>
                  <a:lnTo>
                    <a:pt x="42148" y="278146"/>
                  </a:lnTo>
                  <a:lnTo>
                    <a:pt x="45751" y="282077"/>
                  </a:lnTo>
                  <a:lnTo>
                    <a:pt x="49478" y="285891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05859" y="5566459"/>
              <a:ext cx="117684" cy="118723"/>
            </a:xfrm>
            <a:custGeom>
              <a:avLst/>
              <a:pathLst>
                <a:path w="117684" h="118723">
                  <a:moveTo>
                    <a:pt x="0" y="118723"/>
                  </a:moveTo>
                  <a:lnTo>
                    <a:pt x="1176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05859" y="5566459"/>
              <a:ext cx="117684" cy="118723"/>
            </a:xfrm>
            <a:custGeom>
              <a:avLst/>
              <a:pathLst>
                <a:path w="117684" h="118723">
                  <a:moveTo>
                    <a:pt x="0" y="118723"/>
                  </a:moveTo>
                  <a:lnTo>
                    <a:pt x="1176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05859" y="5566459"/>
              <a:ext cx="117684" cy="118723"/>
            </a:xfrm>
            <a:custGeom>
              <a:avLst/>
              <a:pathLst>
                <a:path w="117684" h="118723">
                  <a:moveTo>
                    <a:pt x="0" y="118723"/>
                  </a:moveTo>
                  <a:lnTo>
                    <a:pt x="1176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05859" y="5566459"/>
              <a:ext cx="117684" cy="118723"/>
            </a:xfrm>
            <a:custGeom>
              <a:avLst/>
              <a:pathLst>
                <a:path w="117684" h="118723">
                  <a:moveTo>
                    <a:pt x="0" y="118723"/>
                  </a:moveTo>
                  <a:lnTo>
                    <a:pt x="11768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05859" y="5566459"/>
              <a:ext cx="117684" cy="118723"/>
            </a:xfrm>
            <a:custGeom>
              <a:avLst/>
              <a:pathLst>
                <a:path w="117684" h="118723">
                  <a:moveTo>
                    <a:pt x="0" y="118723"/>
                  </a:moveTo>
                  <a:lnTo>
                    <a:pt x="11768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05859" y="5566459"/>
              <a:ext cx="117684" cy="156725"/>
            </a:xfrm>
            <a:custGeom>
              <a:avLst/>
              <a:pathLst>
                <a:path w="117684" h="156725">
                  <a:moveTo>
                    <a:pt x="0" y="118723"/>
                  </a:moveTo>
                  <a:lnTo>
                    <a:pt x="4284" y="122822"/>
                  </a:lnTo>
                  <a:lnTo>
                    <a:pt x="8712" y="126767"/>
                  </a:lnTo>
                  <a:lnTo>
                    <a:pt x="13276" y="130552"/>
                  </a:lnTo>
                  <a:lnTo>
                    <a:pt x="17972" y="134173"/>
                  </a:lnTo>
                  <a:lnTo>
                    <a:pt x="22793" y="137625"/>
                  </a:lnTo>
                  <a:lnTo>
                    <a:pt x="27734" y="140904"/>
                  </a:lnTo>
                  <a:lnTo>
                    <a:pt x="32788" y="144005"/>
                  </a:lnTo>
                  <a:lnTo>
                    <a:pt x="37949" y="146925"/>
                  </a:lnTo>
                  <a:lnTo>
                    <a:pt x="43210" y="149661"/>
                  </a:lnTo>
                  <a:lnTo>
                    <a:pt x="48564" y="152208"/>
                  </a:lnTo>
                  <a:lnTo>
                    <a:pt x="54006" y="154564"/>
                  </a:lnTo>
                  <a:lnTo>
                    <a:pt x="59528" y="156725"/>
                  </a:lnTo>
                  <a:lnTo>
                    <a:pt x="11768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65388" y="5399291"/>
              <a:ext cx="225309" cy="334332"/>
            </a:xfrm>
            <a:custGeom>
              <a:avLst/>
              <a:pathLst>
                <a:path w="225309" h="334332">
                  <a:moveTo>
                    <a:pt x="0" y="323892"/>
                  </a:moveTo>
                  <a:lnTo>
                    <a:pt x="5010" y="325662"/>
                  </a:lnTo>
                  <a:lnTo>
                    <a:pt x="10075" y="327271"/>
                  </a:lnTo>
                  <a:lnTo>
                    <a:pt x="15188" y="328718"/>
                  </a:lnTo>
                  <a:lnTo>
                    <a:pt x="20345" y="330002"/>
                  </a:lnTo>
                  <a:lnTo>
                    <a:pt x="25539" y="331122"/>
                  </a:lnTo>
                  <a:lnTo>
                    <a:pt x="30767" y="332076"/>
                  </a:lnTo>
                  <a:lnTo>
                    <a:pt x="36023" y="332863"/>
                  </a:lnTo>
                  <a:lnTo>
                    <a:pt x="41300" y="333482"/>
                  </a:lnTo>
                  <a:lnTo>
                    <a:pt x="46595" y="333934"/>
                  </a:lnTo>
                  <a:lnTo>
                    <a:pt x="51902" y="334217"/>
                  </a:lnTo>
                  <a:lnTo>
                    <a:pt x="57215" y="334332"/>
                  </a:lnTo>
                  <a:lnTo>
                    <a:pt x="62528" y="334277"/>
                  </a:lnTo>
                  <a:lnTo>
                    <a:pt x="67838" y="334054"/>
                  </a:lnTo>
                  <a:lnTo>
                    <a:pt x="73137" y="333662"/>
                  </a:lnTo>
                  <a:lnTo>
                    <a:pt x="78422" y="333101"/>
                  </a:lnTo>
                  <a:lnTo>
                    <a:pt x="83686" y="332373"/>
                  </a:lnTo>
                  <a:lnTo>
                    <a:pt x="88924" y="331478"/>
                  </a:lnTo>
                  <a:lnTo>
                    <a:pt x="94131" y="330417"/>
                  </a:lnTo>
                  <a:lnTo>
                    <a:pt x="99301" y="329192"/>
                  </a:lnTo>
                  <a:lnTo>
                    <a:pt x="104431" y="327802"/>
                  </a:lnTo>
                  <a:lnTo>
                    <a:pt x="109513" y="326250"/>
                  </a:lnTo>
                  <a:lnTo>
                    <a:pt x="114543" y="324537"/>
                  </a:lnTo>
                  <a:lnTo>
                    <a:pt x="119517" y="322665"/>
                  </a:lnTo>
                  <a:lnTo>
                    <a:pt x="124428" y="320636"/>
                  </a:lnTo>
                  <a:lnTo>
                    <a:pt x="129273" y="318452"/>
                  </a:lnTo>
                  <a:lnTo>
                    <a:pt x="134046" y="316115"/>
                  </a:lnTo>
                  <a:lnTo>
                    <a:pt x="138741" y="313628"/>
                  </a:lnTo>
                  <a:lnTo>
                    <a:pt x="143356" y="310993"/>
                  </a:lnTo>
                  <a:lnTo>
                    <a:pt x="147884" y="308212"/>
                  </a:lnTo>
                  <a:lnTo>
                    <a:pt x="152322" y="305289"/>
                  </a:lnTo>
                  <a:lnTo>
                    <a:pt x="156665" y="302226"/>
                  </a:lnTo>
                  <a:lnTo>
                    <a:pt x="160908" y="299026"/>
                  </a:lnTo>
                  <a:lnTo>
                    <a:pt x="165047" y="295694"/>
                  </a:lnTo>
                  <a:lnTo>
                    <a:pt x="169078" y="292231"/>
                  </a:lnTo>
                  <a:lnTo>
                    <a:pt x="172997" y="288643"/>
                  </a:lnTo>
                  <a:lnTo>
                    <a:pt x="176800" y="284931"/>
                  </a:lnTo>
                  <a:lnTo>
                    <a:pt x="180483" y="281100"/>
                  </a:lnTo>
                  <a:lnTo>
                    <a:pt x="184043" y="277155"/>
                  </a:lnTo>
                  <a:lnTo>
                    <a:pt x="187475" y="273098"/>
                  </a:lnTo>
                  <a:lnTo>
                    <a:pt x="190777" y="268934"/>
                  </a:lnTo>
                  <a:lnTo>
                    <a:pt x="193945" y="264667"/>
                  </a:lnTo>
                  <a:lnTo>
                    <a:pt x="196975" y="260302"/>
                  </a:lnTo>
                  <a:lnTo>
                    <a:pt x="199865" y="255842"/>
                  </a:lnTo>
                  <a:lnTo>
                    <a:pt x="202612" y="251293"/>
                  </a:lnTo>
                  <a:lnTo>
                    <a:pt x="205213" y="246659"/>
                  </a:lnTo>
                  <a:lnTo>
                    <a:pt x="207665" y="241945"/>
                  </a:lnTo>
                  <a:lnTo>
                    <a:pt x="209967" y="237155"/>
                  </a:lnTo>
                  <a:lnTo>
                    <a:pt x="212114" y="232294"/>
                  </a:lnTo>
                  <a:lnTo>
                    <a:pt x="214107" y="227368"/>
                  </a:lnTo>
                  <a:lnTo>
                    <a:pt x="215941" y="222381"/>
                  </a:lnTo>
                  <a:lnTo>
                    <a:pt x="217617" y="217338"/>
                  </a:lnTo>
                  <a:lnTo>
                    <a:pt x="219131" y="212244"/>
                  </a:lnTo>
                  <a:lnTo>
                    <a:pt x="220482" y="207104"/>
                  </a:lnTo>
                  <a:lnTo>
                    <a:pt x="221670" y="201925"/>
                  </a:lnTo>
                  <a:lnTo>
                    <a:pt x="222692" y="196710"/>
                  </a:lnTo>
                  <a:lnTo>
                    <a:pt x="223548" y="191465"/>
                  </a:lnTo>
                  <a:lnTo>
                    <a:pt x="224236" y="186196"/>
                  </a:lnTo>
                  <a:lnTo>
                    <a:pt x="224757" y="180908"/>
                  </a:lnTo>
                  <a:lnTo>
                    <a:pt x="225110" y="175605"/>
                  </a:lnTo>
                  <a:lnTo>
                    <a:pt x="225294" y="170294"/>
                  </a:lnTo>
                  <a:lnTo>
                    <a:pt x="225309" y="164980"/>
                  </a:lnTo>
                  <a:lnTo>
                    <a:pt x="225155" y="159669"/>
                  </a:lnTo>
                  <a:lnTo>
                    <a:pt x="224832" y="154364"/>
                  </a:lnTo>
                  <a:lnTo>
                    <a:pt x="224341" y="149073"/>
                  </a:lnTo>
                  <a:lnTo>
                    <a:pt x="223682" y="143800"/>
                  </a:lnTo>
                  <a:lnTo>
                    <a:pt x="222855" y="138551"/>
                  </a:lnTo>
                  <a:lnTo>
                    <a:pt x="221863" y="133330"/>
                  </a:lnTo>
                  <a:lnTo>
                    <a:pt x="220704" y="128144"/>
                  </a:lnTo>
                  <a:lnTo>
                    <a:pt x="219382" y="122997"/>
                  </a:lnTo>
                  <a:lnTo>
                    <a:pt x="217897" y="117895"/>
                  </a:lnTo>
                  <a:lnTo>
                    <a:pt x="216250" y="112842"/>
                  </a:lnTo>
                  <a:lnTo>
                    <a:pt x="214443" y="107845"/>
                  </a:lnTo>
                  <a:lnTo>
                    <a:pt x="212479" y="102907"/>
                  </a:lnTo>
                  <a:lnTo>
                    <a:pt x="210358" y="98034"/>
                  </a:lnTo>
                  <a:lnTo>
                    <a:pt x="208084" y="93232"/>
                  </a:lnTo>
                  <a:lnTo>
                    <a:pt x="205658" y="88504"/>
                  </a:lnTo>
                  <a:lnTo>
                    <a:pt x="203083" y="83855"/>
                  </a:lnTo>
                  <a:lnTo>
                    <a:pt x="200362" y="79291"/>
                  </a:lnTo>
                  <a:lnTo>
                    <a:pt x="197497" y="74815"/>
                  </a:lnTo>
                  <a:lnTo>
                    <a:pt x="194491" y="70433"/>
                  </a:lnTo>
                  <a:lnTo>
                    <a:pt x="191348" y="66148"/>
                  </a:lnTo>
                  <a:lnTo>
                    <a:pt x="188070" y="61966"/>
                  </a:lnTo>
                  <a:lnTo>
                    <a:pt x="184660" y="57890"/>
                  </a:lnTo>
                  <a:lnTo>
                    <a:pt x="181123" y="53924"/>
                  </a:lnTo>
                  <a:lnTo>
                    <a:pt x="177461" y="50073"/>
                  </a:lnTo>
                  <a:lnTo>
                    <a:pt x="173679" y="46340"/>
                  </a:lnTo>
                  <a:lnTo>
                    <a:pt x="169780" y="42729"/>
                  </a:lnTo>
                  <a:lnTo>
                    <a:pt x="165769" y="39244"/>
                  </a:lnTo>
                  <a:lnTo>
                    <a:pt x="161648" y="35888"/>
                  </a:lnTo>
                  <a:lnTo>
                    <a:pt x="157423" y="32665"/>
                  </a:lnTo>
                  <a:lnTo>
                    <a:pt x="153098" y="29578"/>
                  </a:lnTo>
                  <a:lnTo>
                    <a:pt x="148677" y="26629"/>
                  </a:lnTo>
                  <a:lnTo>
                    <a:pt x="144164" y="23823"/>
                  </a:lnTo>
                  <a:lnTo>
                    <a:pt x="139565" y="21162"/>
                  </a:lnTo>
                  <a:lnTo>
                    <a:pt x="134883" y="18648"/>
                  </a:lnTo>
                  <a:lnTo>
                    <a:pt x="130123" y="16284"/>
                  </a:lnTo>
                  <a:lnTo>
                    <a:pt x="125291" y="14073"/>
                  </a:lnTo>
                  <a:lnTo>
                    <a:pt x="120391" y="12016"/>
                  </a:lnTo>
                  <a:lnTo>
                    <a:pt x="115428" y="10117"/>
                  </a:lnTo>
                  <a:lnTo>
                    <a:pt x="110408" y="8376"/>
                  </a:lnTo>
                  <a:lnTo>
                    <a:pt x="105334" y="6795"/>
                  </a:lnTo>
                  <a:lnTo>
                    <a:pt x="100213" y="5377"/>
                  </a:lnTo>
                  <a:lnTo>
                    <a:pt x="95049" y="4122"/>
                  </a:lnTo>
                  <a:lnTo>
                    <a:pt x="89848" y="3031"/>
                  </a:lnTo>
                  <a:lnTo>
                    <a:pt x="84615" y="2107"/>
                  </a:lnTo>
                  <a:lnTo>
                    <a:pt x="79355" y="1349"/>
                  </a:lnTo>
                  <a:lnTo>
                    <a:pt x="74074" y="759"/>
                  </a:lnTo>
                  <a:lnTo>
                    <a:pt x="68777" y="337"/>
                  </a:lnTo>
                  <a:lnTo>
                    <a:pt x="63469" y="84"/>
                  </a:lnTo>
                  <a:lnTo>
                    <a:pt x="58155" y="0"/>
                  </a:lnTo>
                  <a:lnTo>
                    <a:pt x="58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79622" y="5269756"/>
              <a:ext cx="165636" cy="167167"/>
            </a:xfrm>
            <a:custGeom>
              <a:avLst/>
              <a:pathLst>
                <a:path w="165636" h="167167">
                  <a:moveTo>
                    <a:pt x="165636" y="0"/>
                  </a:moveTo>
                  <a:lnTo>
                    <a:pt x="160184" y="88"/>
                  </a:lnTo>
                  <a:lnTo>
                    <a:pt x="154737" y="355"/>
                  </a:lnTo>
                  <a:lnTo>
                    <a:pt x="149302" y="799"/>
                  </a:lnTo>
                  <a:lnTo>
                    <a:pt x="143885" y="1421"/>
                  </a:lnTo>
                  <a:lnTo>
                    <a:pt x="138490" y="2218"/>
                  </a:lnTo>
                  <a:lnTo>
                    <a:pt x="133125" y="3191"/>
                  </a:lnTo>
                  <a:lnTo>
                    <a:pt x="127794" y="4339"/>
                  </a:lnTo>
                  <a:lnTo>
                    <a:pt x="122503" y="5660"/>
                  </a:lnTo>
                  <a:lnTo>
                    <a:pt x="117259" y="7153"/>
                  </a:lnTo>
                  <a:lnTo>
                    <a:pt x="112065" y="8816"/>
                  </a:lnTo>
                  <a:lnTo>
                    <a:pt x="106929" y="10647"/>
                  </a:lnTo>
                  <a:lnTo>
                    <a:pt x="101855" y="12645"/>
                  </a:lnTo>
                  <a:lnTo>
                    <a:pt x="96849" y="14808"/>
                  </a:lnTo>
                  <a:lnTo>
                    <a:pt x="91917" y="17132"/>
                  </a:lnTo>
                  <a:lnTo>
                    <a:pt x="87062" y="19617"/>
                  </a:lnTo>
                  <a:lnTo>
                    <a:pt x="82292" y="22258"/>
                  </a:lnTo>
                  <a:lnTo>
                    <a:pt x="77610" y="25053"/>
                  </a:lnTo>
                  <a:lnTo>
                    <a:pt x="73021" y="28000"/>
                  </a:lnTo>
                  <a:lnTo>
                    <a:pt x="68531" y="31095"/>
                  </a:lnTo>
                  <a:lnTo>
                    <a:pt x="64145" y="34334"/>
                  </a:lnTo>
                  <a:lnTo>
                    <a:pt x="59867" y="37715"/>
                  </a:lnTo>
                  <a:lnTo>
                    <a:pt x="55701" y="41234"/>
                  </a:lnTo>
                  <a:lnTo>
                    <a:pt x="51652" y="44886"/>
                  </a:lnTo>
                  <a:lnTo>
                    <a:pt x="47724" y="48669"/>
                  </a:lnTo>
                  <a:lnTo>
                    <a:pt x="43922" y="52578"/>
                  </a:lnTo>
                  <a:lnTo>
                    <a:pt x="40249" y="56609"/>
                  </a:lnTo>
                  <a:lnTo>
                    <a:pt x="36710" y="60757"/>
                  </a:lnTo>
                  <a:lnTo>
                    <a:pt x="33308" y="65019"/>
                  </a:lnTo>
                  <a:lnTo>
                    <a:pt x="30047" y="69389"/>
                  </a:lnTo>
                  <a:lnTo>
                    <a:pt x="26930" y="73863"/>
                  </a:lnTo>
                  <a:lnTo>
                    <a:pt x="23960" y="78437"/>
                  </a:lnTo>
                  <a:lnTo>
                    <a:pt x="21142" y="83105"/>
                  </a:lnTo>
                  <a:lnTo>
                    <a:pt x="18477" y="87863"/>
                  </a:lnTo>
                  <a:lnTo>
                    <a:pt x="15969" y="92705"/>
                  </a:lnTo>
                  <a:lnTo>
                    <a:pt x="13620" y="97626"/>
                  </a:lnTo>
                  <a:lnTo>
                    <a:pt x="11432" y="102621"/>
                  </a:lnTo>
                  <a:lnTo>
                    <a:pt x="9409" y="107685"/>
                  </a:lnTo>
                  <a:lnTo>
                    <a:pt x="7552" y="112812"/>
                  </a:lnTo>
                  <a:lnTo>
                    <a:pt x="5863" y="117997"/>
                  </a:lnTo>
                  <a:lnTo>
                    <a:pt x="4345" y="123234"/>
                  </a:lnTo>
                  <a:lnTo>
                    <a:pt x="2998" y="128518"/>
                  </a:lnTo>
                  <a:lnTo>
                    <a:pt x="1824" y="133843"/>
                  </a:lnTo>
                  <a:lnTo>
                    <a:pt x="824" y="139204"/>
                  </a:lnTo>
                  <a:lnTo>
                    <a:pt x="0" y="144594"/>
                  </a:lnTo>
                  <a:lnTo>
                    <a:pt x="16563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9622" y="5414351"/>
              <a:ext cx="165636" cy="22572"/>
            </a:xfrm>
            <a:custGeom>
              <a:avLst/>
              <a:pathLst>
                <a:path w="165636" h="22572">
                  <a:moveTo>
                    <a:pt x="0" y="0"/>
                  </a:moveTo>
                  <a:lnTo>
                    <a:pt x="165636" y="22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9622" y="5414351"/>
              <a:ext cx="165636" cy="22572"/>
            </a:xfrm>
            <a:custGeom>
              <a:avLst/>
              <a:pathLst>
                <a:path w="165636" h="22572">
                  <a:moveTo>
                    <a:pt x="0" y="0"/>
                  </a:moveTo>
                  <a:lnTo>
                    <a:pt x="165636" y="22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9622" y="5414351"/>
              <a:ext cx="165636" cy="22572"/>
            </a:xfrm>
            <a:custGeom>
              <a:avLst/>
              <a:pathLst>
                <a:path w="165636" h="22572">
                  <a:moveTo>
                    <a:pt x="0" y="0"/>
                  </a:moveTo>
                  <a:lnTo>
                    <a:pt x="165636" y="225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9622" y="5414351"/>
              <a:ext cx="165636" cy="22572"/>
            </a:xfrm>
            <a:custGeom>
              <a:avLst/>
              <a:pathLst>
                <a:path w="165636" h="22572">
                  <a:moveTo>
                    <a:pt x="0" y="0"/>
                  </a:moveTo>
                  <a:lnTo>
                    <a:pt x="165636" y="225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78095" y="5414351"/>
              <a:ext cx="167163" cy="47473"/>
            </a:xfrm>
            <a:custGeom>
              <a:avLst/>
              <a:pathLst>
                <a:path w="167163" h="47473">
                  <a:moveTo>
                    <a:pt x="1526" y="0"/>
                  </a:moveTo>
                  <a:lnTo>
                    <a:pt x="828" y="5913"/>
                  </a:lnTo>
                  <a:lnTo>
                    <a:pt x="340" y="11847"/>
                  </a:lnTo>
                  <a:lnTo>
                    <a:pt x="64" y="17794"/>
                  </a:lnTo>
                  <a:lnTo>
                    <a:pt x="0" y="23748"/>
                  </a:lnTo>
                  <a:lnTo>
                    <a:pt x="147" y="29701"/>
                  </a:lnTo>
                  <a:lnTo>
                    <a:pt x="507" y="35644"/>
                  </a:lnTo>
                  <a:lnTo>
                    <a:pt x="1078" y="41571"/>
                  </a:lnTo>
                  <a:lnTo>
                    <a:pt x="1860" y="47473"/>
                  </a:lnTo>
                  <a:lnTo>
                    <a:pt x="167163" y="225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79956" y="5269756"/>
              <a:ext cx="332454" cy="334333"/>
            </a:xfrm>
            <a:custGeom>
              <a:avLst/>
              <a:pathLst>
                <a:path w="332454" h="334333">
                  <a:moveTo>
                    <a:pt x="0" y="192068"/>
                  </a:moveTo>
                  <a:lnTo>
                    <a:pt x="871" y="197293"/>
                  </a:lnTo>
                  <a:lnTo>
                    <a:pt x="1908" y="202487"/>
                  </a:lnTo>
                  <a:lnTo>
                    <a:pt x="3109" y="207646"/>
                  </a:lnTo>
                  <a:lnTo>
                    <a:pt x="4473" y="212764"/>
                  </a:lnTo>
                  <a:lnTo>
                    <a:pt x="5998" y="217836"/>
                  </a:lnTo>
                  <a:lnTo>
                    <a:pt x="7684" y="222858"/>
                  </a:lnTo>
                  <a:lnTo>
                    <a:pt x="9527" y="227823"/>
                  </a:lnTo>
                  <a:lnTo>
                    <a:pt x="11527" y="232728"/>
                  </a:lnTo>
                  <a:lnTo>
                    <a:pt x="13681" y="237567"/>
                  </a:lnTo>
                  <a:lnTo>
                    <a:pt x="15988" y="242335"/>
                  </a:lnTo>
                  <a:lnTo>
                    <a:pt x="18444" y="247028"/>
                  </a:lnTo>
                  <a:lnTo>
                    <a:pt x="21048" y="251640"/>
                  </a:lnTo>
                  <a:lnTo>
                    <a:pt x="23797" y="256168"/>
                  </a:lnTo>
                  <a:lnTo>
                    <a:pt x="26687" y="260607"/>
                  </a:lnTo>
                  <a:lnTo>
                    <a:pt x="29717" y="264951"/>
                  </a:lnTo>
                  <a:lnTo>
                    <a:pt x="32883" y="269198"/>
                  </a:lnTo>
                  <a:lnTo>
                    <a:pt x="36182" y="273341"/>
                  </a:lnTo>
                  <a:lnTo>
                    <a:pt x="39611" y="277379"/>
                  </a:lnTo>
                  <a:lnTo>
                    <a:pt x="43165" y="281306"/>
                  </a:lnTo>
                  <a:lnTo>
                    <a:pt x="46843" y="285118"/>
                  </a:lnTo>
                  <a:lnTo>
                    <a:pt x="50639" y="288812"/>
                  </a:lnTo>
                  <a:lnTo>
                    <a:pt x="54551" y="292383"/>
                  </a:lnTo>
                  <a:lnTo>
                    <a:pt x="58573" y="295829"/>
                  </a:lnTo>
                  <a:lnTo>
                    <a:pt x="62703" y="299146"/>
                  </a:lnTo>
                  <a:lnTo>
                    <a:pt x="66936" y="302330"/>
                  </a:lnTo>
                  <a:lnTo>
                    <a:pt x="71267" y="305378"/>
                  </a:lnTo>
                  <a:lnTo>
                    <a:pt x="75693" y="308288"/>
                  </a:lnTo>
                  <a:lnTo>
                    <a:pt x="80209" y="311056"/>
                  </a:lnTo>
                  <a:lnTo>
                    <a:pt x="84810" y="313680"/>
                  </a:lnTo>
                  <a:lnTo>
                    <a:pt x="89492" y="316156"/>
                  </a:lnTo>
                  <a:lnTo>
                    <a:pt x="94251" y="318483"/>
                  </a:lnTo>
                  <a:lnTo>
                    <a:pt x="99080" y="320658"/>
                  </a:lnTo>
                  <a:lnTo>
                    <a:pt x="103976" y="322679"/>
                  </a:lnTo>
                  <a:lnTo>
                    <a:pt x="108934" y="324544"/>
                  </a:lnTo>
                  <a:lnTo>
                    <a:pt x="113948" y="326251"/>
                  </a:lnTo>
                  <a:lnTo>
                    <a:pt x="119014" y="327798"/>
                  </a:lnTo>
                  <a:lnTo>
                    <a:pt x="124126" y="329184"/>
                  </a:lnTo>
                  <a:lnTo>
                    <a:pt x="129280" y="330407"/>
                  </a:lnTo>
                  <a:lnTo>
                    <a:pt x="134470" y="331466"/>
                  </a:lnTo>
                  <a:lnTo>
                    <a:pt x="139690" y="332361"/>
                  </a:lnTo>
                  <a:lnTo>
                    <a:pt x="144937" y="333089"/>
                  </a:lnTo>
                  <a:lnTo>
                    <a:pt x="150203" y="333651"/>
                  </a:lnTo>
                  <a:lnTo>
                    <a:pt x="155485" y="334046"/>
                  </a:lnTo>
                  <a:lnTo>
                    <a:pt x="160777" y="334273"/>
                  </a:lnTo>
                  <a:lnTo>
                    <a:pt x="166074" y="334333"/>
                  </a:lnTo>
                  <a:lnTo>
                    <a:pt x="171369" y="334224"/>
                  </a:lnTo>
                  <a:lnTo>
                    <a:pt x="176659" y="333948"/>
                  </a:lnTo>
                  <a:lnTo>
                    <a:pt x="181937" y="333505"/>
                  </a:lnTo>
                  <a:lnTo>
                    <a:pt x="187199" y="332894"/>
                  </a:lnTo>
                  <a:lnTo>
                    <a:pt x="192438" y="332117"/>
                  </a:lnTo>
                  <a:lnTo>
                    <a:pt x="197650" y="331175"/>
                  </a:lnTo>
                  <a:lnTo>
                    <a:pt x="202830" y="330068"/>
                  </a:lnTo>
                  <a:lnTo>
                    <a:pt x="207972" y="328797"/>
                  </a:lnTo>
                  <a:lnTo>
                    <a:pt x="213071" y="327364"/>
                  </a:lnTo>
                  <a:lnTo>
                    <a:pt x="218123" y="325770"/>
                  </a:lnTo>
                  <a:lnTo>
                    <a:pt x="223121" y="324017"/>
                  </a:lnTo>
                  <a:lnTo>
                    <a:pt x="228061" y="322106"/>
                  </a:lnTo>
                  <a:lnTo>
                    <a:pt x="232938" y="320040"/>
                  </a:lnTo>
                  <a:lnTo>
                    <a:pt x="237747" y="317821"/>
                  </a:lnTo>
                  <a:lnTo>
                    <a:pt x="242484" y="315450"/>
                  </a:lnTo>
                  <a:lnTo>
                    <a:pt x="247143" y="312930"/>
                  </a:lnTo>
                  <a:lnTo>
                    <a:pt x="251720" y="310264"/>
                  </a:lnTo>
                  <a:lnTo>
                    <a:pt x="256210" y="307455"/>
                  </a:lnTo>
                  <a:lnTo>
                    <a:pt x="260609" y="304504"/>
                  </a:lnTo>
                  <a:lnTo>
                    <a:pt x="264912" y="301416"/>
                  </a:lnTo>
                  <a:lnTo>
                    <a:pt x="269115" y="298193"/>
                  </a:lnTo>
                  <a:lnTo>
                    <a:pt x="273214" y="294838"/>
                  </a:lnTo>
                  <a:lnTo>
                    <a:pt x="277205" y="291355"/>
                  </a:lnTo>
                  <a:lnTo>
                    <a:pt x="281083" y="287747"/>
                  </a:lnTo>
                  <a:lnTo>
                    <a:pt x="284845" y="284019"/>
                  </a:lnTo>
                  <a:lnTo>
                    <a:pt x="288487" y="280173"/>
                  </a:lnTo>
                  <a:lnTo>
                    <a:pt x="292006" y="276213"/>
                  </a:lnTo>
                  <a:lnTo>
                    <a:pt x="295397" y="272145"/>
                  </a:lnTo>
                  <a:lnTo>
                    <a:pt x="298657" y="267970"/>
                  </a:lnTo>
                  <a:lnTo>
                    <a:pt x="301784" y="263695"/>
                  </a:lnTo>
                  <a:lnTo>
                    <a:pt x="304773" y="259322"/>
                  </a:lnTo>
                  <a:lnTo>
                    <a:pt x="307623" y="254858"/>
                  </a:lnTo>
                  <a:lnTo>
                    <a:pt x="310330" y="250305"/>
                  </a:lnTo>
                  <a:lnTo>
                    <a:pt x="312891" y="245668"/>
                  </a:lnTo>
                  <a:lnTo>
                    <a:pt x="315304" y="240953"/>
                  </a:lnTo>
                  <a:lnTo>
                    <a:pt x="317566" y="236164"/>
                  </a:lnTo>
                  <a:lnTo>
                    <a:pt x="319676" y="231305"/>
                  </a:lnTo>
                  <a:lnTo>
                    <a:pt x="321630" y="226382"/>
                  </a:lnTo>
                  <a:lnTo>
                    <a:pt x="323428" y="221400"/>
                  </a:lnTo>
                  <a:lnTo>
                    <a:pt x="325066" y="216363"/>
                  </a:lnTo>
                  <a:lnTo>
                    <a:pt x="326545" y="211277"/>
                  </a:lnTo>
                  <a:lnTo>
                    <a:pt x="327861" y="206146"/>
                  </a:lnTo>
                  <a:lnTo>
                    <a:pt x="329015" y="200976"/>
                  </a:lnTo>
                  <a:lnTo>
                    <a:pt x="330004" y="195773"/>
                  </a:lnTo>
                  <a:lnTo>
                    <a:pt x="330827" y="190541"/>
                  </a:lnTo>
                  <a:lnTo>
                    <a:pt x="331485" y="185285"/>
                  </a:lnTo>
                  <a:lnTo>
                    <a:pt x="331975" y="180011"/>
                  </a:lnTo>
                  <a:lnTo>
                    <a:pt x="332298" y="174724"/>
                  </a:lnTo>
                  <a:lnTo>
                    <a:pt x="332454" y="169429"/>
                  </a:lnTo>
                  <a:lnTo>
                    <a:pt x="332442" y="164133"/>
                  </a:lnTo>
                  <a:lnTo>
                    <a:pt x="332262" y="158839"/>
                  </a:lnTo>
                  <a:lnTo>
                    <a:pt x="331914" y="153554"/>
                  </a:lnTo>
                  <a:lnTo>
                    <a:pt x="331399" y="148282"/>
                  </a:lnTo>
                  <a:lnTo>
                    <a:pt x="330718" y="143029"/>
                  </a:lnTo>
                  <a:lnTo>
                    <a:pt x="329870" y="137801"/>
                  </a:lnTo>
                  <a:lnTo>
                    <a:pt x="328857" y="132602"/>
                  </a:lnTo>
                  <a:lnTo>
                    <a:pt x="327680" y="127438"/>
                  </a:lnTo>
                  <a:lnTo>
                    <a:pt x="326339" y="122313"/>
                  </a:lnTo>
                  <a:lnTo>
                    <a:pt x="324838" y="117234"/>
                  </a:lnTo>
                  <a:lnTo>
                    <a:pt x="323176" y="112205"/>
                  </a:lnTo>
                  <a:lnTo>
                    <a:pt x="321355" y="107231"/>
                  </a:lnTo>
                  <a:lnTo>
                    <a:pt x="319378" y="102317"/>
                  </a:lnTo>
                  <a:lnTo>
                    <a:pt x="317246" y="97468"/>
                  </a:lnTo>
                  <a:lnTo>
                    <a:pt x="314962" y="92689"/>
                  </a:lnTo>
                  <a:lnTo>
                    <a:pt x="312527" y="87985"/>
                  </a:lnTo>
                  <a:lnTo>
                    <a:pt x="309944" y="83360"/>
                  </a:lnTo>
                  <a:lnTo>
                    <a:pt x="307217" y="78820"/>
                  </a:lnTo>
                  <a:lnTo>
                    <a:pt x="304346" y="74368"/>
                  </a:lnTo>
                  <a:lnTo>
                    <a:pt x="301337" y="70010"/>
                  </a:lnTo>
                  <a:lnTo>
                    <a:pt x="298190" y="65749"/>
                  </a:lnTo>
                  <a:lnTo>
                    <a:pt x="294911" y="61590"/>
                  </a:lnTo>
                  <a:lnTo>
                    <a:pt x="291501" y="57537"/>
                  </a:lnTo>
                  <a:lnTo>
                    <a:pt x="287964" y="53593"/>
                  </a:lnTo>
                  <a:lnTo>
                    <a:pt x="284304" y="49764"/>
                  </a:lnTo>
                  <a:lnTo>
                    <a:pt x="280525" y="46053"/>
                  </a:lnTo>
                  <a:lnTo>
                    <a:pt x="276630" y="42463"/>
                  </a:lnTo>
                  <a:lnTo>
                    <a:pt x="272624" y="38999"/>
                  </a:lnTo>
                  <a:lnTo>
                    <a:pt x="268509" y="35663"/>
                  </a:lnTo>
                  <a:lnTo>
                    <a:pt x="264291" y="32460"/>
                  </a:lnTo>
                  <a:lnTo>
                    <a:pt x="259974" y="29391"/>
                  </a:lnTo>
                  <a:lnTo>
                    <a:pt x="255561" y="26461"/>
                  </a:lnTo>
                  <a:lnTo>
                    <a:pt x="251058" y="23672"/>
                  </a:lnTo>
                  <a:lnTo>
                    <a:pt x="246469" y="21027"/>
                  </a:lnTo>
                  <a:lnTo>
                    <a:pt x="241798" y="18529"/>
                  </a:lnTo>
                  <a:lnTo>
                    <a:pt x="237051" y="16180"/>
                  </a:lnTo>
                  <a:lnTo>
                    <a:pt x="232232" y="13983"/>
                  </a:lnTo>
                  <a:lnTo>
                    <a:pt x="227345" y="11939"/>
                  </a:lnTo>
                  <a:lnTo>
                    <a:pt x="222396" y="10052"/>
                  </a:lnTo>
                  <a:lnTo>
                    <a:pt x="217390" y="8322"/>
                  </a:lnTo>
                  <a:lnTo>
                    <a:pt x="212331" y="6751"/>
                  </a:lnTo>
                  <a:lnTo>
                    <a:pt x="207225" y="5342"/>
                  </a:lnTo>
                  <a:lnTo>
                    <a:pt x="202077" y="4095"/>
                  </a:lnTo>
                  <a:lnTo>
                    <a:pt x="196893" y="3012"/>
                  </a:lnTo>
                  <a:lnTo>
                    <a:pt x="191676" y="2093"/>
                  </a:lnTo>
                  <a:lnTo>
                    <a:pt x="186433" y="1340"/>
                  </a:lnTo>
                  <a:lnTo>
                    <a:pt x="181169" y="754"/>
                  </a:lnTo>
                  <a:lnTo>
                    <a:pt x="175889" y="335"/>
                  </a:lnTo>
                  <a:lnTo>
                    <a:pt x="170598" y="83"/>
                  </a:lnTo>
                  <a:lnTo>
                    <a:pt x="165302" y="0"/>
                  </a:lnTo>
                  <a:lnTo>
                    <a:pt x="1653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85763" y="5018213"/>
              <a:ext cx="135275" cy="167167"/>
            </a:xfrm>
            <a:custGeom>
              <a:avLst/>
              <a:pathLst>
                <a:path w="135275" h="167167">
                  <a:moveTo>
                    <a:pt x="135275" y="0"/>
                  </a:moveTo>
                  <a:lnTo>
                    <a:pt x="129841" y="88"/>
                  </a:lnTo>
                  <a:lnTo>
                    <a:pt x="124413" y="353"/>
                  </a:lnTo>
                  <a:lnTo>
                    <a:pt x="118997" y="794"/>
                  </a:lnTo>
                  <a:lnTo>
                    <a:pt x="113597" y="1411"/>
                  </a:lnTo>
                  <a:lnTo>
                    <a:pt x="108221" y="2203"/>
                  </a:lnTo>
                  <a:lnTo>
                    <a:pt x="102873" y="3170"/>
                  </a:lnTo>
                  <a:lnTo>
                    <a:pt x="97559" y="4310"/>
                  </a:lnTo>
                  <a:lnTo>
                    <a:pt x="92285" y="5622"/>
                  </a:lnTo>
                  <a:lnTo>
                    <a:pt x="87057" y="7105"/>
                  </a:lnTo>
                  <a:lnTo>
                    <a:pt x="81879" y="8757"/>
                  </a:lnTo>
                  <a:lnTo>
                    <a:pt x="76758" y="10576"/>
                  </a:lnTo>
                  <a:lnTo>
                    <a:pt x="71699" y="12561"/>
                  </a:lnTo>
                  <a:lnTo>
                    <a:pt x="66707" y="14709"/>
                  </a:lnTo>
                  <a:lnTo>
                    <a:pt x="61788" y="17019"/>
                  </a:lnTo>
                  <a:lnTo>
                    <a:pt x="56946" y="19487"/>
                  </a:lnTo>
                  <a:lnTo>
                    <a:pt x="52187" y="22111"/>
                  </a:lnTo>
                  <a:lnTo>
                    <a:pt x="47516" y="24888"/>
                  </a:lnTo>
                  <a:lnTo>
                    <a:pt x="42937" y="27816"/>
                  </a:lnTo>
                  <a:lnTo>
                    <a:pt x="38456" y="30891"/>
                  </a:lnTo>
                  <a:lnTo>
                    <a:pt x="34078" y="34111"/>
                  </a:lnTo>
                  <a:lnTo>
                    <a:pt x="29806" y="37470"/>
                  </a:lnTo>
                  <a:lnTo>
                    <a:pt x="25646" y="40967"/>
                  </a:lnTo>
                  <a:lnTo>
                    <a:pt x="21602" y="44598"/>
                  </a:lnTo>
                  <a:lnTo>
                    <a:pt x="17678" y="48357"/>
                  </a:lnTo>
                  <a:lnTo>
                    <a:pt x="13878" y="52243"/>
                  </a:lnTo>
                  <a:lnTo>
                    <a:pt x="10206" y="56250"/>
                  </a:lnTo>
                  <a:lnTo>
                    <a:pt x="6667" y="60374"/>
                  </a:lnTo>
                  <a:lnTo>
                    <a:pt x="3263" y="64611"/>
                  </a:lnTo>
                  <a:lnTo>
                    <a:pt x="0" y="68956"/>
                  </a:lnTo>
                  <a:lnTo>
                    <a:pt x="1352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85763" y="5087169"/>
              <a:ext cx="135275" cy="98210"/>
            </a:xfrm>
            <a:custGeom>
              <a:avLst/>
              <a:pathLst>
                <a:path w="135275" h="98210">
                  <a:moveTo>
                    <a:pt x="0" y="0"/>
                  </a:moveTo>
                  <a:lnTo>
                    <a:pt x="135275" y="982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85763" y="5087169"/>
              <a:ext cx="135275" cy="98210"/>
            </a:xfrm>
            <a:custGeom>
              <a:avLst/>
              <a:pathLst>
                <a:path w="135275" h="98210">
                  <a:moveTo>
                    <a:pt x="0" y="0"/>
                  </a:moveTo>
                  <a:lnTo>
                    <a:pt x="135275" y="982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85763" y="5087169"/>
              <a:ext cx="135275" cy="98210"/>
            </a:xfrm>
            <a:custGeom>
              <a:avLst/>
              <a:pathLst>
                <a:path w="135275" h="98210">
                  <a:moveTo>
                    <a:pt x="0" y="0"/>
                  </a:moveTo>
                  <a:lnTo>
                    <a:pt x="135275" y="982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76169" y="5087169"/>
              <a:ext cx="144869" cy="98210"/>
            </a:xfrm>
            <a:custGeom>
              <a:avLst/>
              <a:pathLst>
                <a:path w="144869" h="98210">
                  <a:moveTo>
                    <a:pt x="9593" y="0"/>
                  </a:moveTo>
                  <a:lnTo>
                    <a:pt x="4601" y="7271"/>
                  </a:lnTo>
                  <a:lnTo>
                    <a:pt x="0" y="14797"/>
                  </a:lnTo>
                  <a:lnTo>
                    <a:pt x="144869" y="982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3889" y="5018213"/>
              <a:ext cx="334296" cy="334334"/>
            </a:xfrm>
            <a:custGeom>
              <a:avLst/>
              <a:pathLst>
                <a:path w="334296" h="334334">
                  <a:moveTo>
                    <a:pt x="22279" y="83753"/>
                  </a:moveTo>
                  <a:lnTo>
                    <a:pt x="19706" y="88390"/>
                  </a:lnTo>
                  <a:lnTo>
                    <a:pt x="17282" y="93107"/>
                  </a:lnTo>
                  <a:lnTo>
                    <a:pt x="15008" y="97898"/>
                  </a:lnTo>
                  <a:lnTo>
                    <a:pt x="12887" y="102759"/>
                  </a:lnTo>
                  <a:lnTo>
                    <a:pt x="10922" y="107685"/>
                  </a:lnTo>
                  <a:lnTo>
                    <a:pt x="9114" y="112670"/>
                  </a:lnTo>
                  <a:lnTo>
                    <a:pt x="7464" y="117711"/>
                  </a:lnTo>
                  <a:lnTo>
                    <a:pt x="5976" y="122801"/>
                  </a:lnTo>
                  <a:lnTo>
                    <a:pt x="4650" y="127936"/>
                  </a:lnTo>
                  <a:lnTo>
                    <a:pt x="3487" y="133110"/>
                  </a:lnTo>
                  <a:lnTo>
                    <a:pt x="2489" y="138319"/>
                  </a:lnTo>
                  <a:lnTo>
                    <a:pt x="1657" y="143556"/>
                  </a:lnTo>
                  <a:lnTo>
                    <a:pt x="991" y="148818"/>
                  </a:lnTo>
                  <a:lnTo>
                    <a:pt x="493" y="154098"/>
                  </a:lnTo>
                  <a:lnTo>
                    <a:pt x="162" y="159391"/>
                  </a:lnTo>
                  <a:lnTo>
                    <a:pt x="0" y="164692"/>
                  </a:lnTo>
                  <a:lnTo>
                    <a:pt x="5" y="169995"/>
                  </a:lnTo>
                  <a:lnTo>
                    <a:pt x="179" y="175296"/>
                  </a:lnTo>
                  <a:lnTo>
                    <a:pt x="521" y="180588"/>
                  </a:lnTo>
                  <a:lnTo>
                    <a:pt x="1030" y="185867"/>
                  </a:lnTo>
                  <a:lnTo>
                    <a:pt x="1707" y="191127"/>
                  </a:lnTo>
                  <a:lnTo>
                    <a:pt x="2550" y="196363"/>
                  </a:lnTo>
                  <a:lnTo>
                    <a:pt x="3559" y="201569"/>
                  </a:lnTo>
                  <a:lnTo>
                    <a:pt x="4733" y="206741"/>
                  </a:lnTo>
                  <a:lnTo>
                    <a:pt x="6070" y="211873"/>
                  </a:lnTo>
                  <a:lnTo>
                    <a:pt x="7569" y="216960"/>
                  </a:lnTo>
                  <a:lnTo>
                    <a:pt x="9229" y="221997"/>
                  </a:lnTo>
                  <a:lnTo>
                    <a:pt x="11048" y="226979"/>
                  </a:lnTo>
                  <a:lnTo>
                    <a:pt x="13024" y="231900"/>
                  </a:lnTo>
                  <a:lnTo>
                    <a:pt x="15154" y="236757"/>
                  </a:lnTo>
                  <a:lnTo>
                    <a:pt x="17438" y="241543"/>
                  </a:lnTo>
                  <a:lnTo>
                    <a:pt x="19873" y="246255"/>
                  </a:lnTo>
                  <a:lnTo>
                    <a:pt x="22456" y="250886"/>
                  </a:lnTo>
                  <a:lnTo>
                    <a:pt x="25184" y="255434"/>
                  </a:lnTo>
                  <a:lnTo>
                    <a:pt x="28056" y="259893"/>
                  </a:lnTo>
                  <a:lnTo>
                    <a:pt x="31067" y="264258"/>
                  </a:lnTo>
                  <a:lnTo>
                    <a:pt x="34215" y="268526"/>
                  </a:lnTo>
                  <a:lnTo>
                    <a:pt x="37497" y="272692"/>
                  </a:lnTo>
                  <a:lnTo>
                    <a:pt x="40910" y="276751"/>
                  </a:lnTo>
                  <a:lnTo>
                    <a:pt x="44450" y="280701"/>
                  </a:lnTo>
                  <a:lnTo>
                    <a:pt x="48113" y="284536"/>
                  </a:lnTo>
                  <a:lnTo>
                    <a:pt x="51896" y="288253"/>
                  </a:lnTo>
                  <a:lnTo>
                    <a:pt x="55795" y="291847"/>
                  </a:lnTo>
                  <a:lnTo>
                    <a:pt x="59806" y="295317"/>
                  </a:lnTo>
                  <a:lnTo>
                    <a:pt x="63925" y="298658"/>
                  </a:lnTo>
                  <a:lnTo>
                    <a:pt x="68148" y="301866"/>
                  </a:lnTo>
                  <a:lnTo>
                    <a:pt x="72470" y="304938"/>
                  </a:lnTo>
                  <a:lnTo>
                    <a:pt x="76888" y="307872"/>
                  </a:lnTo>
                  <a:lnTo>
                    <a:pt x="81397" y="310665"/>
                  </a:lnTo>
                  <a:lnTo>
                    <a:pt x="85992" y="313312"/>
                  </a:lnTo>
                  <a:lnTo>
                    <a:pt x="90668" y="315813"/>
                  </a:lnTo>
                  <a:lnTo>
                    <a:pt x="95422" y="318165"/>
                  </a:lnTo>
                  <a:lnTo>
                    <a:pt x="100248" y="320364"/>
                  </a:lnTo>
                  <a:lnTo>
                    <a:pt x="105141" y="322409"/>
                  </a:lnTo>
                  <a:lnTo>
                    <a:pt x="110097" y="324298"/>
                  </a:lnTo>
                  <a:lnTo>
                    <a:pt x="115110" y="326028"/>
                  </a:lnTo>
                  <a:lnTo>
                    <a:pt x="120175" y="327599"/>
                  </a:lnTo>
                  <a:lnTo>
                    <a:pt x="125288" y="329008"/>
                  </a:lnTo>
                  <a:lnTo>
                    <a:pt x="130443" y="330255"/>
                  </a:lnTo>
                  <a:lnTo>
                    <a:pt x="135634" y="331337"/>
                  </a:lnTo>
                  <a:lnTo>
                    <a:pt x="140858" y="332254"/>
                  </a:lnTo>
                  <a:lnTo>
                    <a:pt x="146108" y="333005"/>
                  </a:lnTo>
                  <a:lnTo>
                    <a:pt x="151379" y="333589"/>
                  </a:lnTo>
                  <a:lnTo>
                    <a:pt x="156666" y="334005"/>
                  </a:lnTo>
                  <a:lnTo>
                    <a:pt x="161963" y="334254"/>
                  </a:lnTo>
                  <a:lnTo>
                    <a:pt x="167266" y="334334"/>
                  </a:lnTo>
                  <a:lnTo>
                    <a:pt x="172569" y="334246"/>
                  </a:lnTo>
                  <a:lnTo>
                    <a:pt x="177866" y="333990"/>
                  </a:lnTo>
                  <a:lnTo>
                    <a:pt x="183152" y="333567"/>
                  </a:lnTo>
                  <a:lnTo>
                    <a:pt x="188423" y="332975"/>
                  </a:lnTo>
                  <a:lnTo>
                    <a:pt x="193672" y="332217"/>
                  </a:lnTo>
                  <a:lnTo>
                    <a:pt x="198894" y="331293"/>
                  </a:lnTo>
                  <a:lnTo>
                    <a:pt x="204084" y="330203"/>
                  </a:lnTo>
                  <a:lnTo>
                    <a:pt x="209237" y="328949"/>
                  </a:lnTo>
                  <a:lnTo>
                    <a:pt x="214348" y="327533"/>
                  </a:lnTo>
                  <a:lnTo>
                    <a:pt x="219411" y="325955"/>
                  </a:lnTo>
                  <a:lnTo>
                    <a:pt x="224421" y="324217"/>
                  </a:lnTo>
                  <a:lnTo>
                    <a:pt x="229374" y="322321"/>
                  </a:lnTo>
                  <a:lnTo>
                    <a:pt x="234265" y="320269"/>
                  </a:lnTo>
                  <a:lnTo>
                    <a:pt x="239088" y="318063"/>
                  </a:lnTo>
                  <a:lnTo>
                    <a:pt x="243838" y="315706"/>
                  </a:lnTo>
                  <a:lnTo>
                    <a:pt x="248511" y="313198"/>
                  </a:lnTo>
                  <a:lnTo>
                    <a:pt x="253102" y="310544"/>
                  </a:lnTo>
                  <a:lnTo>
                    <a:pt x="257607" y="307745"/>
                  </a:lnTo>
                  <a:lnTo>
                    <a:pt x="262021" y="304805"/>
                  </a:lnTo>
                  <a:lnTo>
                    <a:pt x="266339" y="301726"/>
                  </a:lnTo>
                  <a:lnTo>
                    <a:pt x="270557" y="298512"/>
                  </a:lnTo>
                  <a:lnTo>
                    <a:pt x="274672" y="295166"/>
                  </a:lnTo>
                  <a:lnTo>
                    <a:pt x="278678" y="291691"/>
                  </a:lnTo>
                  <a:lnTo>
                    <a:pt x="282572" y="288090"/>
                  </a:lnTo>
                  <a:lnTo>
                    <a:pt x="286350" y="284368"/>
                  </a:lnTo>
                  <a:lnTo>
                    <a:pt x="290007" y="280528"/>
                  </a:lnTo>
                  <a:lnTo>
                    <a:pt x="293541" y="276574"/>
                  </a:lnTo>
                  <a:lnTo>
                    <a:pt x="296948" y="272509"/>
                  </a:lnTo>
                  <a:lnTo>
                    <a:pt x="300224" y="268339"/>
                  </a:lnTo>
                  <a:lnTo>
                    <a:pt x="303367" y="264067"/>
                  </a:lnTo>
                  <a:lnTo>
                    <a:pt x="306372" y="259697"/>
                  </a:lnTo>
                  <a:lnTo>
                    <a:pt x="309237" y="255234"/>
                  </a:lnTo>
                  <a:lnTo>
                    <a:pt x="311959" y="250683"/>
                  </a:lnTo>
                  <a:lnTo>
                    <a:pt x="314535" y="246047"/>
                  </a:lnTo>
                  <a:lnTo>
                    <a:pt x="316963" y="241332"/>
                  </a:lnTo>
                  <a:lnTo>
                    <a:pt x="319241" y="236543"/>
                  </a:lnTo>
                  <a:lnTo>
                    <a:pt x="321365" y="231683"/>
                  </a:lnTo>
                  <a:lnTo>
                    <a:pt x="323334" y="226759"/>
                  </a:lnTo>
                  <a:lnTo>
                    <a:pt x="325145" y="221775"/>
                  </a:lnTo>
                  <a:lnTo>
                    <a:pt x="326798" y="216735"/>
                  </a:lnTo>
                  <a:lnTo>
                    <a:pt x="328290" y="211646"/>
                  </a:lnTo>
                  <a:lnTo>
                    <a:pt x="329620" y="206512"/>
                  </a:lnTo>
                  <a:lnTo>
                    <a:pt x="330786" y="201339"/>
                  </a:lnTo>
                  <a:lnTo>
                    <a:pt x="331788" y="196131"/>
                  </a:lnTo>
                  <a:lnTo>
                    <a:pt x="332624" y="190894"/>
                  </a:lnTo>
                  <a:lnTo>
                    <a:pt x="333293" y="185633"/>
                  </a:lnTo>
                  <a:lnTo>
                    <a:pt x="333795" y="180353"/>
                  </a:lnTo>
                  <a:lnTo>
                    <a:pt x="334130" y="175061"/>
                  </a:lnTo>
                  <a:lnTo>
                    <a:pt x="334296" y="169760"/>
                  </a:lnTo>
                  <a:lnTo>
                    <a:pt x="334294" y="164456"/>
                  </a:lnTo>
                  <a:lnTo>
                    <a:pt x="334124" y="159156"/>
                  </a:lnTo>
                  <a:lnTo>
                    <a:pt x="333786" y="153863"/>
                  </a:lnTo>
                  <a:lnTo>
                    <a:pt x="333280" y="148584"/>
                  </a:lnTo>
                  <a:lnTo>
                    <a:pt x="332607" y="143324"/>
                  </a:lnTo>
                  <a:lnTo>
                    <a:pt x="331767" y="138087"/>
                  </a:lnTo>
                  <a:lnTo>
                    <a:pt x="330762" y="132880"/>
                  </a:lnTo>
                  <a:lnTo>
                    <a:pt x="329592" y="127707"/>
                  </a:lnTo>
                  <a:lnTo>
                    <a:pt x="328259" y="122574"/>
                  </a:lnTo>
                  <a:lnTo>
                    <a:pt x="326763" y="117486"/>
                  </a:lnTo>
                  <a:lnTo>
                    <a:pt x="325107" y="112448"/>
                  </a:lnTo>
                  <a:lnTo>
                    <a:pt x="323292" y="107465"/>
                  </a:lnTo>
                  <a:lnTo>
                    <a:pt x="321319" y="102542"/>
                  </a:lnTo>
                  <a:lnTo>
                    <a:pt x="319192" y="97684"/>
                  </a:lnTo>
                  <a:lnTo>
                    <a:pt x="316911" y="92896"/>
                  </a:lnTo>
                  <a:lnTo>
                    <a:pt x="314480" y="88183"/>
                  </a:lnTo>
                  <a:lnTo>
                    <a:pt x="311900" y="83549"/>
                  </a:lnTo>
                  <a:lnTo>
                    <a:pt x="309175" y="79000"/>
                  </a:lnTo>
                  <a:lnTo>
                    <a:pt x="306307" y="74539"/>
                  </a:lnTo>
                  <a:lnTo>
                    <a:pt x="303299" y="70171"/>
                  </a:lnTo>
                  <a:lnTo>
                    <a:pt x="300153" y="65901"/>
                  </a:lnTo>
                  <a:lnTo>
                    <a:pt x="296874" y="61733"/>
                  </a:lnTo>
                  <a:lnTo>
                    <a:pt x="293464" y="57671"/>
                  </a:lnTo>
                  <a:lnTo>
                    <a:pt x="289927" y="53720"/>
                  </a:lnTo>
                  <a:lnTo>
                    <a:pt x="286267" y="49882"/>
                  </a:lnTo>
                  <a:lnTo>
                    <a:pt x="282487" y="46162"/>
                  </a:lnTo>
                  <a:lnTo>
                    <a:pt x="278590" y="42565"/>
                  </a:lnTo>
                  <a:lnTo>
                    <a:pt x="274582" y="39092"/>
                  </a:lnTo>
                  <a:lnTo>
                    <a:pt x="270465" y="35749"/>
                  </a:lnTo>
                  <a:lnTo>
                    <a:pt x="266244" y="32538"/>
                  </a:lnTo>
                  <a:lnTo>
                    <a:pt x="261924" y="29462"/>
                  </a:lnTo>
                  <a:lnTo>
                    <a:pt x="257508" y="26525"/>
                  </a:lnTo>
                  <a:lnTo>
                    <a:pt x="253001" y="23730"/>
                  </a:lnTo>
                  <a:lnTo>
                    <a:pt x="248408" y="21079"/>
                  </a:lnTo>
                  <a:lnTo>
                    <a:pt x="243733" y="18574"/>
                  </a:lnTo>
                  <a:lnTo>
                    <a:pt x="238981" y="16220"/>
                  </a:lnTo>
                  <a:lnTo>
                    <a:pt x="234157" y="14017"/>
                  </a:lnTo>
                  <a:lnTo>
                    <a:pt x="229265" y="11969"/>
                  </a:lnTo>
                  <a:lnTo>
                    <a:pt x="224311" y="10076"/>
                  </a:lnTo>
                  <a:lnTo>
                    <a:pt x="219299" y="8342"/>
                  </a:lnTo>
                  <a:lnTo>
                    <a:pt x="214235" y="6768"/>
                  </a:lnTo>
                  <a:lnTo>
                    <a:pt x="209123" y="5355"/>
                  </a:lnTo>
                  <a:lnTo>
                    <a:pt x="203969" y="4105"/>
                  </a:lnTo>
                  <a:lnTo>
                    <a:pt x="198778" y="3019"/>
                  </a:lnTo>
                  <a:lnTo>
                    <a:pt x="193555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256080" y="4659281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9" y="760"/>
                  </a:lnTo>
                  <a:lnTo>
                    <a:pt x="145945" y="1350"/>
                  </a:lnTo>
                  <a:lnTo>
                    <a:pt x="140683" y="2109"/>
                  </a:lnTo>
                  <a:lnTo>
                    <a:pt x="135448" y="3034"/>
                  </a:lnTo>
                  <a:lnTo>
                    <a:pt x="130245" y="4125"/>
                  </a:lnTo>
                  <a:lnTo>
                    <a:pt x="125079" y="5381"/>
                  </a:lnTo>
                  <a:lnTo>
                    <a:pt x="119956" y="6801"/>
                  </a:lnTo>
                  <a:lnTo>
                    <a:pt x="114880" y="8383"/>
                  </a:lnTo>
                  <a:lnTo>
                    <a:pt x="109857" y="10125"/>
                  </a:lnTo>
                  <a:lnTo>
                    <a:pt x="104893" y="12027"/>
                  </a:lnTo>
                  <a:lnTo>
                    <a:pt x="99991" y="14085"/>
                  </a:lnTo>
                  <a:lnTo>
                    <a:pt x="95157" y="16298"/>
                  </a:lnTo>
                  <a:lnTo>
                    <a:pt x="90396" y="18664"/>
                  </a:lnTo>
                  <a:lnTo>
                    <a:pt x="85713" y="21180"/>
                  </a:lnTo>
                  <a:lnTo>
                    <a:pt x="81112" y="23843"/>
                  </a:lnTo>
                  <a:lnTo>
                    <a:pt x="76598" y="26652"/>
                  </a:lnTo>
                  <a:lnTo>
                    <a:pt x="72176" y="29602"/>
                  </a:lnTo>
                  <a:lnTo>
                    <a:pt x="67849" y="32692"/>
                  </a:lnTo>
                  <a:lnTo>
                    <a:pt x="63623" y="35918"/>
                  </a:lnTo>
                  <a:lnTo>
                    <a:pt x="59502" y="39276"/>
                  </a:lnTo>
                  <a:lnTo>
                    <a:pt x="55490" y="42764"/>
                  </a:lnTo>
                  <a:lnTo>
                    <a:pt x="51591" y="46378"/>
                  </a:lnTo>
                  <a:lnTo>
                    <a:pt x="47808" y="50114"/>
                  </a:lnTo>
                  <a:lnTo>
                    <a:pt x="44146" y="53968"/>
                  </a:lnTo>
                  <a:lnTo>
                    <a:pt x="40609" y="57937"/>
                  </a:lnTo>
                  <a:lnTo>
                    <a:pt x="37200" y="62016"/>
                  </a:lnTo>
                  <a:lnTo>
                    <a:pt x="33922" y="66201"/>
                  </a:lnTo>
                  <a:lnTo>
                    <a:pt x="30778" y="70489"/>
                  </a:lnTo>
                  <a:lnTo>
                    <a:pt x="27773" y="74874"/>
                  </a:lnTo>
                  <a:lnTo>
                    <a:pt x="24909" y="79353"/>
                  </a:lnTo>
                  <a:lnTo>
                    <a:pt x="22188" y="83921"/>
                  </a:lnTo>
                  <a:lnTo>
                    <a:pt x="19615" y="88572"/>
                  </a:lnTo>
                  <a:lnTo>
                    <a:pt x="17190" y="93304"/>
                  </a:lnTo>
                  <a:lnTo>
                    <a:pt x="14917" y="98110"/>
                  </a:lnTo>
                  <a:lnTo>
                    <a:pt x="12798" y="102986"/>
                  </a:lnTo>
                  <a:lnTo>
                    <a:pt x="10835" y="107926"/>
                  </a:lnTo>
                  <a:lnTo>
                    <a:pt x="9031" y="112927"/>
                  </a:lnTo>
                  <a:lnTo>
                    <a:pt x="7386" y="117982"/>
                  </a:lnTo>
                  <a:lnTo>
                    <a:pt x="5903" y="123088"/>
                  </a:lnTo>
                  <a:lnTo>
                    <a:pt x="4583" y="128238"/>
                  </a:lnTo>
                  <a:lnTo>
                    <a:pt x="3427" y="133427"/>
                  </a:lnTo>
                  <a:lnTo>
                    <a:pt x="2437" y="138650"/>
                  </a:lnTo>
                  <a:lnTo>
                    <a:pt x="1613" y="143902"/>
                  </a:lnTo>
                  <a:lnTo>
                    <a:pt x="957" y="149178"/>
                  </a:lnTo>
                  <a:lnTo>
                    <a:pt x="469" y="154472"/>
                  </a:lnTo>
                  <a:lnTo>
                    <a:pt x="150" y="159779"/>
                  </a:lnTo>
                  <a:lnTo>
                    <a:pt x="0" y="165093"/>
                  </a:lnTo>
                  <a:lnTo>
                    <a:pt x="18" y="170409"/>
                  </a:lnTo>
                  <a:lnTo>
                    <a:pt x="206" y="175722"/>
                  </a:lnTo>
                  <a:lnTo>
                    <a:pt x="562" y="181027"/>
                  </a:lnTo>
                  <a:lnTo>
                    <a:pt x="1087" y="186317"/>
                  </a:lnTo>
                  <a:lnTo>
                    <a:pt x="1780" y="191588"/>
                  </a:lnTo>
                  <a:lnTo>
                    <a:pt x="2640" y="196834"/>
                  </a:lnTo>
                  <a:lnTo>
                    <a:pt x="3667" y="202051"/>
                  </a:lnTo>
                  <a:lnTo>
                    <a:pt x="4859" y="207232"/>
                  </a:lnTo>
                  <a:lnTo>
                    <a:pt x="6215" y="212372"/>
                  </a:lnTo>
                  <a:lnTo>
                    <a:pt x="7734" y="217467"/>
                  </a:lnTo>
                  <a:lnTo>
                    <a:pt x="9414" y="222511"/>
                  </a:lnTo>
                  <a:lnTo>
                    <a:pt x="11253" y="227499"/>
                  </a:lnTo>
                  <a:lnTo>
                    <a:pt x="13251" y="232426"/>
                  </a:lnTo>
                  <a:lnTo>
                    <a:pt x="15404" y="237286"/>
                  </a:lnTo>
                  <a:lnTo>
                    <a:pt x="17710" y="242076"/>
                  </a:lnTo>
                  <a:lnTo>
                    <a:pt x="20168" y="246791"/>
                  </a:lnTo>
                  <a:lnTo>
                    <a:pt x="22774" y="251424"/>
                  </a:lnTo>
                  <a:lnTo>
                    <a:pt x="25526" y="255973"/>
                  </a:lnTo>
                  <a:lnTo>
                    <a:pt x="28422" y="260431"/>
                  </a:lnTo>
                  <a:lnTo>
                    <a:pt x="31457" y="264796"/>
                  </a:lnTo>
                  <a:lnTo>
                    <a:pt x="34631" y="269061"/>
                  </a:lnTo>
                  <a:lnTo>
                    <a:pt x="37938" y="273224"/>
                  </a:lnTo>
                  <a:lnTo>
                    <a:pt x="41375" y="277279"/>
                  </a:lnTo>
                  <a:lnTo>
                    <a:pt x="44940" y="281223"/>
                  </a:lnTo>
                  <a:lnTo>
                    <a:pt x="48629" y="285051"/>
                  </a:lnTo>
                  <a:lnTo>
                    <a:pt x="52438" y="288761"/>
                  </a:lnTo>
                  <a:lnTo>
                    <a:pt x="56362" y="292347"/>
                  </a:lnTo>
                  <a:lnTo>
                    <a:pt x="60399" y="295807"/>
                  </a:lnTo>
                  <a:lnTo>
                    <a:pt x="64543" y="299136"/>
                  </a:lnTo>
                  <a:lnTo>
                    <a:pt x="68791" y="302333"/>
                  </a:lnTo>
                  <a:lnTo>
                    <a:pt x="73139" y="305392"/>
                  </a:lnTo>
                  <a:lnTo>
                    <a:pt x="77582" y="308312"/>
                  </a:lnTo>
                  <a:lnTo>
                    <a:pt x="82116" y="311089"/>
                  </a:lnTo>
                  <a:lnTo>
                    <a:pt x="86735" y="313720"/>
                  </a:lnTo>
                  <a:lnTo>
                    <a:pt x="91436" y="316203"/>
                  </a:lnTo>
                  <a:lnTo>
                    <a:pt x="96213" y="318535"/>
                  </a:lnTo>
                  <a:lnTo>
                    <a:pt x="101063" y="320715"/>
                  </a:lnTo>
                  <a:lnTo>
                    <a:pt x="105979" y="322738"/>
                  </a:lnTo>
                  <a:lnTo>
                    <a:pt x="110956" y="324605"/>
                  </a:lnTo>
                  <a:lnTo>
                    <a:pt x="115991" y="326312"/>
                  </a:lnTo>
                  <a:lnTo>
                    <a:pt x="121078" y="327859"/>
                  </a:lnTo>
                  <a:lnTo>
                    <a:pt x="126211" y="329243"/>
                  </a:lnTo>
                  <a:lnTo>
                    <a:pt x="131385" y="330463"/>
                  </a:lnTo>
                  <a:lnTo>
                    <a:pt x="136596" y="331518"/>
                  </a:lnTo>
                  <a:lnTo>
                    <a:pt x="141837" y="332406"/>
                  </a:lnTo>
                  <a:lnTo>
                    <a:pt x="147104" y="333128"/>
                  </a:lnTo>
                  <a:lnTo>
                    <a:pt x="152392" y="333681"/>
                  </a:lnTo>
                  <a:lnTo>
                    <a:pt x="157694" y="334067"/>
                  </a:lnTo>
                  <a:lnTo>
                    <a:pt x="163006" y="334283"/>
                  </a:lnTo>
                  <a:lnTo>
                    <a:pt x="168322" y="334330"/>
                  </a:lnTo>
                  <a:lnTo>
                    <a:pt x="173637" y="334209"/>
                  </a:lnTo>
                  <a:lnTo>
                    <a:pt x="178946" y="333918"/>
                  </a:lnTo>
                  <a:lnTo>
                    <a:pt x="184242" y="333459"/>
                  </a:lnTo>
                  <a:lnTo>
                    <a:pt x="189521" y="332831"/>
                  </a:lnTo>
                  <a:lnTo>
                    <a:pt x="194778" y="332036"/>
                  </a:lnTo>
                  <a:lnTo>
                    <a:pt x="200007" y="331074"/>
                  </a:lnTo>
                  <a:lnTo>
                    <a:pt x="205202" y="329947"/>
                  </a:lnTo>
                  <a:lnTo>
                    <a:pt x="210359" y="328655"/>
                  </a:lnTo>
                  <a:lnTo>
                    <a:pt x="215472" y="327199"/>
                  </a:lnTo>
                  <a:lnTo>
                    <a:pt x="220536" y="325582"/>
                  </a:lnTo>
                  <a:lnTo>
                    <a:pt x="225547" y="323804"/>
                  </a:lnTo>
                  <a:lnTo>
                    <a:pt x="230498" y="321868"/>
                  </a:lnTo>
                  <a:lnTo>
                    <a:pt x="235385" y="319776"/>
                  </a:lnTo>
                  <a:lnTo>
                    <a:pt x="240204" y="317529"/>
                  </a:lnTo>
                  <a:lnTo>
                    <a:pt x="244948" y="315130"/>
                  </a:lnTo>
                  <a:lnTo>
                    <a:pt x="249614" y="312581"/>
                  </a:lnTo>
                  <a:lnTo>
                    <a:pt x="254196" y="309886"/>
                  </a:lnTo>
                  <a:lnTo>
                    <a:pt x="258690" y="307046"/>
                  </a:lnTo>
                  <a:lnTo>
                    <a:pt x="263092" y="304064"/>
                  </a:lnTo>
                  <a:lnTo>
                    <a:pt x="267396" y="300945"/>
                  </a:lnTo>
                  <a:lnTo>
                    <a:pt x="271600" y="297689"/>
                  </a:lnTo>
                  <a:lnTo>
                    <a:pt x="275697" y="294302"/>
                  </a:lnTo>
                  <a:lnTo>
                    <a:pt x="279685" y="290786"/>
                  </a:lnTo>
                  <a:lnTo>
                    <a:pt x="283559" y="287145"/>
                  </a:lnTo>
                  <a:lnTo>
                    <a:pt x="287315" y="283383"/>
                  </a:lnTo>
                  <a:lnTo>
                    <a:pt x="290950" y="279504"/>
                  </a:lnTo>
                  <a:lnTo>
                    <a:pt x="294460" y="275510"/>
                  </a:lnTo>
                  <a:lnTo>
                    <a:pt x="297840" y="271407"/>
                  </a:lnTo>
                  <a:lnTo>
                    <a:pt x="301089" y="267199"/>
                  </a:lnTo>
                  <a:lnTo>
                    <a:pt x="304202" y="262890"/>
                  </a:lnTo>
                  <a:lnTo>
                    <a:pt x="307177" y="258483"/>
                  </a:lnTo>
                  <a:lnTo>
                    <a:pt x="310009" y="253985"/>
                  </a:lnTo>
                  <a:lnTo>
                    <a:pt x="312698" y="249398"/>
                  </a:lnTo>
                  <a:lnTo>
                    <a:pt x="315239" y="244728"/>
                  </a:lnTo>
                  <a:lnTo>
                    <a:pt x="317631" y="239980"/>
                  </a:lnTo>
                  <a:lnTo>
                    <a:pt x="319870" y="235159"/>
                  </a:lnTo>
                  <a:lnTo>
                    <a:pt x="321955" y="230268"/>
                  </a:lnTo>
                  <a:lnTo>
                    <a:pt x="323883" y="225314"/>
                  </a:lnTo>
                  <a:lnTo>
                    <a:pt x="325653" y="220301"/>
                  </a:lnTo>
                  <a:lnTo>
                    <a:pt x="327262" y="215234"/>
                  </a:lnTo>
                  <a:lnTo>
                    <a:pt x="328709" y="210118"/>
                  </a:lnTo>
                  <a:lnTo>
                    <a:pt x="329994" y="204959"/>
                  </a:lnTo>
                  <a:lnTo>
                    <a:pt x="331113" y="199762"/>
                  </a:lnTo>
                  <a:lnTo>
                    <a:pt x="332067" y="194532"/>
                  </a:lnTo>
                  <a:lnTo>
                    <a:pt x="332853" y="189274"/>
                  </a:lnTo>
                  <a:lnTo>
                    <a:pt x="333472" y="183994"/>
                  </a:lnTo>
                  <a:lnTo>
                    <a:pt x="333923" y="178697"/>
                  </a:lnTo>
                  <a:lnTo>
                    <a:pt x="334206" y="173388"/>
                  </a:lnTo>
                  <a:lnTo>
                    <a:pt x="334319" y="168073"/>
                  </a:lnTo>
                  <a:lnTo>
                    <a:pt x="334263" y="16275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22039"/>
              <a:ext cx="167109" cy="4410"/>
            </a:xfrm>
            <a:custGeom>
              <a:avLst/>
              <a:pathLst>
                <a:path w="167109" h="4410">
                  <a:moveTo>
                    <a:pt x="167109" y="0"/>
                  </a:moveTo>
                  <a:lnTo>
                    <a:pt x="0" y="44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822039"/>
              <a:ext cx="167109" cy="4410"/>
            </a:xfrm>
            <a:custGeom>
              <a:avLst/>
              <a:pathLst>
                <a:path w="167109" h="4410">
                  <a:moveTo>
                    <a:pt x="167109" y="0"/>
                  </a:moveTo>
                  <a:lnTo>
                    <a:pt x="0" y="44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743545"/>
              <a:ext cx="167109" cy="82903"/>
            </a:xfrm>
            <a:custGeom>
              <a:avLst/>
              <a:pathLst>
                <a:path w="167109" h="82903">
                  <a:moveTo>
                    <a:pt x="167109" y="78493"/>
                  </a:moveTo>
                  <a:lnTo>
                    <a:pt x="166850" y="72618"/>
                  </a:lnTo>
                  <a:lnTo>
                    <a:pt x="166385" y="66756"/>
                  </a:lnTo>
                  <a:lnTo>
                    <a:pt x="165714" y="60913"/>
                  </a:lnTo>
                  <a:lnTo>
                    <a:pt x="164838" y="55098"/>
                  </a:lnTo>
                  <a:lnTo>
                    <a:pt x="163758" y="49318"/>
                  </a:lnTo>
                  <a:lnTo>
                    <a:pt x="162476" y="43579"/>
                  </a:lnTo>
                  <a:lnTo>
                    <a:pt x="160992" y="37888"/>
                  </a:lnTo>
                  <a:lnTo>
                    <a:pt x="159309" y="32253"/>
                  </a:lnTo>
                  <a:lnTo>
                    <a:pt x="157429" y="26681"/>
                  </a:lnTo>
                  <a:lnTo>
                    <a:pt x="155354" y="21179"/>
                  </a:lnTo>
                  <a:lnTo>
                    <a:pt x="153087" y="15753"/>
                  </a:lnTo>
                  <a:lnTo>
                    <a:pt x="150630" y="10410"/>
                  </a:lnTo>
                  <a:lnTo>
                    <a:pt x="147987" y="5157"/>
                  </a:lnTo>
                  <a:lnTo>
                    <a:pt x="145161" y="0"/>
                  </a:lnTo>
                  <a:lnTo>
                    <a:pt x="0" y="829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145161" cy="167167"/>
            </a:xfrm>
            <a:custGeom>
              <a:avLst/>
              <a:pathLst>
                <a:path w="145161" h="167167">
                  <a:moveTo>
                    <a:pt x="145161" y="84263"/>
                  </a:moveTo>
                  <a:lnTo>
                    <a:pt x="142358" y="79537"/>
                  </a:lnTo>
                  <a:lnTo>
                    <a:pt x="139401" y="74906"/>
                  </a:lnTo>
                  <a:lnTo>
                    <a:pt x="136294" y="70374"/>
                  </a:lnTo>
                  <a:lnTo>
                    <a:pt x="133039" y="65947"/>
                  </a:lnTo>
                  <a:lnTo>
                    <a:pt x="129640" y="61629"/>
                  </a:lnTo>
                  <a:lnTo>
                    <a:pt x="126102" y="57426"/>
                  </a:lnTo>
                  <a:lnTo>
                    <a:pt x="122427" y="53340"/>
                  </a:lnTo>
                  <a:lnTo>
                    <a:pt x="118620" y="49378"/>
                  </a:lnTo>
                  <a:lnTo>
                    <a:pt x="114685" y="45543"/>
                  </a:lnTo>
                  <a:lnTo>
                    <a:pt x="110625" y="41840"/>
                  </a:lnTo>
                  <a:lnTo>
                    <a:pt x="106447" y="38272"/>
                  </a:lnTo>
                  <a:lnTo>
                    <a:pt x="102153" y="34843"/>
                  </a:lnTo>
                  <a:lnTo>
                    <a:pt x="97749" y="31557"/>
                  </a:lnTo>
                  <a:lnTo>
                    <a:pt x="93239" y="28418"/>
                  </a:lnTo>
                  <a:lnTo>
                    <a:pt x="88629" y="25428"/>
                  </a:lnTo>
                  <a:lnTo>
                    <a:pt x="83923" y="22592"/>
                  </a:lnTo>
                  <a:lnTo>
                    <a:pt x="79126" y="19912"/>
                  </a:lnTo>
                  <a:lnTo>
                    <a:pt x="74243" y="17391"/>
                  </a:lnTo>
                  <a:lnTo>
                    <a:pt x="69281" y="15032"/>
                  </a:lnTo>
                  <a:lnTo>
                    <a:pt x="64243" y="12837"/>
                  </a:lnTo>
                  <a:lnTo>
                    <a:pt x="59136" y="10809"/>
                  </a:lnTo>
                  <a:lnTo>
                    <a:pt x="53966" y="8950"/>
                  </a:lnTo>
                  <a:lnTo>
                    <a:pt x="48737" y="7262"/>
                  </a:lnTo>
                  <a:lnTo>
                    <a:pt x="43455" y="5746"/>
                  </a:lnTo>
                  <a:lnTo>
                    <a:pt x="38126" y="4405"/>
                  </a:lnTo>
                  <a:lnTo>
                    <a:pt x="32756" y="3240"/>
                  </a:lnTo>
                  <a:lnTo>
                    <a:pt x="27351" y="2252"/>
                  </a:lnTo>
                  <a:lnTo>
                    <a:pt x="21916" y="1442"/>
                  </a:lnTo>
                  <a:lnTo>
                    <a:pt x="16458" y="812"/>
                  </a:lnTo>
                  <a:lnTo>
                    <a:pt x="10982" y="361"/>
                  </a:lnTo>
                  <a:lnTo>
                    <a:pt x="549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561313" y="4213821"/>
              <a:ext cx="167158" cy="273288"/>
            </a:xfrm>
            <a:custGeom>
              <a:avLst/>
              <a:pathLst>
                <a:path w="167158" h="273288">
                  <a:moveTo>
                    <a:pt x="167158" y="0"/>
                  </a:moveTo>
                  <a:lnTo>
                    <a:pt x="161765" y="87"/>
                  </a:lnTo>
                  <a:lnTo>
                    <a:pt x="156378" y="347"/>
                  </a:lnTo>
                  <a:lnTo>
                    <a:pt x="151002" y="782"/>
                  </a:lnTo>
                  <a:lnTo>
                    <a:pt x="145643" y="1390"/>
                  </a:lnTo>
                  <a:lnTo>
                    <a:pt x="140307" y="2170"/>
                  </a:lnTo>
                  <a:lnTo>
                    <a:pt x="134998" y="3122"/>
                  </a:lnTo>
                  <a:lnTo>
                    <a:pt x="129722" y="4245"/>
                  </a:lnTo>
                  <a:lnTo>
                    <a:pt x="124486" y="5538"/>
                  </a:lnTo>
                  <a:lnTo>
                    <a:pt x="119294" y="6998"/>
                  </a:lnTo>
                  <a:lnTo>
                    <a:pt x="114152" y="8626"/>
                  </a:lnTo>
                  <a:lnTo>
                    <a:pt x="109065" y="10418"/>
                  </a:lnTo>
                  <a:lnTo>
                    <a:pt x="104039" y="12374"/>
                  </a:lnTo>
                  <a:lnTo>
                    <a:pt x="99078" y="14491"/>
                  </a:lnTo>
                  <a:lnTo>
                    <a:pt x="94188" y="16766"/>
                  </a:lnTo>
                  <a:lnTo>
                    <a:pt x="89374" y="19199"/>
                  </a:lnTo>
                  <a:lnTo>
                    <a:pt x="84641" y="21785"/>
                  </a:lnTo>
                  <a:lnTo>
                    <a:pt x="79994" y="24523"/>
                  </a:lnTo>
                  <a:lnTo>
                    <a:pt x="75438" y="27409"/>
                  </a:lnTo>
                  <a:lnTo>
                    <a:pt x="70977" y="30440"/>
                  </a:lnTo>
                  <a:lnTo>
                    <a:pt x="66617" y="33614"/>
                  </a:lnTo>
                  <a:lnTo>
                    <a:pt x="62361" y="36927"/>
                  </a:lnTo>
                  <a:lnTo>
                    <a:pt x="58214" y="40376"/>
                  </a:lnTo>
                  <a:lnTo>
                    <a:pt x="54180" y="43956"/>
                  </a:lnTo>
                  <a:lnTo>
                    <a:pt x="50264" y="47665"/>
                  </a:lnTo>
                  <a:lnTo>
                    <a:pt x="46470" y="51498"/>
                  </a:lnTo>
                  <a:lnTo>
                    <a:pt x="42801" y="55452"/>
                  </a:lnTo>
                  <a:lnTo>
                    <a:pt x="39262" y="59522"/>
                  </a:lnTo>
                  <a:lnTo>
                    <a:pt x="35856" y="63703"/>
                  </a:lnTo>
                  <a:lnTo>
                    <a:pt x="32587" y="67993"/>
                  </a:lnTo>
                  <a:lnTo>
                    <a:pt x="29457" y="72386"/>
                  </a:lnTo>
                  <a:lnTo>
                    <a:pt x="26471" y="76877"/>
                  </a:lnTo>
                  <a:lnTo>
                    <a:pt x="23632" y="81463"/>
                  </a:lnTo>
                  <a:lnTo>
                    <a:pt x="20942" y="86138"/>
                  </a:lnTo>
                  <a:lnTo>
                    <a:pt x="18404" y="90897"/>
                  </a:lnTo>
                  <a:lnTo>
                    <a:pt x="16021" y="95735"/>
                  </a:lnTo>
                  <a:lnTo>
                    <a:pt x="13795" y="100648"/>
                  </a:lnTo>
                  <a:lnTo>
                    <a:pt x="11729" y="105630"/>
                  </a:lnTo>
                  <a:lnTo>
                    <a:pt x="9825" y="110676"/>
                  </a:lnTo>
                  <a:lnTo>
                    <a:pt x="8085" y="115781"/>
                  </a:lnTo>
                  <a:lnTo>
                    <a:pt x="6510" y="120940"/>
                  </a:lnTo>
                  <a:lnTo>
                    <a:pt x="5102" y="126146"/>
                  </a:lnTo>
                  <a:lnTo>
                    <a:pt x="3863" y="131395"/>
                  </a:lnTo>
                  <a:lnTo>
                    <a:pt x="2794" y="136682"/>
                  </a:lnTo>
                  <a:lnTo>
                    <a:pt x="1896" y="142000"/>
                  </a:lnTo>
                  <a:lnTo>
                    <a:pt x="1170" y="147344"/>
                  </a:lnTo>
                  <a:lnTo>
                    <a:pt x="617" y="152709"/>
                  </a:lnTo>
                  <a:lnTo>
                    <a:pt x="237" y="158089"/>
                  </a:lnTo>
                  <a:lnTo>
                    <a:pt x="31" y="163479"/>
                  </a:lnTo>
                  <a:lnTo>
                    <a:pt x="0" y="168872"/>
                  </a:lnTo>
                  <a:lnTo>
                    <a:pt x="142" y="174264"/>
                  </a:lnTo>
                  <a:lnTo>
                    <a:pt x="457" y="179648"/>
                  </a:lnTo>
                  <a:lnTo>
                    <a:pt x="947" y="185019"/>
                  </a:lnTo>
                  <a:lnTo>
                    <a:pt x="1609" y="190372"/>
                  </a:lnTo>
                  <a:lnTo>
                    <a:pt x="2444" y="195701"/>
                  </a:lnTo>
                  <a:lnTo>
                    <a:pt x="3450" y="200999"/>
                  </a:lnTo>
                  <a:lnTo>
                    <a:pt x="4627" y="206263"/>
                  </a:lnTo>
                  <a:lnTo>
                    <a:pt x="5973" y="211486"/>
                  </a:lnTo>
                  <a:lnTo>
                    <a:pt x="7486" y="216662"/>
                  </a:lnTo>
                  <a:lnTo>
                    <a:pt x="9166" y="221788"/>
                  </a:lnTo>
                  <a:lnTo>
                    <a:pt x="11010" y="226856"/>
                  </a:lnTo>
                  <a:lnTo>
                    <a:pt x="13017" y="231862"/>
                  </a:lnTo>
                  <a:lnTo>
                    <a:pt x="15184" y="236801"/>
                  </a:lnTo>
                  <a:lnTo>
                    <a:pt x="17510" y="241667"/>
                  </a:lnTo>
                  <a:lnTo>
                    <a:pt x="19991" y="246456"/>
                  </a:lnTo>
                  <a:lnTo>
                    <a:pt x="22626" y="251163"/>
                  </a:lnTo>
                  <a:lnTo>
                    <a:pt x="25411" y="255781"/>
                  </a:lnTo>
                  <a:lnTo>
                    <a:pt x="28343" y="260308"/>
                  </a:lnTo>
                  <a:lnTo>
                    <a:pt x="31420" y="264738"/>
                  </a:lnTo>
                  <a:lnTo>
                    <a:pt x="34638" y="269066"/>
                  </a:lnTo>
                  <a:lnTo>
                    <a:pt x="37994" y="27328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599308" y="4380988"/>
              <a:ext cx="129163" cy="106120"/>
            </a:xfrm>
            <a:custGeom>
              <a:avLst/>
              <a:pathLst>
                <a:path w="129163" h="106120">
                  <a:moveTo>
                    <a:pt x="0" y="106120"/>
                  </a:moveTo>
                  <a:lnTo>
                    <a:pt x="1291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599308" y="4380988"/>
              <a:ext cx="129163" cy="136813"/>
            </a:xfrm>
            <a:custGeom>
              <a:avLst/>
              <a:pathLst>
                <a:path w="129163" h="136813">
                  <a:moveTo>
                    <a:pt x="0" y="106120"/>
                  </a:moveTo>
                  <a:lnTo>
                    <a:pt x="4202" y="111038"/>
                  </a:lnTo>
                  <a:lnTo>
                    <a:pt x="8591" y="115790"/>
                  </a:lnTo>
                  <a:lnTo>
                    <a:pt x="13161" y="120368"/>
                  </a:lnTo>
                  <a:lnTo>
                    <a:pt x="17905" y="124765"/>
                  </a:lnTo>
                  <a:lnTo>
                    <a:pt x="22815" y="128976"/>
                  </a:lnTo>
                  <a:lnTo>
                    <a:pt x="27885" y="132994"/>
                  </a:lnTo>
                  <a:lnTo>
                    <a:pt x="33106" y="136813"/>
                  </a:lnTo>
                  <a:lnTo>
                    <a:pt x="12916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632415" y="4213821"/>
              <a:ext cx="263212" cy="334329"/>
            </a:xfrm>
            <a:custGeom>
              <a:avLst/>
              <a:pathLst>
                <a:path w="263212" h="334329">
                  <a:moveTo>
                    <a:pt x="0" y="303981"/>
                  </a:moveTo>
                  <a:lnTo>
                    <a:pt x="4400" y="306967"/>
                  </a:lnTo>
                  <a:lnTo>
                    <a:pt x="8892" y="309811"/>
                  </a:lnTo>
                  <a:lnTo>
                    <a:pt x="13473" y="312511"/>
                  </a:lnTo>
                  <a:lnTo>
                    <a:pt x="18138" y="315064"/>
                  </a:lnTo>
                  <a:lnTo>
                    <a:pt x="22881" y="317468"/>
                  </a:lnTo>
                  <a:lnTo>
                    <a:pt x="27699" y="319719"/>
                  </a:lnTo>
                  <a:lnTo>
                    <a:pt x="32586" y="321816"/>
                  </a:lnTo>
                  <a:lnTo>
                    <a:pt x="37536" y="323757"/>
                  </a:lnTo>
                  <a:lnTo>
                    <a:pt x="42547" y="325539"/>
                  </a:lnTo>
                  <a:lnTo>
                    <a:pt x="47611" y="327161"/>
                  </a:lnTo>
                  <a:lnTo>
                    <a:pt x="52724" y="328620"/>
                  </a:lnTo>
                  <a:lnTo>
                    <a:pt x="57881" y="329917"/>
                  </a:lnTo>
                  <a:lnTo>
                    <a:pt x="63077" y="331049"/>
                  </a:lnTo>
                  <a:lnTo>
                    <a:pt x="68306" y="332015"/>
                  </a:lnTo>
                  <a:lnTo>
                    <a:pt x="73563" y="332814"/>
                  </a:lnTo>
                  <a:lnTo>
                    <a:pt x="78843" y="333446"/>
                  </a:lnTo>
                  <a:lnTo>
                    <a:pt x="84140" y="333909"/>
                  </a:lnTo>
                  <a:lnTo>
                    <a:pt x="89450" y="334204"/>
                  </a:lnTo>
                  <a:lnTo>
                    <a:pt x="94766" y="334329"/>
                  </a:lnTo>
                  <a:lnTo>
                    <a:pt x="100083" y="334286"/>
                  </a:lnTo>
                  <a:lnTo>
                    <a:pt x="105397" y="334073"/>
                  </a:lnTo>
                  <a:lnTo>
                    <a:pt x="110700" y="333692"/>
                  </a:lnTo>
                  <a:lnTo>
                    <a:pt x="115990" y="333142"/>
                  </a:lnTo>
                  <a:lnTo>
                    <a:pt x="121258" y="332424"/>
                  </a:lnTo>
                  <a:lnTo>
                    <a:pt x="126502" y="331539"/>
                  </a:lnTo>
                  <a:lnTo>
                    <a:pt x="131714" y="330487"/>
                  </a:lnTo>
                  <a:lnTo>
                    <a:pt x="136891" y="329270"/>
                  </a:lnTo>
                  <a:lnTo>
                    <a:pt x="142026" y="327890"/>
                  </a:lnTo>
                  <a:lnTo>
                    <a:pt x="147115" y="326346"/>
                  </a:lnTo>
                  <a:lnTo>
                    <a:pt x="152152" y="324642"/>
                  </a:lnTo>
                  <a:lnTo>
                    <a:pt x="157132" y="322778"/>
                  </a:lnTo>
                  <a:lnTo>
                    <a:pt x="162050" y="320757"/>
                  </a:lnTo>
                  <a:lnTo>
                    <a:pt x="166902" y="318580"/>
                  </a:lnTo>
                  <a:lnTo>
                    <a:pt x="171682" y="316250"/>
                  </a:lnTo>
                  <a:lnTo>
                    <a:pt x="176386" y="313769"/>
                  </a:lnTo>
                  <a:lnTo>
                    <a:pt x="181008" y="311140"/>
                  </a:lnTo>
                  <a:lnTo>
                    <a:pt x="185544" y="308365"/>
                  </a:lnTo>
                  <a:lnTo>
                    <a:pt x="189990" y="305448"/>
                  </a:lnTo>
                  <a:lnTo>
                    <a:pt x="194340" y="302390"/>
                  </a:lnTo>
                  <a:lnTo>
                    <a:pt x="198591" y="299196"/>
                  </a:lnTo>
                  <a:lnTo>
                    <a:pt x="202739" y="295868"/>
                  </a:lnTo>
                  <a:lnTo>
                    <a:pt x="206778" y="292409"/>
                  </a:lnTo>
                  <a:lnTo>
                    <a:pt x="210706" y="288824"/>
                  </a:lnTo>
                  <a:lnTo>
                    <a:pt x="214517" y="285116"/>
                  </a:lnTo>
                  <a:lnTo>
                    <a:pt x="218209" y="281289"/>
                  </a:lnTo>
                  <a:lnTo>
                    <a:pt x="221777" y="277346"/>
                  </a:lnTo>
                  <a:lnTo>
                    <a:pt x="225217" y="273292"/>
                  </a:lnTo>
                  <a:lnTo>
                    <a:pt x="228527" y="269130"/>
                  </a:lnTo>
                  <a:lnTo>
                    <a:pt x="231703" y="264865"/>
                  </a:lnTo>
                  <a:lnTo>
                    <a:pt x="234742" y="260501"/>
                  </a:lnTo>
                  <a:lnTo>
                    <a:pt x="237641" y="256043"/>
                  </a:lnTo>
                  <a:lnTo>
                    <a:pt x="240396" y="251495"/>
                  </a:lnTo>
                  <a:lnTo>
                    <a:pt x="243005" y="246861"/>
                  </a:lnTo>
                  <a:lnTo>
                    <a:pt x="245465" y="242147"/>
                  </a:lnTo>
                  <a:lnTo>
                    <a:pt x="247774" y="237357"/>
                  </a:lnTo>
                  <a:lnTo>
                    <a:pt x="249930" y="232496"/>
                  </a:lnTo>
                  <a:lnTo>
                    <a:pt x="251930" y="227569"/>
                  </a:lnTo>
                  <a:lnTo>
                    <a:pt x="253772" y="222581"/>
                  </a:lnTo>
                  <a:lnTo>
                    <a:pt x="255455" y="217536"/>
                  </a:lnTo>
                  <a:lnTo>
                    <a:pt x="256977" y="212441"/>
                  </a:lnTo>
                  <a:lnTo>
                    <a:pt x="258335" y="207300"/>
                  </a:lnTo>
                  <a:lnTo>
                    <a:pt x="259529" y="202118"/>
                  </a:lnTo>
                  <a:lnTo>
                    <a:pt x="260558" y="196901"/>
                  </a:lnTo>
                  <a:lnTo>
                    <a:pt x="261421" y="191654"/>
                  </a:lnTo>
                  <a:lnTo>
                    <a:pt x="262116" y="186382"/>
                  </a:lnTo>
                  <a:lnTo>
                    <a:pt x="262643" y="181091"/>
                  </a:lnTo>
                  <a:lnTo>
                    <a:pt x="263002" y="175785"/>
                  </a:lnTo>
                  <a:lnTo>
                    <a:pt x="263191" y="170471"/>
                  </a:lnTo>
                  <a:lnTo>
                    <a:pt x="263212" y="165154"/>
                  </a:lnTo>
                  <a:lnTo>
                    <a:pt x="263063" y="159838"/>
                  </a:lnTo>
                  <a:lnTo>
                    <a:pt x="262746" y="154530"/>
                  </a:lnTo>
                  <a:lnTo>
                    <a:pt x="262260" y="149235"/>
                  </a:lnTo>
                  <a:lnTo>
                    <a:pt x="261605" y="143957"/>
                  </a:lnTo>
                  <a:lnTo>
                    <a:pt x="260783" y="138704"/>
                  </a:lnTo>
                  <a:lnTo>
                    <a:pt x="259794" y="133479"/>
                  </a:lnTo>
                  <a:lnTo>
                    <a:pt x="258640" y="128288"/>
                  </a:lnTo>
                  <a:lnTo>
                    <a:pt x="257321" y="123137"/>
                  </a:lnTo>
                  <a:lnTo>
                    <a:pt x="255839" y="118030"/>
                  </a:lnTo>
                  <a:lnTo>
                    <a:pt x="254196" y="112973"/>
                  </a:lnTo>
                  <a:lnTo>
                    <a:pt x="252392" y="107970"/>
                  </a:lnTo>
                  <a:lnTo>
                    <a:pt x="250430" y="103028"/>
                  </a:lnTo>
                  <a:lnTo>
                    <a:pt x="248312" y="98150"/>
                  </a:lnTo>
                  <a:lnTo>
                    <a:pt x="246040" y="93343"/>
                  </a:lnTo>
                  <a:lnTo>
                    <a:pt x="243616" y="88610"/>
                  </a:lnTo>
                  <a:lnTo>
                    <a:pt x="241043" y="83956"/>
                  </a:lnTo>
                  <a:lnTo>
                    <a:pt x="238323" y="79387"/>
                  </a:lnTo>
                  <a:lnTo>
                    <a:pt x="235459" y="74906"/>
                  </a:lnTo>
                  <a:lnTo>
                    <a:pt x="232454" y="70519"/>
                  </a:lnTo>
                  <a:lnTo>
                    <a:pt x="229311" y="66230"/>
                  </a:lnTo>
                  <a:lnTo>
                    <a:pt x="226033" y="62043"/>
                  </a:lnTo>
                  <a:lnTo>
                    <a:pt x="222624" y="57962"/>
                  </a:lnTo>
                  <a:lnTo>
                    <a:pt x="219086" y="53992"/>
                  </a:lnTo>
                  <a:lnTo>
                    <a:pt x="215424" y="50136"/>
                  </a:lnTo>
                  <a:lnTo>
                    <a:pt x="211642" y="46398"/>
                  </a:lnTo>
                  <a:lnTo>
                    <a:pt x="207742" y="42783"/>
                  </a:lnTo>
                  <a:lnTo>
                    <a:pt x="203729" y="39294"/>
                  </a:lnTo>
                  <a:lnTo>
                    <a:pt x="199608" y="35934"/>
                  </a:lnTo>
                  <a:lnTo>
                    <a:pt x="195381" y="32707"/>
                  </a:lnTo>
                  <a:lnTo>
                    <a:pt x="191055" y="29616"/>
                  </a:lnTo>
                  <a:lnTo>
                    <a:pt x="186632" y="26664"/>
                  </a:lnTo>
                  <a:lnTo>
                    <a:pt x="182117" y="23854"/>
                  </a:lnTo>
                  <a:lnTo>
                    <a:pt x="177515" y="21189"/>
                  </a:lnTo>
                  <a:lnTo>
                    <a:pt x="172831" y="18672"/>
                  </a:lnTo>
                  <a:lnTo>
                    <a:pt x="168069" y="16306"/>
                  </a:lnTo>
                  <a:lnTo>
                    <a:pt x="163234" y="14091"/>
                  </a:lnTo>
                  <a:lnTo>
                    <a:pt x="158332" y="12032"/>
                  </a:lnTo>
                  <a:lnTo>
                    <a:pt x="153366" y="10130"/>
                  </a:lnTo>
                  <a:lnTo>
                    <a:pt x="148342" y="8387"/>
                  </a:lnTo>
                  <a:lnTo>
                    <a:pt x="143266" y="6804"/>
                  </a:lnTo>
                  <a:lnTo>
                    <a:pt x="138141" y="5384"/>
                  </a:lnTo>
                  <a:lnTo>
                    <a:pt x="132974" y="4127"/>
                  </a:lnTo>
                  <a:lnTo>
                    <a:pt x="127770" y="3035"/>
                  </a:lnTo>
                  <a:lnTo>
                    <a:pt x="122534" y="2110"/>
                  </a:lnTo>
                  <a:lnTo>
                    <a:pt x="117271" y="1351"/>
                  </a:lnTo>
                  <a:lnTo>
                    <a:pt x="111986" y="760"/>
                  </a:lnTo>
                  <a:lnTo>
                    <a:pt x="106685" y="338"/>
                  </a:lnTo>
                  <a:lnTo>
                    <a:pt x="101374" y="84"/>
                  </a:lnTo>
                  <a:lnTo>
                    <a:pt x="96057" y="0"/>
                  </a:lnTo>
                  <a:lnTo>
                    <a:pt x="960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751861" y="3707720"/>
              <a:ext cx="219757" cy="334334"/>
            </a:xfrm>
            <a:custGeom>
              <a:avLst/>
              <a:pathLst>
                <a:path w="219757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6" y="758"/>
                  </a:lnTo>
                  <a:lnTo>
                    <a:pt x="145970" y="1347"/>
                  </a:lnTo>
                  <a:lnTo>
                    <a:pt x="140715" y="2103"/>
                  </a:lnTo>
                  <a:lnTo>
                    <a:pt x="135487" y="3025"/>
                  </a:lnTo>
                  <a:lnTo>
                    <a:pt x="130291" y="4113"/>
                  </a:lnTo>
                  <a:lnTo>
                    <a:pt x="125132" y="5366"/>
                  </a:lnTo>
                  <a:lnTo>
                    <a:pt x="120015" y="6782"/>
                  </a:lnTo>
                  <a:lnTo>
                    <a:pt x="114946" y="8359"/>
                  </a:lnTo>
                  <a:lnTo>
                    <a:pt x="109930" y="10097"/>
                  </a:lnTo>
                  <a:lnTo>
                    <a:pt x="104971" y="11993"/>
                  </a:lnTo>
                  <a:lnTo>
                    <a:pt x="100075" y="14046"/>
                  </a:lnTo>
                  <a:lnTo>
                    <a:pt x="95247" y="16253"/>
                  </a:lnTo>
                  <a:lnTo>
                    <a:pt x="90491" y="18612"/>
                  </a:lnTo>
                  <a:lnTo>
                    <a:pt x="85813" y="21121"/>
                  </a:lnTo>
                  <a:lnTo>
                    <a:pt x="81216" y="23778"/>
                  </a:lnTo>
                  <a:lnTo>
                    <a:pt x="76706" y="26579"/>
                  </a:lnTo>
                  <a:lnTo>
                    <a:pt x="72288" y="29521"/>
                  </a:lnTo>
                  <a:lnTo>
                    <a:pt x="67965" y="32603"/>
                  </a:lnTo>
                  <a:lnTo>
                    <a:pt x="63742" y="35820"/>
                  </a:lnTo>
                  <a:lnTo>
                    <a:pt x="59623" y="39170"/>
                  </a:lnTo>
                  <a:lnTo>
                    <a:pt x="55613" y="42649"/>
                  </a:lnTo>
                  <a:lnTo>
                    <a:pt x="51716" y="46254"/>
                  </a:lnTo>
                  <a:lnTo>
                    <a:pt x="47934" y="49980"/>
                  </a:lnTo>
                  <a:lnTo>
                    <a:pt x="44273" y="53825"/>
                  </a:lnTo>
                  <a:lnTo>
                    <a:pt x="40736" y="57783"/>
                  </a:lnTo>
                  <a:lnTo>
                    <a:pt x="37327" y="61853"/>
                  </a:lnTo>
                  <a:lnTo>
                    <a:pt x="34048" y="66028"/>
                  </a:lnTo>
                  <a:lnTo>
                    <a:pt x="30904" y="70306"/>
                  </a:lnTo>
                  <a:lnTo>
                    <a:pt x="27897" y="74681"/>
                  </a:lnTo>
                  <a:lnTo>
                    <a:pt x="25030" y="79149"/>
                  </a:lnTo>
                  <a:lnTo>
                    <a:pt x="22307" y="83706"/>
                  </a:lnTo>
                  <a:lnTo>
                    <a:pt x="19730" y="88348"/>
                  </a:lnTo>
                  <a:lnTo>
                    <a:pt x="17301" y="93069"/>
                  </a:lnTo>
                  <a:lnTo>
                    <a:pt x="15024" y="97864"/>
                  </a:lnTo>
                  <a:lnTo>
                    <a:pt x="12900" y="102730"/>
                  </a:lnTo>
                  <a:lnTo>
                    <a:pt x="10932" y="107660"/>
                  </a:lnTo>
                  <a:lnTo>
                    <a:pt x="9121" y="112651"/>
                  </a:lnTo>
                  <a:lnTo>
                    <a:pt x="7469" y="117696"/>
                  </a:lnTo>
                  <a:lnTo>
                    <a:pt x="5979" y="122791"/>
                  </a:lnTo>
                  <a:lnTo>
                    <a:pt x="4651" y="127931"/>
                  </a:lnTo>
                  <a:lnTo>
                    <a:pt x="3487" y="133111"/>
                  </a:lnTo>
                  <a:lnTo>
                    <a:pt x="2489" y="138325"/>
                  </a:lnTo>
                  <a:lnTo>
                    <a:pt x="1656" y="143568"/>
                  </a:lnTo>
                  <a:lnTo>
                    <a:pt x="990" y="148835"/>
                  </a:lnTo>
                  <a:lnTo>
                    <a:pt x="492" y="154121"/>
                  </a:lnTo>
                  <a:lnTo>
                    <a:pt x="161" y="159419"/>
                  </a:lnTo>
                  <a:lnTo>
                    <a:pt x="0" y="164726"/>
                  </a:lnTo>
                  <a:lnTo>
                    <a:pt x="6" y="170034"/>
                  </a:lnTo>
                  <a:lnTo>
                    <a:pt x="182" y="175340"/>
                  </a:lnTo>
                  <a:lnTo>
                    <a:pt x="525" y="180638"/>
                  </a:lnTo>
                  <a:lnTo>
                    <a:pt x="1037" y="185922"/>
                  </a:lnTo>
                  <a:lnTo>
                    <a:pt x="1716" y="191187"/>
                  </a:lnTo>
                  <a:lnTo>
                    <a:pt x="2563" y="196428"/>
                  </a:lnTo>
                  <a:lnTo>
                    <a:pt x="3575" y="201640"/>
                  </a:lnTo>
                  <a:lnTo>
                    <a:pt x="4752" y="206817"/>
                  </a:lnTo>
                  <a:lnTo>
                    <a:pt x="6093" y="211953"/>
                  </a:lnTo>
                  <a:lnTo>
                    <a:pt x="7596" y="217045"/>
                  </a:lnTo>
                  <a:lnTo>
                    <a:pt x="9260" y="222086"/>
                  </a:lnTo>
                  <a:lnTo>
                    <a:pt x="11084" y="227072"/>
                  </a:lnTo>
                  <a:lnTo>
                    <a:pt x="13065" y="231997"/>
                  </a:lnTo>
                  <a:lnTo>
                    <a:pt x="15201" y="236857"/>
                  </a:lnTo>
                  <a:lnTo>
                    <a:pt x="17491" y="241647"/>
                  </a:lnTo>
                  <a:lnTo>
                    <a:pt x="19931" y="246362"/>
                  </a:lnTo>
                  <a:lnTo>
                    <a:pt x="22520" y="250997"/>
                  </a:lnTo>
                  <a:lnTo>
                    <a:pt x="25255" y="255547"/>
                  </a:lnTo>
                  <a:lnTo>
                    <a:pt x="28133" y="260008"/>
                  </a:lnTo>
                  <a:lnTo>
                    <a:pt x="31151" y="264375"/>
                  </a:lnTo>
                  <a:lnTo>
                    <a:pt x="34306" y="268645"/>
                  </a:lnTo>
                  <a:lnTo>
                    <a:pt x="37596" y="272812"/>
                  </a:lnTo>
                  <a:lnTo>
                    <a:pt x="41016" y="276872"/>
                  </a:lnTo>
                  <a:lnTo>
                    <a:pt x="44563" y="280822"/>
                  </a:lnTo>
                  <a:lnTo>
                    <a:pt x="48234" y="284658"/>
                  </a:lnTo>
                  <a:lnTo>
                    <a:pt x="52024" y="288374"/>
                  </a:lnTo>
                  <a:lnTo>
                    <a:pt x="55931" y="291969"/>
                  </a:lnTo>
                  <a:lnTo>
                    <a:pt x="59950" y="295437"/>
                  </a:lnTo>
                  <a:lnTo>
                    <a:pt x="64077" y="298777"/>
                  </a:lnTo>
                  <a:lnTo>
                    <a:pt x="68308" y="301983"/>
                  </a:lnTo>
                  <a:lnTo>
                    <a:pt x="72639" y="305054"/>
                  </a:lnTo>
                  <a:lnTo>
                    <a:pt x="77065" y="307985"/>
                  </a:lnTo>
                  <a:lnTo>
                    <a:pt x="81582" y="310775"/>
                  </a:lnTo>
                  <a:lnTo>
                    <a:pt x="86185" y="313420"/>
                  </a:lnTo>
                  <a:lnTo>
                    <a:pt x="90870" y="315917"/>
                  </a:lnTo>
                  <a:lnTo>
                    <a:pt x="95632" y="318264"/>
                  </a:lnTo>
                  <a:lnTo>
                    <a:pt x="100466" y="320459"/>
                  </a:lnTo>
                  <a:lnTo>
                    <a:pt x="105367" y="322499"/>
                  </a:lnTo>
                  <a:lnTo>
                    <a:pt x="110331" y="324382"/>
                  </a:lnTo>
                  <a:lnTo>
                    <a:pt x="115351" y="326107"/>
                  </a:lnTo>
                  <a:lnTo>
                    <a:pt x="120425" y="327672"/>
                  </a:lnTo>
                  <a:lnTo>
                    <a:pt x="125545" y="329074"/>
                  </a:lnTo>
                  <a:lnTo>
                    <a:pt x="130707" y="330314"/>
                  </a:lnTo>
                  <a:lnTo>
                    <a:pt x="135906" y="331389"/>
                  </a:lnTo>
                  <a:lnTo>
                    <a:pt x="141136" y="332298"/>
                  </a:lnTo>
                  <a:lnTo>
                    <a:pt x="146393" y="333041"/>
                  </a:lnTo>
                  <a:lnTo>
                    <a:pt x="151670" y="333616"/>
                  </a:lnTo>
                  <a:lnTo>
                    <a:pt x="156964" y="334024"/>
                  </a:lnTo>
                  <a:lnTo>
                    <a:pt x="162267" y="334263"/>
                  </a:lnTo>
                  <a:lnTo>
                    <a:pt x="167575" y="334334"/>
                  </a:lnTo>
                  <a:lnTo>
                    <a:pt x="172883" y="334236"/>
                  </a:lnTo>
                  <a:lnTo>
                    <a:pt x="178185" y="333970"/>
                  </a:lnTo>
                  <a:lnTo>
                    <a:pt x="183476" y="333535"/>
                  </a:lnTo>
                  <a:lnTo>
                    <a:pt x="188751" y="332933"/>
                  </a:lnTo>
                  <a:lnTo>
                    <a:pt x="194004" y="332163"/>
                  </a:lnTo>
                  <a:lnTo>
                    <a:pt x="199230" y="331227"/>
                  </a:lnTo>
                  <a:lnTo>
                    <a:pt x="204423" y="330126"/>
                  </a:lnTo>
                  <a:lnTo>
                    <a:pt x="209579" y="328860"/>
                  </a:lnTo>
                  <a:lnTo>
                    <a:pt x="214692" y="327431"/>
                  </a:lnTo>
                  <a:lnTo>
                    <a:pt x="219757" y="32584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4"/>
              <a:ext cx="167166" cy="325837"/>
            </a:xfrm>
            <a:custGeom>
              <a:avLst/>
              <a:pathLst>
                <a:path w="167166" h="325837">
                  <a:moveTo>
                    <a:pt x="52607" y="325837"/>
                  </a:moveTo>
                  <a:lnTo>
                    <a:pt x="57654" y="324073"/>
                  </a:lnTo>
                  <a:lnTo>
                    <a:pt x="62642" y="322150"/>
                  </a:lnTo>
                  <a:lnTo>
                    <a:pt x="67566" y="320067"/>
                  </a:lnTo>
                  <a:lnTo>
                    <a:pt x="72421" y="317828"/>
                  </a:lnTo>
                  <a:lnTo>
                    <a:pt x="77201" y="315436"/>
                  </a:lnTo>
                  <a:lnTo>
                    <a:pt x="81903" y="312891"/>
                  </a:lnTo>
                  <a:lnTo>
                    <a:pt x="86521" y="310198"/>
                  </a:lnTo>
                  <a:lnTo>
                    <a:pt x="91051" y="307358"/>
                  </a:lnTo>
                  <a:lnTo>
                    <a:pt x="95487" y="304375"/>
                  </a:lnTo>
                  <a:lnTo>
                    <a:pt x="99826" y="301251"/>
                  </a:lnTo>
                  <a:lnTo>
                    <a:pt x="104062" y="297990"/>
                  </a:lnTo>
                  <a:lnTo>
                    <a:pt x="108193" y="294596"/>
                  </a:lnTo>
                  <a:lnTo>
                    <a:pt x="112212" y="291071"/>
                  </a:lnTo>
                  <a:lnTo>
                    <a:pt x="116117" y="287420"/>
                  </a:lnTo>
                  <a:lnTo>
                    <a:pt x="119903" y="283645"/>
                  </a:lnTo>
                  <a:lnTo>
                    <a:pt x="123566" y="279751"/>
                  </a:lnTo>
                  <a:lnTo>
                    <a:pt x="127103" y="275743"/>
                  </a:lnTo>
                  <a:lnTo>
                    <a:pt x="130510" y="271623"/>
                  </a:lnTo>
                  <a:lnTo>
                    <a:pt x="133784" y="267396"/>
                  </a:lnTo>
                  <a:lnTo>
                    <a:pt x="136921" y="263067"/>
                  </a:lnTo>
                  <a:lnTo>
                    <a:pt x="139917" y="258639"/>
                  </a:lnTo>
                  <a:lnTo>
                    <a:pt x="142771" y="254119"/>
                  </a:lnTo>
                  <a:lnTo>
                    <a:pt x="145478" y="249509"/>
                  </a:lnTo>
                  <a:lnTo>
                    <a:pt x="148037" y="244815"/>
                  </a:lnTo>
                  <a:lnTo>
                    <a:pt x="150444" y="240041"/>
                  </a:lnTo>
                  <a:lnTo>
                    <a:pt x="152698" y="235193"/>
                  </a:lnTo>
                  <a:lnTo>
                    <a:pt x="154795" y="230276"/>
                  </a:lnTo>
                  <a:lnTo>
                    <a:pt x="156734" y="225294"/>
                  </a:lnTo>
                  <a:lnTo>
                    <a:pt x="158513" y="220252"/>
                  </a:lnTo>
                  <a:lnTo>
                    <a:pt x="160129" y="215156"/>
                  </a:lnTo>
                  <a:lnTo>
                    <a:pt x="161582" y="210011"/>
                  </a:lnTo>
                  <a:lnTo>
                    <a:pt x="162870" y="204823"/>
                  </a:lnTo>
                  <a:lnTo>
                    <a:pt x="163991" y="199595"/>
                  </a:lnTo>
                  <a:lnTo>
                    <a:pt x="164944" y="194335"/>
                  </a:lnTo>
                  <a:lnTo>
                    <a:pt x="165728" y="189047"/>
                  </a:lnTo>
                  <a:lnTo>
                    <a:pt x="166343" y="183736"/>
                  </a:lnTo>
                  <a:lnTo>
                    <a:pt x="166788" y="178408"/>
                  </a:lnTo>
                  <a:lnTo>
                    <a:pt x="167063" y="173069"/>
                  </a:lnTo>
                  <a:lnTo>
                    <a:pt x="167166" y="167724"/>
                  </a:lnTo>
                  <a:lnTo>
                    <a:pt x="167098" y="162378"/>
                  </a:lnTo>
                  <a:lnTo>
                    <a:pt x="166860" y="157038"/>
                  </a:lnTo>
                  <a:lnTo>
                    <a:pt x="166451" y="151707"/>
                  </a:lnTo>
                  <a:lnTo>
                    <a:pt x="165872" y="146393"/>
                  </a:lnTo>
                  <a:lnTo>
                    <a:pt x="165123" y="141099"/>
                  </a:lnTo>
                  <a:lnTo>
                    <a:pt x="164205" y="135832"/>
                  </a:lnTo>
                  <a:lnTo>
                    <a:pt x="163119" y="130598"/>
                  </a:lnTo>
                  <a:lnTo>
                    <a:pt x="161866" y="125400"/>
                  </a:lnTo>
                  <a:lnTo>
                    <a:pt x="160448" y="120246"/>
                  </a:lnTo>
                  <a:lnTo>
                    <a:pt x="158866" y="115139"/>
                  </a:lnTo>
                  <a:lnTo>
                    <a:pt x="157121" y="110086"/>
                  </a:lnTo>
                  <a:lnTo>
                    <a:pt x="155216" y="105091"/>
                  </a:lnTo>
                  <a:lnTo>
                    <a:pt x="153151" y="100159"/>
                  </a:lnTo>
                  <a:lnTo>
                    <a:pt x="150930" y="95296"/>
                  </a:lnTo>
                  <a:lnTo>
                    <a:pt x="148555" y="90507"/>
                  </a:lnTo>
                  <a:lnTo>
                    <a:pt x="146028" y="85796"/>
                  </a:lnTo>
                  <a:lnTo>
                    <a:pt x="143352" y="81168"/>
                  </a:lnTo>
                  <a:lnTo>
                    <a:pt x="140528" y="76628"/>
                  </a:lnTo>
                  <a:lnTo>
                    <a:pt x="137562" y="72181"/>
                  </a:lnTo>
                  <a:lnTo>
                    <a:pt x="134454" y="67830"/>
                  </a:lnTo>
                  <a:lnTo>
                    <a:pt x="131209" y="63582"/>
                  </a:lnTo>
                  <a:lnTo>
                    <a:pt x="127830" y="59439"/>
                  </a:lnTo>
                  <a:lnTo>
                    <a:pt x="124320" y="55407"/>
                  </a:lnTo>
                  <a:lnTo>
                    <a:pt x="120683" y="51488"/>
                  </a:lnTo>
                  <a:lnTo>
                    <a:pt x="116922" y="47689"/>
                  </a:lnTo>
                  <a:lnTo>
                    <a:pt x="113042" y="44011"/>
                  </a:lnTo>
                  <a:lnTo>
                    <a:pt x="109046" y="40459"/>
                  </a:lnTo>
                  <a:lnTo>
                    <a:pt x="104939" y="37037"/>
                  </a:lnTo>
                  <a:lnTo>
                    <a:pt x="100724" y="33748"/>
                  </a:lnTo>
                  <a:lnTo>
                    <a:pt x="96406" y="30595"/>
                  </a:lnTo>
                  <a:lnTo>
                    <a:pt x="91990" y="27582"/>
                  </a:lnTo>
                  <a:lnTo>
                    <a:pt x="87480" y="24712"/>
                  </a:lnTo>
                  <a:lnTo>
                    <a:pt x="82880" y="21988"/>
                  </a:lnTo>
                  <a:lnTo>
                    <a:pt x="78195" y="19412"/>
                  </a:lnTo>
                  <a:lnTo>
                    <a:pt x="73431" y="16987"/>
                  </a:lnTo>
                  <a:lnTo>
                    <a:pt x="68591" y="14716"/>
                  </a:lnTo>
                  <a:lnTo>
                    <a:pt x="63681" y="12600"/>
                  </a:lnTo>
                  <a:lnTo>
                    <a:pt x="58706" y="10643"/>
                  </a:lnTo>
                  <a:lnTo>
                    <a:pt x="53671" y="8846"/>
                  </a:lnTo>
                  <a:lnTo>
                    <a:pt x="48582" y="7211"/>
                  </a:lnTo>
                  <a:lnTo>
                    <a:pt x="43442" y="5739"/>
                  </a:lnTo>
                  <a:lnTo>
                    <a:pt x="38258" y="4432"/>
                  </a:lnTo>
                  <a:lnTo>
                    <a:pt x="33035" y="3292"/>
                  </a:lnTo>
                  <a:lnTo>
                    <a:pt x="27778" y="2320"/>
                  </a:lnTo>
                  <a:lnTo>
                    <a:pt x="22493" y="1516"/>
                  </a:lnTo>
                  <a:lnTo>
                    <a:pt x="17184" y="881"/>
                  </a:lnTo>
                  <a:lnTo>
                    <a:pt x="11858" y="417"/>
                  </a:lnTo>
                  <a:lnTo>
                    <a:pt x="6520" y="123"/>
                  </a:lnTo>
                  <a:lnTo>
                    <a:pt x="1176" y="0"/>
                  </a:lnTo>
                  <a:lnTo>
                    <a:pt x="0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1176" cy="167167"/>
            </a:xfrm>
            <a:custGeom>
              <a:avLst/>
              <a:pathLst>
                <a:path w="1176" h="167167">
                  <a:moveTo>
                    <a:pt x="1176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tx80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2025-06-05T16:21:59Z</dcterms:modified>
  <cp:category/>
</cp:coreProperties>
</file>