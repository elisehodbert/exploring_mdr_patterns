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19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04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12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1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18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10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129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29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31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82840" y="1713845"/>
              <a:ext cx="0" cy="3247428"/>
            </a:xfrm>
            <a:custGeom>
              <a:avLst/>
              <a:pathLst>
                <a:path w="0" h="3247428">
                  <a:moveTo>
                    <a:pt x="0" y="0"/>
                  </a:moveTo>
                  <a:lnTo>
                    <a:pt x="0" y="3247428"/>
                  </a:lnTo>
                </a:path>
              </a:pathLst>
            </a:custGeom>
            <a:ln w="1616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59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80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212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319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417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34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80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200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33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42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322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776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1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236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75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0521" y="3170392"/>
              <a:ext cx="3257" cy="167167"/>
            </a:xfrm>
            <a:custGeom>
              <a:avLst/>
              <a:pathLst>
                <a:path w="3257" h="167167">
                  <a:moveTo>
                    <a:pt x="3257" y="0"/>
                  </a:moveTo>
                  <a:lnTo>
                    <a:pt x="0" y="31"/>
                  </a:lnTo>
                  <a:lnTo>
                    <a:pt x="325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521" y="3170424"/>
              <a:ext cx="3257" cy="167135"/>
            </a:xfrm>
            <a:custGeom>
              <a:avLst/>
              <a:pathLst>
                <a:path w="3257" h="167135">
                  <a:moveTo>
                    <a:pt x="0" y="0"/>
                  </a:moveTo>
                  <a:lnTo>
                    <a:pt x="3257" y="1671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2" y="3170419"/>
              <a:ext cx="334334" cy="334289"/>
            </a:xfrm>
            <a:custGeom>
              <a:avLst/>
              <a:pathLst>
                <a:path w="334334" h="334289">
                  <a:moveTo>
                    <a:pt x="163909" y="5"/>
                  </a:moveTo>
                  <a:lnTo>
                    <a:pt x="158612" y="192"/>
                  </a:lnTo>
                  <a:lnTo>
                    <a:pt x="153325" y="547"/>
                  </a:lnTo>
                  <a:lnTo>
                    <a:pt x="148051" y="1069"/>
                  </a:lnTo>
                  <a:lnTo>
                    <a:pt x="142796" y="1759"/>
                  </a:lnTo>
                  <a:lnTo>
                    <a:pt x="137566" y="2614"/>
                  </a:lnTo>
                  <a:lnTo>
                    <a:pt x="132365" y="3636"/>
                  </a:lnTo>
                  <a:lnTo>
                    <a:pt x="127200" y="4821"/>
                  </a:lnTo>
                  <a:lnTo>
                    <a:pt x="122074" y="6169"/>
                  </a:lnTo>
                  <a:lnTo>
                    <a:pt x="116994" y="7680"/>
                  </a:lnTo>
                  <a:lnTo>
                    <a:pt x="111965" y="9350"/>
                  </a:lnTo>
                  <a:lnTo>
                    <a:pt x="106990" y="11179"/>
                  </a:lnTo>
                  <a:lnTo>
                    <a:pt x="102077" y="13165"/>
                  </a:lnTo>
                  <a:lnTo>
                    <a:pt x="97229" y="15306"/>
                  </a:lnTo>
                  <a:lnTo>
                    <a:pt x="92451" y="17599"/>
                  </a:lnTo>
                  <a:lnTo>
                    <a:pt x="87748" y="20043"/>
                  </a:lnTo>
                  <a:lnTo>
                    <a:pt x="83125" y="22634"/>
                  </a:lnTo>
                  <a:lnTo>
                    <a:pt x="78586" y="25371"/>
                  </a:lnTo>
                  <a:lnTo>
                    <a:pt x="74137" y="28250"/>
                  </a:lnTo>
                  <a:lnTo>
                    <a:pt x="69781" y="31269"/>
                  </a:lnTo>
                  <a:lnTo>
                    <a:pt x="65523" y="34424"/>
                  </a:lnTo>
                  <a:lnTo>
                    <a:pt x="61367" y="37713"/>
                  </a:lnTo>
                  <a:lnTo>
                    <a:pt x="57317" y="41132"/>
                  </a:lnTo>
                  <a:lnTo>
                    <a:pt x="53378" y="44678"/>
                  </a:lnTo>
                  <a:lnTo>
                    <a:pt x="49553" y="48346"/>
                  </a:lnTo>
                  <a:lnTo>
                    <a:pt x="45847" y="52134"/>
                  </a:lnTo>
                  <a:lnTo>
                    <a:pt x="42262" y="56038"/>
                  </a:lnTo>
                  <a:lnTo>
                    <a:pt x="38803" y="60053"/>
                  </a:lnTo>
                  <a:lnTo>
                    <a:pt x="35473" y="64176"/>
                  </a:lnTo>
                  <a:lnTo>
                    <a:pt x="32275" y="68402"/>
                  </a:lnTo>
                  <a:lnTo>
                    <a:pt x="29213" y="72728"/>
                  </a:lnTo>
                  <a:lnTo>
                    <a:pt x="26289" y="77148"/>
                  </a:lnTo>
                  <a:lnTo>
                    <a:pt x="23507" y="81659"/>
                  </a:lnTo>
                  <a:lnTo>
                    <a:pt x="20870" y="86256"/>
                  </a:lnTo>
                  <a:lnTo>
                    <a:pt x="18379" y="90934"/>
                  </a:lnTo>
                  <a:lnTo>
                    <a:pt x="16039" y="95689"/>
                  </a:lnTo>
                  <a:lnTo>
                    <a:pt x="13850" y="100516"/>
                  </a:lnTo>
                  <a:lnTo>
                    <a:pt x="11815" y="105409"/>
                  </a:lnTo>
                  <a:lnTo>
                    <a:pt x="9936" y="110365"/>
                  </a:lnTo>
                  <a:lnTo>
                    <a:pt x="8215" y="115377"/>
                  </a:lnTo>
                  <a:lnTo>
                    <a:pt x="6654" y="120442"/>
                  </a:lnTo>
                  <a:lnTo>
                    <a:pt x="5254" y="125554"/>
                  </a:lnTo>
                  <a:lnTo>
                    <a:pt x="4018" y="130707"/>
                  </a:lnTo>
                  <a:lnTo>
                    <a:pt x="2945" y="135897"/>
                  </a:lnTo>
                  <a:lnTo>
                    <a:pt x="2037" y="141119"/>
                  </a:lnTo>
                  <a:lnTo>
                    <a:pt x="1295" y="146366"/>
                  </a:lnTo>
                  <a:lnTo>
                    <a:pt x="720" y="151635"/>
                  </a:lnTo>
                  <a:lnTo>
                    <a:pt x="312" y="156919"/>
                  </a:lnTo>
                  <a:lnTo>
                    <a:pt x="72" y="162213"/>
                  </a:lnTo>
                  <a:lnTo>
                    <a:pt x="0" y="167512"/>
                  </a:lnTo>
                  <a:lnTo>
                    <a:pt x="95" y="172811"/>
                  </a:lnTo>
                  <a:lnTo>
                    <a:pt x="359" y="178105"/>
                  </a:lnTo>
                  <a:lnTo>
                    <a:pt x="790" y="183387"/>
                  </a:lnTo>
                  <a:lnTo>
                    <a:pt x="1389" y="188653"/>
                  </a:lnTo>
                  <a:lnTo>
                    <a:pt x="2154" y="193897"/>
                  </a:lnTo>
                  <a:lnTo>
                    <a:pt x="3085" y="199114"/>
                  </a:lnTo>
                  <a:lnTo>
                    <a:pt x="4181" y="204299"/>
                  </a:lnTo>
                  <a:lnTo>
                    <a:pt x="5441" y="209447"/>
                  </a:lnTo>
                  <a:lnTo>
                    <a:pt x="6864" y="214553"/>
                  </a:lnTo>
                  <a:lnTo>
                    <a:pt x="8447" y="219610"/>
                  </a:lnTo>
                  <a:lnTo>
                    <a:pt x="10190" y="224615"/>
                  </a:lnTo>
                  <a:lnTo>
                    <a:pt x="12091" y="229562"/>
                  </a:lnTo>
                  <a:lnTo>
                    <a:pt x="14148" y="234447"/>
                  </a:lnTo>
                  <a:lnTo>
                    <a:pt x="16358" y="239264"/>
                  </a:lnTo>
                  <a:lnTo>
                    <a:pt x="18720" y="244008"/>
                  </a:lnTo>
                  <a:lnTo>
                    <a:pt x="21231" y="248675"/>
                  </a:lnTo>
                  <a:lnTo>
                    <a:pt x="23889" y="253260"/>
                  </a:lnTo>
                  <a:lnTo>
                    <a:pt x="26691" y="257759"/>
                  </a:lnTo>
                  <a:lnTo>
                    <a:pt x="29635" y="262166"/>
                  </a:lnTo>
                  <a:lnTo>
                    <a:pt x="32716" y="266478"/>
                  </a:lnTo>
                  <a:lnTo>
                    <a:pt x="35932" y="270690"/>
                  </a:lnTo>
                  <a:lnTo>
                    <a:pt x="39281" y="274798"/>
                  </a:lnTo>
                  <a:lnTo>
                    <a:pt x="42758" y="278798"/>
                  </a:lnTo>
                  <a:lnTo>
                    <a:pt x="46360" y="282686"/>
                  </a:lnTo>
                  <a:lnTo>
                    <a:pt x="50083" y="286457"/>
                  </a:lnTo>
                  <a:lnTo>
                    <a:pt x="53924" y="290108"/>
                  </a:lnTo>
                  <a:lnTo>
                    <a:pt x="57879" y="293636"/>
                  </a:lnTo>
                  <a:lnTo>
                    <a:pt x="61944" y="297037"/>
                  </a:lnTo>
                  <a:lnTo>
                    <a:pt x="66115" y="300307"/>
                  </a:lnTo>
                  <a:lnTo>
                    <a:pt x="70387" y="303444"/>
                  </a:lnTo>
                  <a:lnTo>
                    <a:pt x="74756" y="306443"/>
                  </a:lnTo>
                  <a:lnTo>
                    <a:pt x="79218" y="309302"/>
                  </a:lnTo>
                  <a:lnTo>
                    <a:pt x="83769" y="312019"/>
                  </a:lnTo>
                  <a:lnTo>
                    <a:pt x="88404" y="314590"/>
                  </a:lnTo>
                  <a:lnTo>
                    <a:pt x="93117" y="317012"/>
                  </a:lnTo>
                  <a:lnTo>
                    <a:pt x="97905" y="319284"/>
                  </a:lnTo>
                  <a:lnTo>
                    <a:pt x="102763" y="321404"/>
                  </a:lnTo>
                  <a:lnTo>
                    <a:pt x="107685" y="323368"/>
                  </a:lnTo>
                  <a:lnTo>
                    <a:pt x="112668" y="325175"/>
                  </a:lnTo>
                  <a:lnTo>
                    <a:pt x="117705" y="326823"/>
                  </a:lnTo>
                  <a:lnTo>
                    <a:pt x="122791" y="328310"/>
                  </a:lnTo>
                  <a:lnTo>
                    <a:pt x="127923" y="329636"/>
                  </a:lnTo>
                  <a:lnTo>
                    <a:pt x="133093" y="330798"/>
                  </a:lnTo>
                  <a:lnTo>
                    <a:pt x="138298" y="331796"/>
                  </a:lnTo>
                  <a:lnTo>
                    <a:pt x="143532" y="332629"/>
                  </a:lnTo>
                  <a:lnTo>
                    <a:pt x="148790" y="333295"/>
                  </a:lnTo>
                  <a:lnTo>
                    <a:pt x="154066" y="333794"/>
                  </a:lnTo>
                  <a:lnTo>
                    <a:pt x="159356" y="334125"/>
                  </a:lnTo>
                  <a:lnTo>
                    <a:pt x="164653" y="334289"/>
                  </a:lnTo>
                  <a:lnTo>
                    <a:pt x="169953" y="334285"/>
                  </a:lnTo>
                  <a:lnTo>
                    <a:pt x="175250" y="334112"/>
                  </a:lnTo>
                  <a:lnTo>
                    <a:pt x="180539" y="333772"/>
                  </a:lnTo>
                  <a:lnTo>
                    <a:pt x="185814" y="333264"/>
                  </a:lnTo>
                  <a:lnTo>
                    <a:pt x="191071" y="332590"/>
                  </a:lnTo>
                  <a:lnTo>
                    <a:pt x="196303" y="331749"/>
                  </a:lnTo>
                  <a:lnTo>
                    <a:pt x="201507" y="330743"/>
                  </a:lnTo>
                  <a:lnTo>
                    <a:pt x="206676" y="329572"/>
                  </a:lnTo>
                  <a:lnTo>
                    <a:pt x="211805" y="328238"/>
                  </a:lnTo>
                  <a:lnTo>
                    <a:pt x="216889" y="326742"/>
                  </a:lnTo>
                  <a:lnTo>
                    <a:pt x="221923" y="325085"/>
                  </a:lnTo>
                  <a:lnTo>
                    <a:pt x="226903" y="323270"/>
                  </a:lnTo>
                  <a:lnTo>
                    <a:pt x="231822" y="321298"/>
                  </a:lnTo>
                  <a:lnTo>
                    <a:pt x="236676" y="319171"/>
                  </a:lnTo>
                  <a:lnTo>
                    <a:pt x="241460" y="316891"/>
                  </a:lnTo>
                  <a:lnTo>
                    <a:pt x="246170" y="314461"/>
                  </a:lnTo>
                  <a:lnTo>
                    <a:pt x="250800" y="311883"/>
                  </a:lnTo>
                  <a:lnTo>
                    <a:pt x="255347" y="309159"/>
                  </a:lnTo>
                  <a:lnTo>
                    <a:pt x="259804" y="306292"/>
                  </a:lnTo>
                  <a:lnTo>
                    <a:pt x="264169" y="303286"/>
                  </a:lnTo>
                  <a:lnTo>
                    <a:pt x="268436" y="300142"/>
                  </a:lnTo>
                  <a:lnTo>
                    <a:pt x="272601" y="296865"/>
                  </a:lnTo>
                  <a:lnTo>
                    <a:pt x="276660" y="293458"/>
                  </a:lnTo>
                  <a:lnTo>
                    <a:pt x="280609" y="289923"/>
                  </a:lnTo>
                  <a:lnTo>
                    <a:pt x="284444" y="286266"/>
                  </a:lnTo>
                  <a:lnTo>
                    <a:pt x="288162" y="282488"/>
                  </a:lnTo>
                  <a:lnTo>
                    <a:pt x="291757" y="278595"/>
                  </a:lnTo>
                  <a:lnTo>
                    <a:pt x="295228" y="274589"/>
                  </a:lnTo>
                  <a:lnTo>
                    <a:pt x="298570" y="270476"/>
                  </a:lnTo>
                  <a:lnTo>
                    <a:pt x="301779" y="266258"/>
                  </a:lnTo>
                  <a:lnTo>
                    <a:pt x="304853" y="261941"/>
                  </a:lnTo>
                  <a:lnTo>
                    <a:pt x="307789" y="257529"/>
                  </a:lnTo>
                  <a:lnTo>
                    <a:pt x="310584" y="253026"/>
                  </a:lnTo>
                  <a:lnTo>
                    <a:pt x="313235" y="248437"/>
                  </a:lnTo>
                  <a:lnTo>
                    <a:pt x="315738" y="243766"/>
                  </a:lnTo>
                  <a:lnTo>
                    <a:pt x="318092" y="239017"/>
                  </a:lnTo>
                  <a:lnTo>
                    <a:pt x="320295" y="234197"/>
                  </a:lnTo>
                  <a:lnTo>
                    <a:pt x="322344" y="229309"/>
                  </a:lnTo>
                  <a:lnTo>
                    <a:pt x="324237" y="224359"/>
                  </a:lnTo>
                  <a:lnTo>
                    <a:pt x="325971" y="219351"/>
                  </a:lnTo>
                  <a:lnTo>
                    <a:pt x="327547" y="214291"/>
                  </a:lnTo>
                  <a:lnTo>
                    <a:pt x="328961" y="209183"/>
                  </a:lnTo>
                  <a:lnTo>
                    <a:pt x="330212" y="204033"/>
                  </a:lnTo>
                  <a:lnTo>
                    <a:pt x="331300" y="198846"/>
                  </a:lnTo>
                  <a:lnTo>
                    <a:pt x="332222" y="193627"/>
                  </a:lnTo>
                  <a:lnTo>
                    <a:pt x="332979" y="188382"/>
                  </a:lnTo>
                  <a:lnTo>
                    <a:pt x="333569" y="183115"/>
                  </a:lnTo>
                  <a:lnTo>
                    <a:pt x="333992" y="177832"/>
                  </a:lnTo>
                  <a:lnTo>
                    <a:pt x="334247" y="172539"/>
                  </a:lnTo>
                  <a:lnTo>
                    <a:pt x="334334" y="167239"/>
                  </a:lnTo>
                  <a:lnTo>
                    <a:pt x="334253" y="161940"/>
                  </a:lnTo>
                  <a:lnTo>
                    <a:pt x="334004" y="156646"/>
                  </a:lnTo>
                  <a:lnTo>
                    <a:pt x="333588" y="151363"/>
                  </a:lnTo>
                  <a:lnTo>
                    <a:pt x="333004" y="146095"/>
                  </a:lnTo>
                  <a:lnTo>
                    <a:pt x="332254" y="140849"/>
                  </a:lnTo>
                  <a:lnTo>
                    <a:pt x="331337" y="135629"/>
                  </a:lnTo>
                  <a:lnTo>
                    <a:pt x="330256" y="130441"/>
                  </a:lnTo>
                  <a:lnTo>
                    <a:pt x="329010" y="125289"/>
                  </a:lnTo>
                  <a:lnTo>
                    <a:pt x="327602" y="120180"/>
                  </a:lnTo>
                  <a:lnTo>
                    <a:pt x="326033" y="115118"/>
                  </a:lnTo>
                  <a:lnTo>
                    <a:pt x="324304" y="110108"/>
                  </a:lnTo>
                  <a:lnTo>
                    <a:pt x="322417" y="105156"/>
                  </a:lnTo>
                  <a:lnTo>
                    <a:pt x="320375" y="100265"/>
                  </a:lnTo>
                  <a:lnTo>
                    <a:pt x="318178" y="95442"/>
                  </a:lnTo>
                  <a:lnTo>
                    <a:pt x="315829" y="90691"/>
                  </a:lnTo>
                  <a:lnTo>
                    <a:pt x="313331" y="86017"/>
                  </a:lnTo>
                  <a:lnTo>
                    <a:pt x="310686" y="81425"/>
                  </a:lnTo>
                  <a:lnTo>
                    <a:pt x="307897" y="76918"/>
                  </a:lnTo>
                  <a:lnTo>
                    <a:pt x="304966" y="72503"/>
                  </a:lnTo>
                  <a:lnTo>
                    <a:pt x="301897" y="68182"/>
                  </a:lnTo>
                  <a:lnTo>
                    <a:pt x="298692" y="63961"/>
                  </a:lnTo>
                  <a:lnTo>
                    <a:pt x="295355" y="59843"/>
                  </a:lnTo>
                  <a:lnTo>
                    <a:pt x="291890" y="55834"/>
                  </a:lnTo>
                  <a:lnTo>
                    <a:pt x="288298" y="51936"/>
                  </a:lnTo>
                  <a:lnTo>
                    <a:pt x="284586" y="48154"/>
                  </a:lnTo>
                  <a:lnTo>
                    <a:pt x="280755" y="44492"/>
                  </a:lnTo>
                  <a:lnTo>
                    <a:pt x="276810" y="40953"/>
                  </a:lnTo>
                  <a:lnTo>
                    <a:pt x="272755" y="37541"/>
                  </a:lnTo>
                  <a:lnTo>
                    <a:pt x="268593" y="34259"/>
                  </a:lnTo>
                  <a:lnTo>
                    <a:pt x="264330" y="31110"/>
                  </a:lnTo>
                  <a:lnTo>
                    <a:pt x="259969" y="28099"/>
                  </a:lnTo>
                  <a:lnTo>
                    <a:pt x="255515" y="25227"/>
                  </a:lnTo>
                  <a:lnTo>
                    <a:pt x="250972" y="22497"/>
                  </a:lnTo>
                  <a:lnTo>
                    <a:pt x="246345" y="19913"/>
                  </a:lnTo>
                  <a:lnTo>
                    <a:pt x="241638" y="17478"/>
                  </a:lnTo>
                  <a:lnTo>
                    <a:pt x="236856" y="15192"/>
                  </a:lnTo>
                  <a:lnTo>
                    <a:pt x="232005" y="13059"/>
                  </a:lnTo>
                  <a:lnTo>
                    <a:pt x="227088" y="11081"/>
                  </a:lnTo>
                  <a:lnTo>
                    <a:pt x="222111" y="9260"/>
                  </a:lnTo>
                  <a:lnTo>
                    <a:pt x="217078" y="7598"/>
                  </a:lnTo>
                  <a:lnTo>
                    <a:pt x="211996" y="6096"/>
                  </a:lnTo>
                  <a:lnTo>
                    <a:pt x="206868" y="4756"/>
                  </a:lnTo>
                  <a:lnTo>
                    <a:pt x="201701" y="3579"/>
                  </a:lnTo>
                  <a:lnTo>
                    <a:pt x="196499" y="2566"/>
                  </a:lnTo>
                  <a:lnTo>
                    <a:pt x="191267" y="1719"/>
                  </a:lnTo>
                  <a:lnTo>
                    <a:pt x="186011" y="1038"/>
                  </a:lnTo>
                  <a:lnTo>
                    <a:pt x="180736" y="525"/>
                  </a:lnTo>
                  <a:lnTo>
                    <a:pt x="175448" y="178"/>
                  </a:lnTo>
                  <a:lnTo>
                    <a:pt x="170151" y="0"/>
                  </a:lnTo>
                  <a:lnTo>
                    <a:pt x="167167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2984" cy="167167"/>
            </a:xfrm>
            <a:custGeom>
              <a:avLst/>
              <a:pathLst>
                <a:path w="2984" h="167167">
                  <a:moveTo>
                    <a:pt x="2984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3218" y="2655501"/>
              <a:ext cx="30277" cy="167167"/>
            </a:xfrm>
            <a:custGeom>
              <a:avLst/>
              <a:pathLst>
                <a:path w="30277" h="167167">
                  <a:moveTo>
                    <a:pt x="30277" y="0"/>
                  </a:moveTo>
                  <a:lnTo>
                    <a:pt x="22668" y="173"/>
                  </a:lnTo>
                  <a:lnTo>
                    <a:pt x="15075" y="692"/>
                  </a:lnTo>
                  <a:lnTo>
                    <a:pt x="7514" y="1557"/>
                  </a:lnTo>
                  <a:lnTo>
                    <a:pt x="0" y="2764"/>
                  </a:lnTo>
                  <a:lnTo>
                    <a:pt x="3027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3218" y="2658266"/>
              <a:ext cx="30277" cy="164402"/>
            </a:xfrm>
            <a:custGeom>
              <a:avLst/>
              <a:pathLst>
                <a:path w="30277" h="164402">
                  <a:moveTo>
                    <a:pt x="0" y="0"/>
                  </a:moveTo>
                  <a:lnTo>
                    <a:pt x="30277" y="1644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6331" y="2658266"/>
              <a:ext cx="334330" cy="331560"/>
            </a:xfrm>
            <a:custGeom>
              <a:avLst/>
              <a:pathLst>
                <a:path w="334330" h="331560">
                  <a:moveTo>
                    <a:pt x="136887" y="0"/>
                  </a:moveTo>
                  <a:lnTo>
                    <a:pt x="131690" y="1042"/>
                  </a:lnTo>
                  <a:lnTo>
                    <a:pt x="126530" y="2248"/>
                  </a:lnTo>
                  <a:lnTo>
                    <a:pt x="121410" y="3618"/>
                  </a:lnTo>
                  <a:lnTo>
                    <a:pt x="116337" y="5149"/>
                  </a:lnTo>
                  <a:lnTo>
                    <a:pt x="111314" y="6840"/>
                  </a:lnTo>
                  <a:lnTo>
                    <a:pt x="106348" y="8690"/>
                  </a:lnTo>
                  <a:lnTo>
                    <a:pt x="101442" y="10696"/>
                  </a:lnTo>
                  <a:lnTo>
                    <a:pt x="96603" y="12856"/>
                  </a:lnTo>
                  <a:lnTo>
                    <a:pt x="91835" y="15169"/>
                  </a:lnTo>
                  <a:lnTo>
                    <a:pt x="87142" y="17632"/>
                  </a:lnTo>
                  <a:lnTo>
                    <a:pt x="82530" y="20242"/>
                  </a:lnTo>
                  <a:lnTo>
                    <a:pt x="78003" y="22998"/>
                  </a:lnTo>
                  <a:lnTo>
                    <a:pt x="73565" y="25895"/>
                  </a:lnTo>
                  <a:lnTo>
                    <a:pt x="69222" y="28931"/>
                  </a:lnTo>
                  <a:lnTo>
                    <a:pt x="64977" y="32104"/>
                  </a:lnTo>
                  <a:lnTo>
                    <a:pt x="60834" y="35410"/>
                  </a:lnTo>
                  <a:lnTo>
                    <a:pt x="56799" y="38845"/>
                  </a:lnTo>
                  <a:lnTo>
                    <a:pt x="52874" y="42407"/>
                  </a:lnTo>
                  <a:lnTo>
                    <a:pt x="49065" y="46091"/>
                  </a:lnTo>
                  <a:lnTo>
                    <a:pt x="45374" y="49894"/>
                  </a:lnTo>
                  <a:lnTo>
                    <a:pt x="41805" y="53812"/>
                  </a:lnTo>
                  <a:lnTo>
                    <a:pt x="38363" y="57841"/>
                  </a:lnTo>
                  <a:lnTo>
                    <a:pt x="35049" y="61978"/>
                  </a:lnTo>
                  <a:lnTo>
                    <a:pt x="31869" y="66217"/>
                  </a:lnTo>
                  <a:lnTo>
                    <a:pt x="28825" y="70555"/>
                  </a:lnTo>
                  <a:lnTo>
                    <a:pt x="25919" y="74987"/>
                  </a:lnTo>
                  <a:lnTo>
                    <a:pt x="23156" y="79510"/>
                  </a:lnTo>
                  <a:lnTo>
                    <a:pt x="20537" y="84117"/>
                  </a:lnTo>
                  <a:lnTo>
                    <a:pt x="18066" y="88805"/>
                  </a:lnTo>
                  <a:lnTo>
                    <a:pt x="15745" y="93569"/>
                  </a:lnTo>
                  <a:lnTo>
                    <a:pt x="13576" y="98405"/>
                  </a:lnTo>
                  <a:lnTo>
                    <a:pt x="11561" y="103307"/>
                  </a:lnTo>
                  <a:lnTo>
                    <a:pt x="9702" y="108270"/>
                  </a:lnTo>
                  <a:lnTo>
                    <a:pt x="8002" y="113289"/>
                  </a:lnTo>
                  <a:lnTo>
                    <a:pt x="6462" y="118360"/>
                  </a:lnTo>
                  <a:lnTo>
                    <a:pt x="5083" y="123477"/>
                  </a:lnTo>
                  <a:lnTo>
                    <a:pt x="3867" y="128636"/>
                  </a:lnTo>
                  <a:lnTo>
                    <a:pt x="2816" y="133830"/>
                  </a:lnTo>
                  <a:lnTo>
                    <a:pt x="1929" y="139055"/>
                  </a:lnTo>
                  <a:lnTo>
                    <a:pt x="1209" y="144305"/>
                  </a:lnTo>
                  <a:lnTo>
                    <a:pt x="655" y="149576"/>
                  </a:lnTo>
                  <a:lnTo>
                    <a:pt x="269" y="154862"/>
                  </a:lnTo>
                  <a:lnTo>
                    <a:pt x="50" y="160157"/>
                  </a:lnTo>
                  <a:lnTo>
                    <a:pt x="0" y="165456"/>
                  </a:lnTo>
                  <a:lnTo>
                    <a:pt x="117" y="170754"/>
                  </a:lnTo>
                  <a:lnTo>
                    <a:pt x="402" y="176046"/>
                  </a:lnTo>
                  <a:lnTo>
                    <a:pt x="855" y="181327"/>
                  </a:lnTo>
                  <a:lnTo>
                    <a:pt x="1475" y="186590"/>
                  </a:lnTo>
                  <a:lnTo>
                    <a:pt x="2262" y="191831"/>
                  </a:lnTo>
                  <a:lnTo>
                    <a:pt x="3214" y="197044"/>
                  </a:lnTo>
                  <a:lnTo>
                    <a:pt x="4331" y="202225"/>
                  </a:lnTo>
                  <a:lnTo>
                    <a:pt x="5612" y="207368"/>
                  </a:lnTo>
                  <a:lnTo>
                    <a:pt x="7055" y="212467"/>
                  </a:lnTo>
                  <a:lnTo>
                    <a:pt x="8659" y="217518"/>
                  </a:lnTo>
                  <a:lnTo>
                    <a:pt x="10422" y="222516"/>
                  </a:lnTo>
                  <a:lnTo>
                    <a:pt x="12343" y="227455"/>
                  </a:lnTo>
                  <a:lnTo>
                    <a:pt x="14420" y="232331"/>
                  </a:lnTo>
                  <a:lnTo>
                    <a:pt x="16650" y="237139"/>
                  </a:lnTo>
                  <a:lnTo>
                    <a:pt x="19031" y="241873"/>
                  </a:lnTo>
                  <a:lnTo>
                    <a:pt x="21561" y="246530"/>
                  </a:lnTo>
                  <a:lnTo>
                    <a:pt x="24238" y="251104"/>
                  </a:lnTo>
                  <a:lnTo>
                    <a:pt x="27058" y="255591"/>
                  </a:lnTo>
                  <a:lnTo>
                    <a:pt x="30019" y="259986"/>
                  </a:lnTo>
                  <a:lnTo>
                    <a:pt x="33118" y="264286"/>
                  </a:lnTo>
                  <a:lnTo>
                    <a:pt x="36351" y="268484"/>
                  </a:lnTo>
                  <a:lnTo>
                    <a:pt x="39716" y="272579"/>
                  </a:lnTo>
                  <a:lnTo>
                    <a:pt x="43209" y="276564"/>
                  </a:lnTo>
                  <a:lnTo>
                    <a:pt x="46827" y="280437"/>
                  </a:lnTo>
                  <a:lnTo>
                    <a:pt x="50566" y="284193"/>
                  </a:lnTo>
                  <a:lnTo>
                    <a:pt x="54422" y="287829"/>
                  </a:lnTo>
                  <a:lnTo>
                    <a:pt x="58391" y="291341"/>
                  </a:lnTo>
                  <a:lnTo>
                    <a:pt x="62469" y="294725"/>
                  </a:lnTo>
                  <a:lnTo>
                    <a:pt x="66653" y="297978"/>
                  </a:lnTo>
                  <a:lnTo>
                    <a:pt x="70938" y="301097"/>
                  </a:lnTo>
                  <a:lnTo>
                    <a:pt x="75319" y="304079"/>
                  </a:lnTo>
                  <a:lnTo>
                    <a:pt x="79793" y="306920"/>
                  </a:lnTo>
                  <a:lnTo>
                    <a:pt x="84354" y="309618"/>
                  </a:lnTo>
                  <a:lnTo>
                    <a:pt x="88999" y="312170"/>
                  </a:lnTo>
                  <a:lnTo>
                    <a:pt x="93722" y="314573"/>
                  </a:lnTo>
                  <a:lnTo>
                    <a:pt x="98519" y="316826"/>
                  </a:lnTo>
                  <a:lnTo>
                    <a:pt x="103386" y="318925"/>
                  </a:lnTo>
                  <a:lnTo>
                    <a:pt x="108316" y="320869"/>
                  </a:lnTo>
                  <a:lnTo>
                    <a:pt x="113305" y="322656"/>
                  </a:lnTo>
                  <a:lnTo>
                    <a:pt x="118349" y="324284"/>
                  </a:lnTo>
                  <a:lnTo>
                    <a:pt x="123441" y="325751"/>
                  </a:lnTo>
                  <a:lnTo>
                    <a:pt x="128578" y="327055"/>
                  </a:lnTo>
                  <a:lnTo>
                    <a:pt x="133753" y="328197"/>
                  </a:lnTo>
                  <a:lnTo>
                    <a:pt x="138962" y="329174"/>
                  </a:lnTo>
                  <a:lnTo>
                    <a:pt x="144199" y="329985"/>
                  </a:lnTo>
                  <a:lnTo>
                    <a:pt x="149459" y="330630"/>
                  </a:lnTo>
                  <a:lnTo>
                    <a:pt x="154737" y="331107"/>
                  </a:lnTo>
                  <a:lnTo>
                    <a:pt x="160028" y="331417"/>
                  </a:lnTo>
                  <a:lnTo>
                    <a:pt x="165326" y="331560"/>
                  </a:lnTo>
                  <a:lnTo>
                    <a:pt x="170625" y="331534"/>
                  </a:lnTo>
                  <a:lnTo>
                    <a:pt x="175922" y="331340"/>
                  </a:lnTo>
                  <a:lnTo>
                    <a:pt x="181209" y="330979"/>
                  </a:lnTo>
                  <a:lnTo>
                    <a:pt x="186482" y="330450"/>
                  </a:lnTo>
                  <a:lnTo>
                    <a:pt x="191736" y="329754"/>
                  </a:lnTo>
                  <a:lnTo>
                    <a:pt x="196965" y="328892"/>
                  </a:lnTo>
                  <a:lnTo>
                    <a:pt x="202164" y="327865"/>
                  </a:lnTo>
                  <a:lnTo>
                    <a:pt x="207328" y="326673"/>
                  </a:lnTo>
                  <a:lnTo>
                    <a:pt x="212452" y="325318"/>
                  </a:lnTo>
                  <a:lnTo>
                    <a:pt x="217530" y="323802"/>
                  </a:lnTo>
                  <a:lnTo>
                    <a:pt x="222557" y="322125"/>
                  </a:lnTo>
                  <a:lnTo>
                    <a:pt x="227529" y="320290"/>
                  </a:lnTo>
                  <a:lnTo>
                    <a:pt x="232440" y="318298"/>
                  </a:lnTo>
                  <a:lnTo>
                    <a:pt x="237286" y="316152"/>
                  </a:lnTo>
                  <a:lnTo>
                    <a:pt x="242061" y="313853"/>
                  </a:lnTo>
                  <a:lnTo>
                    <a:pt x="246760" y="311403"/>
                  </a:lnTo>
                  <a:lnTo>
                    <a:pt x="251380" y="308806"/>
                  </a:lnTo>
                  <a:lnTo>
                    <a:pt x="255915" y="306064"/>
                  </a:lnTo>
                  <a:lnTo>
                    <a:pt x="260361" y="303180"/>
                  </a:lnTo>
                  <a:lnTo>
                    <a:pt x="264713" y="300156"/>
                  </a:lnTo>
                  <a:lnTo>
                    <a:pt x="268967" y="296995"/>
                  </a:lnTo>
                  <a:lnTo>
                    <a:pt x="273119" y="293702"/>
                  </a:lnTo>
                  <a:lnTo>
                    <a:pt x="277165" y="290278"/>
                  </a:lnTo>
                  <a:lnTo>
                    <a:pt x="281100" y="286728"/>
                  </a:lnTo>
                  <a:lnTo>
                    <a:pt x="284920" y="283055"/>
                  </a:lnTo>
                  <a:lnTo>
                    <a:pt x="288622" y="279262"/>
                  </a:lnTo>
                  <a:lnTo>
                    <a:pt x="292202" y="275355"/>
                  </a:lnTo>
                  <a:lnTo>
                    <a:pt x="295656" y="271335"/>
                  </a:lnTo>
                  <a:lnTo>
                    <a:pt x="298981" y="267209"/>
                  </a:lnTo>
                  <a:lnTo>
                    <a:pt x="302174" y="262978"/>
                  </a:lnTo>
                  <a:lnTo>
                    <a:pt x="305230" y="258649"/>
                  </a:lnTo>
                  <a:lnTo>
                    <a:pt x="308149" y="254225"/>
                  </a:lnTo>
                  <a:lnTo>
                    <a:pt x="310925" y="249711"/>
                  </a:lnTo>
                  <a:lnTo>
                    <a:pt x="313557" y="245111"/>
                  </a:lnTo>
                  <a:lnTo>
                    <a:pt x="316042" y="240430"/>
                  </a:lnTo>
                  <a:lnTo>
                    <a:pt x="318377" y="235673"/>
                  </a:lnTo>
                  <a:lnTo>
                    <a:pt x="320560" y="230844"/>
                  </a:lnTo>
                  <a:lnTo>
                    <a:pt x="322589" y="225948"/>
                  </a:lnTo>
                  <a:lnTo>
                    <a:pt x="324462" y="220990"/>
                  </a:lnTo>
                  <a:lnTo>
                    <a:pt x="326177" y="215975"/>
                  </a:lnTo>
                  <a:lnTo>
                    <a:pt x="327732" y="210909"/>
                  </a:lnTo>
                  <a:lnTo>
                    <a:pt x="329125" y="205796"/>
                  </a:lnTo>
                  <a:lnTo>
                    <a:pt x="330356" y="200641"/>
                  </a:lnTo>
                  <a:lnTo>
                    <a:pt x="331423" y="195450"/>
                  </a:lnTo>
                  <a:lnTo>
                    <a:pt x="332324" y="190227"/>
                  </a:lnTo>
                  <a:lnTo>
                    <a:pt x="333060" y="184979"/>
                  </a:lnTo>
                  <a:lnTo>
                    <a:pt x="333629" y="179710"/>
                  </a:lnTo>
                  <a:lnTo>
                    <a:pt x="334030" y="174426"/>
                  </a:lnTo>
                  <a:lnTo>
                    <a:pt x="334264" y="169131"/>
                  </a:lnTo>
                  <a:lnTo>
                    <a:pt x="334330" y="163832"/>
                  </a:lnTo>
                  <a:lnTo>
                    <a:pt x="334228" y="158533"/>
                  </a:lnTo>
                  <a:lnTo>
                    <a:pt x="333958" y="153240"/>
                  </a:lnTo>
                  <a:lnTo>
                    <a:pt x="333520" y="147959"/>
                  </a:lnTo>
                  <a:lnTo>
                    <a:pt x="332916" y="142694"/>
                  </a:lnTo>
                  <a:lnTo>
                    <a:pt x="332144" y="137451"/>
                  </a:lnTo>
                  <a:lnTo>
                    <a:pt x="331207" y="132235"/>
                  </a:lnTo>
                  <a:lnTo>
                    <a:pt x="330105" y="127051"/>
                  </a:lnTo>
                  <a:lnTo>
                    <a:pt x="328839" y="121904"/>
                  </a:lnTo>
                  <a:lnTo>
                    <a:pt x="327411" y="116801"/>
                  </a:lnTo>
                  <a:lnTo>
                    <a:pt x="325821" y="111745"/>
                  </a:lnTo>
                  <a:lnTo>
                    <a:pt x="324072" y="106742"/>
                  </a:lnTo>
                  <a:lnTo>
                    <a:pt x="322166" y="101798"/>
                  </a:lnTo>
                  <a:lnTo>
                    <a:pt x="320103" y="96916"/>
                  </a:lnTo>
                  <a:lnTo>
                    <a:pt x="317887" y="92102"/>
                  </a:lnTo>
                  <a:lnTo>
                    <a:pt x="315520" y="87360"/>
                  </a:lnTo>
                  <a:lnTo>
                    <a:pt x="313003" y="82696"/>
                  </a:lnTo>
                  <a:lnTo>
                    <a:pt x="310340" y="78114"/>
                  </a:lnTo>
                  <a:lnTo>
                    <a:pt x="307532" y="73619"/>
                  </a:lnTo>
                  <a:lnTo>
                    <a:pt x="304584" y="69215"/>
                  </a:lnTo>
                  <a:lnTo>
                    <a:pt x="301498" y="64907"/>
                  </a:lnTo>
                  <a:lnTo>
                    <a:pt x="298276" y="60699"/>
                  </a:lnTo>
                  <a:lnTo>
                    <a:pt x="294923" y="56595"/>
                  </a:lnTo>
                  <a:lnTo>
                    <a:pt x="291442" y="52599"/>
                  </a:lnTo>
                  <a:lnTo>
                    <a:pt x="287835" y="48716"/>
                  </a:lnTo>
                  <a:lnTo>
                    <a:pt x="284108" y="44949"/>
                  </a:lnTo>
                  <a:lnTo>
                    <a:pt x="280262" y="41302"/>
                  </a:lnTo>
                  <a:lnTo>
                    <a:pt x="276303" y="37779"/>
                  </a:lnTo>
                  <a:lnTo>
                    <a:pt x="272235" y="34383"/>
                  </a:lnTo>
                  <a:lnTo>
                    <a:pt x="268060" y="31118"/>
                  </a:lnTo>
                  <a:lnTo>
                    <a:pt x="263785" y="27986"/>
                  </a:lnTo>
                  <a:lnTo>
                    <a:pt x="259412" y="24992"/>
                  </a:lnTo>
                  <a:lnTo>
                    <a:pt x="254946" y="22138"/>
                  </a:lnTo>
                  <a:lnTo>
                    <a:pt x="250393" y="19427"/>
                  </a:lnTo>
                  <a:lnTo>
                    <a:pt x="245755" y="16861"/>
                  </a:lnTo>
                  <a:lnTo>
                    <a:pt x="241039" y="14444"/>
                  </a:lnTo>
                  <a:lnTo>
                    <a:pt x="236248" y="12178"/>
                  </a:lnTo>
                  <a:lnTo>
                    <a:pt x="231388" y="10065"/>
                  </a:lnTo>
                  <a:lnTo>
                    <a:pt x="226464" y="8106"/>
                  </a:lnTo>
                  <a:lnTo>
                    <a:pt x="167164" y="1644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3495" y="2655501"/>
              <a:ext cx="59300" cy="167167"/>
            </a:xfrm>
            <a:custGeom>
              <a:avLst/>
              <a:pathLst>
                <a:path w="59300" h="167167">
                  <a:moveTo>
                    <a:pt x="59300" y="10871"/>
                  </a:moveTo>
                  <a:lnTo>
                    <a:pt x="53594" y="8824"/>
                  </a:lnTo>
                  <a:lnTo>
                    <a:pt x="47818" y="6985"/>
                  </a:lnTo>
                  <a:lnTo>
                    <a:pt x="41979" y="5356"/>
                  </a:lnTo>
                  <a:lnTo>
                    <a:pt x="36085" y="3941"/>
                  </a:lnTo>
                  <a:lnTo>
                    <a:pt x="30144" y="2740"/>
                  </a:lnTo>
                  <a:lnTo>
                    <a:pt x="24163" y="1755"/>
                  </a:lnTo>
                  <a:lnTo>
                    <a:pt x="18150" y="988"/>
                  </a:lnTo>
                  <a:lnTo>
                    <a:pt x="12113" y="439"/>
                  </a:lnTo>
                  <a:lnTo>
                    <a:pt x="6060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727" y="2168369"/>
              <a:ext cx="5164" cy="167167"/>
            </a:xfrm>
            <a:custGeom>
              <a:avLst/>
              <a:pathLst>
                <a:path w="5164" h="167167">
                  <a:moveTo>
                    <a:pt x="5164" y="0"/>
                  </a:moveTo>
                  <a:lnTo>
                    <a:pt x="0" y="79"/>
                  </a:lnTo>
                  <a:lnTo>
                    <a:pt x="51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40727" y="2168448"/>
              <a:ext cx="5164" cy="167087"/>
            </a:xfrm>
            <a:custGeom>
              <a:avLst/>
              <a:pathLst>
                <a:path w="5164" h="167087">
                  <a:moveTo>
                    <a:pt x="0" y="0"/>
                  </a:moveTo>
                  <a:lnTo>
                    <a:pt x="5164" y="167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578740" y="2168448"/>
              <a:ext cx="334078" cy="334253"/>
            </a:xfrm>
            <a:custGeom>
              <a:avLst/>
              <a:pathLst>
                <a:path w="334078" h="334253">
                  <a:moveTo>
                    <a:pt x="161987" y="0"/>
                  </a:moveTo>
                  <a:lnTo>
                    <a:pt x="156695" y="247"/>
                  </a:lnTo>
                  <a:lnTo>
                    <a:pt x="151413" y="662"/>
                  </a:lnTo>
                  <a:lnTo>
                    <a:pt x="146147" y="1245"/>
                  </a:lnTo>
                  <a:lnTo>
                    <a:pt x="140901" y="1994"/>
                  </a:lnTo>
                  <a:lnTo>
                    <a:pt x="135683" y="2909"/>
                  </a:lnTo>
                  <a:lnTo>
                    <a:pt x="130495" y="3988"/>
                  </a:lnTo>
                  <a:lnTo>
                    <a:pt x="125345" y="5232"/>
                  </a:lnTo>
                  <a:lnTo>
                    <a:pt x="120237" y="6638"/>
                  </a:lnTo>
                  <a:lnTo>
                    <a:pt x="115176" y="8206"/>
                  </a:lnTo>
                  <a:lnTo>
                    <a:pt x="110167" y="9933"/>
                  </a:lnTo>
                  <a:lnTo>
                    <a:pt x="105215" y="11817"/>
                  </a:lnTo>
                  <a:lnTo>
                    <a:pt x="100325" y="13858"/>
                  </a:lnTo>
                  <a:lnTo>
                    <a:pt x="95503" y="16053"/>
                  </a:lnTo>
                  <a:lnTo>
                    <a:pt x="90752" y="18400"/>
                  </a:lnTo>
                  <a:lnTo>
                    <a:pt x="86079" y="20895"/>
                  </a:lnTo>
                  <a:lnTo>
                    <a:pt x="81486" y="23538"/>
                  </a:lnTo>
                  <a:lnTo>
                    <a:pt x="76980" y="26325"/>
                  </a:lnTo>
                  <a:lnTo>
                    <a:pt x="72565" y="29253"/>
                  </a:lnTo>
                  <a:lnTo>
                    <a:pt x="68244" y="32320"/>
                  </a:lnTo>
                  <a:lnTo>
                    <a:pt x="64023" y="35522"/>
                  </a:lnTo>
                  <a:lnTo>
                    <a:pt x="59905" y="38857"/>
                  </a:lnTo>
                  <a:lnTo>
                    <a:pt x="55895" y="42320"/>
                  </a:lnTo>
                  <a:lnTo>
                    <a:pt x="51997" y="45908"/>
                  </a:lnTo>
                  <a:lnTo>
                    <a:pt x="48215" y="49619"/>
                  </a:lnTo>
                  <a:lnTo>
                    <a:pt x="44552" y="53447"/>
                  </a:lnTo>
                  <a:lnTo>
                    <a:pt x="41012" y="57389"/>
                  </a:lnTo>
                  <a:lnTo>
                    <a:pt x="37599" y="61442"/>
                  </a:lnTo>
                  <a:lnTo>
                    <a:pt x="34316" y="65601"/>
                  </a:lnTo>
                  <a:lnTo>
                    <a:pt x="31167" y="69861"/>
                  </a:lnTo>
                  <a:lnTo>
                    <a:pt x="28154" y="74220"/>
                  </a:lnTo>
                  <a:lnTo>
                    <a:pt x="25281" y="78671"/>
                  </a:lnTo>
                  <a:lnTo>
                    <a:pt x="22550" y="83212"/>
                  </a:lnTo>
                  <a:lnTo>
                    <a:pt x="19964" y="87837"/>
                  </a:lnTo>
                  <a:lnTo>
                    <a:pt x="17527" y="92541"/>
                  </a:lnTo>
                  <a:lnTo>
                    <a:pt x="15239" y="97320"/>
                  </a:lnTo>
                  <a:lnTo>
                    <a:pt x="13105" y="102169"/>
                  </a:lnTo>
                  <a:lnTo>
                    <a:pt x="11125" y="107084"/>
                  </a:lnTo>
                  <a:lnTo>
                    <a:pt x="9302" y="112059"/>
                  </a:lnTo>
                  <a:lnTo>
                    <a:pt x="7637" y="117089"/>
                  </a:lnTo>
                  <a:lnTo>
                    <a:pt x="6133" y="122169"/>
                  </a:lnTo>
                  <a:lnTo>
                    <a:pt x="4790" y="127295"/>
                  </a:lnTo>
                  <a:lnTo>
                    <a:pt x="3611" y="132460"/>
                  </a:lnTo>
                  <a:lnTo>
                    <a:pt x="2595" y="137660"/>
                  </a:lnTo>
                  <a:lnTo>
                    <a:pt x="1745" y="142890"/>
                  </a:lnTo>
                  <a:lnTo>
                    <a:pt x="1062" y="148144"/>
                  </a:lnTo>
                  <a:lnTo>
                    <a:pt x="545" y="153417"/>
                  </a:lnTo>
                  <a:lnTo>
                    <a:pt x="195" y="158704"/>
                  </a:lnTo>
                  <a:lnTo>
                    <a:pt x="13" y="163999"/>
                  </a:lnTo>
                  <a:lnTo>
                    <a:pt x="0" y="169297"/>
                  </a:lnTo>
                  <a:lnTo>
                    <a:pt x="154" y="174594"/>
                  </a:lnTo>
                  <a:lnTo>
                    <a:pt x="475" y="179882"/>
                  </a:lnTo>
                  <a:lnTo>
                    <a:pt x="964" y="185158"/>
                  </a:lnTo>
                  <a:lnTo>
                    <a:pt x="1621" y="190416"/>
                  </a:lnTo>
                  <a:lnTo>
                    <a:pt x="2443" y="195650"/>
                  </a:lnTo>
                  <a:lnTo>
                    <a:pt x="3431" y="200855"/>
                  </a:lnTo>
                  <a:lnTo>
                    <a:pt x="4583" y="206027"/>
                  </a:lnTo>
                  <a:lnTo>
                    <a:pt x="5899" y="211159"/>
                  </a:lnTo>
                  <a:lnTo>
                    <a:pt x="7377" y="216247"/>
                  </a:lnTo>
                  <a:lnTo>
                    <a:pt x="9015" y="221286"/>
                  </a:lnTo>
                  <a:lnTo>
                    <a:pt x="10812" y="226270"/>
                  </a:lnTo>
                  <a:lnTo>
                    <a:pt x="12766" y="231195"/>
                  </a:lnTo>
                  <a:lnTo>
                    <a:pt x="14875" y="236056"/>
                  </a:lnTo>
                  <a:lnTo>
                    <a:pt x="17137" y="240847"/>
                  </a:lnTo>
                  <a:lnTo>
                    <a:pt x="19550" y="245564"/>
                  </a:lnTo>
                  <a:lnTo>
                    <a:pt x="22111" y="250202"/>
                  </a:lnTo>
                  <a:lnTo>
                    <a:pt x="24818" y="254757"/>
                  </a:lnTo>
                  <a:lnTo>
                    <a:pt x="27668" y="259223"/>
                  </a:lnTo>
                  <a:lnTo>
                    <a:pt x="30658" y="263598"/>
                  </a:lnTo>
                  <a:lnTo>
                    <a:pt x="33785" y="267875"/>
                  </a:lnTo>
                  <a:lnTo>
                    <a:pt x="37046" y="272051"/>
                  </a:lnTo>
                  <a:lnTo>
                    <a:pt x="40438" y="276121"/>
                  </a:lnTo>
                  <a:lnTo>
                    <a:pt x="43957" y="280082"/>
                  </a:lnTo>
                  <a:lnTo>
                    <a:pt x="47600" y="283929"/>
                  </a:lnTo>
                  <a:lnTo>
                    <a:pt x="51363" y="287660"/>
                  </a:lnTo>
                  <a:lnTo>
                    <a:pt x="55242" y="291268"/>
                  </a:lnTo>
                  <a:lnTo>
                    <a:pt x="59233" y="294753"/>
                  </a:lnTo>
                  <a:lnTo>
                    <a:pt x="63334" y="298109"/>
                  </a:lnTo>
                  <a:lnTo>
                    <a:pt x="67538" y="301333"/>
                  </a:lnTo>
                  <a:lnTo>
                    <a:pt x="71842" y="304422"/>
                  </a:lnTo>
                  <a:lnTo>
                    <a:pt x="76242" y="307374"/>
                  </a:lnTo>
                  <a:lnTo>
                    <a:pt x="80734" y="310184"/>
                  </a:lnTo>
                  <a:lnTo>
                    <a:pt x="85312" y="312851"/>
                  </a:lnTo>
                  <a:lnTo>
                    <a:pt x="89973" y="315372"/>
                  </a:lnTo>
                  <a:lnTo>
                    <a:pt x="94711" y="317743"/>
                  </a:lnTo>
                  <a:lnTo>
                    <a:pt x="99522" y="319963"/>
                  </a:lnTo>
                  <a:lnTo>
                    <a:pt x="104400" y="322030"/>
                  </a:lnTo>
                  <a:lnTo>
                    <a:pt x="109342" y="323940"/>
                  </a:lnTo>
                  <a:lnTo>
                    <a:pt x="114342" y="325694"/>
                  </a:lnTo>
                  <a:lnTo>
                    <a:pt x="119395" y="327288"/>
                  </a:lnTo>
                  <a:lnTo>
                    <a:pt x="124496" y="328721"/>
                  </a:lnTo>
                  <a:lnTo>
                    <a:pt x="129640" y="329991"/>
                  </a:lnTo>
                  <a:lnTo>
                    <a:pt x="134821" y="331098"/>
                  </a:lnTo>
                  <a:lnTo>
                    <a:pt x="140035" y="332040"/>
                  </a:lnTo>
                  <a:lnTo>
                    <a:pt x="145276" y="332817"/>
                  </a:lnTo>
                  <a:lnTo>
                    <a:pt x="150539" y="333427"/>
                  </a:lnTo>
                  <a:lnTo>
                    <a:pt x="155819" y="333870"/>
                  </a:lnTo>
                  <a:lnTo>
                    <a:pt x="161110" y="334145"/>
                  </a:lnTo>
                  <a:lnTo>
                    <a:pt x="166407" y="334253"/>
                  </a:lnTo>
                  <a:lnTo>
                    <a:pt x="171706" y="334193"/>
                  </a:lnTo>
                  <a:lnTo>
                    <a:pt x="176999" y="333964"/>
                  </a:lnTo>
                  <a:lnTo>
                    <a:pt x="182283" y="333568"/>
                  </a:lnTo>
                  <a:lnTo>
                    <a:pt x="187551" y="333005"/>
                  </a:lnTo>
                  <a:lnTo>
                    <a:pt x="192799" y="332276"/>
                  </a:lnTo>
                  <a:lnTo>
                    <a:pt x="198021" y="331380"/>
                  </a:lnTo>
                  <a:lnTo>
                    <a:pt x="203212" y="330319"/>
                  </a:lnTo>
                  <a:lnTo>
                    <a:pt x="208367" y="329094"/>
                  </a:lnTo>
                  <a:lnTo>
                    <a:pt x="213480" y="327707"/>
                  </a:lnTo>
                  <a:lnTo>
                    <a:pt x="218547" y="326158"/>
                  </a:lnTo>
                  <a:lnTo>
                    <a:pt x="223562" y="324449"/>
                  </a:lnTo>
                  <a:lnTo>
                    <a:pt x="228521" y="322583"/>
                  </a:lnTo>
                  <a:lnTo>
                    <a:pt x="233418" y="320560"/>
                  </a:lnTo>
                  <a:lnTo>
                    <a:pt x="238248" y="318383"/>
                  </a:lnTo>
                  <a:lnTo>
                    <a:pt x="243007" y="316053"/>
                  </a:lnTo>
                  <a:lnTo>
                    <a:pt x="247690" y="313575"/>
                  </a:lnTo>
                  <a:lnTo>
                    <a:pt x="252292" y="310949"/>
                  </a:lnTo>
                  <a:lnTo>
                    <a:pt x="256808" y="308178"/>
                  </a:lnTo>
                  <a:lnTo>
                    <a:pt x="261235" y="305266"/>
                  </a:lnTo>
                  <a:lnTo>
                    <a:pt x="265567" y="302215"/>
                  </a:lnTo>
                  <a:lnTo>
                    <a:pt x="269799" y="299028"/>
                  </a:lnTo>
                  <a:lnTo>
                    <a:pt x="273929" y="295709"/>
                  </a:lnTo>
                  <a:lnTo>
                    <a:pt x="277952" y="292261"/>
                  </a:lnTo>
                  <a:lnTo>
                    <a:pt x="281863" y="288687"/>
                  </a:lnTo>
                  <a:lnTo>
                    <a:pt x="285659" y="284990"/>
                  </a:lnTo>
                  <a:lnTo>
                    <a:pt x="289336" y="281175"/>
                  </a:lnTo>
                  <a:lnTo>
                    <a:pt x="292890" y="277246"/>
                  </a:lnTo>
                  <a:lnTo>
                    <a:pt x="296318" y="273206"/>
                  </a:lnTo>
                  <a:lnTo>
                    <a:pt x="299616" y="269059"/>
                  </a:lnTo>
                  <a:lnTo>
                    <a:pt x="302781" y="264810"/>
                  </a:lnTo>
                  <a:lnTo>
                    <a:pt x="305810" y="260463"/>
                  </a:lnTo>
                  <a:lnTo>
                    <a:pt x="308700" y="256022"/>
                  </a:lnTo>
                  <a:lnTo>
                    <a:pt x="311447" y="251491"/>
                  </a:lnTo>
                  <a:lnTo>
                    <a:pt x="314049" y="246876"/>
                  </a:lnTo>
                  <a:lnTo>
                    <a:pt x="316504" y="242181"/>
                  </a:lnTo>
                  <a:lnTo>
                    <a:pt x="318809" y="237410"/>
                  </a:lnTo>
                  <a:lnTo>
                    <a:pt x="320961" y="232568"/>
                  </a:lnTo>
                  <a:lnTo>
                    <a:pt x="322959" y="227661"/>
                  </a:lnTo>
                  <a:lnTo>
                    <a:pt x="324800" y="222693"/>
                  </a:lnTo>
                  <a:lnTo>
                    <a:pt x="326484" y="217669"/>
                  </a:lnTo>
                  <a:lnTo>
                    <a:pt x="328006" y="212594"/>
                  </a:lnTo>
                  <a:lnTo>
                    <a:pt x="329368" y="207474"/>
                  </a:lnTo>
                  <a:lnTo>
                    <a:pt x="330566" y="202313"/>
                  </a:lnTo>
                  <a:lnTo>
                    <a:pt x="331601" y="197116"/>
                  </a:lnTo>
                  <a:lnTo>
                    <a:pt x="332470" y="191890"/>
                  </a:lnTo>
                  <a:lnTo>
                    <a:pt x="333173" y="186638"/>
                  </a:lnTo>
                  <a:lnTo>
                    <a:pt x="333709" y="181367"/>
                  </a:lnTo>
                  <a:lnTo>
                    <a:pt x="334078" y="176081"/>
                  </a:lnTo>
                  <a:lnTo>
                    <a:pt x="167152" y="167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45892" y="2168369"/>
              <a:ext cx="167157" cy="176161"/>
            </a:xfrm>
            <a:custGeom>
              <a:avLst/>
              <a:pathLst>
                <a:path w="167157" h="176161">
                  <a:moveTo>
                    <a:pt x="166925" y="176161"/>
                  </a:moveTo>
                  <a:lnTo>
                    <a:pt x="167129" y="170734"/>
                  </a:lnTo>
                  <a:lnTo>
                    <a:pt x="167157" y="165302"/>
                  </a:lnTo>
                  <a:lnTo>
                    <a:pt x="167008" y="159873"/>
                  </a:lnTo>
                  <a:lnTo>
                    <a:pt x="166683" y="154451"/>
                  </a:lnTo>
                  <a:lnTo>
                    <a:pt x="166182" y="149043"/>
                  </a:lnTo>
                  <a:lnTo>
                    <a:pt x="165505" y="143654"/>
                  </a:lnTo>
                  <a:lnTo>
                    <a:pt x="164654" y="138289"/>
                  </a:lnTo>
                  <a:lnTo>
                    <a:pt x="163629" y="132955"/>
                  </a:lnTo>
                  <a:lnTo>
                    <a:pt x="162431" y="127658"/>
                  </a:lnTo>
                  <a:lnTo>
                    <a:pt x="161062" y="122402"/>
                  </a:lnTo>
                  <a:lnTo>
                    <a:pt x="159522" y="117193"/>
                  </a:lnTo>
                  <a:lnTo>
                    <a:pt x="157815" y="112037"/>
                  </a:lnTo>
                  <a:lnTo>
                    <a:pt x="155940" y="106939"/>
                  </a:lnTo>
                  <a:lnTo>
                    <a:pt x="153901" y="101905"/>
                  </a:lnTo>
                  <a:lnTo>
                    <a:pt x="151700" y="96940"/>
                  </a:lnTo>
                  <a:lnTo>
                    <a:pt x="149339" y="92048"/>
                  </a:lnTo>
                  <a:lnTo>
                    <a:pt x="146819" y="87236"/>
                  </a:lnTo>
                  <a:lnTo>
                    <a:pt x="144145" y="82509"/>
                  </a:lnTo>
                  <a:lnTo>
                    <a:pt x="141319" y="77871"/>
                  </a:lnTo>
                  <a:lnTo>
                    <a:pt x="138343" y="73327"/>
                  </a:lnTo>
                  <a:lnTo>
                    <a:pt x="135222" y="68882"/>
                  </a:lnTo>
                  <a:lnTo>
                    <a:pt x="131957" y="64541"/>
                  </a:lnTo>
                  <a:lnTo>
                    <a:pt x="128554" y="60308"/>
                  </a:lnTo>
                  <a:lnTo>
                    <a:pt x="125014" y="56188"/>
                  </a:lnTo>
                  <a:lnTo>
                    <a:pt x="121343" y="52186"/>
                  </a:lnTo>
                  <a:lnTo>
                    <a:pt x="117544" y="48304"/>
                  </a:lnTo>
                  <a:lnTo>
                    <a:pt x="113620" y="44548"/>
                  </a:lnTo>
                  <a:lnTo>
                    <a:pt x="109577" y="40922"/>
                  </a:lnTo>
                  <a:lnTo>
                    <a:pt x="105418" y="37429"/>
                  </a:lnTo>
                  <a:lnTo>
                    <a:pt x="101147" y="34073"/>
                  </a:lnTo>
                  <a:lnTo>
                    <a:pt x="96770" y="30857"/>
                  </a:lnTo>
                  <a:lnTo>
                    <a:pt x="92291" y="27785"/>
                  </a:lnTo>
                  <a:lnTo>
                    <a:pt x="87714" y="24860"/>
                  </a:lnTo>
                  <a:lnTo>
                    <a:pt x="83044" y="22086"/>
                  </a:lnTo>
                  <a:lnTo>
                    <a:pt x="78287" y="19465"/>
                  </a:lnTo>
                  <a:lnTo>
                    <a:pt x="73448" y="16999"/>
                  </a:lnTo>
                  <a:lnTo>
                    <a:pt x="68530" y="14692"/>
                  </a:lnTo>
                  <a:lnTo>
                    <a:pt x="63541" y="12547"/>
                  </a:lnTo>
                  <a:lnTo>
                    <a:pt x="58484" y="10564"/>
                  </a:lnTo>
                  <a:lnTo>
                    <a:pt x="53366" y="8747"/>
                  </a:lnTo>
                  <a:lnTo>
                    <a:pt x="48191" y="7097"/>
                  </a:lnTo>
                  <a:lnTo>
                    <a:pt x="42965" y="5615"/>
                  </a:lnTo>
                  <a:lnTo>
                    <a:pt x="37694" y="4305"/>
                  </a:lnTo>
                  <a:lnTo>
                    <a:pt x="32384" y="3166"/>
                  </a:lnTo>
                  <a:lnTo>
                    <a:pt x="27039" y="2201"/>
                  </a:lnTo>
                  <a:lnTo>
                    <a:pt x="21665" y="1409"/>
                  </a:lnTo>
                  <a:lnTo>
                    <a:pt x="16269" y="793"/>
                  </a:lnTo>
                  <a:lnTo>
                    <a:pt x="10855" y="352"/>
                  </a:lnTo>
                  <a:lnTo>
                    <a:pt x="543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4656" y="1735255"/>
              <a:ext cx="15889" cy="167167"/>
            </a:xfrm>
            <a:custGeom>
              <a:avLst/>
              <a:pathLst>
                <a:path w="15889" h="167167">
                  <a:moveTo>
                    <a:pt x="15889" y="0"/>
                  </a:moveTo>
                  <a:lnTo>
                    <a:pt x="7935" y="189"/>
                  </a:lnTo>
                  <a:lnTo>
                    <a:pt x="0" y="756"/>
                  </a:lnTo>
                  <a:lnTo>
                    <a:pt x="1588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44656" y="1736012"/>
              <a:ext cx="15889" cy="166410"/>
            </a:xfrm>
            <a:custGeom>
              <a:avLst/>
              <a:pathLst>
                <a:path w="15889" h="166410">
                  <a:moveTo>
                    <a:pt x="0" y="0"/>
                  </a:moveTo>
                  <a:lnTo>
                    <a:pt x="15889" y="1664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293386" y="1735934"/>
              <a:ext cx="334325" cy="333640"/>
            </a:xfrm>
            <a:custGeom>
              <a:avLst/>
              <a:pathLst>
                <a:path w="334325" h="333640">
                  <a:moveTo>
                    <a:pt x="151270" y="77"/>
                  </a:moveTo>
                  <a:lnTo>
                    <a:pt x="146021" y="662"/>
                  </a:lnTo>
                  <a:lnTo>
                    <a:pt x="140793" y="1413"/>
                  </a:lnTo>
                  <a:lnTo>
                    <a:pt x="135591" y="2328"/>
                  </a:lnTo>
                  <a:lnTo>
                    <a:pt x="130421" y="3407"/>
                  </a:lnTo>
                  <a:lnTo>
                    <a:pt x="125288" y="4649"/>
                  </a:lnTo>
                  <a:lnTo>
                    <a:pt x="120197" y="6053"/>
                  </a:lnTo>
                  <a:lnTo>
                    <a:pt x="115152" y="7616"/>
                  </a:lnTo>
                  <a:lnTo>
                    <a:pt x="110159" y="9338"/>
                  </a:lnTo>
                  <a:lnTo>
                    <a:pt x="105223" y="11218"/>
                  </a:lnTo>
                  <a:lnTo>
                    <a:pt x="100349" y="13252"/>
                  </a:lnTo>
                  <a:lnTo>
                    <a:pt x="95542" y="15439"/>
                  </a:lnTo>
                  <a:lnTo>
                    <a:pt x="90806" y="17776"/>
                  </a:lnTo>
                  <a:lnTo>
                    <a:pt x="86147" y="20262"/>
                  </a:lnTo>
                  <a:lnTo>
                    <a:pt x="81568" y="22895"/>
                  </a:lnTo>
                  <a:lnTo>
                    <a:pt x="77074" y="25670"/>
                  </a:lnTo>
                  <a:lnTo>
                    <a:pt x="72671" y="28586"/>
                  </a:lnTo>
                  <a:lnTo>
                    <a:pt x="68362" y="31640"/>
                  </a:lnTo>
                  <a:lnTo>
                    <a:pt x="64151" y="34828"/>
                  </a:lnTo>
                  <a:lnTo>
                    <a:pt x="60044" y="38148"/>
                  </a:lnTo>
                  <a:lnTo>
                    <a:pt x="56043" y="41596"/>
                  </a:lnTo>
                  <a:lnTo>
                    <a:pt x="52153" y="45168"/>
                  </a:lnTo>
                  <a:lnTo>
                    <a:pt x="48378" y="48862"/>
                  </a:lnTo>
                  <a:lnTo>
                    <a:pt x="44722" y="52673"/>
                  </a:lnTo>
                  <a:lnTo>
                    <a:pt x="41187" y="56597"/>
                  </a:lnTo>
                  <a:lnTo>
                    <a:pt x="37779" y="60631"/>
                  </a:lnTo>
                  <a:lnTo>
                    <a:pt x="34499" y="64771"/>
                  </a:lnTo>
                  <a:lnTo>
                    <a:pt x="31352" y="69013"/>
                  </a:lnTo>
                  <a:lnTo>
                    <a:pt x="28341" y="73352"/>
                  </a:lnTo>
                  <a:lnTo>
                    <a:pt x="25468" y="77783"/>
                  </a:lnTo>
                  <a:lnTo>
                    <a:pt x="22737" y="82304"/>
                  </a:lnTo>
                  <a:lnTo>
                    <a:pt x="20149" y="86908"/>
                  </a:lnTo>
                  <a:lnTo>
                    <a:pt x="17709" y="91592"/>
                  </a:lnTo>
                  <a:lnTo>
                    <a:pt x="15418" y="96350"/>
                  </a:lnTo>
                  <a:lnTo>
                    <a:pt x="13278" y="101178"/>
                  </a:lnTo>
                  <a:lnTo>
                    <a:pt x="11291" y="106072"/>
                  </a:lnTo>
                  <a:lnTo>
                    <a:pt x="9461" y="111026"/>
                  </a:lnTo>
                  <a:lnTo>
                    <a:pt x="7787" y="116035"/>
                  </a:lnTo>
                  <a:lnTo>
                    <a:pt x="6273" y="121095"/>
                  </a:lnTo>
                  <a:lnTo>
                    <a:pt x="4919" y="126200"/>
                  </a:lnTo>
                  <a:lnTo>
                    <a:pt x="3728" y="131345"/>
                  </a:lnTo>
                  <a:lnTo>
                    <a:pt x="2699" y="136526"/>
                  </a:lnTo>
                  <a:lnTo>
                    <a:pt x="1835" y="141736"/>
                  </a:lnTo>
                  <a:lnTo>
                    <a:pt x="1135" y="146971"/>
                  </a:lnTo>
                  <a:lnTo>
                    <a:pt x="602" y="152225"/>
                  </a:lnTo>
                  <a:lnTo>
                    <a:pt x="234" y="157494"/>
                  </a:lnTo>
                  <a:lnTo>
                    <a:pt x="33" y="162771"/>
                  </a:lnTo>
                  <a:lnTo>
                    <a:pt x="0" y="168053"/>
                  </a:lnTo>
                  <a:lnTo>
                    <a:pt x="132" y="173332"/>
                  </a:lnTo>
                  <a:lnTo>
                    <a:pt x="432" y="178605"/>
                  </a:lnTo>
                  <a:lnTo>
                    <a:pt x="898" y="183866"/>
                  </a:lnTo>
                  <a:lnTo>
                    <a:pt x="1530" y="189110"/>
                  </a:lnTo>
                  <a:lnTo>
                    <a:pt x="2327" y="194331"/>
                  </a:lnTo>
                  <a:lnTo>
                    <a:pt x="3289" y="199524"/>
                  </a:lnTo>
                  <a:lnTo>
                    <a:pt x="4414" y="204684"/>
                  </a:lnTo>
                  <a:lnTo>
                    <a:pt x="5702" y="209806"/>
                  </a:lnTo>
                  <a:lnTo>
                    <a:pt x="7151" y="214885"/>
                  </a:lnTo>
                  <a:lnTo>
                    <a:pt x="8760" y="219915"/>
                  </a:lnTo>
                  <a:lnTo>
                    <a:pt x="10527" y="224892"/>
                  </a:lnTo>
                  <a:lnTo>
                    <a:pt x="12450" y="229811"/>
                  </a:lnTo>
                  <a:lnTo>
                    <a:pt x="14527" y="234667"/>
                  </a:lnTo>
                  <a:lnTo>
                    <a:pt x="16757" y="239454"/>
                  </a:lnTo>
                  <a:lnTo>
                    <a:pt x="19137" y="244169"/>
                  </a:lnTo>
                  <a:lnTo>
                    <a:pt x="21665" y="248806"/>
                  </a:lnTo>
                  <a:lnTo>
                    <a:pt x="24338" y="253361"/>
                  </a:lnTo>
                  <a:lnTo>
                    <a:pt x="27154" y="257829"/>
                  </a:lnTo>
                  <a:lnTo>
                    <a:pt x="30109" y="262207"/>
                  </a:lnTo>
                  <a:lnTo>
                    <a:pt x="33201" y="266488"/>
                  </a:lnTo>
                  <a:lnTo>
                    <a:pt x="36427" y="270670"/>
                  </a:lnTo>
                  <a:lnTo>
                    <a:pt x="39783" y="274748"/>
                  </a:lnTo>
                  <a:lnTo>
                    <a:pt x="43267" y="278718"/>
                  </a:lnTo>
                  <a:lnTo>
                    <a:pt x="46874" y="282575"/>
                  </a:lnTo>
                  <a:lnTo>
                    <a:pt x="50601" y="286317"/>
                  </a:lnTo>
                  <a:lnTo>
                    <a:pt x="54445" y="289939"/>
                  </a:lnTo>
                  <a:lnTo>
                    <a:pt x="58401" y="293438"/>
                  </a:lnTo>
                  <a:lnTo>
                    <a:pt x="62465" y="296811"/>
                  </a:lnTo>
                  <a:lnTo>
                    <a:pt x="66634" y="300053"/>
                  </a:lnTo>
                  <a:lnTo>
                    <a:pt x="70904" y="303162"/>
                  </a:lnTo>
                  <a:lnTo>
                    <a:pt x="75269" y="306134"/>
                  </a:lnTo>
                  <a:lnTo>
                    <a:pt x="79727" y="308967"/>
                  </a:lnTo>
                  <a:lnTo>
                    <a:pt x="84271" y="311658"/>
                  </a:lnTo>
                  <a:lnTo>
                    <a:pt x="88898" y="314204"/>
                  </a:lnTo>
                  <a:lnTo>
                    <a:pt x="93604" y="316603"/>
                  </a:lnTo>
                  <a:lnTo>
                    <a:pt x="98382" y="318851"/>
                  </a:lnTo>
                  <a:lnTo>
                    <a:pt x="103230" y="320948"/>
                  </a:lnTo>
                  <a:lnTo>
                    <a:pt x="108141" y="322890"/>
                  </a:lnTo>
                  <a:lnTo>
                    <a:pt x="113111" y="324677"/>
                  </a:lnTo>
                  <a:lnTo>
                    <a:pt x="118135" y="326305"/>
                  </a:lnTo>
                  <a:lnTo>
                    <a:pt x="123208" y="327774"/>
                  </a:lnTo>
                  <a:lnTo>
                    <a:pt x="128325" y="329082"/>
                  </a:lnTo>
                  <a:lnTo>
                    <a:pt x="133481" y="330228"/>
                  </a:lnTo>
                  <a:lnTo>
                    <a:pt x="138670" y="331210"/>
                  </a:lnTo>
                  <a:lnTo>
                    <a:pt x="143888" y="332027"/>
                  </a:lnTo>
                  <a:lnTo>
                    <a:pt x="149129" y="332680"/>
                  </a:lnTo>
                  <a:lnTo>
                    <a:pt x="154388" y="333167"/>
                  </a:lnTo>
                  <a:lnTo>
                    <a:pt x="159660" y="333487"/>
                  </a:lnTo>
                  <a:lnTo>
                    <a:pt x="164939" y="333640"/>
                  </a:lnTo>
                  <a:lnTo>
                    <a:pt x="170220" y="333627"/>
                  </a:lnTo>
                  <a:lnTo>
                    <a:pt x="175499" y="333447"/>
                  </a:lnTo>
                  <a:lnTo>
                    <a:pt x="180769" y="333100"/>
                  </a:lnTo>
                  <a:lnTo>
                    <a:pt x="186025" y="332587"/>
                  </a:lnTo>
                  <a:lnTo>
                    <a:pt x="191263" y="331908"/>
                  </a:lnTo>
                  <a:lnTo>
                    <a:pt x="196476" y="331064"/>
                  </a:lnTo>
                  <a:lnTo>
                    <a:pt x="201660" y="330056"/>
                  </a:lnTo>
                  <a:lnTo>
                    <a:pt x="206810" y="328885"/>
                  </a:lnTo>
                  <a:lnTo>
                    <a:pt x="211921" y="327551"/>
                  </a:lnTo>
                  <a:lnTo>
                    <a:pt x="216986" y="326057"/>
                  </a:lnTo>
                  <a:lnTo>
                    <a:pt x="222002" y="324403"/>
                  </a:lnTo>
                  <a:lnTo>
                    <a:pt x="226963" y="322592"/>
                  </a:lnTo>
                  <a:lnTo>
                    <a:pt x="231865" y="320625"/>
                  </a:lnTo>
                  <a:lnTo>
                    <a:pt x="236701" y="318504"/>
                  </a:lnTo>
                  <a:lnTo>
                    <a:pt x="241469" y="316231"/>
                  </a:lnTo>
                  <a:lnTo>
                    <a:pt x="246162" y="313809"/>
                  </a:lnTo>
                  <a:lnTo>
                    <a:pt x="250777" y="311240"/>
                  </a:lnTo>
                  <a:lnTo>
                    <a:pt x="255307" y="308526"/>
                  </a:lnTo>
                  <a:lnTo>
                    <a:pt x="259750" y="305671"/>
                  </a:lnTo>
                  <a:lnTo>
                    <a:pt x="264101" y="302676"/>
                  </a:lnTo>
                  <a:lnTo>
                    <a:pt x="268355" y="299546"/>
                  </a:lnTo>
                  <a:lnTo>
                    <a:pt x="272507" y="296283"/>
                  </a:lnTo>
                  <a:lnTo>
                    <a:pt x="276555" y="292890"/>
                  </a:lnTo>
                  <a:lnTo>
                    <a:pt x="280493" y="289371"/>
                  </a:lnTo>
                  <a:lnTo>
                    <a:pt x="284319" y="285730"/>
                  </a:lnTo>
                  <a:lnTo>
                    <a:pt x="288027" y="281969"/>
                  </a:lnTo>
                  <a:lnTo>
                    <a:pt x="291615" y="278094"/>
                  </a:lnTo>
                  <a:lnTo>
                    <a:pt x="295078" y="274106"/>
                  </a:lnTo>
                  <a:lnTo>
                    <a:pt x="298414" y="270012"/>
                  </a:lnTo>
                  <a:lnTo>
                    <a:pt x="301619" y="265814"/>
                  </a:lnTo>
                  <a:lnTo>
                    <a:pt x="304689" y="261517"/>
                  </a:lnTo>
                  <a:lnTo>
                    <a:pt x="307623" y="257125"/>
                  </a:lnTo>
                  <a:lnTo>
                    <a:pt x="310416" y="252642"/>
                  </a:lnTo>
                  <a:lnTo>
                    <a:pt x="313066" y="248074"/>
                  </a:lnTo>
                  <a:lnTo>
                    <a:pt x="315570" y="243424"/>
                  </a:lnTo>
                  <a:lnTo>
                    <a:pt x="317927" y="238697"/>
                  </a:lnTo>
                  <a:lnTo>
                    <a:pt x="320133" y="233899"/>
                  </a:lnTo>
                  <a:lnTo>
                    <a:pt x="322186" y="229033"/>
                  </a:lnTo>
                  <a:lnTo>
                    <a:pt x="324084" y="224104"/>
                  </a:lnTo>
                  <a:lnTo>
                    <a:pt x="325826" y="219118"/>
                  </a:lnTo>
                  <a:lnTo>
                    <a:pt x="327409" y="214080"/>
                  </a:lnTo>
                  <a:lnTo>
                    <a:pt x="328833" y="208994"/>
                  </a:lnTo>
                  <a:lnTo>
                    <a:pt x="330095" y="203866"/>
                  </a:lnTo>
                  <a:lnTo>
                    <a:pt x="331194" y="198700"/>
                  </a:lnTo>
                  <a:lnTo>
                    <a:pt x="332130" y="193502"/>
                  </a:lnTo>
                  <a:lnTo>
                    <a:pt x="332901" y="188277"/>
                  </a:lnTo>
                  <a:lnTo>
                    <a:pt x="333507" y="183031"/>
                  </a:lnTo>
                  <a:lnTo>
                    <a:pt x="333946" y="177767"/>
                  </a:lnTo>
                  <a:lnTo>
                    <a:pt x="334219" y="172493"/>
                  </a:lnTo>
                  <a:lnTo>
                    <a:pt x="334325" y="167213"/>
                  </a:lnTo>
                  <a:lnTo>
                    <a:pt x="334265" y="161932"/>
                  </a:lnTo>
                  <a:lnTo>
                    <a:pt x="334038" y="156655"/>
                  </a:lnTo>
                  <a:lnTo>
                    <a:pt x="333644" y="151388"/>
                  </a:lnTo>
                  <a:lnTo>
                    <a:pt x="333084" y="146137"/>
                  </a:lnTo>
                  <a:lnTo>
                    <a:pt x="332358" y="140905"/>
                  </a:lnTo>
                  <a:lnTo>
                    <a:pt x="331467" y="135700"/>
                  </a:lnTo>
                  <a:lnTo>
                    <a:pt x="330413" y="130525"/>
                  </a:lnTo>
                  <a:lnTo>
                    <a:pt x="329195" y="125385"/>
                  </a:lnTo>
                  <a:lnTo>
                    <a:pt x="327816" y="120287"/>
                  </a:lnTo>
                  <a:lnTo>
                    <a:pt x="326276" y="115235"/>
                  </a:lnTo>
                  <a:lnTo>
                    <a:pt x="324578" y="110234"/>
                  </a:lnTo>
                  <a:lnTo>
                    <a:pt x="322722" y="105290"/>
                  </a:lnTo>
                  <a:lnTo>
                    <a:pt x="320711" y="100406"/>
                  </a:lnTo>
                  <a:lnTo>
                    <a:pt x="318547" y="95588"/>
                  </a:lnTo>
                  <a:lnTo>
                    <a:pt x="316232" y="90842"/>
                  </a:lnTo>
                  <a:lnTo>
                    <a:pt x="313768" y="86170"/>
                  </a:lnTo>
                  <a:lnTo>
                    <a:pt x="311158" y="81579"/>
                  </a:lnTo>
                  <a:lnTo>
                    <a:pt x="308404" y="77072"/>
                  </a:lnTo>
                  <a:lnTo>
                    <a:pt x="305508" y="72655"/>
                  </a:lnTo>
                  <a:lnTo>
                    <a:pt x="302475" y="68332"/>
                  </a:lnTo>
                  <a:lnTo>
                    <a:pt x="299307" y="64106"/>
                  </a:lnTo>
                  <a:lnTo>
                    <a:pt x="296007" y="59983"/>
                  </a:lnTo>
                  <a:lnTo>
                    <a:pt x="292578" y="55966"/>
                  </a:lnTo>
                  <a:lnTo>
                    <a:pt x="289024" y="52059"/>
                  </a:lnTo>
                  <a:lnTo>
                    <a:pt x="285349" y="48266"/>
                  </a:lnTo>
                  <a:lnTo>
                    <a:pt x="281555" y="44592"/>
                  </a:lnTo>
                  <a:lnTo>
                    <a:pt x="277647" y="41039"/>
                  </a:lnTo>
                  <a:lnTo>
                    <a:pt x="273629" y="37611"/>
                  </a:lnTo>
                  <a:lnTo>
                    <a:pt x="269505" y="34312"/>
                  </a:lnTo>
                  <a:lnTo>
                    <a:pt x="265279" y="31145"/>
                  </a:lnTo>
                  <a:lnTo>
                    <a:pt x="260954" y="28113"/>
                  </a:lnTo>
                  <a:lnTo>
                    <a:pt x="256536" y="25219"/>
                  </a:lnTo>
                  <a:lnTo>
                    <a:pt x="252029" y="22466"/>
                  </a:lnTo>
                  <a:lnTo>
                    <a:pt x="247437" y="19857"/>
                  </a:lnTo>
                  <a:lnTo>
                    <a:pt x="242765" y="17395"/>
                  </a:lnTo>
                  <a:lnTo>
                    <a:pt x="238017" y="15081"/>
                  </a:lnTo>
                  <a:lnTo>
                    <a:pt x="233199" y="12918"/>
                  </a:lnTo>
                  <a:lnTo>
                    <a:pt x="228315" y="10908"/>
                  </a:lnTo>
                  <a:lnTo>
                    <a:pt x="223370" y="9054"/>
                  </a:lnTo>
                  <a:lnTo>
                    <a:pt x="218368" y="7357"/>
                  </a:lnTo>
                  <a:lnTo>
                    <a:pt x="213316" y="5819"/>
                  </a:lnTo>
                  <a:lnTo>
                    <a:pt x="208217" y="4441"/>
                  </a:lnTo>
                  <a:lnTo>
                    <a:pt x="203078" y="3225"/>
                  </a:lnTo>
                  <a:lnTo>
                    <a:pt x="197903" y="2172"/>
                  </a:lnTo>
                  <a:lnTo>
                    <a:pt x="192697" y="1282"/>
                  </a:lnTo>
                  <a:lnTo>
                    <a:pt x="187465" y="558"/>
                  </a:lnTo>
                  <a:lnTo>
                    <a:pt x="182213" y="0"/>
                  </a:lnTo>
                  <a:lnTo>
                    <a:pt x="167160" y="166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60546" y="1735255"/>
              <a:ext cx="15053" cy="167167"/>
            </a:xfrm>
            <a:custGeom>
              <a:avLst/>
              <a:pathLst>
                <a:path w="15053" h="167167">
                  <a:moveTo>
                    <a:pt x="15053" y="67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5673" y="1379510"/>
              <a:ext cx="167166" cy="203739"/>
            </a:xfrm>
            <a:custGeom>
              <a:avLst/>
              <a:pathLst>
                <a:path w="167166" h="203739">
                  <a:moveTo>
                    <a:pt x="167166" y="0"/>
                  </a:moveTo>
                  <a:lnTo>
                    <a:pt x="161819" y="85"/>
                  </a:lnTo>
                  <a:lnTo>
                    <a:pt x="156478" y="341"/>
                  </a:lnTo>
                  <a:lnTo>
                    <a:pt x="151148" y="769"/>
                  </a:lnTo>
                  <a:lnTo>
                    <a:pt x="145835" y="1366"/>
                  </a:lnTo>
                  <a:lnTo>
                    <a:pt x="140543" y="2133"/>
                  </a:lnTo>
                  <a:lnTo>
                    <a:pt x="135278" y="3069"/>
                  </a:lnTo>
                  <a:lnTo>
                    <a:pt x="130046" y="4173"/>
                  </a:lnTo>
                  <a:lnTo>
                    <a:pt x="124852" y="5443"/>
                  </a:lnTo>
                  <a:lnTo>
                    <a:pt x="119701" y="6880"/>
                  </a:lnTo>
                  <a:lnTo>
                    <a:pt x="114599" y="8480"/>
                  </a:lnTo>
                  <a:lnTo>
                    <a:pt x="109551" y="10242"/>
                  </a:lnTo>
                  <a:lnTo>
                    <a:pt x="104561" y="12165"/>
                  </a:lnTo>
                  <a:lnTo>
                    <a:pt x="99636" y="14247"/>
                  </a:lnTo>
                  <a:lnTo>
                    <a:pt x="94779" y="16485"/>
                  </a:lnTo>
                  <a:lnTo>
                    <a:pt x="89997" y="18877"/>
                  </a:lnTo>
                  <a:lnTo>
                    <a:pt x="85294" y="21421"/>
                  </a:lnTo>
                  <a:lnTo>
                    <a:pt x="80674" y="24114"/>
                  </a:lnTo>
                  <a:lnTo>
                    <a:pt x="76143" y="26953"/>
                  </a:lnTo>
                  <a:lnTo>
                    <a:pt x="71706" y="29936"/>
                  </a:lnTo>
                  <a:lnTo>
                    <a:pt x="67365" y="33060"/>
                  </a:lnTo>
                  <a:lnTo>
                    <a:pt x="63127" y="36320"/>
                  </a:lnTo>
                  <a:lnTo>
                    <a:pt x="58996" y="39715"/>
                  </a:lnTo>
                  <a:lnTo>
                    <a:pt x="54975" y="43239"/>
                  </a:lnTo>
                  <a:lnTo>
                    <a:pt x="51068" y="46891"/>
                  </a:lnTo>
                  <a:lnTo>
                    <a:pt x="47281" y="50666"/>
                  </a:lnTo>
                  <a:lnTo>
                    <a:pt x="43616" y="54560"/>
                  </a:lnTo>
                  <a:lnTo>
                    <a:pt x="40078" y="58569"/>
                  </a:lnTo>
                  <a:lnTo>
                    <a:pt x="36670" y="62689"/>
                  </a:lnTo>
                  <a:lnTo>
                    <a:pt x="33395" y="66916"/>
                  </a:lnTo>
                  <a:lnTo>
                    <a:pt x="30257" y="71246"/>
                  </a:lnTo>
                  <a:lnTo>
                    <a:pt x="27259" y="75673"/>
                  </a:lnTo>
                  <a:lnTo>
                    <a:pt x="24405" y="80195"/>
                  </a:lnTo>
                  <a:lnTo>
                    <a:pt x="21696" y="84805"/>
                  </a:lnTo>
                  <a:lnTo>
                    <a:pt x="19136" y="89500"/>
                  </a:lnTo>
                  <a:lnTo>
                    <a:pt x="16728" y="94274"/>
                  </a:lnTo>
                  <a:lnTo>
                    <a:pt x="14474" y="99123"/>
                  </a:lnTo>
                  <a:lnTo>
                    <a:pt x="12375" y="104041"/>
                  </a:lnTo>
                  <a:lnTo>
                    <a:pt x="10436" y="109024"/>
                  </a:lnTo>
                  <a:lnTo>
                    <a:pt x="8656" y="114067"/>
                  </a:lnTo>
                  <a:lnTo>
                    <a:pt x="7039" y="119163"/>
                  </a:lnTo>
                  <a:lnTo>
                    <a:pt x="5586" y="124309"/>
                  </a:lnTo>
                  <a:lnTo>
                    <a:pt x="4298" y="129499"/>
                  </a:lnTo>
                  <a:lnTo>
                    <a:pt x="3176" y="134727"/>
                  </a:lnTo>
                  <a:lnTo>
                    <a:pt x="2223" y="139989"/>
                  </a:lnTo>
                  <a:lnTo>
                    <a:pt x="1438" y="145278"/>
                  </a:lnTo>
                  <a:lnTo>
                    <a:pt x="823" y="150590"/>
                  </a:lnTo>
                  <a:lnTo>
                    <a:pt x="377" y="155919"/>
                  </a:lnTo>
                  <a:lnTo>
                    <a:pt x="103" y="161259"/>
                  </a:lnTo>
                  <a:lnTo>
                    <a:pt x="0" y="166605"/>
                  </a:lnTo>
                  <a:lnTo>
                    <a:pt x="67" y="171952"/>
                  </a:lnTo>
                  <a:lnTo>
                    <a:pt x="306" y="177294"/>
                  </a:lnTo>
                  <a:lnTo>
                    <a:pt x="715" y="182625"/>
                  </a:lnTo>
                  <a:lnTo>
                    <a:pt x="1294" y="187941"/>
                  </a:lnTo>
                  <a:lnTo>
                    <a:pt x="2044" y="193235"/>
                  </a:lnTo>
                  <a:lnTo>
                    <a:pt x="2962" y="198503"/>
                  </a:lnTo>
                  <a:lnTo>
                    <a:pt x="4048" y="20373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19722" y="1546678"/>
              <a:ext cx="163117" cy="36571"/>
            </a:xfrm>
            <a:custGeom>
              <a:avLst/>
              <a:pathLst>
                <a:path w="163117" h="36571">
                  <a:moveTo>
                    <a:pt x="0" y="36571"/>
                  </a:moveTo>
                  <a:lnTo>
                    <a:pt x="16311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919722" y="1546678"/>
              <a:ext cx="322513" cy="167157"/>
            </a:xfrm>
            <a:custGeom>
              <a:avLst/>
              <a:pathLst>
                <a:path w="322513" h="167157">
                  <a:moveTo>
                    <a:pt x="0" y="36571"/>
                  </a:moveTo>
                  <a:lnTo>
                    <a:pt x="1248" y="41753"/>
                  </a:lnTo>
                  <a:lnTo>
                    <a:pt x="2662" y="46893"/>
                  </a:lnTo>
                  <a:lnTo>
                    <a:pt x="4239" y="51985"/>
                  </a:lnTo>
                  <a:lnTo>
                    <a:pt x="5977" y="57025"/>
                  </a:lnTo>
                  <a:lnTo>
                    <a:pt x="7875" y="62006"/>
                  </a:lnTo>
                  <a:lnTo>
                    <a:pt x="9931" y="66924"/>
                  </a:lnTo>
                  <a:lnTo>
                    <a:pt x="12143" y="71774"/>
                  </a:lnTo>
                  <a:lnTo>
                    <a:pt x="14508" y="76551"/>
                  </a:lnTo>
                  <a:lnTo>
                    <a:pt x="17024" y="81251"/>
                  </a:lnTo>
                  <a:lnTo>
                    <a:pt x="19689" y="85867"/>
                  </a:lnTo>
                  <a:lnTo>
                    <a:pt x="22500" y="90397"/>
                  </a:lnTo>
                  <a:lnTo>
                    <a:pt x="25454" y="94834"/>
                  </a:lnTo>
                  <a:lnTo>
                    <a:pt x="28547" y="99175"/>
                  </a:lnTo>
                  <a:lnTo>
                    <a:pt x="31778" y="103415"/>
                  </a:lnTo>
                  <a:lnTo>
                    <a:pt x="35142" y="107550"/>
                  </a:lnTo>
                  <a:lnTo>
                    <a:pt x="38636" y="111576"/>
                  </a:lnTo>
                  <a:lnTo>
                    <a:pt x="42257" y="115488"/>
                  </a:lnTo>
                  <a:lnTo>
                    <a:pt x="46001" y="119283"/>
                  </a:lnTo>
                  <a:lnTo>
                    <a:pt x="49863" y="122957"/>
                  </a:lnTo>
                  <a:lnTo>
                    <a:pt x="53841" y="126505"/>
                  </a:lnTo>
                  <a:lnTo>
                    <a:pt x="57930" y="129925"/>
                  </a:lnTo>
                  <a:lnTo>
                    <a:pt x="62126" y="133213"/>
                  </a:lnTo>
                  <a:lnTo>
                    <a:pt x="66425" y="136365"/>
                  </a:lnTo>
                  <a:lnTo>
                    <a:pt x="70822" y="139378"/>
                  </a:lnTo>
                  <a:lnTo>
                    <a:pt x="75313" y="142250"/>
                  </a:lnTo>
                  <a:lnTo>
                    <a:pt x="79893" y="144978"/>
                  </a:lnTo>
                  <a:lnTo>
                    <a:pt x="84558" y="147557"/>
                  </a:lnTo>
                  <a:lnTo>
                    <a:pt x="89302" y="149987"/>
                  </a:lnTo>
                  <a:lnTo>
                    <a:pt x="94122" y="152264"/>
                  </a:lnTo>
                  <a:lnTo>
                    <a:pt x="99012" y="154387"/>
                  </a:lnTo>
                  <a:lnTo>
                    <a:pt x="103967" y="156352"/>
                  </a:lnTo>
                  <a:lnTo>
                    <a:pt x="108982" y="158159"/>
                  </a:lnTo>
                  <a:lnTo>
                    <a:pt x="114052" y="159804"/>
                  </a:lnTo>
                  <a:lnTo>
                    <a:pt x="119173" y="161287"/>
                  </a:lnTo>
                  <a:lnTo>
                    <a:pt x="124337" y="162607"/>
                  </a:lnTo>
                  <a:lnTo>
                    <a:pt x="129542" y="163760"/>
                  </a:lnTo>
                  <a:lnTo>
                    <a:pt x="134780" y="164748"/>
                  </a:lnTo>
                  <a:lnTo>
                    <a:pt x="140047" y="165567"/>
                  </a:lnTo>
                  <a:lnTo>
                    <a:pt x="145338" y="166219"/>
                  </a:lnTo>
                  <a:lnTo>
                    <a:pt x="150647" y="166701"/>
                  </a:lnTo>
                  <a:lnTo>
                    <a:pt x="155968" y="167014"/>
                  </a:lnTo>
                  <a:lnTo>
                    <a:pt x="161297" y="167157"/>
                  </a:lnTo>
                  <a:lnTo>
                    <a:pt x="166627" y="167130"/>
                  </a:lnTo>
                  <a:lnTo>
                    <a:pt x="171954" y="166933"/>
                  </a:lnTo>
                  <a:lnTo>
                    <a:pt x="177272" y="166567"/>
                  </a:lnTo>
                  <a:lnTo>
                    <a:pt x="182576" y="166031"/>
                  </a:lnTo>
                  <a:lnTo>
                    <a:pt x="187860" y="165326"/>
                  </a:lnTo>
                  <a:lnTo>
                    <a:pt x="193118" y="164453"/>
                  </a:lnTo>
                  <a:lnTo>
                    <a:pt x="198347" y="163413"/>
                  </a:lnTo>
                  <a:lnTo>
                    <a:pt x="203539" y="162206"/>
                  </a:lnTo>
                  <a:lnTo>
                    <a:pt x="208690" y="160835"/>
                  </a:lnTo>
                  <a:lnTo>
                    <a:pt x="213795" y="159300"/>
                  </a:lnTo>
                  <a:lnTo>
                    <a:pt x="218848" y="157604"/>
                  </a:lnTo>
                  <a:lnTo>
                    <a:pt x="223845" y="155746"/>
                  </a:lnTo>
                  <a:lnTo>
                    <a:pt x="228780" y="153731"/>
                  </a:lnTo>
                  <a:lnTo>
                    <a:pt x="233648" y="151559"/>
                  </a:lnTo>
                  <a:lnTo>
                    <a:pt x="238445" y="149233"/>
                  </a:lnTo>
                  <a:lnTo>
                    <a:pt x="243164" y="146756"/>
                  </a:lnTo>
                  <a:lnTo>
                    <a:pt x="247803" y="144129"/>
                  </a:lnTo>
                  <a:lnTo>
                    <a:pt x="252355" y="141356"/>
                  </a:lnTo>
                  <a:lnTo>
                    <a:pt x="256817" y="138439"/>
                  </a:lnTo>
                  <a:lnTo>
                    <a:pt x="261183" y="135381"/>
                  </a:lnTo>
                  <a:lnTo>
                    <a:pt x="265450" y="132185"/>
                  </a:lnTo>
                  <a:lnTo>
                    <a:pt x="269612" y="128855"/>
                  </a:lnTo>
                  <a:lnTo>
                    <a:pt x="273667" y="125394"/>
                  </a:lnTo>
                  <a:lnTo>
                    <a:pt x="277608" y="121806"/>
                  </a:lnTo>
                  <a:lnTo>
                    <a:pt x="281434" y="118093"/>
                  </a:lnTo>
                  <a:lnTo>
                    <a:pt x="285139" y="114261"/>
                  </a:lnTo>
                  <a:lnTo>
                    <a:pt x="288720" y="110312"/>
                  </a:lnTo>
                  <a:lnTo>
                    <a:pt x="292173" y="106252"/>
                  </a:lnTo>
                  <a:lnTo>
                    <a:pt x="295496" y="102083"/>
                  </a:lnTo>
                  <a:lnTo>
                    <a:pt x="298683" y="97810"/>
                  </a:lnTo>
                  <a:lnTo>
                    <a:pt x="301733" y="93438"/>
                  </a:lnTo>
                  <a:lnTo>
                    <a:pt x="304641" y="88971"/>
                  </a:lnTo>
                  <a:lnTo>
                    <a:pt x="307406" y="84413"/>
                  </a:lnTo>
                  <a:lnTo>
                    <a:pt x="310024" y="79770"/>
                  </a:lnTo>
                  <a:lnTo>
                    <a:pt x="312493" y="75046"/>
                  </a:lnTo>
                  <a:lnTo>
                    <a:pt x="314810" y="70245"/>
                  </a:lnTo>
                  <a:lnTo>
                    <a:pt x="316972" y="65372"/>
                  </a:lnTo>
                  <a:lnTo>
                    <a:pt x="318978" y="60434"/>
                  </a:lnTo>
                  <a:lnTo>
                    <a:pt x="320826" y="55434"/>
                  </a:lnTo>
                  <a:lnTo>
                    <a:pt x="322513" y="50377"/>
                  </a:lnTo>
                  <a:lnTo>
                    <a:pt x="163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82840" y="1379510"/>
              <a:ext cx="167148" cy="217544"/>
            </a:xfrm>
            <a:custGeom>
              <a:avLst/>
              <a:pathLst>
                <a:path w="167148" h="217544">
                  <a:moveTo>
                    <a:pt x="159395" y="217544"/>
                  </a:moveTo>
                  <a:lnTo>
                    <a:pt x="160942" y="212361"/>
                  </a:lnTo>
                  <a:lnTo>
                    <a:pt x="162320" y="207130"/>
                  </a:lnTo>
                  <a:lnTo>
                    <a:pt x="163528" y="201857"/>
                  </a:lnTo>
                  <a:lnTo>
                    <a:pt x="164565" y="196548"/>
                  </a:lnTo>
                  <a:lnTo>
                    <a:pt x="165429" y="191208"/>
                  </a:lnTo>
                  <a:lnTo>
                    <a:pt x="166120" y="185843"/>
                  </a:lnTo>
                  <a:lnTo>
                    <a:pt x="166638" y="180458"/>
                  </a:lnTo>
                  <a:lnTo>
                    <a:pt x="166981" y="175060"/>
                  </a:lnTo>
                  <a:lnTo>
                    <a:pt x="167148" y="169653"/>
                  </a:lnTo>
                  <a:lnTo>
                    <a:pt x="167141" y="164244"/>
                  </a:lnTo>
                  <a:lnTo>
                    <a:pt x="166959" y="158837"/>
                  </a:lnTo>
                  <a:lnTo>
                    <a:pt x="166602" y="153440"/>
                  </a:lnTo>
                  <a:lnTo>
                    <a:pt x="166071" y="148057"/>
                  </a:lnTo>
                  <a:lnTo>
                    <a:pt x="165366" y="142693"/>
                  </a:lnTo>
                  <a:lnTo>
                    <a:pt x="164487" y="137356"/>
                  </a:lnTo>
                  <a:lnTo>
                    <a:pt x="163437" y="132049"/>
                  </a:lnTo>
                  <a:lnTo>
                    <a:pt x="162215" y="126780"/>
                  </a:lnTo>
                  <a:lnTo>
                    <a:pt x="160823" y="121552"/>
                  </a:lnTo>
                  <a:lnTo>
                    <a:pt x="159263" y="116373"/>
                  </a:lnTo>
                  <a:lnTo>
                    <a:pt x="157536" y="111246"/>
                  </a:lnTo>
                  <a:lnTo>
                    <a:pt x="155645" y="106179"/>
                  </a:lnTo>
                  <a:lnTo>
                    <a:pt x="153590" y="101175"/>
                  </a:lnTo>
                  <a:lnTo>
                    <a:pt x="151374" y="96240"/>
                  </a:lnTo>
                  <a:lnTo>
                    <a:pt x="149000" y="91379"/>
                  </a:lnTo>
                  <a:lnTo>
                    <a:pt x="146470" y="86598"/>
                  </a:lnTo>
                  <a:lnTo>
                    <a:pt x="143786" y="81901"/>
                  </a:lnTo>
                  <a:lnTo>
                    <a:pt x="140952" y="77294"/>
                  </a:lnTo>
                  <a:lnTo>
                    <a:pt x="137971" y="72780"/>
                  </a:lnTo>
                  <a:lnTo>
                    <a:pt x="134845" y="68365"/>
                  </a:lnTo>
                  <a:lnTo>
                    <a:pt x="131577" y="64054"/>
                  </a:lnTo>
                  <a:lnTo>
                    <a:pt x="128172" y="59851"/>
                  </a:lnTo>
                  <a:lnTo>
                    <a:pt x="124633" y="55760"/>
                  </a:lnTo>
                  <a:lnTo>
                    <a:pt x="120963" y="51786"/>
                  </a:lnTo>
                  <a:lnTo>
                    <a:pt x="117167" y="47933"/>
                  </a:lnTo>
                  <a:lnTo>
                    <a:pt x="113247" y="44204"/>
                  </a:lnTo>
                  <a:lnTo>
                    <a:pt x="109210" y="40604"/>
                  </a:lnTo>
                  <a:lnTo>
                    <a:pt x="105058" y="37137"/>
                  </a:lnTo>
                  <a:lnTo>
                    <a:pt x="100796" y="33806"/>
                  </a:lnTo>
                  <a:lnTo>
                    <a:pt x="96428" y="30615"/>
                  </a:lnTo>
                  <a:lnTo>
                    <a:pt x="91959" y="27566"/>
                  </a:lnTo>
                  <a:lnTo>
                    <a:pt x="87394" y="24664"/>
                  </a:lnTo>
                  <a:lnTo>
                    <a:pt x="82738" y="21911"/>
                  </a:lnTo>
                  <a:lnTo>
                    <a:pt x="77995" y="19310"/>
                  </a:lnTo>
                  <a:lnTo>
                    <a:pt x="73170" y="16864"/>
                  </a:lnTo>
                  <a:lnTo>
                    <a:pt x="68269" y="14575"/>
                  </a:lnTo>
                  <a:lnTo>
                    <a:pt x="63296" y="12446"/>
                  </a:lnTo>
                  <a:lnTo>
                    <a:pt x="58257" y="10479"/>
                  </a:lnTo>
                  <a:lnTo>
                    <a:pt x="53157" y="8676"/>
                  </a:lnTo>
                  <a:lnTo>
                    <a:pt x="48001" y="7039"/>
                  </a:lnTo>
                  <a:lnTo>
                    <a:pt x="42795" y="5570"/>
                  </a:lnTo>
                  <a:lnTo>
                    <a:pt x="37544" y="4270"/>
                  </a:lnTo>
                  <a:lnTo>
                    <a:pt x="32254" y="3141"/>
                  </a:lnTo>
                  <a:lnTo>
                    <a:pt x="26930" y="2183"/>
                  </a:lnTo>
                  <a:lnTo>
                    <a:pt x="21578" y="1398"/>
                  </a:lnTo>
                  <a:lnTo>
                    <a:pt x="16203" y="787"/>
                  </a:lnTo>
                  <a:lnTo>
                    <a:pt x="10811" y="349"/>
                  </a:lnTo>
                  <a:lnTo>
                    <a:pt x="5408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65969" y="1120312"/>
              <a:ext cx="167166" cy="290258"/>
            </a:xfrm>
            <a:custGeom>
              <a:avLst/>
              <a:pathLst>
                <a:path w="167166" h="290258">
                  <a:moveTo>
                    <a:pt x="167166" y="0"/>
                  </a:moveTo>
                  <a:lnTo>
                    <a:pt x="161821" y="85"/>
                  </a:lnTo>
                  <a:lnTo>
                    <a:pt x="156481" y="341"/>
                  </a:lnTo>
                  <a:lnTo>
                    <a:pt x="151153" y="768"/>
                  </a:lnTo>
                  <a:lnTo>
                    <a:pt x="145841" y="1365"/>
                  </a:lnTo>
                  <a:lnTo>
                    <a:pt x="140550" y="2132"/>
                  </a:lnTo>
                  <a:lnTo>
                    <a:pt x="135287" y="3067"/>
                  </a:lnTo>
                  <a:lnTo>
                    <a:pt x="130056" y="4170"/>
                  </a:lnTo>
                  <a:lnTo>
                    <a:pt x="124864" y="5440"/>
                  </a:lnTo>
                  <a:lnTo>
                    <a:pt x="119714" y="6876"/>
                  </a:lnTo>
                  <a:lnTo>
                    <a:pt x="114614" y="8475"/>
                  </a:lnTo>
                  <a:lnTo>
                    <a:pt x="109567" y="10236"/>
                  </a:lnTo>
                  <a:lnTo>
                    <a:pt x="104578" y="12158"/>
                  </a:lnTo>
                  <a:lnTo>
                    <a:pt x="99654" y="14238"/>
                  </a:lnTo>
                  <a:lnTo>
                    <a:pt x="94799" y="16475"/>
                  </a:lnTo>
                  <a:lnTo>
                    <a:pt x="90018" y="18866"/>
                  </a:lnTo>
                  <a:lnTo>
                    <a:pt x="85316" y="21409"/>
                  </a:lnTo>
                  <a:lnTo>
                    <a:pt x="80697" y="24100"/>
                  </a:lnTo>
                  <a:lnTo>
                    <a:pt x="76167" y="26938"/>
                  </a:lnTo>
                  <a:lnTo>
                    <a:pt x="71730" y="29919"/>
                  </a:lnTo>
                  <a:lnTo>
                    <a:pt x="67390" y="33041"/>
                  </a:lnTo>
                  <a:lnTo>
                    <a:pt x="63153" y="36300"/>
                  </a:lnTo>
                  <a:lnTo>
                    <a:pt x="59022" y="39692"/>
                  </a:lnTo>
                  <a:lnTo>
                    <a:pt x="55001" y="43215"/>
                  </a:lnTo>
                  <a:lnTo>
                    <a:pt x="51095" y="46865"/>
                  </a:lnTo>
                  <a:lnTo>
                    <a:pt x="47308" y="50638"/>
                  </a:lnTo>
                  <a:lnTo>
                    <a:pt x="43644" y="54529"/>
                  </a:lnTo>
                  <a:lnTo>
                    <a:pt x="40105" y="58536"/>
                  </a:lnTo>
                  <a:lnTo>
                    <a:pt x="36697" y="62655"/>
                  </a:lnTo>
                  <a:lnTo>
                    <a:pt x="33422" y="66880"/>
                  </a:lnTo>
                  <a:lnTo>
                    <a:pt x="30284" y="71207"/>
                  </a:lnTo>
                  <a:lnTo>
                    <a:pt x="27286" y="75633"/>
                  </a:lnTo>
                  <a:lnTo>
                    <a:pt x="24430" y="80152"/>
                  </a:lnTo>
                  <a:lnTo>
                    <a:pt x="21721" y="84760"/>
                  </a:lnTo>
                  <a:lnTo>
                    <a:pt x="19161" y="89453"/>
                  </a:lnTo>
                  <a:lnTo>
                    <a:pt x="16752" y="94225"/>
                  </a:lnTo>
                  <a:lnTo>
                    <a:pt x="14496" y="99071"/>
                  </a:lnTo>
                  <a:lnTo>
                    <a:pt x="12397" y="103988"/>
                  </a:lnTo>
                  <a:lnTo>
                    <a:pt x="10456" y="108968"/>
                  </a:lnTo>
                  <a:lnTo>
                    <a:pt x="8675" y="114009"/>
                  </a:lnTo>
                  <a:lnTo>
                    <a:pt x="7057" y="119103"/>
                  </a:lnTo>
                  <a:lnTo>
                    <a:pt x="5602" y="124247"/>
                  </a:lnTo>
                  <a:lnTo>
                    <a:pt x="4312" y="129435"/>
                  </a:lnTo>
                  <a:lnTo>
                    <a:pt x="3189" y="134661"/>
                  </a:lnTo>
                  <a:lnTo>
                    <a:pt x="2234" y="139921"/>
                  </a:lnTo>
                  <a:lnTo>
                    <a:pt x="1447" y="145208"/>
                  </a:lnTo>
                  <a:lnTo>
                    <a:pt x="829" y="150518"/>
                  </a:lnTo>
                  <a:lnTo>
                    <a:pt x="382" y="155845"/>
                  </a:lnTo>
                  <a:lnTo>
                    <a:pt x="105" y="161183"/>
                  </a:lnTo>
                  <a:lnTo>
                    <a:pt x="0" y="166528"/>
                  </a:lnTo>
                  <a:lnTo>
                    <a:pt x="65" y="171873"/>
                  </a:lnTo>
                  <a:lnTo>
                    <a:pt x="300" y="177214"/>
                  </a:lnTo>
                  <a:lnTo>
                    <a:pt x="707" y="182544"/>
                  </a:lnTo>
                  <a:lnTo>
                    <a:pt x="1284" y="187858"/>
                  </a:lnTo>
                  <a:lnTo>
                    <a:pt x="2030" y="193152"/>
                  </a:lnTo>
                  <a:lnTo>
                    <a:pt x="2945" y="198418"/>
                  </a:lnTo>
                  <a:lnTo>
                    <a:pt x="4029" y="203653"/>
                  </a:lnTo>
                  <a:lnTo>
                    <a:pt x="5279" y="208850"/>
                  </a:lnTo>
                  <a:lnTo>
                    <a:pt x="6694" y="214005"/>
                  </a:lnTo>
                  <a:lnTo>
                    <a:pt x="8274" y="219112"/>
                  </a:lnTo>
                  <a:lnTo>
                    <a:pt x="10016" y="224166"/>
                  </a:lnTo>
                  <a:lnTo>
                    <a:pt x="11919" y="229161"/>
                  </a:lnTo>
                  <a:lnTo>
                    <a:pt x="13980" y="234094"/>
                  </a:lnTo>
                  <a:lnTo>
                    <a:pt x="16198" y="238957"/>
                  </a:lnTo>
                  <a:lnTo>
                    <a:pt x="18571" y="243747"/>
                  </a:lnTo>
                  <a:lnTo>
                    <a:pt x="21096" y="248459"/>
                  </a:lnTo>
                  <a:lnTo>
                    <a:pt x="23769" y="253088"/>
                  </a:lnTo>
                  <a:lnTo>
                    <a:pt x="26590" y="257629"/>
                  </a:lnTo>
                  <a:lnTo>
                    <a:pt x="29554" y="262078"/>
                  </a:lnTo>
                  <a:lnTo>
                    <a:pt x="32659" y="266429"/>
                  </a:lnTo>
                  <a:lnTo>
                    <a:pt x="35902" y="270679"/>
                  </a:lnTo>
                  <a:lnTo>
                    <a:pt x="39279" y="274823"/>
                  </a:lnTo>
                  <a:lnTo>
                    <a:pt x="42786" y="278857"/>
                  </a:lnTo>
                  <a:lnTo>
                    <a:pt x="46421" y="282777"/>
                  </a:lnTo>
                  <a:lnTo>
                    <a:pt x="50179" y="286578"/>
                  </a:lnTo>
                  <a:lnTo>
                    <a:pt x="54057" y="290258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20026" y="1287480"/>
              <a:ext cx="113108" cy="123090"/>
            </a:xfrm>
            <a:custGeom>
              <a:avLst/>
              <a:pathLst>
                <a:path w="113108" h="123090">
                  <a:moveTo>
                    <a:pt x="0" y="123090"/>
                  </a:moveTo>
                  <a:lnTo>
                    <a:pt x="1131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20026" y="1136294"/>
              <a:ext cx="280260" cy="318345"/>
            </a:xfrm>
            <a:custGeom>
              <a:avLst/>
              <a:pathLst>
                <a:path w="280260" h="318345">
                  <a:moveTo>
                    <a:pt x="0" y="274276"/>
                  </a:moveTo>
                  <a:lnTo>
                    <a:pt x="3981" y="277819"/>
                  </a:lnTo>
                  <a:lnTo>
                    <a:pt x="8074" y="281234"/>
                  </a:lnTo>
                  <a:lnTo>
                    <a:pt x="12274" y="284517"/>
                  </a:lnTo>
                  <a:lnTo>
                    <a:pt x="16576" y="287664"/>
                  </a:lnTo>
                  <a:lnTo>
                    <a:pt x="20977" y="290672"/>
                  </a:lnTo>
                  <a:lnTo>
                    <a:pt x="25471" y="293539"/>
                  </a:lnTo>
                  <a:lnTo>
                    <a:pt x="30054" y="296261"/>
                  </a:lnTo>
                  <a:lnTo>
                    <a:pt x="34722" y="298835"/>
                  </a:lnTo>
                  <a:lnTo>
                    <a:pt x="39469" y="301259"/>
                  </a:lnTo>
                  <a:lnTo>
                    <a:pt x="44291" y="303531"/>
                  </a:lnTo>
                  <a:lnTo>
                    <a:pt x="49183" y="305647"/>
                  </a:lnTo>
                  <a:lnTo>
                    <a:pt x="54141" y="307607"/>
                  </a:lnTo>
                  <a:lnTo>
                    <a:pt x="59158" y="309407"/>
                  </a:lnTo>
                  <a:lnTo>
                    <a:pt x="64230" y="311047"/>
                  </a:lnTo>
                  <a:lnTo>
                    <a:pt x="69351" y="312524"/>
                  </a:lnTo>
                  <a:lnTo>
                    <a:pt x="74518" y="313837"/>
                  </a:lnTo>
                  <a:lnTo>
                    <a:pt x="79723" y="314985"/>
                  </a:lnTo>
                  <a:lnTo>
                    <a:pt x="84962" y="315966"/>
                  </a:lnTo>
                  <a:lnTo>
                    <a:pt x="90230" y="316780"/>
                  </a:lnTo>
                  <a:lnTo>
                    <a:pt x="95522" y="317425"/>
                  </a:lnTo>
                  <a:lnTo>
                    <a:pt x="100831" y="317901"/>
                  </a:lnTo>
                  <a:lnTo>
                    <a:pt x="106152" y="318208"/>
                  </a:lnTo>
                  <a:lnTo>
                    <a:pt x="111481" y="318345"/>
                  </a:lnTo>
                  <a:lnTo>
                    <a:pt x="116811" y="318311"/>
                  </a:lnTo>
                  <a:lnTo>
                    <a:pt x="122138" y="318108"/>
                  </a:lnTo>
                  <a:lnTo>
                    <a:pt x="127455" y="317736"/>
                  </a:lnTo>
                  <a:lnTo>
                    <a:pt x="132758" y="317194"/>
                  </a:lnTo>
                  <a:lnTo>
                    <a:pt x="138041" y="316483"/>
                  </a:lnTo>
                  <a:lnTo>
                    <a:pt x="143298" y="315604"/>
                  </a:lnTo>
                  <a:lnTo>
                    <a:pt x="148525" y="314558"/>
                  </a:lnTo>
                  <a:lnTo>
                    <a:pt x="153716" y="313345"/>
                  </a:lnTo>
                  <a:lnTo>
                    <a:pt x="158865" y="311968"/>
                  </a:lnTo>
                  <a:lnTo>
                    <a:pt x="163968" y="310428"/>
                  </a:lnTo>
                  <a:lnTo>
                    <a:pt x="169020" y="308725"/>
                  </a:lnTo>
                  <a:lnTo>
                    <a:pt x="174014" y="306862"/>
                  </a:lnTo>
                  <a:lnTo>
                    <a:pt x="178946" y="304841"/>
                  </a:lnTo>
                  <a:lnTo>
                    <a:pt x="183812" y="302664"/>
                  </a:lnTo>
                  <a:lnTo>
                    <a:pt x="188606" y="300333"/>
                  </a:lnTo>
                  <a:lnTo>
                    <a:pt x="193322" y="297850"/>
                  </a:lnTo>
                  <a:lnTo>
                    <a:pt x="197958" y="295218"/>
                  </a:lnTo>
                  <a:lnTo>
                    <a:pt x="202507" y="292440"/>
                  </a:lnTo>
                  <a:lnTo>
                    <a:pt x="206965" y="289518"/>
                  </a:lnTo>
                  <a:lnTo>
                    <a:pt x="211328" y="286455"/>
                  </a:lnTo>
                  <a:lnTo>
                    <a:pt x="215590" y="283255"/>
                  </a:lnTo>
                  <a:lnTo>
                    <a:pt x="219749" y="279920"/>
                  </a:lnTo>
                  <a:lnTo>
                    <a:pt x="223799" y="276455"/>
                  </a:lnTo>
                  <a:lnTo>
                    <a:pt x="227737" y="272862"/>
                  </a:lnTo>
                  <a:lnTo>
                    <a:pt x="231558" y="269145"/>
                  </a:lnTo>
                  <a:lnTo>
                    <a:pt x="235259" y="265309"/>
                  </a:lnTo>
                  <a:lnTo>
                    <a:pt x="238835" y="261356"/>
                  </a:lnTo>
                  <a:lnTo>
                    <a:pt x="242284" y="257292"/>
                  </a:lnTo>
                  <a:lnTo>
                    <a:pt x="245601" y="253119"/>
                  </a:lnTo>
                  <a:lnTo>
                    <a:pt x="248784" y="248843"/>
                  </a:lnTo>
                  <a:lnTo>
                    <a:pt x="251828" y="244468"/>
                  </a:lnTo>
                  <a:lnTo>
                    <a:pt x="254732" y="239998"/>
                  </a:lnTo>
                  <a:lnTo>
                    <a:pt x="257492" y="235437"/>
                  </a:lnTo>
                  <a:lnTo>
                    <a:pt x="260104" y="230791"/>
                  </a:lnTo>
                  <a:lnTo>
                    <a:pt x="262568" y="226064"/>
                  </a:lnTo>
                  <a:lnTo>
                    <a:pt x="264879" y="221261"/>
                  </a:lnTo>
                  <a:lnTo>
                    <a:pt x="267036" y="216386"/>
                  </a:lnTo>
                  <a:lnTo>
                    <a:pt x="269037" y="211445"/>
                  </a:lnTo>
                  <a:lnTo>
                    <a:pt x="270879" y="206443"/>
                  </a:lnTo>
                  <a:lnTo>
                    <a:pt x="272560" y="201385"/>
                  </a:lnTo>
                  <a:lnTo>
                    <a:pt x="274080" y="196276"/>
                  </a:lnTo>
                  <a:lnTo>
                    <a:pt x="275435" y="191121"/>
                  </a:lnTo>
                  <a:lnTo>
                    <a:pt x="276626" y="185925"/>
                  </a:lnTo>
                  <a:lnTo>
                    <a:pt x="277651" y="180694"/>
                  </a:lnTo>
                  <a:lnTo>
                    <a:pt x="278508" y="175433"/>
                  </a:lnTo>
                  <a:lnTo>
                    <a:pt x="279197" y="170147"/>
                  </a:lnTo>
                  <a:lnTo>
                    <a:pt x="279717" y="164842"/>
                  </a:lnTo>
                  <a:lnTo>
                    <a:pt x="280068" y="159523"/>
                  </a:lnTo>
                  <a:lnTo>
                    <a:pt x="280249" y="154196"/>
                  </a:lnTo>
                  <a:lnTo>
                    <a:pt x="280260" y="148865"/>
                  </a:lnTo>
                  <a:lnTo>
                    <a:pt x="280101" y="143537"/>
                  </a:lnTo>
                  <a:lnTo>
                    <a:pt x="279772" y="138217"/>
                  </a:lnTo>
                  <a:lnTo>
                    <a:pt x="279274" y="132910"/>
                  </a:lnTo>
                  <a:lnTo>
                    <a:pt x="278607" y="127621"/>
                  </a:lnTo>
                  <a:lnTo>
                    <a:pt x="277771" y="122357"/>
                  </a:lnTo>
                  <a:lnTo>
                    <a:pt x="276768" y="117122"/>
                  </a:lnTo>
                  <a:lnTo>
                    <a:pt x="275599" y="111921"/>
                  </a:lnTo>
                  <a:lnTo>
                    <a:pt x="274265" y="106760"/>
                  </a:lnTo>
                  <a:lnTo>
                    <a:pt x="272766" y="101645"/>
                  </a:lnTo>
                  <a:lnTo>
                    <a:pt x="271106" y="96580"/>
                  </a:lnTo>
                  <a:lnTo>
                    <a:pt x="269285" y="91570"/>
                  </a:lnTo>
                  <a:lnTo>
                    <a:pt x="267304" y="86621"/>
                  </a:lnTo>
                  <a:lnTo>
                    <a:pt x="265168" y="81738"/>
                  </a:lnTo>
                  <a:lnTo>
                    <a:pt x="262876" y="76925"/>
                  </a:lnTo>
                  <a:lnTo>
                    <a:pt x="260432" y="72188"/>
                  </a:lnTo>
                  <a:lnTo>
                    <a:pt x="257839" y="67531"/>
                  </a:lnTo>
                  <a:lnTo>
                    <a:pt x="255098" y="62959"/>
                  </a:lnTo>
                  <a:lnTo>
                    <a:pt x="252213" y="58477"/>
                  </a:lnTo>
                  <a:lnTo>
                    <a:pt x="249187" y="54089"/>
                  </a:lnTo>
                  <a:lnTo>
                    <a:pt x="246022" y="49800"/>
                  </a:lnTo>
                  <a:lnTo>
                    <a:pt x="242722" y="45613"/>
                  </a:lnTo>
                  <a:lnTo>
                    <a:pt x="239290" y="41535"/>
                  </a:lnTo>
                  <a:lnTo>
                    <a:pt x="235730" y="37567"/>
                  </a:lnTo>
                  <a:lnTo>
                    <a:pt x="232045" y="33716"/>
                  </a:lnTo>
                  <a:lnTo>
                    <a:pt x="228239" y="29983"/>
                  </a:lnTo>
                  <a:lnTo>
                    <a:pt x="224316" y="26374"/>
                  </a:lnTo>
                  <a:lnTo>
                    <a:pt x="220281" y="22892"/>
                  </a:lnTo>
                  <a:lnTo>
                    <a:pt x="216136" y="19540"/>
                  </a:lnTo>
                  <a:lnTo>
                    <a:pt x="211886" y="16323"/>
                  </a:lnTo>
                  <a:lnTo>
                    <a:pt x="207536" y="13242"/>
                  </a:lnTo>
                  <a:lnTo>
                    <a:pt x="203090" y="10301"/>
                  </a:lnTo>
                  <a:lnTo>
                    <a:pt x="198553" y="7504"/>
                  </a:lnTo>
                  <a:lnTo>
                    <a:pt x="193928" y="4853"/>
                  </a:lnTo>
                  <a:lnTo>
                    <a:pt x="189222" y="2351"/>
                  </a:lnTo>
                  <a:lnTo>
                    <a:pt x="184438" y="0"/>
                  </a:lnTo>
                  <a:lnTo>
                    <a:pt x="113108" y="151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633135" y="1120312"/>
              <a:ext cx="71329" cy="167167"/>
            </a:xfrm>
            <a:custGeom>
              <a:avLst/>
              <a:pathLst>
                <a:path w="71329" h="167167">
                  <a:moveTo>
                    <a:pt x="71329" y="15981"/>
                  </a:moveTo>
                  <a:lnTo>
                    <a:pt x="66162" y="13650"/>
                  </a:lnTo>
                  <a:lnTo>
                    <a:pt x="60919" y="11495"/>
                  </a:lnTo>
                  <a:lnTo>
                    <a:pt x="55606" y="9519"/>
                  </a:lnTo>
                  <a:lnTo>
                    <a:pt x="50230" y="7725"/>
                  </a:lnTo>
                  <a:lnTo>
                    <a:pt x="44795" y="6113"/>
                  </a:lnTo>
                  <a:lnTo>
                    <a:pt x="39309" y="4687"/>
                  </a:lnTo>
                  <a:lnTo>
                    <a:pt x="33778" y="3448"/>
                  </a:lnTo>
                  <a:lnTo>
                    <a:pt x="28207" y="2397"/>
                  </a:lnTo>
                  <a:lnTo>
                    <a:pt x="22605" y="1535"/>
                  </a:lnTo>
                  <a:lnTo>
                    <a:pt x="16976" y="864"/>
                  </a:lnTo>
                  <a:lnTo>
                    <a:pt x="11328" y="384"/>
                  </a:lnTo>
                  <a:lnTo>
                    <a:pt x="5667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68513" y="971635"/>
              <a:ext cx="167162" cy="236307"/>
            </a:xfrm>
            <a:custGeom>
              <a:avLst/>
              <a:pathLst>
                <a:path w="167162" h="236307">
                  <a:moveTo>
                    <a:pt x="167162" y="0"/>
                  </a:moveTo>
                  <a:lnTo>
                    <a:pt x="161778" y="86"/>
                  </a:lnTo>
                  <a:lnTo>
                    <a:pt x="156400" y="346"/>
                  </a:lnTo>
                  <a:lnTo>
                    <a:pt x="151032" y="779"/>
                  </a:lnTo>
                  <a:lnTo>
                    <a:pt x="145682" y="1385"/>
                  </a:lnTo>
                  <a:lnTo>
                    <a:pt x="140354" y="2163"/>
                  </a:lnTo>
                  <a:lnTo>
                    <a:pt x="135053" y="3112"/>
                  </a:lnTo>
                  <a:lnTo>
                    <a:pt x="129786" y="4231"/>
                  </a:lnTo>
                  <a:lnTo>
                    <a:pt x="124558" y="5520"/>
                  </a:lnTo>
                  <a:lnTo>
                    <a:pt x="119374" y="6976"/>
                  </a:lnTo>
                  <a:lnTo>
                    <a:pt x="114239" y="8598"/>
                  </a:lnTo>
                  <a:lnTo>
                    <a:pt x="109159" y="10385"/>
                  </a:lnTo>
                  <a:lnTo>
                    <a:pt x="104140" y="12334"/>
                  </a:lnTo>
                  <a:lnTo>
                    <a:pt x="99186" y="14444"/>
                  </a:lnTo>
                  <a:lnTo>
                    <a:pt x="94302" y="16713"/>
                  </a:lnTo>
                  <a:lnTo>
                    <a:pt x="89495" y="19138"/>
                  </a:lnTo>
                  <a:lnTo>
                    <a:pt x="84767" y="21716"/>
                  </a:lnTo>
                  <a:lnTo>
                    <a:pt x="80125" y="24445"/>
                  </a:lnTo>
                  <a:lnTo>
                    <a:pt x="75574" y="27322"/>
                  </a:lnTo>
                  <a:lnTo>
                    <a:pt x="71117" y="30345"/>
                  </a:lnTo>
                  <a:lnTo>
                    <a:pt x="66760" y="33509"/>
                  </a:lnTo>
                  <a:lnTo>
                    <a:pt x="62508" y="36812"/>
                  </a:lnTo>
                  <a:lnTo>
                    <a:pt x="58364" y="40250"/>
                  </a:lnTo>
                  <a:lnTo>
                    <a:pt x="54332" y="43820"/>
                  </a:lnTo>
                  <a:lnTo>
                    <a:pt x="50418" y="47518"/>
                  </a:lnTo>
                  <a:lnTo>
                    <a:pt x="46625" y="51340"/>
                  </a:lnTo>
                  <a:lnTo>
                    <a:pt x="42957" y="55282"/>
                  </a:lnTo>
                  <a:lnTo>
                    <a:pt x="39418" y="59341"/>
                  </a:lnTo>
                  <a:lnTo>
                    <a:pt x="36012" y="63511"/>
                  </a:lnTo>
                  <a:lnTo>
                    <a:pt x="32741" y="67789"/>
                  </a:lnTo>
                  <a:lnTo>
                    <a:pt x="29610" y="72170"/>
                  </a:lnTo>
                  <a:lnTo>
                    <a:pt x="26622" y="76649"/>
                  </a:lnTo>
                  <a:lnTo>
                    <a:pt x="23780" y="81222"/>
                  </a:lnTo>
                  <a:lnTo>
                    <a:pt x="21086" y="85885"/>
                  </a:lnTo>
                  <a:lnTo>
                    <a:pt x="18544" y="90632"/>
                  </a:lnTo>
                  <a:lnTo>
                    <a:pt x="16156" y="95458"/>
                  </a:lnTo>
                  <a:lnTo>
                    <a:pt x="13925" y="100359"/>
                  </a:lnTo>
                  <a:lnTo>
                    <a:pt x="11853" y="105329"/>
                  </a:lnTo>
                  <a:lnTo>
                    <a:pt x="9942" y="110363"/>
                  </a:lnTo>
                  <a:lnTo>
                    <a:pt x="8194" y="115456"/>
                  </a:lnTo>
                  <a:lnTo>
                    <a:pt x="6611" y="120603"/>
                  </a:lnTo>
                  <a:lnTo>
                    <a:pt x="5194" y="125798"/>
                  </a:lnTo>
                  <a:lnTo>
                    <a:pt x="3946" y="131036"/>
                  </a:lnTo>
                  <a:lnTo>
                    <a:pt x="2867" y="136312"/>
                  </a:lnTo>
                  <a:lnTo>
                    <a:pt x="1958" y="141619"/>
                  </a:lnTo>
                  <a:lnTo>
                    <a:pt x="1221" y="146953"/>
                  </a:lnTo>
                  <a:lnTo>
                    <a:pt x="656" y="152308"/>
                  </a:lnTo>
                  <a:lnTo>
                    <a:pt x="264" y="157679"/>
                  </a:lnTo>
                  <a:lnTo>
                    <a:pt x="45" y="163059"/>
                  </a:lnTo>
                  <a:lnTo>
                    <a:pt x="0" y="168443"/>
                  </a:lnTo>
                  <a:lnTo>
                    <a:pt x="127" y="173827"/>
                  </a:lnTo>
                  <a:lnTo>
                    <a:pt x="428" y="179203"/>
                  </a:lnTo>
                  <a:lnTo>
                    <a:pt x="903" y="184567"/>
                  </a:lnTo>
                  <a:lnTo>
                    <a:pt x="1549" y="189912"/>
                  </a:lnTo>
                  <a:lnTo>
                    <a:pt x="2368" y="195234"/>
                  </a:lnTo>
                  <a:lnTo>
                    <a:pt x="3357" y="200528"/>
                  </a:lnTo>
                  <a:lnTo>
                    <a:pt x="4517" y="205786"/>
                  </a:lnTo>
                  <a:lnTo>
                    <a:pt x="5845" y="211004"/>
                  </a:lnTo>
                  <a:lnTo>
                    <a:pt x="7340" y="216177"/>
                  </a:lnTo>
                  <a:lnTo>
                    <a:pt x="9002" y="221299"/>
                  </a:lnTo>
                  <a:lnTo>
                    <a:pt x="10827" y="226365"/>
                  </a:lnTo>
                  <a:lnTo>
                    <a:pt x="12815" y="231369"/>
                  </a:lnTo>
                  <a:lnTo>
                    <a:pt x="14963" y="236307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983477" y="1138802"/>
              <a:ext cx="152199" cy="69140"/>
            </a:xfrm>
            <a:custGeom>
              <a:avLst/>
              <a:pathLst>
                <a:path w="152199" h="69140">
                  <a:moveTo>
                    <a:pt x="0" y="69140"/>
                  </a:moveTo>
                  <a:lnTo>
                    <a:pt x="1521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983477" y="1064983"/>
              <a:ext cx="319360" cy="240979"/>
            </a:xfrm>
            <a:custGeom>
              <a:avLst/>
              <a:pathLst>
                <a:path w="319360" h="240979">
                  <a:moveTo>
                    <a:pt x="0" y="142959"/>
                  </a:moveTo>
                  <a:lnTo>
                    <a:pt x="2293" y="147800"/>
                  </a:lnTo>
                  <a:lnTo>
                    <a:pt x="4740" y="152565"/>
                  </a:lnTo>
                  <a:lnTo>
                    <a:pt x="7339" y="157249"/>
                  </a:lnTo>
                  <a:lnTo>
                    <a:pt x="10087" y="161848"/>
                  </a:lnTo>
                  <a:lnTo>
                    <a:pt x="12980" y="166356"/>
                  </a:lnTo>
                  <a:lnTo>
                    <a:pt x="16017" y="170769"/>
                  </a:lnTo>
                  <a:lnTo>
                    <a:pt x="19193" y="175082"/>
                  </a:lnTo>
                  <a:lnTo>
                    <a:pt x="22506" y="179292"/>
                  </a:lnTo>
                  <a:lnTo>
                    <a:pt x="25952" y="183393"/>
                  </a:lnTo>
                  <a:lnTo>
                    <a:pt x="29527" y="187382"/>
                  </a:lnTo>
                  <a:lnTo>
                    <a:pt x="33229" y="191254"/>
                  </a:lnTo>
                  <a:lnTo>
                    <a:pt x="37053" y="195006"/>
                  </a:lnTo>
                  <a:lnTo>
                    <a:pt x="40995" y="198633"/>
                  </a:lnTo>
                  <a:lnTo>
                    <a:pt x="45051" y="202132"/>
                  </a:lnTo>
                  <a:lnTo>
                    <a:pt x="49217" y="205499"/>
                  </a:lnTo>
                  <a:lnTo>
                    <a:pt x="53489" y="208731"/>
                  </a:lnTo>
                  <a:lnTo>
                    <a:pt x="57863" y="211824"/>
                  </a:lnTo>
                  <a:lnTo>
                    <a:pt x="62333" y="214776"/>
                  </a:lnTo>
                  <a:lnTo>
                    <a:pt x="66895" y="217583"/>
                  </a:lnTo>
                  <a:lnTo>
                    <a:pt x="71545" y="220243"/>
                  </a:lnTo>
                  <a:lnTo>
                    <a:pt x="76278" y="222752"/>
                  </a:lnTo>
                  <a:lnTo>
                    <a:pt x="81089" y="225108"/>
                  </a:lnTo>
                  <a:lnTo>
                    <a:pt x="85973" y="227308"/>
                  </a:lnTo>
                  <a:lnTo>
                    <a:pt x="90925" y="229351"/>
                  </a:lnTo>
                  <a:lnTo>
                    <a:pt x="95940" y="231235"/>
                  </a:lnTo>
                  <a:lnTo>
                    <a:pt x="101012" y="232957"/>
                  </a:lnTo>
                  <a:lnTo>
                    <a:pt x="106137" y="234515"/>
                  </a:lnTo>
                  <a:lnTo>
                    <a:pt x="111310" y="235908"/>
                  </a:lnTo>
                  <a:lnTo>
                    <a:pt x="116524" y="237135"/>
                  </a:lnTo>
                  <a:lnTo>
                    <a:pt x="121775" y="238194"/>
                  </a:lnTo>
                  <a:lnTo>
                    <a:pt x="127058" y="239085"/>
                  </a:lnTo>
                  <a:lnTo>
                    <a:pt x="132366" y="239805"/>
                  </a:lnTo>
                  <a:lnTo>
                    <a:pt x="137694" y="240356"/>
                  </a:lnTo>
                  <a:lnTo>
                    <a:pt x="143038" y="240735"/>
                  </a:lnTo>
                  <a:lnTo>
                    <a:pt x="148391" y="240943"/>
                  </a:lnTo>
                  <a:lnTo>
                    <a:pt x="153747" y="240979"/>
                  </a:lnTo>
                  <a:lnTo>
                    <a:pt x="159102" y="240843"/>
                  </a:lnTo>
                  <a:lnTo>
                    <a:pt x="164450" y="240536"/>
                  </a:lnTo>
                  <a:lnTo>
                    <a:pt x="169786" y="240058"/>
                  </a:lnTo>
                  <a:lnTo>
                    <a:pt x="175103" y="239409"/>
                  </a:lnTo>
                  <a:lnTo>
                    <a:pt x="180397" y="238590"/>
                  </a:lnTo>
                  <a:lnTo>
                    <a:pt x="185662" y="237602"/>
                  </a:lnTo>
                  <a:lnTo>
                    <a:pt x="190892" y="236446"/>
                  </a:lnTo>
                  <a:lnTo>
                    <a:pt x="196083" y="235123"/>
                  </a:lnTo>
                  <a:lnTo>
                    <a:pt x="201229" y="233634"/>
                  </a:lnTo>
                  <a:lnTo>
                    <a:pt x="206324" y="231981"/>
                  </a:lnTo>
                  <a:lnTo>
                    <a:pt x="211364" y="230166"/>
                  </a:lnTo>
                  <a:lnTo>
                    <a:pt x="216343" y="228190"/>
                  </a:lnTo>
                  <a:lnTo>
                    <a:pt x="221257" y="226055"/>
                  </a:lnTo>
                  <a:lnTo>
                    <a:pt x="226099" y="223764"/>
                  </a:lnTo>
                  <a:lnTo>
                    <a:pt x="230865" y="221319"/>
                  </a:lnTo>
                  <a:lnTo>
                    <a:pt x="235551" y="218723"/>
                  </a:lnTo>
                  <a:lnTo>
                    <a:pt x="240151" y="215978"/>
                  </a:lnTo>
                  <a:lnTo>
                    <a:pt x="244661" y="213087"/>
                  </a:lnTo>
                  <a:lnTo>
                    <a:pt x="249075" y="210053"/>
                  </a:lnTo>
                  <a:lnTo>
                    <a:pt x="253391" y="206879"/>
                  </a:lnTo>
                  <a:lnTo>
                    <a:pt x="257602" y="203569"/>
                  </a:lnTo>
                  <a:lnTo>
                    <a:pt x="261705" y="200125"/>
                  </a:lnTo>
                  <a:lnTo>
                    <a:pt x="265696" y="196551"/>
                  </a:lnTo>
                  <a:lnTo>
                    <a:pt x="269570" y="192852"/>
                  </a:lnTo>
                  <a:lnTo>
                    <a:pt x="273324" y="189030"/>
                  </a:lnTo>
                  <a:lnTo>
                    <a:pt x="276953" y="185090"/>
                  </a:lnTo>
                  <a:lnTo>
                    <a:pt x="280454" y="181036"/>
                  </a:lnTo>
                  <a:lnTo>
                    <a:pt x="283823" y="176871"/>
                  </a:lnTo>
                  <a:lnTo>
                    <a:pt x="287058" y="172601"/>
                  </a:lnTo>
                  <a:lnTo>
                    <a:pt x="290154" y="168229"/>
                  </a:lnTo>
                  <a:lnTo>
                    <a:pt x="293108" y="163761"/>
                  </a:lnTo>
                  <a:lnTo>
                    <a:pt x="295917" y="159200"/>
                  </a:lnTo>
                  <a:lnTo>
                    <a:pt x="298579" y="154551"/>
                  </a:lnTo>
                  <a:lnTo>
                    <a:pt x="301091" y="149819"/>
                  </a:lnTo>
                  <a:lnTo>
                    <a:pt x="303449" y="145010"/>
                  </a:lnTo>
                  <a:lnTo>
                    <a:pt x="305653" y="140127"/>
                  </a:lnTo>
                  <a:lnTo>
                    <a:pt x="307698" y="135176"/>
                  </a:lnTo>
                  <a:lnTo>
                    <a:pt x="309584" y="130163"/>
                  </a:lnTo>
                  <a:lnTo>
                    <a:pt x="311309" y="125091"/>
                  </a:lnTo>
                  <a:lnTo>
                    <a:pt x="312870" y="119967"/>
                  </a:lnTo>
                  <a:lnTo>
                    <a:pt x="314266" y="114795"/>
                  </a:lnTo>
                  <a:lnTo>
                    <a:pt x="315496" y="109581"/>
                  </a:lnTo>
                  <a:lnTo>
                    <a:pt x="316558" y="104331"/>
                  </a:lnTo>
                  <a:lnTo>
                    <a:pt x="317451" y="99049"/>
                  </a:lnTo>
                  <a:lnTo>
                    <a:pt x="318175" y="93741"/>
                  </a:lnTo>
                  <a:lnTo>
                    <a:pt x="318728" y="88413"/>
                  </a:lnTo>
                  <a:lnTo>
                    <a:pt x="319110" y="83070"/>
                  </a:lnTo>
                  <a:lnTo>
                    <a:pt x="319321" y="77717"/>
                  </a:lnTo>
                  <a:lnTo>
                    <a:pt x="319360" y="72360"/>
                  </a:lnTo>
                  <a:lnTo>
                    <a:pt x="319227" y="67005"/>
                  </a:lnTo>
                  <a:lnTo>
                    <a:pt x="318923" y="61657"/>
                  </a:lnTo>
                  <a:lnTo>
                    <a:pt x="318448" y="56321"/>
                  </a:lnTo>
                  <a:lnTo>
                    <a:pt x="317802" y="51004"/>
                  </a:lnTo>
                  <a:lnTo>
                    <a:pt x="316986" y="45709"/>
                  </a:lnTo>
                  <a:lnTo>
                    <a:pt x="316001" y="40444"/>
                  </a:lnTo>
                  <a:lnTo>
                    <a:pt x="314847" y="35213"/>
                  </a:lnTo>
                  <a:lnTo>
                    <a:pt x="313527" y="30021"/>
                  </a:lnTo>
                  <a:lnTo>
                    <a:pt x="312041" y="24875"/>
                  </a:lnTo>
                  <a:lnTo>
                    <a:pt x="310390" y="19778"/>
                  </a:lnTo>
                  <a:lnTo>
                    <a:pt x="308578" y="14738"/>
                  </a:lnTo>
                  <a:lnTo>
                    <a:pt x="306604" y="9757"/>
                  </a:lnTo>
                  <a:lnTo>
                    <a:pt x="304473" y="4843"/>
                  </a:lnTo>
                  <a:lnTo>
                    <a:pt x="302184" y="0"/>
                  </a:lnTo>
                  <a:lnTo>
                    <a:pt x="152199" y="73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135676" y="971635"/>
              <a:ext cx="149985" cy="167167"/>
            </a:xfrm>
            <a:custGeom>
              <a:avLst/>
              <a:pathLst>
                <a:path w="149985" h="167167">
                  <a:moveTo>
                    <a:pt x="149985" y="93348"/>
                  </a:moveTo>
                  <a:lnTo>
                    <a:pt x="147488" y="88477"/>
                  </a:lnTo>
                  <a:lnTo>
                    <a:pt x="144832" y="83690"/>
                  </a:lnTo>
                  <a:lnTo>
                    <a:pt x="142021" y="78992"/>
                  </a:lnTo>
                  <a:lnTo>
                    <a:pt x="139058" y="74390"/>
                  </a:lnTo>
                  <a:lnTo>
                    <a:pt x="135946" y="69886"/>
                  </a:lnTo>
                  <a:lnTo>
                    <a:pt x="132688" y="65487"/>
                  </a:lnTo>
                  <a:lnTo>
                    <a:pt x="129288" y="61197"/>
                  </a:lnTo>
                  <a:lnTo>
                    <a:pt x="125749" y="57021"/>
                  </a:lnTo>
                  <a:lnTo>
                    <a:pt x="122075" y="52963"/>
                  </a:lnTo>
                  <a:lnTo>
                    <a:pt x="118270" y="49027"/>
                  </a:lnTo>
                  <a:lnTo>
                    <a:pt x="114338" y="45218"/>
                  </a:lnTo>
                  <a:lnTo>
                    <a:pt x="110284" y="41540"/>
                  </a:lnTo>
                  <a:lnTo>
                    <a:pt x="106112" y="37996"/>
                  </a:lnTo>
                  <a:lnTo>
                    <a:pt x="101826" y="34591"/>
                  </a:lnTo>
                  <a:lnTo>
                    <a:pt x="97430" y="31328"/>
                  </a:lnTo>
                  <a:lnTo>
                    <a:pt x="92930" y="28211"/>
                  </a:lnTo>
                  <a:lnTo>
                    <a:pt x="88331" y="25243"/>
                  </a:lnTo>
                  <a:lnTo>
                    <a:pt x="83636" y="22426"/>
                  </a:lnTo>
                  <a:lnTo>
                    <a:pt x="78853" y="19766"/>
                  </a:lnTo>
                  <a:lnTo>
                    <a:pt x="73984" y="17263"/>
                  </a:lnTo>
                  <a:lnTo>
                    <a:pt x="69036" y="14921"/>
                  </a:lnTo>
                  <a:lnTo>
                    <a:pt x="64014" y="12742"/>
                  </a:lnTo>
                  <a:lnTo>
                    <a:pt x="58924" y="10729"/>
                  </a:lnTo>
                  <a:lnTo>
                    <a:pt x="53770" y="8883"/>
                  </a:lnTo>
                  <a:lnTo>
                    <a:pt x="48559" y="7208"/>
                  </a:lnTo>
                  <a:lnTo>
                    <a:pt x="43295" y="5704"/>
                  </a:lnTo>
                  <a:lnTo>
                    <a:pt x="37985" y="4373"/>
                  </a:lnTo>
                  <a:lnTo>
                    <a:pt x="32635" y="3216"/>
                  </a:lnTo>
                  <a:lnTo>
                    <a:pt x="27249" y="2235"/>
                  </a:lnTo>
                  <a:lnTo>
                    <a:pt x="21834" y="1432"/>
                  </a:lnTo>
                  <a:lnTo>
                    <a:pt x="16396" y="806"/>
                  </a:lnTo>
                  <a:lnTo>
                    <a:pt x="10940" y="358"/>
                  </a:lnTo>
                  <a:lnTo>
                    <a:pt x="547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38849" y="941493"/>
              <a:ext cx="78430" cy="167167"/>
            </a:xfrm>
            <a:custGeom>
              <a:avLst/>
              <a:pathLst>
                <a:path w="78430" h="167167">
                  <a:moveTo>
                    <a:pt x="78430" y="0"/>
                  </a:moveTo>
                  <a:lnTo>
                    <a:pt x="72600" y="101"/>
                  </a:lnTo>
                  <a:lnTo>
                    <a:pt x="66777" y="406"/>
                  </a:lnTo>
                  <a:lnTo>
                    <a:pt x="60968" y="914"/>
                  </a:lnTo>
                  <a:lnTo>
                    <a:pt x="55181" y="1624"/>
                  </a:lnTo>
                  <a:lnTo>
                    <a:pt x="49421" y="2536"/>
                  </a:lnTo>
                  <a:lnTo>
                    <a:pt x="43698" y="3647"/>
                  </a:lnTo>
                  <a:lnTo>
                    <a:pt x="38016" y="4958"/>
                  </a:lnTo>
                  <a:lnTo>
                    <a:pt x="32383" y="6466"/>
                  </a:lnTo>
                  <a:lnTo>
                    <a:pt x="26807" y="8170"/>
                  </a:lnTo>
                  <a:lnTo>
                    <a:pt x="21293" y="10067"/>
                  </a:lnTo>
                  <a:lnTo>
                    <a:pt x="15849" y="12155"/>
                  </a:lnTo>
                  <a:lnTo>
                    <a:pt x="10481" y="14432"/>
                  </a:lnTo>
                  <a:lnTo>
                    <a:pt x="5196" y="16895"/>
                  </a:lnTo>
                  <a:lnTo>
                    <a:pt x="0" y="19540"/>
                  </a:lnTo>
                  <a:lnTo>
                    <a:pt x="7843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538849" y="961034"/>
              <a:ext cx="78430" cy="147626"/>
            </a:xfrm>
            <a:custGeom>
              <a:avLst/>
              <a:pathLst>
                <a:path w="78430" h="147626">
                  <a:moveTo>
                    <a:pt x="0" y="0"/>
                  </a:moveTo>
                  <a:lnTo>
                    <a:pt x="78430" y="1476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50118" y="944882"/>
              <a:ext cx="334320" cy="330945"/>
            </a:xfrm>
            <a:custGeom>
              <a:avLst/>
              <a:pathLst>
                <a:path w="334320" h="330945">
                  <a:moveTo>
                    <a:pt x="88731" y="16151"/>
                  </a:moveTo>
                  <a:lnTo>
                    <a:pt x="84106" y="18702"/>
                  </a:lnTo>
                  <a:lnTo>
                    <a:pt x="79564" y="21399"/>
                  </a:lnTo>
                  <a:lnTo>
                    <a:pt x="75109" y="24238"/>
                  </a:lnTo>
                  <a:lnTo>
                    <a:pt x="70747" y="27215"/>
                  </a:lnTo>
                  <a:lnTo>
                    <a:pt x="66480" y="30330"/>
                  </a:lnTo>
                  <a:lnTo>
                    <a:pt x="62314" y="33577"/>
                  </a:lnTo>
                  <a:lnTo>
                    <a:pt x="58253" y="36955"/>
                  </a:lnTo>
                  <a:lnTo>
                    <a:pt x="54301" y="40459"/>
                  </a:lnTo>
                  <a:lnTo>
                    <a:pt x="50461" y="44086"/>
                  </a:lnTo>
                  <a:lnTo>
                    <a:pt x="46738" y="47833"/>
                  </a:lnTo>
                  <a:lnTo>
                    <a:pt x="43135" y="51696"/>
                  </a:lnTo>
                  <a:lnTo>
                    <a:pt x="39655" y="55670"/>
                  </a:lnTo>
                  <a:lnTo>
                    <a:pt x="36303" y="59753"/>
                  </a:lnTo>
                  <a:lnTo>
                    <a:pt x="33082" y="63939"/>
                  </a:lnTo>
                  <a:lnTo>
                    <a:pt x="29995" y="68225"/>
                  </a:lnTo>
                  <a:lnTo>
                    <a:pt x="27044" y="72606"/>
                  </a:lnTo>
                  <a:lnTo>
                    <a:pt x="24234" y="77079"/>
                  </a:lnTo>
                  <a:lnTo>
                    <a:pt x="21566" y="81638"/>
                  </a:lnTo>
                  <a:lnTo>
                    <a:pt x="19044" y="86279"/>
                  </a:lnTo>
                  <a:lnTo>
                    <a:pt x="16669" y="90997"/>
                  </a:lnTo>
                  <a:lnTo>
                    <a:pt x="14445" y="95788"/>
                  </a:lnTo>
                  <a:lnTo>
                    <a:pt x="12373" y="100647"/>
                  </a:lnTo>
                  <a:lnTo>
                    <a:pt x="10456" y="105569"/>
                  </a:lnTo>
                  <a:lnTo>
                    <a:pt x="8695" y="110549"/>
                  </a:lnTo>
                  <a:lnTo>
                    <a:pt x="7092" y="115582"/>
                  </a:lnTo>
                  <a:lnTo>
                    <a:pt x="5649" y="120664"/>
                  </a:lnTo>
                  <a:lnTo>
                    <a:pt x="4368" y="125788"/>
                  </a:lnTo>
                  <a:lnTo>
                    <a:pt x="3249" y="130950"/>
                  </a:lnTo>
                  <a:lnTo>
                    <a:pt x="2294" y="136145"/>
                  </a:lnTo>
                  <a:lnTo>
                    <a:pt x="1503" y="141368"/>
                  </a:lnTo>
                  <a:lnTo>
                    <a:pt x="878" y="146613"/>
                  </a:lnTo>
                  <a:lnTo>
                    <a:pt x="418" y="151875"/>
                  </a:lnTo>
                  <a:lnTo>
                    <a:pt x="126" y="157149"/>
                  </a:lnTo>
                  <a:lnTo>
                    <a:pt x="0" y="162430"/>
                  </a:lnTo>
                  <a:lnTo>
                    <a:pt x="40" y="167712"/>
                  </a:lnTo>
                  <a:lnTo>
                    <a:pt x="248" y="172990"/>
                  </a:lnTo>
                  <a:lnTo>
                    <a:pt x="623" y="178259"/>
                  </a:lnTo>
                  <a:lnTo>
                    <a:pt x="1163" y="183514"/>
                  </a:lnTo>
                  <a:lnTo>
                    <a:pt x="1870" y="188748"/>
                  </a:lnTo>
                  <a:lnTo>
                    <a:pt x="2741" y="193958"/>
                  </a:lnTo>
                  <a:lnTo>
                    <a:pt x="3777" y="199138"/>
                  </a:lnTo>
                  <a:lnTo>
                    <a:pt x="4975" y="204282"/>
                  </a:lnTo>
                  <a:lnTo>
                    <a:pt x="6336" y="209386"/>
                  </a:lnTo>
                  <a:lnTo>
                    <a:pt x="7857" y="214444"/>
                  </a:lnTo>
                  <a:lnTo>
                    <a:pt x="9538" y="219452"/>
                  </a:lnTo>
                  <a:lnTo>
                    <a:pt x="11375" y="224404"/>
                  </a:lnTo>
                  <a:lnTo>
                    <a:pt x="13369" y="229296"/>
                  </a:lnTo>
                  <a:lnTo>
                    <a:pt x="15515" y="234122"/>
                  </a:lnTo>
                  <a:lnTo>
                    <a:pt x="17814" y="238878"/>
                  </a:lnTo>
                  <a:lnTo>
                    <a:pt x="20261" y="243559"/>
                  </a:lnTo>
                  <a:lnTo>
                    <a:pt x="22855" y="248161"/>
                  </a:lnTo>
                  <a:lnTo>
                    <a:pt x="25593" y="252678"/>
                  </a:lnTo>
                  <a:lnTo>
                    <a:pt x="28472" y="257106"/>
                  </a:lnTo>
                  <a:lnTo>
                    <a:pt x="31490" y="261442"/>
                  </a:lnTo>
                  <a:lnTo>
                    <a:pt x="34644" y="265679"/>
                  </a:lnTo>
                  <a:lnTo>
                    <a:pt x="37929" y="269815"/>
                  </a:lnTo>
                  <a:lnTo>
                    <a:pt x="41344" y="273845"/>
                  </a:lnTo>
                  <a:lnTo>
                    <a:pt x="44884" y="277765"/>
                  </a:lnTo>
                  <a:lnTo>
                    <a:pt x="48547" y="281572"/>
                  </a:lnTo>
                  <a:lnTo>
                    <a:pt x="52328" y="285260"/>
                  </a:lnTo>
                  <a:lnTo>
                    <a:pt x="56223" y="288828"/>
                  </a:lnTo>
                  <a:lnTo>
                    <a:pt x="60229" y="292270"/>
                  </a:lnTo>
                  <a:lnTo>
                    <a:pt x="64342" y="295585"/>
                  </a:lnTo>
                  <a:lnTo>
                    <a:pt x="68558" y="298767"/>
                  </a:lnTo>
                  <a:lnTo>
                    <a:pt x="72872" y="301815"/>
                  </a:lnTo>
                  <a:lnTo>
                    <a:pt x="77281" y="304725"/>
                  </a:lnTo>
                  <a:lnTo>
                    <a:pt x="81779" y="307495"/>
                  </a:lnTo>
                  <a:lnTo>
                    <a:pt x="86362" y="310121"/>
                  </a:lnTo>
                  <a:lnTo>
                    <a:pt x="91026" y="312600"/>
                  </a:lnTo>
                  <a:lnTo>
                    <a:pt x="95766" y="314932"/>
                  </a:lnTo>
                  <a:lnTo>
                    <a:pt x="100577" y="317112"/>
                  </a:lnTo>
                  <a:lnTo>
                    <a:pt x="105455" y="319139"/>
                  </a:lnTo>
                  <a:lnTo>
                    <a:pt x="110394" y="321011"/>
                  </a:lnTo>
                  <a:lnTo>
                    <a:pt x="115390" y="322726"/>
                  </a:lnTo>
                  <a:lnTo>
                    <a:pt x="120438" y="324282"/>
                  </a:lnTo>
                  <a:lnTo>
                    <a:pt x="125532" y="325678"/>
                  </a:lnTo>
                  <a:lnTo>
                    <a:pt x="130668" y="326913"/>
                  </a:lnTo>
                  <a:lnTo>
                    <a:pt x="135840" y="327984"/>
                  </a:lnTo>
                  <a:lnTo>
                    <a:pt x="141044" y="328892"/>
                  </a:lnTo>
                  <a:lnTo>
                    <a:pt x="146274" y="329635"/>
                  </a:lnTo>
                  <a:lnTo>
                    <a:pt x="151524" y="330212"/>
                  </a:lnTo>
                  <a:lnTo>
                    <a:pt x="156790" y="330623"/>
                  </a:lnTo>
                  <a:lnTo>
                    <a:pt x="162067" y="330867"/>
                  </a:lnTo>
                  <a:lnTo>
                    <a:pt x="167349" y="330945"/>
                  </a:lnTo>
                  <a:lnTo>
                    <a:pt x="172630" y="330855"/>
                  </a:lnTo>
                  <a:lnTo>
                    <a:pt x="177906" y="330599"/>
                  </a:lnTo>
                  <a:lnTo>
                    <a:pt x="183171" y="330176"/>
                  </a:lnTo>
                  <a:lnTo>
                    <a:pt x="188421" y="329588"/>
                  </a:lnTo>
                  <a:lnTo>
                    <a:pt x="193649" y="328833"/>
                  </a:lnTo>
                  <a:lnTo>
                    <a:pt x="198850" y="327914"/>
                  </a:lnTo>
                  <a:lnTo>
                    <a:pt x="204020" y="326831"/>
                  </a:lnTo>
                  <a:lnTo>
                    <a:pt x="209153" y="325585"/>
                  </a:lnTo>
                  <a:lnTo>
                    <a:pt x="214244" y="324177"/>
                  </a:lnTo>
                  <a:lnTo>
                    <a:pt x="219289" y="322610"/>
                  </a:lnTo>
                  <a:lnTo>
                    <a:pt x="224281" y="320884"/>
                  </a:lnTo>
                  <a:lnTo>
                    <a:pt x="229216" y="319000"/>
                  </a:lnTo>
                  <a:lnTo>
                    <a:pt x="234089" y="316962"/>
                  </a:lnTo>
                  <a:lnTo>
                    <a:pt x="238896" y="314771"/>
                  </a:lnTo>
                  <a:lnTo>
                    <a:pt x="243630" y="312430"/>
                  </a:lnTo>
                  <a:lnTo>
                    <a:pt x="248289" y="309939"/>
                  </a:lnTo>
                  <a:lnTo>
                    <a:pt x="252866" y="307303"/>
                  </a:lnTo>
                  <a:lnTo>
                    <a:pt x="257358" y="304524"/>
                  </a:lnTo>
                  <a:lnTo>
                    <a:pt x="261760" y="301604"/>
                  </a:lnTo>
                  <a:lnTo>
                    <a:pt x="266067" y="298546"/>
                  </a:lnTo>
                  <a:lnTo>
                    <a:pt x="270275" y="295354"/>
                  </a:lnTo>
                  <a:lnTo>
                    <a:pt x="274381" y="292031"/>
                  </a:lnTo>
                  <a:lnTo>
                    <a:pt x="278380" y="288579"/>
                  </a:lnTo>
                  <a:lnTo>
                    <a:pt x="282267" y="285003"/>
                  </a:lnTo>
                  <a:lnTo>
                    <a:pt x="286040" y="281306"/>
                  </a:lnTo>
                  <a:lnTo>
                    <a:pt x="289694" y="277491"/>
                  </a:lnTo>
                  <a:lnTo>
                    <a:pt x="293225" y="273563"/>
                  </a:lnTo>
                  <a:lnTo>
                    <a:pt x="296631" y="269526"/>
                  </a:lnTo>
                  <a:lnTo>
                    <a:pt x="299907" y="265382"/>
                  </a:lnTo>
                  <a:lnTo>
                    <a:pt x="303051" y="261138"/>
                  </a:lnTo>
                  <a:lnTo>
                    <a:pt x="306059" y="256796"/>
                  </a:lnTo>
                  <a:lnTo>
                    <a:pt x="308929" y="252361"/>
                  </a:lnTo>
                  <a:lnTo>
                    <a:pt x="311657" y="247838"/>
                  </a:lnTo>
                  <a:lnTo>
                    <a:pt x="314240" y="243230"/>
                  </a:lnTo>
                  <a:lnTo>
                    <a:pt x="316677" y="238544"/>
                  </a:lnTo>
                  <a:lnTo>
                    <a:pt x="318965" y="233783"/>
                  </a:lnTo>
                  <a:lnTo>
                    <a:pt x="321101" y="228952"/>
                  </a:lnTo>
                  <a:lnTo>
                    <a:pt x="323083" y="224056"/>
                  </a:lnTo>
                  <a:lnTo>
                    <a:pt x="324910" y="219099"/>
                  </a:lnTo>
                  <a:lnTo>
                    <a:pt x="326579" y="214088"/>
                  </a:lnTo>
                  <a:lnTo>
                    <a:pt x="328089" y="209026"/>
                  </a:lnTo>
                  <a:lnTo>
                    <a:pt x="329438" y="203919"/>
                  </a:lnTo>
                  <a:lnTo>
                    <a:pt x="330625" y="198772"/>
                  </a:lnTo>
                  <a:lnTo>
                    <a:pt x="331649" y="193590"/>
                  </a:lnTo>
                  <a:lnTo>
                    <a:pt x="332509" y="188378"/>
                  </a:lnTo>
                  <a:lnTo>
                    <a:pt x="333204" y="183142"/>
                  </a:lnTo>
                  <a:lnTo>
                    <a:pt x="333733" y="177886"/>
                  </a:lnTo>
                  <a:lnTo>
                    <a:pt x="334095" y="172617"/>
                  </a:lnTo>
                  <a:lnTo>
                    <a:pt x="334291" y="167338"/>
                  </a:lnTo>
                  <a:lnTo>
                    <a:pt x="334320" y="162056"/>
                  </a:lnTo>
                  <a:lnTo>
                    <a:pt x="334182" y="156775"/>
                  </a:lnTo>
                  <a:lnTo>
                    <a:pt x="333878" y="151502"/>
                  </a:lnTo>
                  <a:lnTo>
                    <a:pt x="333407" y="146241"/>
                  </a:lnTo>
                  <a:lnTo>
                    <a:pt x="332770" y="140997"/>
                  </a:lnTo>
                  <a:lnTo>
                    <a:pt x="331967" y="135776"/>
                  </a:lnTo>
                  <a:lnTo>
                    <a:pt x="331000" y="130583"/>
                  </a:lnTo>
                  <a:lnTo>
                    <a:pt x="329870" y="125424"/>
                  </a:lnTo>
                  <a:lnTo>
                    <a:pt x="328577" y="120302"/>
                  </a:lnTo>
                  <a:lnTo>
                    <a:pt x="327123" y="115224"/>
                  </a:lnTo>
                  <a:lnTo>
                    <a:pt x="325509" y="110194"/>
                  </a:lnTo>
                  <a:lnTo>
                    <a:pt x="323737" y="105218"/>
                  </a:lnTo>
                  <a:lnTo>
                    <a:pt x="321808" y="100301"/>
                  </a:lnTo>
                  <a:lnTo>
                    <a:pt x="319726" y="95446"/>
                  </a:lnTo>
                  <a:lnTo>
                    <a:pt x="317491" y="90660"/>
                  </a:lnTo>
                  <a:lnTo>
                    <a:pt x="315106" y="85947"/>
                  </a:lnTo>
                  <a:lnTo>
                    <a:pt x="312573" y="81312"/>
                  </a:lnTo>
                  <a:lnTo>
                    <a:pt x="309895" y="76759"/>
                  </a:lnTo>
                  <a:lnTo>
                    <a:pt x="307074" y="72293"/>
                  </a:lnTo>
                  <a:lnTo>
                    <a:pt x="304114" y="67918"/>
                  </a:lnTo>
                  <a:lnTo>
                    <a:pt x="301017" y="63639"/>
                  </a:lnTo>
                  <a:lnTo>
                    <a:pt x="297786" y="59460"/>
                  </a:lnTo>
                  <a:lnTo>
                    <a:pt x="294425" y="55385"/>
                  </a:lnTo>
                  <a:lnTo>
                    <a:pt x="290937" y="51418"/>
                  </a:lnTo>
                  <a:lnTo>
                    <a:pt x="287326" y="47564"/>
                  </a:lnTo>
                  <a:lnTo>
                    <a:pt x="283594" y="43825"/>
                  </a:lnTo>
                  <a:lnTo>
                    <a:pt x="279746" y="40207"/>
                  </a:lnTo>
                  <a:lnTo>
                    <a:pt x="275786" y="36711"/>
                  </a:lnTo>
                  <a:lnTo>
                    <a:pt x="271717" y="33343"/>
                  </a:lnTo>
                  <a:lnTo>
                    <a:pt x="267544" y="30105"/>
                  </a:lnTo>
                  <a:lnTo>
                    <a:pt x="263270" y="27000"/>
                  </a:lnTo>
                  <a:lnTo>
                    <a:pt x="258901" y="24032"/>
                  </a:lnTo>
                  <a:lnTo>
                    <a:pt x="254440" y="21203"/>
                  </a:lnTo>
                  <a:lnTo>
                    <a:pt x="249892" y="18517"/>
                  </a:lnTo>
                  <a:lnTo>
                    <a:pt x="245261" y="15975"/>
                  </a:lnTo>
                  <a:lnTo>
                    <a:pt x="240552" y="13582"/>
                  </a:lnTo>
                  <a:lnTo>
                    <a:pt x="235771" y="11338"/>
                  </a:lnTo>
                  <a:lnTo>
                    <a:pt x="230920" y="9246"/>
                  </a:lnTo>
                  <a:lnTo>
                    <a:pt x="226006" y="7309"/>
                  </a:lnTo>
                  <a:lnTo>
                    <a:pt x="221033" y="5528"/>
                  </a:lnTo>
                  <a:lnTo>
                    <a:pt x="216006" y="3905"/>
                  </a:lnTo>
                  <a:lnTo>
                    <a:pt x="210931" y="2442"/>
                  </a:lnTo>
                  <a:lnTo>
                    <a:pt x="205812" y="1139"/>
                  </a:lnTo>
                  <a:lnTo>
                    <a:pt x="200654" y="0"/>
                  </a:lnTo>
                  <a:lnTo>
                    <a:pt x="167162" y="1637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617280" y="941493"/>
              <a:ext cx="33492" cy="167167"/>
            </a:xfrm>
            <a:custGeom>
              <a:avLst/>
              <a:pathLst>
                <a:path w="33492" h="167167">
                  <a:moveTo>
                    <a:pt x="33492" y="3389"/>
                  </a:moveTo>
                  <a:lnTo>
                    <a:pt x="26859" y="2171"/>
                  </a:lnTo>
                  <a:lnTo>
                    <a:pt x="20183" y="1222"/>
                  </a:lnTo>
                  <a:lnTo>
                    <a:pt x="13473" y="543"/>
                  </a:lnTo>
                  <a:lnTo>
                    <a:pt x="6742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66413" y="1031511"/>
              <a:ext cx="39481" cy="167167"/>
            </a:xfrm>
            <a:custGeom>
              <a:avLst/>
              <a:pathLst>
                <a:path w="39481" h="167167">
                  <a:moveTo>
                    <a:pt x="39481" y="0"/>
                  </a:moveTo>
                  <a:lnTo>
                    <a:pt x="32840" y="131"/>
                  </a:lnTo>
                  <a:lnTo>
                    <a:pt x="26209" y="527"/>
                  </a:lnTo>
                  <a:lnTo>
                    <a:pt x="19599" y="1186"/>
                  </a:lnTo>
                  <a:lnTo>
                    <a:pt x="13021" y="2107"/>
                  </a:lnTo>
                  <a:lnTo>
                    <a:pt x="6484" y="3289"/>
                  </a:lnTo>
                  <a:lnTo>
                    <a:pt x="0" y="4729"/>
                  </a:lnTo>
                  <a:lnTo>
                    <a:pt x="394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066413" y="1036241"/>
              <a:ext cx="39481" cy="162438"/>
            </a:xfrm>
            <a:custGeom>
              <a:avLst/>
              <a:pathLst>
                <a:path w="39481" h="162438">
                  <a:moveTo>
                    <a:pt x="0" y="0"/>
                  </a:moveTo>
                  <a:lnTo>
                    <a:pt x="39481" y="1624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38728" y="1036241"/>
              <a:ext cx="186771" cy="329597"/>
            </a:xfrm>
            <a:custGeom>
              <a:avLst/>
              <a:pathLst>
                <a:path w="186771" h="329597">
                  <a:moveTo>
                    <a:pt x="127684" y="0"/>
                  </a:moveTo>
                  <a:lnTo>
                    <a:pt x="122540" y="1337"/>
                  </a:lnTo>
                  <a:lnTo>
                    <a:pt x="117441" y="2837"/>
                  </a:lnTo>
                  <a:lnTo>
                    <a:pt x="112392" y="4498"/>
                  </a:lnTo>
                  <a:lnTo>
                    <a:pt x="107399" y="6320"/>
                  </a:lnTo>
                  <a:lnTo>
                    <a:pt x="102466" y="8299"/>
                  </a:lnTo>
                  <a:lnTo>
                    <a:pt x="97598" y="10434"/>
                  </a:lnTo>
                  <a:lnTo>
                    <a:pt x="92801" y="12722"/>
                  </a:lnTo>
                  <a:lnTo>
                    <a:pt x="88079" y="15162"/>
                  </a:lnTo>
                  <a:lnTo>
                    <a:pt x="83437" y="17751"/>
                  </a:lnTo>
                  <a:lnTo>
                    <a:pt x="78879" y="20486"/>
                  </a:lnTo>
                  <a:lnTo>
                    <a:pt x="74411" y="23364"/>
                  </a:lnTo>
                  <a:lnTo>
                    <a:pt x="70036" y="26383"/>
                  </a:lnTo>
                  <a:lnTo>
                    <a:pt x="65760" y="29540"/>
                  </a:lnTo>
                  <a:lnTo>
                    <a:pt x="61586" y="32831"/>
                  </a:lnTo>
                  <a:lnTo>
                    <a:pt x="57519" y="36253"/>
                  </a:lnTo>
                  <a:lnTo>
                    <a:pt x="53563" y="39803"/>
                  </a:lnTo>
                  <a:lnTo>
                    <a:pt x="49722" y="43476"/>
                  </a:lnTo>
                  <a:lnTo>
                    <a:pt x="45999" y="47270"/>
                  </a:lnTo>
                  <a:lnTo>
                    <a:pt x="42399" y="51181"/>
                  </a:lnTo>
                  <a:lnTo>
                    <a:pt x="38925" y="55203"/>
                  </a:lnTo>
                  <a:lnTo>
                    <a:pt x="35581" y="59334"/>
                  </a:lnTo>
                  <a:lnTo>
                    <a:pt x="32369" y="63570"/>
                  </a:lnTo>
                  <a:lnTo>
                    <a:pt x="29294" y="67905"/>
                  </a:lnTo>
                  <a:lnTo>
                    <a:pt x="26359" y="72336"/>
                  </a:lnTo>
                  <a:lnTo>
                    <a:pt x="23566" y="76858"/>
                  </a:lnTo>
                  <a:lnTo>
                    <a:pt x="20917" y="81467"/>
                  </a:lnTo>
                  <a:lnTo>
                    <a:pt x="18417" y="86157"/>
                  </a:lnTo>
                  <a:lnTo>
                    <a:pt x="16067" y="90925"/>
                  </a:lnTo>
                  <a:lnTo>
                    <a:pt x="13870" y="95765"/>
                  </a:lnTo>
                  <a:lnTo>
                    <a:pt x="11828" y="100672"/>
                  </a:lnTo>
                  <a:lnTo>
                    <a:pt x="9943" y="105641"/>
                  </a:lnTo>
                  <a:lnTo>
                    <a:pt x="8217" y="110668"/>
                  </a:lnTo>
                  <a:lnTo>
                    <a:pt x="6651" y="115748"/>
                  </a:lnTo>
                  <a:lnTo>
                    <a:pt x="5248" y="120875"/>
                  </a:lnTo>
                  <a:lnTo>
                    <a:pt x="4009" y="126043"/>
                  </a:lnTo>
                  <a:lnTo>
                    <a:pt x="2934" y="131249"/>
                  </a:lnTo>
                  <a:lnTo>
                    <a:pt x="2025" y="136486"/>
                  </a:lnTo>
                  <a:lnTo>
                    <a:pt x="1284" y="141749"/>
                  </a:lnTo>
                  <a:lnTo>
                    <a:pt x="710" y="147033"/>
                  </a:lnTo>
                  <a:lnTo>
                    <a:pt x="304" y="152333"/>
                  </a:lnTo>
                  <a:lnTo>
                    <a:pt x="67" y="157642"/>
                  </a:lnTo>
                  <a:lnTo>
                    <a:pt x="0" y="162957"/>
                  </a:lnTo>
                  <a:lnTo>
                    <a:pt x="101" y="168271"/>
                  </a:lnTo>
                  <a:lnTo>
                    <a:pt x="370" y="173580"/>
                  </a:lnTo>
                  <a:lnTo>
                    <a:pt x="809" y="178877"/>
                  </a:lnTo>
                  <a:lnTo>
                    <a:pt x="1416" y="184157"/>
                  </a:lnTo>
                  <a:lnTo>
                    <a:pt x="2190" y="189416"/>
                  </a:lnTo>
                  <a:lnTo>
                    <a:pt x="3131" y="194647"/>
                  </a:lnTo>
                  <a:lnTo>
                    <a:pt x="4238" y="199846"/>
                  </a:lnTo>
                  <a:lnTo>
                    <a:pt x="5510" y="205006"/>
                  </a:lnTo>
                  <a:lnTo>
                    <a:pt x="6945" y="210124"/>
                  </a:lnTo>
                  <a:lnTo>
                    <a:pt x="8542" y="215194"/>
                  </a:lnTo>
                  <a:lnTo>
                    <a:pt x="10299" y="220210"/>
                  </a:lnTo>
                  <a:lnTo>
                    <a:pt x="12215" y="225168"/>
                  </a:lnTo>
                  <a:lnTo>
                    <a:pt x="14288" y="230062"/>
                  </a:lnTo>
                  <a:lnTo>
                    <a:pt x="16515" y="234888"/>
                  </a:lnTo>
                  <a:lnTo>
                    <a:pt x="18894" y="239641"/>
                  </a:lnTo>
                  <a:lnTo>
                    <a:pt x="21424" y="244316"/>
                  </a:lnTo>
                  <a:lnTo>
                    <a:pt x="24100" y="248908"/>
                  </a:lnTo>
                  <a:lnTo>
                    <a:pt x="26922" y="253413"/>
                  </a:lnTo>
                  <a:lnTo>
                    <a:pt x="29885" y="257825"/>
                  </a:lnTo>
                  <a:lnTo>
                    <a:pt x="32987" y="262141"/>
                  </a:lnTo>
                  <a:lnTo>
                    <a:pt x="36224" y="266357"/>
                  </a:lnTo>
                  <a:lnTo>
                    <a:pt x="39594" y="270467"/>
                  </a:lnTo>
                  <a:lnTo>
                    <a:pt x="43093" y="274468"/>
                  </a:lnTo>
                  <a:lnTo>
                    <a:pt x="46717" y="278356"/>
                  </a:lnTo>
                  <a:lnTo>
                    <a:pt x="50464" y="282127"/>
                  </a:lnTo>
                  <a:lnTo>
                    <a:pt x="54328" y="285776"/>
                  </a:lnTo>
                  <a:lnTo>
                    <a:pt x="58306" y="289301"/>
                  </a:lnTo>
                  <a:lnTo>
                    <a:pt x="62394" y="292698"/>
                  </a:lnTo>
                  <a:lnTo>
                    <a:pt x="66588" y="295963"/>
                  </a:lnTo>
                  <a:lnTo>
                    <a:pt x="70884" y="299093"/>
                  </a:lnTo>
                  <a:lnTo>
                    <a:pt x="75277" y="302085"/>
                  </a:lnTo>
                  <a:lnTo>
                    <a:pt x="79763" y="304936"/>
                  </a:lnTo>
                  <a:lnTo>
                    <a:pt x="84338" y="307642"/>
                  </a:lnTo>
                  <a:lnTo>
                    <a:pt x="88996" y="310202"/>
                  </a:lnTo>
                  <a:lnTo>
                    <a:pt x="93733" y="312613"/>
                  </a:lnTo>
                  <a:lnTo>
                    <a:pt x="98544" y="314871"/>
                  </a:lnTo>
                  <a:lnTo>
                    <a:pt x="103425" y="316976"/>
                  </a:lnTo>
                  <a:lnTo>
                    <a:pt x="108370" y="318924"/>
                  </a:lnTo>
                  <a:lnTo>
                    <a:pt x="113375" y="320714"/>
                  </a:lnTo>
                  <a:lnTo>
                    <a:pt x="118434" y="322344"/>
                  </a:lnTo>
                  <a:lnTo>
                    <a:pt x="123542" y="323813"/>
                  </a:lnTo>
                  <a:lnTo>
                    <a:pt x="128695" y="325118"/>
                  </a:lnTo>
                  <a:lnTo>
                    <a:pt x="133886" y="326259"/>
                  </a:lnTo>
                  <a:lnTo>
                    <a:pt x="139111" y="327234"/>
                  </a:lnTo>
                  <a:lnTo>
                    <a:pt x="144364" y="328043"/>
                  </a:lnTo>
                  <a:lnTo>
                    <a:pt x="149641" y="328684"/>
                  </a:lnTo>
                  <a:lnTo>
                    <a:pt x="154935" y="329157"/>
                  </a:lnTo>
                  <a:lnTo>
                    <a:pt x="160241" y="329462"/>
                  </a:lnTo>
                  <a:lnTo>
                    <a:pt x="165555" y="329597"/>
                  </a:lnTo>
                  <a:lnTo>
                    <a:pt x="170870" y="329564"/>
                  </a:lnTo>
                  <a:lnTo>
                    <a:pt x="176181" y="329362"/>
                  </a:lnTo>
                  <a:lnTo>
                    <a:pt x="181483" y="328991"/>
                  </a:lnTo>
                  <a:lnTo>
                    <a:pt x="186771" y="328451"/>
                  </a:lnTo>
                  <a:lnTo>
                    <a:pt x="167166" y="1624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105894" y="1031511"/>
              <a:ext cx="167157" cy="333181"/>
            </a:xfrm>
            <a:custGeom>
              <a:avLst/>
              <a:pathLst>
                <a:path w="167157" h="333181">
                  <a:moveTo>
                    <a:pt x="19605" y="333181"/>
                  </a:moveTo>
                  <a:lnTo>
                    <a:pt x="24878" y="332473"/>
                  </a:lnTo>
                  <a:lnTo>
                    <a:pt x="30127" y="331597"/>
                  </a:lnTo>
                  <a:lnTo>
                    <a:pt x="35345" y="330555"/>
                  </a:lnTo>
                  <a:lnTo>
                    <a:pt x="40527" y="329347"/>
                  </a:lnTo>
                  <a:lnTo>
                    <a:pt x="45668" y="327975"/>
                  </a:lnTo>
                  <a:lnTo>
                    <a:pt x="50763" y="326440"/>
                  </a:lnTo>
                  <a:lnTo>
                    <a:pt x="55806" y="324744"/>
                  </a:lnTo>
                  <a:lnTo>
                    <a:pt x="60793" y="322888"/>
                  </a:lnTo>
                  <a:lnTo>
                    <a:pt x="65719" y="320874"/>
                  </a:lnTo>
                  <a:lnTo>
                    <a:pt x="70577" y="318705"/>
                  </a:lnTo>
                  <a:lnTo>
                    <a:pt x="75364" y="316382"/>
                  </a:lnTo>
                  <a:lnTo>
                    <a:pt x="80075" y="313908"/>
                  </a:lnTo>
                  <a:lnTo>
                    <a:pt x="84705" y="311285"/>
                  </a:lnTo>
                  <a:lnTo>
                    <a:pt x="89249" y="308516"/>
                  </a:lnTo>
                  <a:lnTo>
                    <a:pt x="93702" y="305604"/>
                  </a:lnTo>
                  <a:lnTo>
                    <a:pt x="98061" y="302551"/>
                  </a:lnTo>
                  <a:lnTo>
                    <a:pt x="102320" y="299362"/>
                  </a:lnTo>
                  <a:lnTo>
                    <a:pt x="106475" y="296038"/>
                  </a:lnTo>
                  <a:lnTo>
                    <a:pt x="110523" y="292584"/>
                  </a:lnTo>
                  <a:lnTo>
                    <a:pt x="114459" y="289003"/>
                  </a:lnTo>
                  <a:lnTo>
                    <a:pt x="118278" y="285298"/>
                  </a:lnTo>
                  <a:lnTo>
                    <a:pt x="121978" y="281474"/>
                  </a:lnTo>
                  <a:lnTo>
                    <a:pt x="125554" y="277534"/>
                  </a:lnTo>
                  <a:lnTo>
                    <a:pt x="129003" y="273482"/>
                  </a:lnTo>
                  <a:lnTo>
                    <a:pt x="132322" y="269323"/>
                  </a:lnTo>
                  <a:lnTo>
                    <a:pt x="135506" y="265059"/>
                  </a:lnTo>
                  <a:lnTo>
                    <a:pt x="138553" y="260697"/>
                  </a:lnTo>
                  <a:lnTo>
                    <a:pt x="141459" y="256240"/>
                  </a:lnTo>
                  <a:lnTo>
                    <a:pt x="144223" y="251693"/>
                  </a:lnTo>
                  <a:lnTo>
                    <a:pt x="146840" y="247060"/>
                  </a:lnTo>
                  <a:lnTo>
                    <a:pt x="149308" y="242346"/>
                  </a:lnTo>
                  <a:lnTo>
                    <a:pt x="151625" y="237556"/>
                  </a:lnTo>
                  <a:lnTo>
                    <a:pt x="153789" y="232694"/>
                  </a:lnTo>
                  <a:lnTo>
                    <a:pt x="155796" y="227767"/>
                  </a:lnTo>
                  <a:lnTo>
                    <a:pt x="157646" y="222777"/>
                  </a:lnTo>
                  <a:lnTo>
                    <a:pt x="159336" y="217732"/>
                  </a:lnTo>
                  <a:lnTo>
                    <a:pt x="160865" y="212635"/>
                  </a:lnTo>
                  <a:lnTo>
                    <a:pt x="162230" y="207492"/>
                  </a:lnTo>
                  <a:lnTo>
                    <a:pt x="163431" y="202309"/>
                  </a:lnTo>
                  <a:lnTo>
                    <a:pt x="164467" y="197089"/>
                  </a:lnTo>
                  <a:lnTo>
                    <a:pt x="165336" y="191840"/>
                  </a:lnTo>
                  <a:lnTo>
                    <a:pt x="166038" y="186565"/>
                  </a:lnTo>
                  <a:lnTo>
                    <a:pt x="166571" y="181271"/>
                  </a:lnTo>
                  <a:lnTo>
                    <a:pt x="166935" y="175962"/>
                  </a:lnTo>
                  <a:lnTo>
                    <a:pt x="167131" y="170645"/>
                  </a:lnTo>
                  <a:lnTo>
                    <a:pt x="167157" y="165324"/>
                  </a:lnTo>
                  <a:lnTo>
                    <a:pt x="167013" y="160005"/>
                  </a:lnTo>
                  <a:lnTo>
                    <a:pt x="166701" y="154693"/>
                  </a:lnTo>
                  <a:lnTo>
                    <a:pt x="166219" y="149394"/>
                  </a:lnTo>
                  <a:lnTo>
                    <a:pt x="165570" y="144112"/>
                  </a:lnTo>
                  <a:lnTo>
                    <a:pt x="164752" y="138854"/>
                  </a:lnTo>
                  <a:lnTo>
                    <a:pt x="163767" y="133625"/>
                  </a:lnTo>
                  <a:lnTo>
                    <a:pt x="162617" y="128430"/>
                  </a:lnTo>
                  <a:lnTo>
                    <a:pt x="161302" y="123274"/>
                  </a:lnTo>
                  <a:lnTo>
                    <a:pt x="159823" y="118163"/>
                  </a:lnTo>
                  <a:lnTo>
                    <a:pt x="158182" y="113101"/>
                  </a:lnTo>
                  <a:lnTo>
                    <a:pt x="156381" y="108094"/>
                  </a:lnTo>
                  <a:lnTo>
                    <a:pt x="154422" y="103147"/>
                  </a:lnTo>
                  <a:lnTo>
                    <a:pt x="152306" y="98264"/>
                  </a:lnTo>
                  <a:lnTo>
                    <a:pt x="150036" y="93452"/>
                  </a:lnTo>
                  <a:lnTo>
                    <a:pt x="147614" y="88714"/>
                  </a:lnTo>
                  <a:lnTo>
                    <a:pt x="145042" y="84056"/>
                  </a:lnTo>
                  <a:lnTo>
                    <a:pt x="142324" y="79481"/>
                  </a:lnTo>
                  <a:lnTo>
                    <a:pt x="139461" y="74996"/>
                  </a:lnTo>
                  <a:lnTo>
                    <a:pt x="136457" y="70604"/>
                  </a:lnTo>
                  <a:lnTo>
                    <a:pt x="133314" y="66310"/>
                  </a:lnTo>
                  <a:lnTo>
                    <a:pt x="130037" y="62118"/>
                  </a:lnTo>
                  <a:lnTo>
                    <a:pt x="126628" y="58033"/>
                  </a:lnTo>
                  <a:lnTo>
                    <a:pt x="123090" y="54058"/>
                  </a:lnTo>
                  <a:lnTo>
                    <a:pt x="119428" y="50198"/>
                  </a:lnTo>
                  <a:lnTo>
                    <a:pt x="115645" y="46456"/>
                  </a:lnTo>
                  <a:lnTo>
                    <a:pt x="111744" y="42837"/>
                  </a:lnTo>
                  <a:lnTo>
                    <a:pt x="107731" y="39343"/>
                  </a:lnTo>
                  <a:lnTo>
                    <a:pt x="103608" y="35979"/>
                  </a:lnTo>
                  <a:lnTo>
                    <a:pt x="99380" y="32748"/>
                  </a:lnTo>
                  <a:lnTo>
                    <a:pt x="95052" y="29653"/>
                  </a:lnTo>
                  <a:lnTo>
                    <a:pt x="90627" y="26698"/>
                  </a:lnTo>
                  <a:lnTo>
                    <a:pt x="86110" y="23884"/>
                  </a:lnTo>
                  <a:lnTo>
                    <a:pt x="81507" y="21216"/>
                  </a:lnTo>
                  <a:lnTo>
                    <a:pt x="76820" y="18696"/>
                  </a:lnTo>
                  <a:lnTo>
                    <a:pt x="72056" y="16327"/>
                  </a:lnTo>
                  <a:lnTo>
                    <a:pt x="67219" y="14110"/>
                  </a:lnTo>
                  <a:lnTo>
                    <a:pt x="62313" y="12048"/>
                  </a:lnTo>
                  <a:lnTo>
                    <a:pt x="57345" y="10143"/>
                  </a:lnTo>
                  <a:lnTo>
                    <a:pt x="52318" y="8398"/>
                  </a:lnTo>
                  <a:lnTo>
                    <a:pt x="47239" y="6813"/>
                  </a:lnTo>
                  <a:lnTo>
                    <a:pt x="42111" y="5391"/>
                  </a:lnTo>
                  <a:lnTo>
                    <a:pt x="36941" y="4132"/>
                  </a:lnTo>
                  <a:lnTo>
                    <a:pt x="31733" y="3039"/>
                  </a:lnTo>
                  <a:lnTo>
                    <a:pt x="26494" y="2112"/>
                  </a:lnTo>
                  <a:lnTo>
                    <a:pt x="21227" y="1353"/>
                  </a:lnTo>
                  <a:lnTo>
                    <a:pt x="15939" y="761"/>
                  </a:lnTo>
                  <a:lnTo>
                    <a:pt x="10635" y="338"/>
                  </a:lnTo>
                  <a:lnTo>
                    <a:pt x="532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7905" y="1236837"/>
              <a:ext cx="161183" cy="167167"/>
            </a:xfrm>
            <a:custGeom>
              <a:avLst/>
              <a:pathLst>
                <a:path w="161183" h="167167">
                  <a:moveTo>
                    <a:pt x="161183" y="0"/>
                  </a:moveTo>
                  <a:lnTo>
                    <a:pt x="155741" y="88"/>
                  </a:lnTo>
                  <a:lnTo>
                    <a:pt x="150305" y="354"/>
                  </a:lnTo>
                  <a:lnTo>
                    <a:pt x="144880" y="796"/>
                  </a:lnTo>
                  <a:lnTo>
                    <a:pt x="139472" y="1415"/>
                  </a:lnTo>
                  <a:lnTo>
                    <a:pt x="134088" y="2210"/>
                  </a:lnTo>
                  <a:lnTo>
                    <a:pt x="128732" y="3180"/>
                  </a:lnTo>
                  <a:lnTo>
                    <a:pt x="123411" y="4323"/>
                  </a:lnTo>
                  <a:lnTo>
                    <a:pt x="118129" y="5639"/>
                  </a:lnTo>
                  <a:lnTo>
                    <a:pt x="112893" y="7126"/>
                  </a:lnTo>
                  <a:lnTo>
                    <a:pt x="107709" y="8783"/>
                  </a:lnTo>
                  <a:lnTo>
                    <a:pt x="102581" y="10608"/>
                  </a:lnTo>
                  <a:lnTo>
                    <a:pt x="97515" y="12599"/>
                  </a:lnTo>
                  <a:lnTo>
                    <a:pt x="92517" y="14753"/>
                  </a:lnTo>
                  <a:lnTo>
                    <a:pt x="87592" y="17069"/>
                  </a:lnTo>
                  <a:lnTo>
                    <a:pt x="82744" y="19545"/>
                  </a:lnTo>
                  <a:lnTo>
                    <a:pt x="77980" y="22176"/>
                  </a:lnTo>
                  <a:lnTo>
                    <a:pt x="73304" y="24962"/>
                  </a:lnTo>
                  <a:lnTo>
                    <a:pt x="68721" y="27898"/>
                  </a:lnTo>
                  <a:lnTo>
                    <a:pt x="64236" y="30982"/>
                  </a:lnTo>
                  <a:lnTo>
                    <a:pt x="59854" y="34210"/>
                  </a:lnTo>
                  <a:lnTo>
                    <a:pt x="55580" y="37580"/>
                  </a:lnTo>
                  <a:lnTo>
                    <a:pt x="51417" y="41086"/>
                  </a:lnTo>
                  <a:lnTo>
                    <a:pt x="47371" y="44726"/>
                  </a:lnTo>
                  <a:lnTo>
                    <a:pt x="43445" y="48497"/>
                  </a:lnTo>
                  <a:lnTo>
                    <a:pt x="39644" y="52392"/>
                  </a:lnTo>
                  <a:lnTo>
                    <a:pt x="35972" y="56410"/>
                  </a:lnTo>
                  <a:lnTo>
                    <a:pt x="32433" y="60545"/>
                  </a:lnTo>
                  <a:lnTo>
                    <a:pt x="29030" y="64793"/>
                  </a:lnTo>
                  <a:lnTo>
                    <a:pt x="25767" y="69149"/>
                  </a:lnTo>
                  <a:lnTo>
                    <a:pt x="22648" y="73610"/>
                  </a:lnTo>
                  <a:lnTo>
                    <a:pt x="19676" y="78169"/>
                  </a:lnTo>
                  <a:lnTo>
                    <a:pt x="16853" y="82823"/>
                  </a:lnTo>
                  <a:lnTo>
                    <a:pt x="14184" y="87567"/>
                  </a:lnTo>
                  <a:lnTo>
                    <a:pt x="11670" y="92394"/>
                  </a:lnTo>
                  <a:lnTo>
                    <a:pt x="9315" y="97301"/>
                  </a:lnTo>
                  <a:lnTo>
                    <a:pt x="7122" y="102282"/>
                  </a:lnTo>
                  <a:lnTo>
                    <a:pt x="5091" y="107332"/>
                  </a:lnTo>
                  <a:lnTo>
                    <a:pt x="3226" y="112446"/>
                  </a:lnTo>
                  <a:lnTo>
                    <a:pt x="1528" y="117617"/>
                  </a:lnTo>
                  <a:lnTo>
                    <a:pt x="0" y="122841"/>
                  </a:lnTo>
                  <a:lnTo>
                    <a:pt x="16118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67905" y="1359679"/>
              <a:ext cx="161183" cy="44326"/>
            </a:xfrm>
            <a:custGeom>
              <a:avLst/>
              <a:pathLst>
                <a:path w="161183" h="44326">
                  <a:moveTo>
                    <a:pt x="0" y="0"/>
                  </a:moveTo>
                  <a:lnTo>
                    <a:pt x="161183" y="443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61939" y="1239123"/>
              <a:ext cx="334305" cy="332048"/>
            </a:xfrm>
            <a:custGeom>
              <a:avLst/>
              <a:pathLst>
                <a:path w="334305" h="332048">
                  <a:moveTo>
                    <a:pt x="5965" y="120555"/>
                  </a:moveTo>
                  <a:lnTo>
                    <a:pt x="4642" y="125682"/>
                  </a:lnTo>
                  <a:lnTo>
                    <a:pt x="3482" y="130849"/>
                  </a:lnTo>
                  <a:lnTo>
                    <a:pt x="2486" y="136050"/>
                  </a:lnTo>
                  <a:lnTo>
                    <a:pt x="1655" y="141280"/>
                  </a:lnTo>
                  <a:lnTo>
                    <a:pt x="991" y="146534"/>
                  </a:lnTo>
                  <a:lnTo>
                    <a:pt x="493" y="151806"/>
                  </a:lnTo>
                  <a:lnTo>
                    <a:pt x="162" y="157091"/>
                  </a:lnTo>
                  <a:lnTo>
                    <a:pt x="0" y="162384"/>
                  </a:lnTo>
                  <a:lnTo>
                    <a:pt x="4" y="167679"/>
                  </a:lnTo>
                  <a:lnTo>
                    <a:pt x="177" y="172972"/>
                  </a:lnTo>
                  <a:lnTo>
                    <a:pt x="517" y="178257"/>
                  </a:lnTo>
                  <a:lnTo>
                    <a:pt x="1024" y="183528"/>
                  </a:lnTo>
                  <a:lnTo>
                    <a:pt x="1698" y="188780"/>
                  </a:lnTo>
                  <a:lnTo>
                    <a:pt x="2538" y="194008"/>
                  </a:lnTo>
                  <a:lnTo>
                    <a:pt x="3543" y="199208"/>
                  </a:lnTo>
                  <a:lnTo>
                    <a:pt x="4712" y="204372"/>
                  </a:lnTo>
                  <a:lnTo>
                    <a:pt x="6045" y="209498"/>
                  </a:lnTo>
                  <a:lnTo>
                    <a:pt x="7539" y="214578"/>
                  </a:lnTo>
                  <a:lnTo>
                    <a:pt x="9193" y="219608"/>
                  </a:lnTo>
                  <a:lnTo>
                    <a:pt x="11006" y="224584"/>
                  </a:lnTo>
                  <a:lnTo>
                    <a:pt x="12975" y="229500"/>
                  </a:lnTo>
                  <a:lnTo>
                    <a:pt x="15099" y="234350"/>
                  </a:lnTo>
                  <a:lnTo>
                    <a:pt x="17376" y="239131"/>
                  </a:lnTo>
                  <a:lnTo>
                    <a:pt x="19803" y="243838"/>
                  </a:lnTo>
                  <a:lnTo>
                    <a:pt x="22377" y="248465"/>
                  </a:lnTo>
                  <a:lnTo>
                    <a:pt x="25097" y="253009"/>
                  </a:lnTo>
                  <a:lnTo>
                    <a:pt x="27960" y="257464"/>
                  </a:lnTo>
                  <a:lnTo>
                    <a:pt x="30962" y="261826"/>
                  </a:lnTo>
                  <a:lnTo>
                    <a:pt x="34101" y="266091"/>
                  </a:lnTo>
                  <a:lnTo>
                    <a:pt x="37374" y="270254"/>
                  </a:lnTo>
                  <a:lnTo>
                    <a:pt x="40776" y="274312"/>
                  </a:lnTo>
                  <a:lnTo>
                    <a:pt x="44306" y="278260"/>
                  </a:lnTo>
                  <a:lnTo>
                    <a:pt x="47959" y="282094"/>
                  </a:lnTo>
                  <a:lnTo>
                    <a:pt x="51731" y="285810"/>
                  </a:lnTo>
                  <a:lnTo>
                    <a:pt x="55619" y="289405"/>
                  </a:lnTo>
                  <a:lnTo>
                    <a:pt x="59619" y="292875"/>
                  </a:lnTo>
                  <a:lnTo>
                    <a:pt x="63727" y="296217"/>
                  </a:lnTo>
                  <a:lnTo>
                    <a:pt x="67939" y="299426"/>
                  </a:lnTo>
                  <a:lnTo>
                    <a:pt x="72250" y="302501"/>
                  </a:lnTo>
                  <a:lnTo>
                    <a:pt x="76657" y="305438"/>
                  </a:lnTo>
                  <a:lnTo>
                    <a:pt x="81154" y="308234"/>
                  </a:lnTo>
                  <a:lnTo>
                    <a:pt x="85738" y="310886"/>
                  </a:lnTo>
                  <a:lnTo>
                    <a:pt x="90403" y="313391"/>
                  </a:lnTo>
                  <a:lnTo>
                    <a:pt x="95145" y="315747"/>
                  </a:lnTo>
                  <a:lnTo>
                    <a:pt x="99960" y="317952"/>
                  </a:lnTo>
                  <a:lnTo>
                    <a:pt x="104842" y="320003"/>
                  </a:lnTo>
                  <a:lnTo>
                    <a:pt x="109787" y="321899"/>
                  </a:lnTo>
                  <a:lnTo>
                    <a:pt x="114789" y="323637"/>
                  </a:lnTo>
                  <a:lnTo>
                    <a:pt x="119843" y="325216"/>
                  </a:lnTo>
                  <a:lnTo>
                    <a:pt x="124945" y="326634"/>
                  </a:lnTo>
                  <a:lnTo>
                    <a:pt x="130090" y="327889"/>
                  </a:lnTo>
                  <a:lnTo>
                    <a:pt x="135272" y="328981"/>
                  </a:lnTo>
                  <a:lnTo>
                    <a:pt x="140485" y="329909"/>
                  </a:lnTo>
                  <a:lnTo>
                    <a:pt x="145726" y="330670"/>
                  </a:lnTo>
                  <a:lnTo>
                    <a:pt x="150988" y="331266"/>
                  </a:lnTo>
                  <a:lnTo>
                    <a:pt x="156266" y="331694"/>
                  </a:lnTo>
                  <a:lnTo>
                    <a:pt x="161555" y="331955"/>
                  </a:lnTo>
                  <a:lnTo>
                    <a:pt x="166849" y="332048"/>
                  </a:lnTo>
                  <a:lnTo>
                    <a:pt x="172144" y="331974"/>
                  </a:lnTo>
                  <a:lnTo>
                    <a:pt x="177434" y="331732"/>
                  </a:lnTo>
                  <a:lnTo>
                    <a:pt x="182714" y="331322"/>
                  </a:lnTo>
                  <a:lnTo>
                    <a:pt x="187978" y="330746"/>
                  </a:lnTo>
                  <a:lnTo>
                    <a:pt x="193221" y="330003"/>
                  </a:lnTo>
                  <a:lnTo>
                    <a:pt x="198438" y="329094"/>
                  </a:lnTo>
                  <a:lnTo>
                    <a:pt x="203623" y="328021"/>
                  </a:lnTo>
                  <a:lnTo>
                    <a:pt x="208772" y="326784"/>
                  </a:lnTo>
                  <a:lnTo>
                    <a:pt x="213879" y="325384"/>
                  </a:lnTo>
                  <a:lnTo>
                    <a:pt x="218940" y="323823"/>
                  </a:lnTo>
                  <a:lnTo>
                    <a:pt x="223948" y="322103"/>
                  </a:lnTo>
                  <a:lnTo>
                    <a:pt x="228899" y="320225"/>
                  </a:lnTo>
                  <a:lnTo>
                    <a:pt x="233789" y="318191"/>
                  </a:lnTo>
                  <a:lnTo>
                    <a:pt x="238611" y="316004"/>
                  </a:lnTo>
                  <a:lnTo>
                    <a:pt x="243362" y="313664"/>
                  </a:lnTo>
                  <a:lnTo>
                    <a:pt x="248036" y="311176"/>
                  </a:lnTo>
                  <a:lnTo>
                    <a:pt x="252629" y="308540"/>
                  </a:lnTo>
                  <a:lnTo>
                    <a:pt x="257137" y="305761"/>
                  </a:lnTo>
                  <a:lnTo>
                    <a:pt x="261554" y="302840"/>
                  </a:lnTo>
                  <a:lnTo>
                    <a:pt x="265876" y="299780"/>
                  </a:lnTo>
                  <a:lnTo>
                    <a:pt x="270099" y="296586"/>
                  </a:lnTo>
                  <a:lnTo>
                    <a:pt x="274219" y="293259"/>
                  </a:lnTo>
                  <a:lnTo>
                    <a:pt x="278231" y="289803"/>
                  </a:lnTo>
                  <a:lnTo>
                    <a:pt x="282132" y="286222"/>
                  </a:lnTo>
                  <a:lnTo>
                    <a:pt x="285918" y="282519"/>
                  </a:lnTo>
                  <a:lnTo>
                    <a:pt x="289584" y="278698"/>
                  </a:lnTo>
                  <a:lnTo>
                    <a:pt x="293128" y="274763"/>
                  </a:lnTo>
                  <a:lnTo>
                    <a:pt x="296545" y="270718"/>
                  </a:lnTo>
                  <a:lnTo>
                    <a:pt x="299833" y="266566"/>
                  </a:lnTo>
                  <a:lnTo>
                    <a:pt x="302987" y="262313"/>
                  </a:lnTo>
                  <a:lnTo>
                    <a:pt x="306005" y="257961"/>
                  </a:lnTo>
                  <a:lnTo>
                    <a:pt x="308883" y="253516"/>
                  </a:lnTo>
                  <a:lnTo>
                    <a:pt x="311619" y="248983"/>
                  </a:lnTo>
                  <a:lnTo>
                    <a:pt x="314211" y="244365"/>
                  </a:lnTo>
                  <a:lnTo>
                    <a:pt x="316654" y="239667"/>
                  </a:lnTo>
                  <a:lnTo>
                    <a:pt x="318948" y="234894"/>
                  </a:lnTo>
                  <a:lnTo>
                    <a:pt x="321089" y="230051"/>
                  </a:lnTo>
                  <a:lnTo>
                    <a:pt x="323076" y="225142"/>
                  </a:lnTo>
                  <a:lnTo>
                    <a:pt x="324907" y="220173"/>
                  </a:lnTo>
                  <a:lnTo>
                    <a:pt x="326579" y="215148"/>
                  </a:lnTo>
                  <a:lnTo>
                    <a:pt x="328091" y="210073"/>
                  </a:lnTo>
                  <a:lnTo>
                    <a:pt x="329442" y="204953"/>
                  </a:lnTo>
                  <a:lnTo>
                    <a:pt x="330630" y="199793"/>
                  </a:lnTo>
                  <a:lnTo>
                    <a:pt x="331653" y="194597"/>
                  </a:lnTo>
                  <a:lnTo>
                    <a:pt x="332512" y="189372"/>
                  </a:lnTo>
                  <a:lnTo>
                    <a:pt x="333205" y="184122"/>
                  </a:lnTo>
                  <a:lnTo>
                    <a:pt x="333731" y="178852"/>
                  </a:lnTo>
                  <a:lnTo>
                    <a:pt x="334090" y="173569"/>
                  </a:lnTo>
                  <a:lnTo>
                    <a:pt x="334281" y="168277"/>
                  </a:lnTo>
                  <a:lnTo>
                    <a:pt x="334305" y="162982"/>
                  </a:lnTo>
                  <a:lnTo>
                    <a:pt x="334161" y="157688"/>
                  </a:lnTo>
                  <a:lnTo>
                    <a:pt x="333849" y="152402"/>
                  </a:lnTo>
                  <a:lnTo>
                    <a:pt x="333370" y="147128"/>
                  </a:lnTo>
                  <a:lnTo>
                    <a:pt x="332725" y="141872"/>
                  </a:lnTo>
                  <a:lnTo>
                    <a:pt x="331913" y="136639"/>
                  </a:lnTo>
                  <a:lnTo>
                    <a:pt x="330936" y="131435"/>
                  </a:lnTo>
                  <a:lnTo>
                    <a:pt x="329794" y="126264"/>
                  </a:lnTo>
                  <a:lnTo>
                    <a:pt x="328489" y="121132"/>
                  </a:lnTo>
                  <a:lnTo>
                    <a:pt x="327023" y="116043"/>
                  </a:lnTo>
                  <a:lnTo>
                    <a:pt x="325396" y="111004"/>
                  </a:lnTo>
                  <a:lnTo>
                    <a:pt x="323610" y="106019"/>
                  </a:lnTo>
                  <a:lnTo>
                    <a:pt x="321667" y="101093"/>
                  </a:lnTo>
                  <a:lnTo>
                    <a:pt x="319569" y="96230"/>
                  </a:lnTo>
                  <a:lnTo>
                    <a:pt x="317318" y="91437"/>
                  </a:lnTo>
                  <a:lnTo>
                    <a:pt x="314916" y="86718"/>
                  </a:lnTo>
                  <a:lnTo>
                    <a:pt x="312367" y="82076"/>
                  </a:lnTo>
                  <a:lnTo>
                    <a:pt x="309671" y="77518"/>
                  </a:lnTo>
                  <a:lnTo>
                    <a:pt x="306832" y="73048"/>
                  </a:lnTo>
                  <a:lnTo>
                    <a:pt x="303854" y="68670"/>
                  </a:lnTo>
                  <a:lnTo>
                    <a:pt x="300738" y="64388"/>
                  </a:lnTo>
                  <a:lnTo>
                    <a:pt x="297488" y="60207"/>
                  </a:lnTo>
                  <a:lnTo>
                    <a:pt x="294107" y="56131"/>
                  </a:lnTo>
                  <a:lnTo>
                    <a:pt x="290599" y="52165"/>
                  </a:lnTo>
                  <a:lnTo>
                    <a:pt x="286967" y="48311"/>
                  </a:lnTo>
                  <a:lnTo>
                    <a:pt x="283214" y="44575"/>
                  </a:lnTo>
                  <a:lnTo>
                    <a:pt x="279345" y="40959"/>
                  </a:lnTo>
                  <a:lnTo>
                    <a:pt x="275364" y="37467"/>
                  </a:lnTo>
                  <a:lnTo>
                    <a:pt x="271274" y="34104"/>
                  </a:lnTo>
                  <a:lnTo>
                    <a:pt x="267080" y="30871"/>
                  </a:lnTo>
                  <a:lnTo>
                    <a:pt x="262785" y="27773"/>
                  </a:lnTo>
                  <a:lnTo>
                    <a:pt x="258394" y="24813"/>
                  </a:lnTo>
                  <a:lnTo>
                    <a:pt x="253912" y="21993"/>
                  </a:lnTo>
                  <a:lnTo>
                    <a:pt x="249343" y="19317"/>
                  </a:lnTo>
                  <a:lnTo>
                    <a:pt x="244691" y="16786"/>
                  </a:lnTo>
                  <a:lnTo>
                    <a:pt x="239961" y="14404"/>
                  </a:lnTo>
                  <a:lnTo>
                    <a:pt x="235159" y="12174"/>
                  </a:lnTo>
                  <a:lnTo>
                    <a:pt x="230288" y="10096"/>
                  </a:lnTo>
                  <a:lnTo>
                    <a:pt x="225353" y="8174"/>
                  </a:lnTo>
                  <a:lnTo>
                    <a:pt x="220361" y="6409"/>
                  </a:lnTo>
                  <a:lnTo>
                    <a:pt x="215315" y="4803"/>
                  </a:lnTo>
                  <a:lnTo>
                    <a:pt x="210220" y="3358"/>
                  </a:lnTo>
                  <a:lnTo>
                    <a:pt x="205083" y="2075"/>
                  </a:lnTo>
                  <a:lnTo>
                    <a:pt x="199907" y="955"/>
                  </a:lnTo>
                  <a:lnTo>
                    <a:pt x="194698" y="0"/>
                  </a:lnTo>
                  <a:lnTo>
                    <a:pt x="167148" y="1648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629088" y="1236837"/>
              <a:ext cx="27549" cy="167167"/>
            </a:xfrm>
            <a:custGeom>
              <a:avLst/>
              <a:pathLst>
                <a:path w="27549" h="167167">
                  <a:moveTo>
                    <a:pt x="27549" y="2285"/>
                  </a:moveTo>
                  <a:lnTo>
                    <a:pt x="20703" y="1287"/>
                  </a:lnTo>
                  <a:lnTo>
                    <a:pt x="13822" y="572"/>
                  </a:lnTo>
                  <a:lnTo>
                    <a:pt x="6917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74625" y="1546402"/>
              <a:ext cx="37941" cy="167167"/>
            </a:xfrm>
            <a:custGeom>
              <a:avLst/>
              <a:pathLst>
                <a:path w="37941" h="167167">
                  <a:moveTo>
                    <a:pt x="37941" y="0"/>
                  </a:moveTo>
                  <a:lnTo>
                    <a:pt x="31563" y="121"/>
                  </a:lnTo>
                  <a:lnTo>
                    <a:pt x="25195" y="486"/>
                  </a:lnTo>
                  <a:lnTo>
                    <a:pt x="18845" y="1094"/>
                  </a:lnTo>
                  <a:lnTo>
                    <a:pt x="12523" y="1943"/>
                  </a:lnTo>
                  <a:lnTo>
                    <a:pt x="6238" y="3033"/>
                  </a:lnTo>
                  <a:lnTo>
                    <a:pt x="0" y="4362"/>
                  </a:lnTo>
                  <a:lnTo>
                    <a:pt x="3794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174625" y="1550765"/>
              <a:ext cx="37941" cy="162804"/>
            </a:xfrm>
            <a:custGeom>
              <a:avLst/>
              <a:pathLst>
                <a:path w="37941" h="162804">
                  <a:moveTo>
                    <a:pt x="0" y="0"/>
                  </a:moveTo>
                  <a:lnTo>
                    <a:pt x="37941" y="1628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45408" y="1550765"/>
              <a:ext cx="334307" cy="329971"/>
            </a:xfrm>
            <a:custGeom>
              <a:avLst/>
              <a:pathLst>
                <a:path w="334307" h="329971">
                  <a:moveTo>
                    <a:pt x="129216" y="0"/>
                  </a:moveTo>
                  <a:lnTo>
                    <a:pt x="124076" y="1284"/>
                  </a:lnTo>
                  <a:lnTo>
                    <a:pt x="118980" y="2730"/>
                  </a:lnTo>
                  <a:lnTo>
                    <a:pt x="113932" y="4337"/>
                  </a:lnTo>
                  <a:lnTo>
                    <a:pt x="108937" y="6103"/>
                  </a:lnTo>
                  <a:lnTo>
                    <a:pt x="104001" y="8027"/>
                  </a:lnTo>
                  <a:lnTo>
                    <a:pt x="99128" y="10106"/>
                  </a:lnTo>
                  <a:lnTo>
                    <a:pt x="94323" y="12338"/>
                  </a:lnTo>
                  <a:lnTo>
                    <a:pt x="89592" y="14721"/>
                  </a:lnTo>
                  <a:lnTo>
                    <a:pt x="84938" y="17254"/>
                  </a:lnTo>
                  <a:lnTo>
                    <a:pt x="80367" y="19932"/>
                  </a:lnTo>
                  <a:lnTo>
                    <a:pt x="75884" y="22754"/>
                  </a:lnTo>
                  <a:lnTo>
                    <a:pt x="71492" y="25717"/>
                  </a:lnTo>
                  <a:lnTo>
                    <a:pt x="67196" y="28817"/>
                  </a:lnTo>
                  <a:lnTo>
                    <a:pt x="63000" y="32052"/>
                  </a:lnTo>
                  <a:lnTo>
                    <a:pt x="58909" y="35418"/>
                  </a:lnTo>
                  <a:lnTo>
                    <a:pt x="54927" y="38912"/>
                  </a:lnTo>
                  <a:lnTo>
                    <a:pt x="51057" y="42531"/>
                  </a:lnTo>
                  <a:lnTo>
                    <a:pt x="47305" y="46270"/>
                  </a:lnTo>
                  <a:lnTo>
                    <a:pt x="43672" y="50126"/>
                  </a:lnTo>
                  <a:lnTo>
                    <a:pt x="40164" y="54096"/>
                  </a:lnTo>
                  <a:lnTo>
                    <a:pt x="36783" y="58175"/>
                  </a:lnTo>
                  <a:lnTo>
                    <a:pt x="33533" y="62358"/>
                  </a:lnTo>
                  <a:lnTo>
                    <a:pt x="30417" y="66643"/>
                  </a:lnTo>
                  <a:lnTo>
                    <a:pt x="27438" y="71024"/>
                  </a:lnTo>
                  <a:lnTo>
                    <a:pt x="24600" y="75498"/>
                  </a:lnTo>
                  <a:lnTo>
                    <a:pt x="21905" y="80059"/>
                  </a:lnTo>
                  <a:lnTo>
                    <a:pt x="19356" y="84703"/>
                  </a:lnTo>
                  <a:lnTo>
                    <a:pt x="16956" y="89426"/>
                  </a:lnTo>
                  <a:lnTo>
                    <a:pt x="14706" y="94223"/>
                  </a:lnTo>
                  <a:lnTo>
                    <a:pt x="12609" y="99088"/>
                  </a:lnTo>
                  <a:lnTo>
                    <a:pt x="10668" y="104017"/>
                  </a:lnTo>
                  <a:lnTo>
                    <a:pt x="8883" y="109005"/>
                  </a:lnTo>
                  <a:lnTo>
                    <a:pt x="7258" y="114048"/>
                  </a:lnTo>
                  <a:lnTo>
                    <a:pt x="5793" y="119139"/>
                  </a:lnTo>
                  <a:lnTo>
                    <a:pt x="4491" y="124274"/>
                  </a:lnTo>
                  <a:lnTo>
                    <a:pt x="3352" y="129448"/>
                  </a:lnTo>
                  <a:lnTo>
                    <a:pt x="2377" y="134656"/>
                  </a:lnTo>
                  <a:lnTo>
                    <a:pt x="1568" y="139891"/>
                  </a:lnTo>
                  <a:lnTo>
                    <a:pt x="925" y="145150"/>
                  </a:lnTo>
                  <a:lnTo>
                    <a:pt x="449" y="150426"/>
                  </a:lnTo>
                  <a:lnTo>
                    <a:pt x="140" y="155715"/>
                  </a:lnTo>
                  <a:lnTo>
                    <a:pt x="0" y="161011"/>
                  </a:lnTo>
                  <a:lnTo>
                    <a:pt x="27" y="166309"/>
                  </a:lnTo>
                  <a:lnTo>
                    <a:pt x="222" y="171603"/>
                  </a:lnTo>
                  <a:lnTo>
                    <a:pt x="584" y="176889"/>
                  </a:lnTo>
                  <a:lnTo>
                    <a:pt x="1114" y="182160"/>
                  </a:lnTo>
                  <a:lnTo>
                    <a:pt x="1811" y="187412"/>
                  </a:lnTo>
                  <a:lnTo>
                    <a:pt x="2674" y="192639"/>
                  </a:lnTo>
                  <a:lnTo>
                    <a:pt x="3702" y="197836"/>
                  </a:lnTo>
                  <a:lnTo>
                    <a:pt x="4894" y="202998"/>
                  </a:lnTo>
                  <a:lnTo>
                    <a:pt x="6249" y="208119"/>
                  </a:lnTo>
                  <a:lnTo>
                    <a:pt x="7766" y="213195"/>
                  </a:lnTo>
                  <a:lnTo>
                    <a:pt x="9443" y="218221"/>
                  </a:lnTo>
                  <a:lnTo>
                    <a:pt x="11278" y="223191"/>
                  </a:lnTo>
                  <a:lnTo>
                    <a:pt x="13270" y="228100"/>
                  </a:lnTo>
                  <a:lnTo>
                    <a:pt x="15416" y="232943"/>
                  </a:lnTo>
                  <a:lnTo>
                    <a:pt x="17715" y="237717"/>
                  </a:lnTo>
                  <a:lnTo>
                    <a:pt x="20163" y="242414"/>
                  </a:lnTo>
                  <a:lnTo>
                    <a:pt x="22760" y="247032"/>
                  </a:lnTo>
                  <a:lnTo>
                    <a:pt x="25501" y="251566"/>
                  </a:lnTo>
                  <a:lnTo>
                    <a:pt x="28385" y="256010"/>
                  </a:lnTo>
                  <a:lnTo>
                    <a:pt x="31408" y="260361"/>
                  </a:lnTo>
                  <a:lnTo>
                    <a:pt x="34568" y="264613"/>
                  </a:lnTo>
                  <a:lnTo>
                    <a:pt x="37861" y="268763"/>
                  </a:lnTo>
                  <a:lnTo>
                    <a:pt x="41283" y="272807"/>
                  </a:lnTo>
                  <a:lnTo>
                    <a:pt x="44832" y="276741"/>
                  </a:lnTo>
                  <a:lnTo>
                    <a:pt x="48504" y="280560"/>
                  </a:lnTo>
                  <a:lnTo>
                    <a:pt x="52295" y="284261"/>
                  </a:lnTo>
                  <a:lnTo>
                    <a:pt x="56201" y="287839"/>
                  </a:lnTo>
                  <a:lnTo>
                    <a:pt x="60219" y="291292"/>
                  </a:lnTo>
                  <a:lnTo>
                    <a:pt x="64344" y="294617"/>
                  </a:lnTo>
                  <a:lnTo>
                    <a:pt x="68573" y="297808"/>
                  </a:lnTo>
                  <a:lnTo>
                    <a:pt x="72900" y="300864"/>
                  </a:lnTo>
                  <a:lnTo>
                    <a:pt x="77322" y="303782"/>
                  </a:lnTo>
                  <a:lnTo>
                    <a:pt x="81835" y="306558"/>
                  </a:lnTo>
                  <a:lnTo>
                    <a:pt x="86433" y="309189"/>
                  </a:lnTo>
                  <a:lnTo>
                    <a:pt x="91112" y="311674"/>
                  </a:lnTo>
                  <a:lnTo>
                    <a:pt x="95868" y="314009"/>
                  </a:lnTo>
                  <a:lnTo>
                    <a:pt x="100695" y="316192"/>
                  </a:lnTo>
                  <a:lnTo>
                    <a:pt x="105589" y="318221"/>
                  </a:lnTo>
                  <a:lnTo>
                    <a:pt x="110544" y="320094"/>
                  </a:lnTo>
                  <a:lnTo>
                    <a:pt x="115557" y="321809"/>
                  </a:lnTo>
                  <a:lnTo>
                    <a:pt x="120621" y="323364"/>
                  </a:lnTo>
                  <a:lnTo>
                    <a:pt x="125732" y="324758"/>
                  </a:lnTo>
                  <a:lnTo>
                    <a:pt x="130885" y="325989"/>
                  </a:lnTo>
                  <a:lnTo>
                    <a:pt x="136074" y="327057"/>
                  </a:lnTo>
                  <a:lnTo>
                    <a:pt x="141295" y="327959"/>
                  </a:lnTo>
                  <a:lnTo>
                    <a:pt x="146541" y="328696"/>
                  </a:lnTo>
                  <a:lnTo>
                    <a:pt x="151808" y="329266"/>
                  </a:lnTo>
                  <a:lnTo>
                    <a:pt x="157091" y="329668"/>
                  </a:lnTo>
                  <a:lnTo>
                    <a:pt x="162383" y="329904"/>
                  </a:lnTo>
                  <a:lnTo>
                    <a:pt x="167681" y="329971"/>
                  </a:lnTo>
                  <a:lnTo>
                    <a:pt x="172978" y="329870"/>
                  </a:lnTo>
                  <a:lnTo>
                    <a:pt x="178269" y="329602"/>
                  </a:lnTo>
                  <a:lnTo>
                    <a:pt x="183548" y="329166"/>
                  </a:lnTo>
                  <a:lnTo>
                    <a:pt x="188812" y="328563"/>
                  </a:lnTo>
                  <a:lnTo>
                    <a:pt x="194053" y="327794"/>
                  </a:lnTo>
                  <a:lnTo>
                    <a:pt x="199268" y="326859"/>
                  </a:lnTo>
                  <a:lnTo>
                    <a:pt x="204451" y="325759"/>
                  </a:lnTo>
                  <a:lnTo>
                    <a:pt x="209595" y="324495"/>
                  </a:lnTo>
                  <a:lnTo>
                    <a:pt x="214698" y="323069"/>
                  </a:lnTo>
                  <a:lnTo>
                    <a:pt x="219752" y="321482"/>
                  </a:lnTo>
                  <a:lnTo>
                    <a:pt x="224754" y="319736"/>
                  </a:lnTo>
                  <a:lnTo>
                    <a:pt x="229698" y="317832"/>
                  </a:lnTo>
                  <a:lnTo>
                    <a:pt x="234579" y="315773"/>
                  </a:lnTo>
                  <a:lnTo>
                    <a:pt x="239392" y="313559"/>
                  </a:lnTo>
                  <a:lnTo>
                    <a:pt x="244133" y="311195"/>
                  </a:lnTo>
                  <a:lnTo>
                    <a:pt x="248797" y="308681"/>
                  </a:lnTo>
                  <a:lnTo>
                    <a:pt x="253378" y="306021"/>
                  </a:lnTo>
                  <a:lnTo>
                    <a:pt x="257873" y="303217"/>
                  </a:lnTo>
                  <a:lnTo>
                    <a:pt x="262277" y="300272"/>
                  </a:lnTo>
                  <a:lnTo>
                    <a:pt x="266585" y="297188"/>
                  </a:lnTo>
                  <a:lnTo>
                    <a:pt x="270794" y="293970"/>
                  </a:lnTo>
                  <a:lnTo>
                    <a:pt x="274898" y="290620"/>
                  </a:lnTo>
                  <a:lnTo>
                    <a:pt x="278894" y="287142"/>
                  </a:lnTo>
                  <a:lnTo>
                    <a:pt x="282778" y="283539"/>
                  </a:lnTo>
                  <a:lnTo>
                    <a:pt x="286546" y="279815"/>
                  </a:lnTo>
                  <a:lnTo>
                    <a:pt x="290193" y="275973"/>
                  </a:lnTo>
                  <a:lnTo>
                    <a:pt x="293718" y="272017"/>
                  </a:lnTo>
                  <a:lnTo>
                    <a:pt x="297115" y="267952"/>
                  </a:lnTo>
                  <a:lnTo>
                    <a:pt x="300382" y="263781"/>
                  </a:lnTo>
                  <a:lnTo>
                    <a:pt x="303514" y="259509"/>
                  </a:lnTo>
                  <a:lnTo>
                    <a:pt x="306510" y="255139"/>
                  </a:lnTo>
                  <a:lnTo>
                    <a:pt x="309366" y="250677"/>
                  </a:lnTo>
                  <a:lnTo>
                    <a:pt x="312079" y="246127"/>
                  </a:lnTo>
                  <a:lnTo>
                    <a:pt x="314647" y="241493"/>
                  </a:lnTo>
                  <a:lnTo>
                    <a:pt x="317066" y="236779"/>
                  </a:lnTo>
                  <a:lnTo>
                    <a:pt x="319335" y="231992"/>
                  </a:lnTo>
                  <a:lnTo>
                    <a:pt x="321451" y="227135"/>
                  </a:lnTo>
                  <a:lnTo>
                    <a:pt x="323412" y="222214"/>
                  </a:lnTo>
                  <a:lnTo>
                    <a:pt x="325216" y="217232"/>
                  </a:lnTo>
                  <a:lnTo>
                    <a:pt x="326861" y="212197"/>
                  </a:lnTo>
                  <a:lnTo>
                    <a:pt x="328346" y="207111"/>
                  </a:lnTo>
                  <a:lnTo>
                    <a:pt x="329669" y="201981"/>
                  </a:lnTo>
                  <a:lnTo>
                    <a:pt x="330829" y="196812"/>
                  </a:lnTo>
                  <a:lnTo>
                    <a:pt x="331825" y="191608"/>
                  </a:lnTo>
                  <a:lnTo>
                    <a:pt x="332655" y="186376"/>
                  </a:lnTo>
                  <a:lnTo>
                    <a:pt x="333318" y="181120"/>
                  </a:lnTo>
                  <a:lnTo>
                    <a:pt x="333815" y="175845"/>
                  </a:lnTo>
                  <a:lnTo>
                    <a:pt x="334145" y="170558"/>
                  </a:lnTo>
                  <a:lnTo>
                    <a:pt x="334307" y="165262"/>
                  </a:lnTo>
                  <a:lnTo>
                    <a:pt x="334301" y="159965"/>
                  </a:lnTo>
                  <a:lnTo>
                    <a:pt x="334127" y="154670"/>
                  </a:lnTo>
                  <a:lnTo>
                    <a:pt x="333785" y="149383"/>
                  </a:lnTo>
                  <a:lnTo>
                    <a:pt x="333276" y="144109"/>
                  </a:lnTo>
                  <a:lnTo>
                    <a:pt x="332600" y="138855"/>
                  </a:lnTo>
                  <a:lnTo>
                    <a:pt x="331758" y="133624"/>
                  </a:lnTo>
                  <a:lnTo>
                    <a:pt x="330751" y="128423"/>
                  </a:lnTo>
                  <a:lnTo>
                    <a:pt x="329579" y="123257"/>
                  </a:lnTo>
                  <a:lnTo>
                    <a:pt x="328245" y="118130"/>
                  </a:lnTo>
                  <a:lnTo>
                    <a:pt x="326748" y="113048"/>
                  </a:lnTo>
                  <a:lnTo>
                    <a:pt x="325091" y="108016"/>
                  </a:lnTo>
                  <a:lnTo>
                    <a:pt x="323276" y="103038"/>
                  </a:lnTo>
                  <a:lnTo>
                    <a:pt x="321304" y="98121"/>
                  </a:lnTo>
                  <a:lnTo>
                    <a:pt x="319177" y="93269"/>
                  </a:lnTo>
                  <a:lnTo>
                    <a:pt x="316897" y="88487"/>
                  </a:lnTo>
                  <a:lnTo>
                    <a:pt x="314467" y="83780"/>
                  </a:lnTo>
                  <a:lnTo>
                    <a:pt x="311889" y="79151"/>
                  </a:lnTo>
                  <a:lnTo>
                    <a:pt x="309165" y="74607"/>
                  </a:lnTo>
                  <a:lnTo>
                    <a:pt x="306299" y="70152"/>
                  </a:lnTo>
                  <a:lnTo>
                    <a:pt x="303293" y="65789"/>
                  </a:lnTo>
                  <a:lnTo>
                    <a:pt x="300151" y="61524"/>
                  </a:lnTo>
                  <a:lnTo>
                    <a:pt x="296874" y="57360"/>
                  </a:lnTo>
                  <a:lnTo>
                    <a:pt x="293468" y="53303"/>
                  </a:lnTo>
                  <a:lnTo>
                    <a:pt x="289935" y="49355"/>
                  </a:lnTo>
                  <a:lnTo>
                    <a:pt x="286278" y="45522"/>
                  </a:lnTo>
                  <a:lnTo>
                    <a:pt x="282502" y="41806"/>
                  </a:lnTo>
                  <a:lnTo>
                    <a:pt x="278610" y="38212"/>
                  </a:lnTo>
                  <a:lnTo>
                    <a:pt x="274606" y="34743"/>
                  </a:lnTo>
                  <a:lnTo>
                    <a:pt x="270494" y="31402"/>
                  </a:lnTo>
                  <a:lnTo>
                    <a:pt x="266278" y="28194"/>
                  </a:lnTo>
                  <a:lnTo>
                    <a:pt x="261963" y="25120"/>
                  </a:lnTo>
                  <a:lnTo>
                    <a:pt x="257552" y="22185"/>
                  </a:lnTo>
                  <a:lnTo>
                    <a:pt x="253051" y="19392"/>
                  </a:lnTo>
                  <a:lnTo>
                    <a:pt x="248463" y="16742"/>
                  </a:lnTo>
                  <a:lnTo>
                    <a:pt x="243794" y="14239"/>
                  </a:lnTo>
                  <a:lnTo>
                    <a:pt x="239048" y="11885"/>
                  </a:lnTo>
                  <a:lnTo>
                    <a:pt x="167157" y="1628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212566" y="1546402"/>
              <a:ext cx="71890" cy="167167"/>
            </a:xfrm>
            <a:custGeom>
              <a:avLst/>
              <a:pathLst>
                <a:path w="71890" h="167167">
                  <a:moveTo>
                    <a:pt x="71890" y="16247"/>
                  </a:moveTo>
                  <a:lnTo>
                    <a:pt x="66688" y="13878"/>
                  </a:lnTo>
                  <a:lnTo>
                    <a:pt x="61408" y="11687"/>
                  </a:lnTo>
                  <a:lnTo>
                    <a:pt x="56057" y="9679"/>
                  </a:lnTo>
                  <a:lnTo>
                    <a:pt x="50639" y="7854"/>
                  </a:lnTo>
                  <a:lnTo>
                    <a:pt x="45163" y="6216"/>
                  </a:lnTo>
                  <a:lnTo>
                    <a:pt x="39634" y="4766"/>
                  </a:lnTo>
                  <a:lnTo>
                    <a:pt x="34058" y="3506"/>
                  </a:lnTo>
                  <a:lnTo>
                    <a:pt x="28443" y="2437"/>
                  </a:lnTo>
                  <a:lnTo>
                    <a:pt x="22794" y="1561"/>
                  </a:lnTo>
                  <a:lnTo>
                    <a:pt x="17119" y="878"/>
                  </a:lnTo>
                  <a:lnTo>
                    <a:pt x="11424" y="390"/>
                  </a:lnTo>
                  <a:lnTo>
                    <a:pt x="571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65044" y="1943516"/>
              <a:ext cx="13738" cy="167167"/>
            </a:xfrm>
            <a:custGeom>
              <a:avLst/>
              <a:pathLst>
                <a:path w="13738" h="167167">
                  <a:moveTo>
                    <a:pt x="13738" y="0"/>
                  </a:moveTo>
                  <a:lnTo>
                    <a:pt x="0" y="565"/>
                  </a:lnTo>
                  <a:lnTo>
                    <a:pt x="1373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865044" y="1944082"/>
              <a:ext cx="13738" cy="166601"/>
            </a:xfrm>
            <a:custGeom>
              <a:avLst/>
              <a:pathLst>
                <a:path w="13738" h="166601">
                  <a:moveTo>
                    <a:pt x="0" y="0"/>
                  </a:moveTo>
                  <a:lnTo>
                    <a:pt x="13738" y="1666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981" y="1944082"/>
              <a:ext cx="96802" cy="166601"/>
            </a:xfrm>
            <a:custGeom>
              <a:avLst/>
              <a:pathLst>
                <a:path w="96802" h="166601">
                  <a:moveTo>
                    <a:pt x="83063" y="0"/>
                  </a:moveTo>
                  <a:lnTo>
                    <a:pt x="77498" y="552"/>
                  </a:lnTo>
                  <a:lnTo>
                    <a:pt x="71954" y="1291"/>
                  </a:lnTo>
                  <a:lnTo>
                    <a:pt x="66438" y="2215"/>
                  </a:lnTo>
                  <a:lnTo>
                    <a:pt x="60956" y="3322"/>
                  </a:lnTo>
                  <a:lnTo>
                    <a:pt x="55515" y="4613"/>
                  </a:lnTo>
                  <a:lnTo>
                    <a:pt x="50119" y="6085"/>
                  </a:lnTo>
                  <a:lnTo>
                    <a:pt x="44776" y="7736"/>
                  </a:lnTo>
                  <a:lnTo>
                    <a:pt x="39491" y="9565"/>
                  </a:lnTo>
                  <a:lnTo>
                    <a:pt x="34270" y="11570"/>
                  </a:lnTo>
                  <a:lnTo>
                    <a:pt x="29119" y="13749"/>
                  </a:lnTo>
                  <a:lnTo>
                    <a:pt x="24044" y="16098"/>
                  </a:lnTo>
                  <a:lnTo>
                    <a:pt x="19050" y="18616"/>
                  </a:lnTo>
                  <a:lnTo>
                    <a:pt x="14143" y="21300"/>
                  </a:lnTo>
                  <a:lnTo>
                    <a:pt x="9329" y="24146"/>
                  </a:lnTo>
                  <a:lnTo>
                    <a:pt x="4613" y="27152"/>
                  </a:lnTo>
                  <a:lnTo>
                    <a:pt x="0" y="30314"/>
                  </a:lnTo>
                  <a:lnTo>
                    <a:pt x="96802" y="1666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11617" y="1943516"/>
              <a:ext cx="334322" cy="334329"/>
            </a:xfrm>
            <a:custGeom>
              <a:avLst/>
              <a:pathLst>
                <a:path w="334322" h="334329">
                  <a:moveTo>
                    <a:pt x="70363" y="30880"/>
                  </a:moveTo>
                  <a:lnTo>
                    <a:pt x="66099" y="34011"/>
                  </a:lnTo>
                  <a:lnTo>
                    <a:pt x="61936" y="37276"/>
                  </a:lnTo>
                  <a:lnTo>
                    <a:pt x="57878" y="40671"/>
                  </a:lnTo>
                  <a:lnTo>
                    <a:pt x="53930" y="44193"/>
                  </a:lnTo>
                  <a:lnTo>
                    <a:pt x="50095" y="47838"/>
                  </a:lnTo>
                  <a:lnTo>
                    <a:pt x="46377" y="51603"/>
                  </a:lnTo>
                  <a:lnTo>
                    <a:pt x="42780" y="55483"/>
                  </a:lnTo>
                  <a:lnTo>
                    <a:pt x="39308" y="59476"/>
                  </a:lnTo>
                  <a:lnTo>
                    <a:pt x="35964" y="63576"/>
                  </a:lnTo>
                  <a:lnTo>
                    <a:pt x="32752" y="67780"/>
                  </a:lnTo>
                  <a:lnTo>
                    <a:pt x="29674" y="72083"/>
                  </a:lnTo>
                  <a:lnTo>
                    <a:pt x="26734" y="76482"/>
                  </a:lnTo>
                  <a:lnTo>
                    <a:pt x="23934" y="80971"/>
                  </a:lnTo>
                  <a:lnTo>
                    <a:pt x="21278" y="85547"/>
                  </a:lnTo>
                  <a:lnTo>
                    <a:pt x="18768" y="90205"/>
                  </a:lnTo>
                  <a:lnTo>
                    <a:pt x="16407" y="94940"/>
                  </a:lnTo>
                  <a:lnTo>
                    <a:pt x="14197" y="99747"/>
                  </a:lnTo>
                  <a:lnTo>
                    <a:pt x="12140" y="104621"/>
                  </a:lnTo>
                  <a:lnTo>
                    <a:pt x="10238" y="109559"/>
                  </a:lnTo>
                  <a:lnTo>
                    <a:pt x="8494" y="114554"/>
                  </a:lnTo>
                  <a:lnTo>
                    <a:pt x="6908" y="119601"/>
                  </a:lnTo>
                  <a:lnTo>
                    <a:pt x="5483" y="124697"/>
                  </a:lnTo>
                  <a:lnTo>
                    <a:pt x="4220" y="129835"/>
                  </a:lnTo>
                  <a:lnTo>
                    <a:pt x="3120" y="135010"/>
                  </a:lnTo>
                  <a:lnTo>
                    <a:pt x="2185" y="140217"/>
                  </a:lnTo>
                  <a:lnTo>
                    <a:pt x="1415" y="145452"/>
                  </a:lnTo>
                  <a:lnTo>
                    <a:pt x="811" y="150708"/>
                  </a:lnTo>
                  <a:lnTo>
                    <a:pt x="373" y="155981"/>
                  </a:lnTo>
                  <a:lnTo>
                    <a:pt x="103" y="161265"/>
                  </a:lnTo>
                  <a:lnTo>
                    <a:pt x="0" y="166555"/>
                  </a:lnTo>
                  <a:lnTo>
                    <a:pt x="64" y="171845"/>
                  </a:lnTo>
                  <a:lnTo>
                    <a:pt x="296" y="177131"/>
                  </a:lnTo>
                  <a:lnTo>
                    <a:pt x="694" y="182407"/>
                  </a:lnTo>
                  <a:lnTo>
                    <a:pt x="1260" y="187667"/>
                  </a:lnTo>
                  <a:lnTo>
                    <a:pt x="1992" y="192907"/>
                  </a:lnTo>
                  <a:lnTo>
                    <a:pt x="2889" y="198121"/>
                  </a:lnTo>
                  <a:lnTo>
                    <a:pt x="3951" y="203305"/>
                  </a:lnTo>
                  <a:lnTo>
                    <a:pt x="5177" y="208452"/>
                  </a:lnTo>
                  <a:lnTo>
                    <a:pt x="6564" y="213557"/>
                  </a:lnTo>
                  <a:lnTo>
                    <a:pt x="8113" y="218616"/>
                  </a:lnTo>
                  <a:lnTo>
                    <a:pt x="9821" y="223624"/>
                  </a:lnTo>
                  <a:lnTo>
                    <a:pt x="11686" y="228575"/>
                  </a:lnTo>
                  <a:lnTo>
                    <a:pt x="13707" y="233465"/>
                  </a:lnTo>
                  <a:lnTo>
                    <a:pt x="15882" y="238288"/>
                  </a:lnTo>
                  <a:lnTo>
                    <a:pt x="18209" y="243040"/>
                  </a:lnTo>
                  <a:lnTo>
                    <a:pt x="20684" y="247716"/>
                  </a:lnTo>
                  <a:lnTo>
                    <a:pt x="23307" y="252311"/>
                  </a:lnTo>
                  <a:lnTo>
                    <a:pt x="26073" y="256821"/>
                  </a:lnTo>
                  <a:lnTo>
                    <a:pt x="28981" y="261241"/>
                  </a:lnTo>
                  <a:lnTo>
                    <a:pt x="32027" y="265567"/>
                  </a:lnTo>
                  <a:lnTo>
                    <a:pt x="35209" y="269794"/>
                  </a:lnTo>
                  <a:lnTo>
                    <a:pt x="38523" y="273919"/>
                  </a:lnTo>
                  <a:lnTo>
                    <a:pt x="41966" y="277936"/>
                  </a:lnTo>
                  <a:lnTo>
                    <a:pt x="45534" y="281843"/>
                  </a:lnTo>
                  <a:lnTo>
                    <a:pt x="49224" y="285635"/>
                  </a:lnTo>
                  <a:lnTo>
                    <a:pt x="53032" y="289308"/>
                  </a:lnTo>
                  <a:lnTo>
                    <a:pt x="56954" y="292858"/>
                  </a:lnTo>
                  <a:lnTo>
                    <a:pt x="60987" y="296283"/>
                  </a:lnTo>
                  <a:lnTo>
                    <a:pt x="65126" y="299579"/>
                  </a:lnTo>
                  <a:lnTo>
                    <a:pt x="69368" y="302742"/>
                  </a:lnTo>
                  <a:lnTo>
                    <a:pt x="73707" y="305769"/>
                  </a:lnTo>
                  <a:lnTo>
                    <a:pt x="78140" y="308657"/>
                  </a:lnTo>
                  <a:lnTo>
                    <a:pt x="82662" y="311403"/>
                  </a:lnTo>
                  <a:lnTo>
                    <a:pt x="87269" y="314005"/>
                  </a:lnTo>
                  <a:lnTo>
                    <a:pt x="91956" y="316460"/>
                  </a:lnTo>
                  <a:lnTo>
                    <a:pt x="96718" y="318765"/>
                  </a:lnTo>
                  <a:lnTo>
                    <a:pt x="101551" y="320919"/>
                  </a:lnTo>
                  <a:lnTo>
                    <a:pt x="106449" y="322918"/>
                  </a:lnTo>
                  <a:lnTo>
                    <a:pt x="111409" y="324762"/>
                  </a:lnTo>
                  <a:lnTo>
                    <a:pt x="116424" y="326447"/>
                  </a:lnTo>
                  <a:lnTo>
                    <a:pt x="121490" y="327973"/>
                  </a:lnTo>
                  <a:lnTo>
                    <a:pt x="126602" y="329338"/>
                  </a:lnTo>
                  <a:lnTo>
                    <a:pt x="131754" y="330541"/>
                  </a:lnTo>
                  <a:lnTo>
                    <a:pt x="136942" y="331579"/>
                  </a:lnTo>
                  <a:lnTo>
                    <a:pt x="142160" y="332454"/>
                  </a:lnTo>
                  <a:lnTo>
                    <a:pt x="147403" y="333162"/>
                  </a:lnTo>
                  <a:lnTo>
                    <a:pt x="152666" y="333704"/>
                  </a:lnTo>
                  <a:lnTo>
                    <a:pt x="157944" y="334080"/>
                  </a:lnTo>
                  <a:lnTo>
                    <a:pt x="163231" y="334288"/>
                  </a:lnTo>
                  <a:lnTo>
                    <a:pt x="168521" y="334329"/>
                  </a:lnTo>
                  <a:lnTo>
                    <a:pt x="173811" y="334202"/>
                  </a:lnTo>
                  <a:lnTo>
                    <a:pt x="179093" y="333908"/>
                  </a:lnTo>
                  <a:lnTo>
                    <a:pt x="184364" y="333447"/>
                  </a:lnTo>
                  <a:lnTo>
                    <a:pt x="189618" y="332820"/>
                  </a:lnTo>
                  <a:lnTo>
                    <a:pt x="194849" y="332026"/>
                  </a:lnTo>
                  <a:lnTo>
                    <a:pt x="200052" y="331068"/>
                  </a:lnTo>
                  <a:lnTo>
                    <a:pt x="205222" y="329945"/>
                  </a:lnTo>
                  <a:lnTo>
                    <a:pt x="210354" y="328659"/>
                  </a:lnTo>
                  <a:lnTo>
                    <a:pt x="215443" y="327211"/>
                  </a:lnTo>
                  <a:lnTo>
                    <a:pt x="220484" y="325603"/>
                  </a:lnTo>
                  <a:lnTo>
                    <a:pt x="225471" y="323837"/>
                  </a:lnTo>
                  <a:lnTo>
                    <a:pt x="230400" y="321913"/>
                  </a:lnTo>
                  <a:lnTo>
                    <a:pt x="235265" y="319835"/>
                  </a:lnTo>
                  <a:lnTo>
                    <a:pt x="240063" y="317603"/>
                  </a:lnTo>
                  <a:lnTo>
                    <a:pt x="244787" y="315221"/>
                  </a:lnTo>
                  <a:lnTo>
                    <a:pt x="249433" y="312690"/>
                  </a:lnTo>
                  <a:lnTo>
                    <a:pt x="253997" y="310014"/>
                  </a:lnTo>
                  <a:lnTo>
                    <a:pt x="258474" y="307194"/>
                  </a:lnTo>
                  <a:lnTo>
                    <a:pt x="262860" y="304235"/>
                  </a:lnTo>
                  <a:lnTo>
                    <a:pt x="267150" y="301138"/>
                  </a:lnTo>
                  <a:lnTo>
                    <a:pt x="271339" y="297907"/>
                  </a:lnTo>
                  <a:lnTo>
                    <a:pt x="275424" y="294544"/>
                  </a:lnTo>
                  <a:lnTo>
                    <a:pt x="279401" y="291055"/>
                  </a:lnTo>
                  <a:lnTo>
                    <a:pt x="283266" y="287441"/>
                  </a:lnTo>
                  <a:lnTo>
                    <a:pt x="287014" y="283706"/>
                  </a:lnTo>
                  <a:lnTo>
                    <a:pt x="290642" y="279855"/>
                  </a:lnTo>
                  <a:lnTo>
                    <a:pt x="294146" y="275891"/>
                  </a:lnTo>
                  <a:lnTo>
                    <a:pt x="297523" y="271819"/>
                  </a:lnTo>
                  <a:lnTo>
                    <a:pt x="300770" y="267641"/>
                  </a:lnTo>
                  <a:lnTo>
                    <a:pt x="303882" y="263362"/>
                  </a:lnTo>
                  <a:lnTo>
                    <a:pt x="306858" y="258988"/>
                  </a:lnTo>
                  <a:lnTo>
                    <a:pt x="309694" y="254521"/>
                  </a:lnTo>
                  <a:lnTo>
                    <a:pt x="312387" y="249967"/>
                  </a:lnTo>
                  <a:lnTo>
                    <a:pt x="314934" y="245330"/>
                  </a:lnTo>
                  <a:lnTo>
                    <a:pt x="317334" y="240614"/>
                  </a:lnTo>
                  <a:lnTo>
                    <a:pt x="319583" y="235825"/>
                  </a:lnTo>
                  <a:lnTo>
                    <a:pt x="321679" y="230967"/>
                  </a:lnTo>
                  <a:lnTo>
                    <a:pt x="323621" y="226046"/>
                  </a:lnTo>
                  <a:lnTo>
                    <a:pt x="325406" y="221065"/>
                  </a:lnTo>
                  <a:lnTo>
                    <a:pt x="327032" y="216030"/>
                  </a:lnTo>
                  <a:lnTo>
                    <a:pt x="328499" y="210947"/>
                  </a:lnTo>
                  <a:lnTo>
                    <a:pt x="329803" y="205819"/>
                  </a:lnTo>
                  <a:lnTo>
                    <a:pt x="330945" y="200653"/>
                  </a:lnTo>
                  <a:lnTo>
                    <a:pt x="331923" y="195453"/>
                  </a:lnTo>
                  <a:lnTo>
                    <a:pt x="332735" y="190225"/>
                  </a:lnTo>
                  <a:lnTo>
                    <a:pt x="333382" y="184974"/>
                  </a:lnTo>
                  <a:lnTo>
                    <a:pt x="333862" y="179705"/>
                  </a:lnTo>
                  <a:lnTo>
                    <a:pt x="334176" y="174424"/>
                  </a:lnTo>
                  <a:lnTo>
                    <a:pt x="334322" y="169135"/>
                  </a:lnTo>
                  <a:lnTo>
                    <a:pt x="334300" y="163844"/>
                  </a:lnTo>
                  <a:lnTo>
                    <a:pt x="334111" y="158556"/>
                  </a:lnTo>
                  <a:lnTo>
                    <a:pt x="333755" y="153278"/>
                  </a:lnTo>
                  <a:lnTo>
                    <a:pt x="333232" y="148013"/>
                  </a:lnTo>
                  <a:lnTo>
                    <a:pt x="332543" y="142767"/>
                  </a:lnTo>
                  <a:lnTo>
                    <a:pt x="331688" y="137546"/>
                  </a:lnTo>
                  <a:lnTo>
                    <a:pt x="330668" y="132354"/>
                  </a:lnTo>
                  <a:lnTo>
                    <a:pt x="329485" y="127197"/>
                  </a:lnTo>
                  <a:lnTo>
                    <a:pt x="328138" y="122080"/>
                  </a:lnTo>
                  <a:lnTo>
                    <a:pt x="326631" y="117009"/>
                  </a:lnTo>
                  <a:lnTo>
                    <a:pt x="324964" y="111987"/>
                  </a:lnTo>
                  <a:lnTo>
                    <a:pt x="323138" y="107021"/>
                  </a:lnTo>
                  <a:lnTo>
                    <a:pt x="321157" y="102116"/>
                  </a:lnTo>
                  <a:lnTo>
                    <a:pt x="319021" y="97275"/>
                  </a:lnTo>
                  <a:lnTo>
                    <a:pt x="316733" y="92504"/>
                  </a:lnTo>
                  <a:lnTo>
                    <a:pt x="314296" y="87809"/>
                  </a:lnTo>
                  <a:lnTo>
                    <a:pt x="311711" y="83192"/>
                  </a:lnTo>
                  <a:lnTo>
                    <a:pt x="308981" y="78660"/>
                  </a:lnTo>
                  <a:lnTo>
                    <a:pt x="306109" y="74216"/>
                  </a:lnTo>
                  <a:lnTo>
                    <a:pt x="303098" y="69866"/>
                  </a:lnTo>
                  <a:lnTo>
                    <a:pt x="299950" y="65613"/>
                  </a:lnTo>
                  <a:lnTo>
                    <a:pt x="296670" y="61462"/>
                  </a:lnTo>
                  <a:lnTo>
                    <a:pt x="293260" y="57416"/>
                  </a:lnTo>
                  <a:lnTo>
                    <a:pt x="289724" y="53481"/>
                  </a:lnTo>
                  <a:lnTo>
                    <a:pt x="286065" y="49659"/>
                  </a:lnTo>
                  <a:lnTo>
                    <a:pt x="282287" y="45956"/>
                  </a:lnTo>
                  <a:lnTo>
                    <a:pt x="278393" y="42373"/>
                  </a:lnTo>
                  <a:lnTo>
                    <a:pt x="274388" y="38916"/>
                  </a:lnTo>
                  <a:lnTo>
                    <a:pt x="270276" y="35587"/>
                  </a:lnTo>
                  <a:lnTo>
                    <a:pt x="266060" y="32390"/>
                  </a:lnTo>
                  <a:lnTo>
                    <a:pt x="261745" y="29328"/>
                  </a:lnTo>
                  <a:lnTo>
                    <a:pt x="257336" y="26404"/>
                  </a:lnTo>
                  <a:lnTo>
                    <a:pt x="252836" y="23621"/>
                  </a:lnTo>
                  <a:lnTo>
                    <a:pt x="248251" y="20981"/>
                  </a:lnTo>
                  <a:lnTo>
                    <a:pt x="243584" y="18489"/>
                  </a:lnTo>
                  <a:lnTo>
                    <a:pt x="238840" y="16145"/>
                  </a:lnTo>
                  <a:lnTo>
                    <a:pt x="234025" y="13952"/>
                  </a:lnTo>
                  <a:lnTo>
                    <a:pt x="229143" y="11913"/>
                  </a:lnTo>
                  <a:lnTo>
                    <a:pt x="224199" y="10029"/>
                  </a:lnTo>
                  <a:lnTo>
                    <a:pt x="219198" y="8303"/>
                  </a:lnTo>
                  <a:lnTo>
                    <a:pt x="214144" y="6736"/>
                  </a:lnTo>
                  <a:lnTo>
                    <a:pt x="209044" y="5330"/>
                  </a:lnTo>
                  <a:lnTo>
                    <a:pt x="203901" y="4086"/>
                  </a:lnTo>
                  <a:lnTo>
                    <a:pt x="198722" y="3005"/>
                  </a:lnTo>
                  <a:lnTo>
                    <a:pt x="193511" y="2089"/>
                  </a:lnTo>
                  <a:lnTo>
                    <a:pt x="188274" y="1337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6174" y="2406772"/>
              <a:ext cx="19558" cy="167167"/>
            </a:xfrm>
            <a:custGeom>
              <a:avLst/>
              <a:pathLst>
                <a:path w="19558" h="167167">
                  <a:moveTo>
                    <a:pt x="19558" y="0"/>
                  </a:moveTo>
                  <a:lnTo>
                    <a:pt x="9762" y="287"/>
                  </a:lnTo>
                  <a:lnTo>
                    <a:pt x="0" y="1148"/>
                  </a:lnTo>
                  <a:lnTo>
                    <a:pt x="1955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26174" y="2407920"/>
              <a:ext cx="19558" cy="166019"/>
            </a:xfrm>
            <a:custGeom>
              <a:avLst/>
              <a:pathLst>
                <a:path w="19558" h="166019">
                  <a:moveTo>
                    <a:pt x="0" y="0"/>
                  </a:moveTo>
                  <a:lnTo>
                    <a:pt x="19558" y="1660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478566" y="2407505"/>
              <a:ext cx="334327" cy="333590"/>
            </a:xfrm>
            <a:custGeom>
              <a:avLst/>
              <a:pathLst>
                <a:path w="334327" h="333590">
                  <a:moveTo>
                    <a:pt x="147608" y="414"/>
                  </a:moveTo>
                  <a:lnTo>
                    <a:pt x="142368" y="1116"/>
                  </a:lnTo>
                  <a:lnTo>
                    <a:pt x="137153" y="1983"/>
                  </a:lnTo>
                  <a:lnTo>
                    <a:pt x="131968" y="3014"/>
                  </a:lnTo>
                  <a:lnTo>
                    <a:pt x="126818" y="4209"/>
                  </a:lnTo>
                  <a:lnTo>
                    <a:pt x="121708" y="5566"/>
                  </a:lnTo>
                  <a:lnTo>
                    <a:pt x="116644" y="7084"/>
                  </a:lnTo>
                  <a:lnTo>
                    <a:pt x="111631" y="8761"/>
                  </a:lnTo>
                  <a:lnTo>
                    <a:pt x="106673" y="10596"/>
                  </a:lnTo>
                  <a:lnTo>
                    <a:pt x="101775" y="12587"/>
                  </a:lnTo>
                  <a:lnTo>
                    <a:pt x="96943" y="14731"/>
                  </a:lnTo>
                  <a:lnTo>
                    <a:pt x="92182" y="17028"/>
                  </a:lnTo>
                  <a:lnTo>
                    <a:pt x="87495" y="19474"/>
                  </a:lnTo>
                  <a:lnTo>
                    <a:pt x="82887" y="22066"/>
                  </a:lnTo>
                  <a:lnTo>
                    <a:pt x="78365" y="24804"/>
                  </a:lnTo>
                  <a:lnTo>
                    <a:pt x="73931" y="27682"/>
                  </a:lnTo>
                  <a:lnTo>
                    <a:pt x="69590" y="30700"/>
                  </a:lnTo>
                  <a:lnTo>
                    <a:pt x="65346" y="33853"/>
                  </a:lnTo>
                  <a:lnTo>
                    <a:pt x="61205" y="37139"/>
                  </a:lnTo>
                  <a:lnTo>
                    <a:pt x="57170" y="40555"/>
                  </a:lnTo>
                  <a:lnTo>
                    <a:pt x="53244" y="44096"/>
                  </a:lnTo>
                  <a:lnTo>
                    <a:pt x="49433" y="47759"/>
                  </a:lnTo>
                  <a:lnTo>
                    <a:pt x="45739" y="51541"/>
                  </a:lnTo>
                  <a:lnTo>
                    <a:pt x="42167" y="55439"/>
                  </a:lnTo>
                  <a:lnTo>
                    <a:pt x="38720" y="59447"/>
                  </a:lnTo>
                  <a:lnTo>
                    <a:pt x="35401" y="63562"/>
                  </a:lnTo>
                  <a:lnTo>
                    <a:pt x="32214" y="67780"/>
                  </a:lnTo>
                  <a:lnTo>
                    <a:pt x="29162" y="72096"/>
                  </a:lnTo>
                  <a:lnTo>
                    <a:pt x="26248" y="76507"/>
                  </a:lnTo>
                  <a:lnTo>
                    <a:pt x="23475" y="81008"/>
                  </a:lnTo>
                  <a:lnTo>
                    <a:pt x="20845" y="85595"/>
                  </a:lnTo>
                  <a:lnTo>
                    <a:pt x="18362" y="90262"/>
                  </a:lnTo>
                  <a:lnTo>
                    <a:pt x="16028" y="95005"/>
                  </a:lnTo>
                  <a:lnTo>
                    <a:pt x="13845" y="99820"/>
                  </a:lnTo>
                  <a:lnTo>
                    <a:pt x="11815" y="104702"/>
                  </a:lnTo>
                  <a:lnTo>
                    <a:pt x="9941" y="109645"/>
                  </a:lnTo>
                  <a:lnTo>
                    <a:pt x="8224" y="114645"/>
                  </a:lnTo>
                  <a:lnTo>
                    <a:pt x="6666" y="119697"/>
                  </a:lnTo>
                  <a:lnTo>
                    <a:pt x="5268" y="124795"/>
                  </a:lnTo>
                  <a:lnTo>
                    <a:pt x="4032" y="129936"/>
                  </a:lnTo>
                  <a:lnTo>
                    <a:pt x="2960" y="135112"/>
                  </a:lnTo>
                  <a:lnTo>
                    <a:pt x="2052" y="140320"/>
                  </a:lnTo>
                  <a:lnTo>
                    <a:pt x="1308" y="145555"/>
                  </a:lnTo>
                  <a:lnTo>
                    <a:pt x="731" y="150810"/>
                  </a:lnTo>
                  <a:lnTo>
                    <a:pt x="320" y="156080"/>
                  </a:lnTo>
                  <a:lnTo>
                    <a:pt x="76" y="161361"/>
                  </a:lnTo>
                  <a:lnTo>
                    <a:pt x="0" y="166647"/>
                  </a:lnTo>
                  <a:lnTo>
                    <a:pt x="90" y="171933"/>
                  </a:lnTo>
                  <a:lnTo>
                    <a:pt x="347" y="177214"/>
                  </a:lnTo>
                  <a:lnTo>
                    <a:pt x="772" y="182483"/>
                  </a:lnTo>
                  <a:lnTo>
                    <a:pt x="1362" y="187737"/>
                  </a:lnTo>
                  <a:lnTo>
                    <a:pt x="2119" y="192969"/>
                  </a:lnTo>
                  <a:lnTo>
                    <a:pt x="3040" y="198175"/>
                  </a:lnTo>
                  <a:lnTo>
                    <a:pt x="4126" y="203349"/>
                  </a:lnTo>
                  <a:lnTo>
                    <a:pt x="5375" y="208486"/>
                  </a:lnTo>
                  <a:lnTo>
                    <a:pt x="6786" y="213581"/>
                  </a:lnTo>
                  <a:lnTo>
                    <a:pt x="8357" y="218628"/>
                  </a:lnTo>
                  <a:lnTo>
                    <a:pt x="10086" y="223624"/>
                  </a:lnTo>
                  <a:lnTo>
                    <a:pt x="11973" y="228562"/>
                  </a:lnTo>
                  <a:lnTo>
                    <a:pt x="14016" y="233439"/>
                  </a:lnTo>
                  <a:lnTo>
                    <a:pt x="16211" y="238248"/>
                  </a:lnTo>
                  <a:lnTo>
                    <a:pt x="18557" y="242986"/>
                  </a:lnTo>
                  <a:lnTo>
                    <a:pt x="21052" y="247646"/>
                  </a:lnTo>
                  <a:lnTo>
                    <a:pt x="23693" y="252226"/>
                  </a:lnTo>
                  <a:lnTo>
                    <a:pt x="26478" y="256720"/>
                  </a:lnTo>
                  <a:lnTo>
                    <a:pt x="29403" y="261123"/>
                  </a:lnTo>
                  <a:lnTo>
                    <a:pt x="32466" y="265432"/>
                  </a:lnTo>
                  <a:lnTo>
                    <a:pt x="35664" y="269642"/>
                  </a:lnTo>
                  <a:lnTo>
                    <a:pt x="38993" y="273749"/>
                  </a:lnTo>
                  <a:lnTo>
                    <a:pt x="42451" y="277748"/>
                  </a:lnTo>
                  <a:lnTo>
                    <a:pt x="46033" y="281636"/>
                  </a:lnTo>
                  <a:lnTo>
                    <a:pt x="49736" y="285409"/>
                  </a:lnTo>
                  <a:lnTo>
                    <a:pt x="53557" y="289063"/>
                  </a:lnTo>
                  <a:lnTo>
                    <a:pt x="57492" y="292594"/>
                  </a:lnTo>
                  <a:lnTo>
                    <a:pt x="61536" y="295999"/>
                  </a:lnTo>
                  <a:lnTo>
                    <a:pt x="65686" y="299274"/>
                  </a:lnTo>
                  <a:lnTo>
                    <a:pt x="69937" y="302416"/>
                  </a:lnTo>
                  <a:lnTo>
                    <a:pt x="74285" y="305423"/>
                  </a:lnTo>
                  <a:lnTo>
                    <a:pt x="78727" y="308290"/>
                  </a:lnTo>
                  <a:lnTo>
                    <a:pt x="83257" y="311016"/>
                  </a:lnTo>
                  <a:lnTo>
                    <a:pt x="87870" y="313597"/>
                  </a:lnTo>
                  <a:lnTo>
                    <a:pt x="92564" y="316031"/>
                  </a:lnTo>
                  <a:lnTo>
                    <a:pt x="97331" y="318315"/>
                  </a:lnTo>
                  <a:lnTo>
                    <a:pt x="102169" y="320447"/>
                  </a:lnTo>
                  <a:lnTo>
                    <a:pt x="107071" y="322426"/>
                  </a:lnTo>
                  <a:lnTo>
                    <a:pt x="112034" y="324248"/>
                  </a:lnTo>
                  <a:lnTo>
                    <a:pt x="117052" y="325912"/>
                  </a:lnTo>
                  <a:lnTo>
                    <a:pt x="122120" y="327417"/>
                  </a:lnTo>
                  <a:lnTo>
                    <a:pt x="127233" y="328761"/>
                  </a:lnTo>
                  <a:lnTo>
                    <a:pt x="132386" y="329943"/>
                  </a:lnTo>
                  <a:lnTo>
                    <a:pt x="137573" y="330961"/>
                  </a:lnTo>
                  <a:lnTo>
                    <a:pt x="142791" y="331814"/>
                  </a:lnTo>
                  <a:lnTo>
                    <a:pt x="148032" y="332503"/>
                  </a:lnTo>
                  <a:lnTo>
                    <a:pt x="153293" y="333025"/>
                  </a:lnTo>
                  <a:lnTo>
                    <a:pt x="158568" y="333380"/>
                  </a:lnTo>
                  <a:lnTo>
                    <a:pt x="163851" y="333568"/>
                  </a:lnTo>
                  <a:lnTo>
                    <a:pt x="169138" y="333590"/>
                  </a:lnTo>
                  <a:lnTo>
                    <a:pt x="174422" y="333444"/>
                  </a:lnTo>
                  <a:lnTo>
                    <a:pt x="179700" y="333131"/>
                  </a:lnTo>
                  <a:lnTo>
                    <a:pt x="184964" y="332651"/>
                  </a:lnTo>
                  <a:lnTo>
                    <a:pt x="190212" y="332005"/>
                  </a:lnTo>
                  <a:lnTo>
                    <a:pt x="195436" y="331194"/>
                  </a:lnTo>
                  <a:lnTo>
                    <a:pt x="200631" y="330217"/>
                  </a:lnTo>
                  <a:lnTo>
                    <a:pt x="205793" y="329077"/>
                  </a:lnTo>
                  <a:lnTo>
                    <a:pt x="210917" y="327775"/>
                  </a:lnTo>
                  <a:lnTo>
                    <a:pt x="215997" y="326311"/>
                  </a:lnTo>
                  <a:lnTo>
                    <a:pt x="221028" y="324687"/>
                  </a:lnTo>
                  <a:lnTo>
                    <a:pt x="226005" y="322904"/>
                  </a:lnTo>
                  <a:lnTo>
                    <a:pt x="230923" y="320965"/>
                  </a:lnTo>
                  <a:lnTo>
                    <a:pt x="235778" y="318872"/>
                  </a:lnTo>
                  <a:lnTo>
                    <a:pt x="240564" y="316626"/>
                  </a:lnTo>
                  <a:lnTo>
                    <a:pt x="245276" y="314230"/>
                  </a:lnTo>
                  <a:lnTo>
                    <a:pt x="249911" y="311687"/>
                  </a:lnTo>
                  <a:lnTo>
                    <a:pt x="254463" y="308998"/>
                  </a:lnTo>
                  <a:lnTo>
                    <a:pt x="258927" y="306166"/>
                  </a:lnTo>
                  <a:lnTo>
                    <a:pt x="263299" y="303194"/>
                  </a:lnTo>
                  <a:lnTo>
                    <a:pt x="267576" y="300086"/>
                  </a:lnTo>
                  <a:lnTo>
                    <a:pt x="271752" y="296844"/>
                  </a:lnTo>
                  <a:lnTo>
                    <a:pt x="275823" y="293472"/>
                  </a:lnTo>
                  <a:lnTo>
                    <a:pt x="279786" y="289973"/>
                  </a:lnTo>
                  <a:lnTo>
                    <a:pt x="283636" y="286350"/>
                  </a:lnTo>
                  <a:lnTo>
                    <a:pt x="287370" y="282607"/>
                  </a:lnTo>
                  <a:lnTo>
                    <a:pt x="290983" y="278748"/>
                  </a:lnTo>
                  <a:lnTo>
                    <a:pt x="294473" y="274777"/>
                  </a:lnTo>
                  <a:lnTo>
                    <a:pt x="297835" y="270697"/>
                  </a:lnTo>
                  <a:lnTo>
                    <a:pt x="301066" y="266513"/>
                  </a:lnTo>
                  <a:lnTo>
                    <a:pt x="304164" y="262229"/>
                  </a:lnTo>
                  <a:lnTo>
                    <a:pt x="307125" y="257849"/>
                  </a:lnTo>
                  <a:lnTo>
                    <a:pt x="309945" y="253378"/>
                  </a:lnTo>
                  <a:lnTo>
                    <a:pt x="312623" y="248819"/>
                  </a:lnTo>
                  <a:lnTo>
                    <a:pt x="315156" y="244179"/>
                  </a:lnTo>
                  <a:lnTo>
                    <a:pt x="317540" y="239460"/>
                  </a:lnTo>
                  <a:lnTo>
                    <a:pt x="319774" y="234669"/>
                  </a:lnTo>
                  <a:lnTo>
                    <a:pt x="321855" y="229809"/>
                  </a:lnTo>
                  <a:lnTo>
                    <a:pt x="323782" y="224886"/>
                  </a:lnTo>
                  <a:lnTo>
                    <a:pt x="325552" y="219905"/>
                  </a:lnTo>
                  <a:lnTo>
                    <a:pt x="327163" y="214870"/>
                  </a:lnTo>
                  <a:lnTo>
                    <a:pt x="328615" y="209786"/>
                  </a:lnTo>
                  <a:lnTo>
                    <a:pt x="329905" y="204659"/>
                  </a:lnTo>
                  <a:lnTo>
                    <a:pt x="331032" y="199494"/>
                  </a:lnTo>
                  <a:lnTo>
                    <a:pt x="331996" y="194296"/>
                  </a:lnTo>
                  <a:lnTo>
                    <a:pt x="332795" y="189070"/>
                  </a:lnTo>
                  <a:lnTo>
                    <a:pt x="333427" y="183822"/>
                  </a:lnTo>
                  <a:lnTo>
                    <a:pt x="333894" y="178556"/>
                  </a:lnTo>
                  <a:lnTo>
                    <a:pt x="334194" y="173277"/>
                  </a:lnTo>
                  <a:lnTo>
                    <a:pt x="334327" y="167992"/>
                  </a:lnTo>
                  <a:lnTo>
                    <a:pt x="334293" y="162706"/>
                  </a:lnTo>
                  <a:lnTo>
                    <a:pt x="334091" y="157423"/>
                  </a:lnTo>
                  <a:lnTo>
                    <a:pt x="333723" y="152149"/>
                  </a:lnTo>
                  <a:lnTo>
                    <a:pt x="333188" y="146890"/>
                  </a:lnTo>
                  <a:lnTo>
                    <a:pt x="332487" y="141650"/>
                  </a:lnTo>
                  <a:lnTo>
                    <a:pt x="331620" y="136435"/>
                  </a:lnTo>
                  <a:lnTo>
                    <a:pt x="330590" y="131250"/>
                  </a:lnTo>
                  <a:lnTo>
                    <a:pt x="329395" y="126100"/>
                  </a:lnTo>
                  <a:lnTo>
                    <a:pt x="328039" y="120990"/>
                  </a:lnTo>
                  <a:lnTo>
                    <a:pt x="326521" y="115926"/>
                  </a:lnTo>
                  <a:lnTo>
                    <a:pt x="324845" y="110912"/>
                  </a:lnTo>
                  <a:lnTo>
                    <a:pt x="323010" y="105954"/>
                  </a:lnTo>
                  <a:lnTo>
                    <a:pt x="321020" y="101056"/>
                  </a:lnTo>
                  <a:lnTo>
                    <a:pt x="318876" y="96224"/>
                  </a:lnTo>
                  <a:lnTo>
                    <a:pt x="316580" y="91462"/>
                  </a:lnTo>
                  <a:lnTo>
                    <a:pt x="314134" y="86775"/>
                  </a:lnTo>
                  <a:lnTo>
                    <a:pt x="311542" y="82167"/>
                  </a:lnTo>
                  <a:lnTo>
                    <a:pt x="308805" y="77644"/>
                  </a:lnTo>
                  <a:lnTo>
                    <a:pt x="305927" y="73210"/>
                  </a:lnTo>
                  <a:lnTo>
                    <a:pt x="302909" y="68869"/>
                  </a:lnTo>
                  <a:lnTo>
                    <a:pt x="299756" y="64625"/>
                  </a:lnTo>
                  <a:lnTo>
                    <a:pt x="296471" y="60484"/>
                  </a:lnTo>
                  <a:lnTo>
                    <a:pt x="293056" y="56448"/>
                  </a:lnTo>
                  <a:lnTo>
                    <a:pt x="289515" y="52522"/>
                  </a:lnTo>
                  <a:lnTo>
                    <a:pt x="285852" y="48710"/>
                  </a:lnTo>
                  <a:lnTo>
                    <a:pt x="282070" y="45016"/>
                  </a:lnTo>
                  <a:lnTo>
                    <a:pt x="278173" y="41444"/>
                  </a:lnTo>
                  <a:lnTo>
                    <a:pt x="274165" y="37996"/>
                  </a:lnTo>
                  <a:lnTo>
                    <a:pt x="270051" y="34677"/>
                  </a:lnTo>
                  <a:lnTo>
                    <a:pt x="265833" y="31490"/>
                  </a:lnTo>
                  <a:lnTo>
                    <a:pt x="261517" y="28437"/>
                  </a:lnTo>
                  <a:lnTo>
                    <a:pt x="257106" y="25523"/>
                  </a:lnTo>
                  <a:lnTo>
                    <a:pt x="252605" y="22749"/>
                  </a:lnTo>
                  <a:lnTo>
                    <a:pt x="248019" y="20119"/>
                  </a:lnTo>
                  <a:lnTo>
                    <a:pt x="243352" y="17636"/>
                  </a:lnTo>
                  <a:lnTo>
                    <a:pt x="238609" y="15301"/>
                  </a:lnTo>
                  <a:lnTo>
                    <a:pt x="233794" y="13118"/>
                  </a:lnTo>
                  <a:lnTo>
                    <a:pt x="228913" y="11088"/>
                  </a:lnTo>
                  <a:lnTo>
                    <a:pt x="223970" y="9213"/>
                  </a:lnTo>
                  <a:lnTo>
                    <a:pt x="218970" y="7495"/>
                  </a:lnTo>
                  <a:lnTo>
                    <a:pt x="213918" y="5937"/>
                  </a:lnTo>
                  <a:lnTo>
                    <a:pt x="208820" y="4539"/>
                  </a:lnTo>
                  <a:lnTo>
                    <a:pt x="203680" y="3303"/>
                  </a:lnTo>
                  <a:lnTo>
                    <a:pt x="198503" y="2230"/>
                  </a:lnTo>
                  <a:lnTo>
                    <a:pt x="193295" y="1321"/>
                  </a:lnTo>
                  <a:lnTo>
                    <a:pt x="188061" y="577"/>
                  </a:lnTo>
                  <a:lnTo>
                    <a:pt x="182806" y="0"/>
                  </a:lnTo>
                  <a:lnTo>
                    <a:pt x="167167" y="1664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45733" y="2406772"/>
              <a:ext cx="15639" cy="167167"/>
            </a:xfrm>
            <a:custGeom>
              <a:avLst/>
              <a:pathLst>
                <a:path w="15639" h="167167">
                  <a:moveTo>
                    <a:pt x="15639" y="73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330" y="2911194"/>
              <a:ext cx="3650" cy="167167"/>
            </a:xfrm>
            <a:custGeom>
              <a:avLst/>
              <a:pathLst>
                <a:path w="3650" h="167167">
                  <a:moveTo>
                    <a:pt x="3650" y="0"/>
                  </a:moveTo>
                  <a:lnTo>
                    <a:pt x="0" y="39"/>
                  </a:lnTo>
                  <a:lnTo>
                    <a:pt x="36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2330" y="2911234"/>
              <a:ext cx="3650" cy="167127"/>
            </a:xfrm>
            <a:custGeom>
              <a:avLst/>
              <a:pathLst>
                <a:path w="3650" h="167127">
                  <a:moveTo>
                    <a:pt x="0" y="0"/>
                  </a:moveTo>
                  <a:lnTo>
                    <a:pt x="3650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358813" y="2911234"/>
              <a:ext cx="334315" cy="334290"/>
            </a:xfrm>
            <a:custGeom>
              <a:avLst/>
              <a:pathLst>
                <a:path w="334315" h="334290">
                  <a:moveTo>
                    <a:pt x="163516" y="0"/>
                  </a:moveTo>
                  <a:lnTo>
                    <a:pt x="158239" y="198"/>
                  </a:lnTo>
                  <a:lnTo>
                    <a:pt x="152971" y="563"/>
                  </a:lnTo>
                  <a:lnTo>
                    <a:pt x="147718" y="1095"/>
                  </a:lnTo>
                  <a:lnTo>
                    <a:pt x="142483" y="1792"/>
                  </a:lnTo>
                  <a:lnTo>
                    <a:pt x="137273" y="2654"/>
                  </a:lnTo>
                  <a:lnTo>
                    <a:pt x="132093" y="3680"/>
                  </a:lnTo>
                  <a:lnTo>
                    <a:pt x="126948" y="4870"/>
                  </a:lnTo>
                  <a:lnTo>
                    <a:pt x="121843" y="6221"/>
                  </a:lnTo>
                  <a:lnTo>
                    <a:pt x="116784" y="7733"/>
                  </a:lnTo>
                  <a:lnTo>
                    <a:pt x="111774" y="9404"/>
                  </a:lnTo>
                  <a:lnTo>
                    <a:pt x="106820" y="11232"/>
                  </a:lnTo>
                  <a:lnTo>
                    <a:pt x="101926" y="13216"/>
                  </a:lnTo>
                  <a:lnTo>
                    <a:pt x="97098" y="15353"/>
                  </a:lnTo>
                  <a:lnTo>
                    <a:pt x="92339" y="17642"/>
                  </a:lnTo>
                  <a:lnTo>
                    <a:pt x="87655" y="20080"/>
                  </a:lnTo>
                  <a:lnTo>
                    <a:pt x="83050" y="22665"/>
                  </a:lnTo>
                  <a:lnTo>
                    <a:pt x="78529" y="25394"/>
                  </a:lnTo>
                  <a:lnTo>
                    <a:pt x="74096" y="28264"/>
                  </a:lnTo>
                  <a:lnTo>
                    <a:pt x="69757" y="31273"/>
                  </a:lnTo>
                  <a:lnTo>
                    <a:pt x="65515" y="34418"/>
                  </a:lnTo>
                  <a:lnTo>
                    <a:pt x="61374" y="37695"/>
                  </a:lnTo>
                  <a:lnTo>
                    <a:pt x="57338" y="41101"/>
                  </a:lnTo>
                  <a:lnTo>
                    <a:pt x="53412" y="44633"/>
                  </a:lnTo>
                  <a:lnTo>
                    <a:pt x="49600" y="48287"/>
                  </a:lnTo>
                  <a:lnTo>
                    <a:pt x="45905" y="52059"/>
                  </a:lnTo>
                  <a:lnTo>
                    <a:pt x="42331" y="55947"/>
                  </a:lnTo>
                  <a:lnTo>
                    <a:pt x="38882" y="59945"/>
                  </a:lnTo>
                  <a:lnTo>
                    <a:pt x="35561" y="64051"/>
                  </a:lnTo>
                  <a:lnTo>
                    <a:pt x="32371" y="68259"/>
                  </a:lnTo>
                  <a:lnTo>
                    <a:pt x="29315" y="72566"/>
                  </a:lnTo>
                  <a:lnTo>
                    <a:pt x="26397" y="76967"/>
                  </a:lnTo>
                  <a:lnTo>
                    <a:pt x="23620" y="81458"/>
                  </a:lnTo>
                  <a:lnTo>
                    <a:pt x="20985" y="86035"/>
                  </a:lnTo>
                  <a:lnTo>
                    <a:pt x="18497" y="90693"/>
                  </a:lnTo>
                  <a:lnTo>
                    <a:pt x="16157" y="95427"/>
                  </a:lnTo>
                  <a:lnTo>
                    <a:pt x="13968" y="100232"/>
                  </a:lnTo>
                  <a:lnTo>
                    <a:pt x="11931" y="105104"/>
                  </a:lnTo>
                  <a:lnTo>
                    <a:pt x="10050" y="110038"/>
                  </a:lnTo>
                  <a:lnTo>
                    <a:pt x="8325" y="115029"/>
                  </a:lnTo>
                  <a:lnTo>
                    <a:pt x="6759" y="120072"/>
                  </a:lnTo>
                  <a:lnTo>
                    <a:pt x="5352" y="125162"/>
                  </a:lnTo>
                  <a:lnTo>
                    <a:pt x="4108" y="130294"/>
                  </a:lnTo>
                  <a:lnTo>
                    <a:pt x="3026" y="135463"/>
                  </a:lnTo>
                  <a:lnTo>
                    <a:pt x="2107" y="140663"/>
                  </a:lnTo>
                  <a:lnTo>
                    <a:pt x="1354" y="145890"/>
                  </a:lnTo>
                  <a:lnTo>
                    <a:pt x="766" y="151138"/>
                  </a:lnTo>
                  <a:lnTo>
                    <a:pt x="344" y="156401"/>
                  </a:lnTo>
                  <a:lnTo>
                    <a:pt x="88" y="161676"/>
                  </a:lnTo>
                  <a:lnTo>
                    <a:pt x="0" y="166956"/>
                  </a:lnTo>
                  <a:lnTo>
                    <a:pt x="77" y="172236"/>
                  </a:lnTo>
                  <a:lnTo>
                    <a:pt x="322" y="177511"/>
                  </a:lnTo>
                  <a:lnTo>
                    <a:pt x="733" y="182776"/>
                  </a:lnTo>
                  <a:lnTo>
                    <a:pt x="1311" y="188025"/>
                  </a:lnTo>
                  <a:lnTo>
                    <a:pt x="2054" y="193253"/>
                  </a:lnTo>
                  <a:lnTo>
                    <a:pt x="2961" y="198455"/>
                  </a:lnTo>
                  <a:lnTo>
                    <a:pt x="4033" y="203626"/>
                  </a:lnTo>
                  <a:lnTo>
                    <a:pt x="5267" y="208760"/>
                  </a:lnTo>
                  <a:lnTo>
                    <a:pt x="6663" y="213853"/>
                  </a:lnTo>
                  <a:lnTo>
                    <a:pt x="8218" y="218899"/>
                  </a:lnTo>
                  <a:lnTo>
                    <a:pt x="9933" y="223894"/>
                  </a:lnTo>
                  <a:lnTo>
                    <a:pt x="11804" y="228832"/>
                  </a:lnTo>
                  <a:lnTo>
                    <a:pt x="13831" y="233708"/>
                  </a:lnTo>
                  <a:lnTo>
                    <a:pt x="16010" y="238518"/>
                  </a:lnTo>
                  <a:lnTo>
                    <a:pt x="18341" y="243257"/>
                  </a:lnTo>
                  <a:lnTo>
                    <a:pt x="20820" y="247920"/>
                  </a:lnTo>
                  <a:lnTo>
                    <a:pt x="23444" y="252502"/>
                  </a:lnTo>
                  <a:lnTo>
                    <a:pt x="26213" y="256999"/>
                  </a:lnTo>
                  <a:lnTo>
                    <a:pt x="29122" y="261406"/>
                  </a:lnTo>
                  <a:lnTo>
                    <a:pt x="32168" y="265719"/>
                  </a:lnTo>
                  <a:lnTo>
                    <a:pt x="35350" y="269934"/>
                  </a:lnTo>
                  <a:lnTo>
                    <a:pt x="38663" y="274046"/>
                  </a:lnTo>
                  <a:lnTo>
                    <a:pt x="42104" y="278051"/>
                  </a:lnTo>
                  <a:lnTo>
                    <a:pt x="45670" y="281946"/>
                  </a:lnTo>
                  <a:lnTo>
                    <a:pt x="49357" y="285726"/>
                  </a:lnTo>
                  <a:lnTo>
                    <a:pt x="53162" y="289388"/>
                  </a:lnTo>
                  <a:lnTo>
                    <a:pt x="57080" y="292928"/>
                  </a:lnTo>
                  <a:lnTo>
                    <a:pt x="61109" y="296342"/>
                  </a:lnTo>
                  <a:lnTo>
                    <a:pt x="65243" y="299628"/>
                  </a:lnTo>
                  <a:lnTo>
                    <a:pt x="69479" y="302781"/>
                  </a:lnTo>
                  <a:lnTo>
                    <a:pt x="73812" y="305799"/>
                  </a:lnTo>
                  <a:lnTo>
                    <a:pt x="78239" y="308678"/>
                  </a:lnTo>
                  <a:lnTo>
                    <a:pt x="82754" y="311417"/>
                  </a:lnTo>
                  <a:lnTo>
                    <a:pt x="87354" y="314011"/>
                  </a:lnTo>
                  <a:lnTo>
                    <a:pt x="92033" y="316458"/>
                  </a:lnTo>
                  <a:lnTo>
                    <a:pt x="96787" y="318757"/>
                  </a:lnTo>
                  <a:lnTo>
                    <a:pt x="101611" y="320904"/>
                  </a:lnTo>
                  <a:lnTo>
                    <a:pt x="106501" y="322898"/>
                  </a:lnTo>
                  <a:lnTo>
                    <a:pt x="111451" y="324737"/>
                  </a:lnTo>
                  <a:lnTo>
                    <a:pt x="116457" y="326418"/>
                  </a:lnTo>
                  <a:lnTo>
                    <a:pt x="121514" y="327940"/>
                  </a:lnTo>
                  <a:lnTo>
                    <a:pt x="126616" y="329302"/>
                  </a:lnTo>
                  <a:lnTo>
                    <a:pt x="131759" y="330502"/>
                  </a:lnTo>
                  <a:lnTo>
                    <a:pt x="136936" y="331538"/>
                  </a:lnTo>
                  <a:lnTo>
                    <a:pt x="142144" y="332411"/>
                  </a:lnTo>
                  <a:lnTo>
                    <a:pt x="147377" y="333119"/>
                  </a:lnTo>
                  <a:lnTo>
                    <a:pt x="152630" y="333661"/>
                  </a:lnTo>
                  <a:lnTo>
                    <a:pt x="157898" y="334037"/>
                  </a:lnTo>
                  <a:lnTo>
                    <a:pt x="163174" y="334247"/>
                  </a:lnTo>
                  <a:lnTo>
                    <a:pt x="168455" y="334290"/>
                  </a:lnTo>
                  <a:lnTo>
                    <a:pt x="173734" y="334165"/>
                  </a:lnTo>
                  <a:lnTo>
                    <a:pt x="179006" y="333875"/>
                  </a:lnTo>
                  <a:lnTo>
                    <a:pt x="184267" y="333418"/>
                  </a:lnTo>
                  <a:lnTo>
                    <a:pt x="189511" y="332794"/>
                  </a:lnTo>
                  <a:lnTo>
                    <a:pt x="194733" y="332006"/>
                  </a:lnTo>
                  <a:lnTo>
                    <a:pt x="199927" y="331053"/>
                  </a:lnTo>
                  <a:lnTo>
                    <a:pt x="205088" y="329937"/>
                  </a:lnTo>
                  <a:lnTo>
                    <a:pt x="210211" y="328658"/>
                  </a:lnTo>
                  <a:lnTo>
                    <a:pt x="215292" y="327217"/>
                  </a:lnTo>
                  <a:lnTo>
                    <a:pt x="220324" y="325618"/>
                  </a:lnTo>
                  <a:lnTo>
                    <a:pt x="225304" y="323860"/>
                  </a:lnTo>
                  <a:lnTo>
                    <a:pt x="230225" y="321945"/>
                  </a:lnTo>
                  <a:lnTo>
                    <a:pt x="235084" y="319876"/>
                  </a:lnTo>
                  <a:lnTo>
                    <a:pt x="239874" y="317655"/>
                  </a:lnTo>
                  <a:lnTo>
                    <a:pt x="244593" y="315283"/>
                  </a:lnTo>
                  <a:lnTo>
                    <a:pt x="249233" y="312764"/>
                  </a:lnTo>
                  <a:lnTo>
                    <a:pt x="253792" y="310099"/>
                  </a:lnTo>
                  <a:lnTo>
                    <a:pt x="258265" y="307292"/>
                  </a:lnTo>
                  <a:lnTo>
                    <a:pt x="262647" y="304344"/>
                  </a:lnTo>
                  <a:lnTo>
                    <a:pt x="266933" y="301260"/>
                  </a:lnTo>
                  <a:lnTo>
                    <a:pt x="271120" y="298042"/>
                  </a:lnTo>
                  <a:lnTo>
                    <a:pt x="275203" y="294693"/>
                  </a:lnTo>
                  <a:lnTo>
                    <a:pt x="279178" y="291217"/>
                  </a:lnTo>
                  <a:lnTo>
                    <a:pt x="283042" y="287617"/>
                  </a:lnTo>
                  <a:lnTo>
                    <a:pt x="286790" y="283897"/>
                  </a:lnTo>
                  <a:lnTo>
                    <a:pt x="290418" y="280061"/>
                  </a:lnTo>
                  <a:lnTo>
                    <a:pt x="293924" y="276112"/>
                  </a:lnTo>
                  <a:lnTo>
                    <a:pt x="297303" y="272054"/>
                  </a:lnTo>
                  <a:lnTo>
                    <a:pt x="300552" y="267891"/>
                  </a:lnTo>
                  <a:lnTo>
                    <a:pt x="303668" y="263628"/>
                  </a:lnTo>
                  <a:lnTo>
                    <a:pt x="306648" y="259268"/>
                  </a:lnTo>
                  <a:lnTo>
                    <a:pt x="309489" y="254816"/>
                  </a:lnTo>
                  <a:lnTo>
                    <a:pt x="312187" y="250277"/>
                  </a:lnTo>
                  <a:lnTo>
                    <a:pt x="314741" y="245655"/>
                  </a:lnTo>
                  <a:lnTo>
                    <a:pt x="317148" y="240955"/>
                  </a:lnTo>
                  <a:lnTo>
                    <a:pt x="319405" y="236181"/>
                  </a:lnTo>
                  <a:lnTo>
                    <a:pt x="321510" y="231338"/>
                  </a:lnTo>
                  <a:lnTo>
                    <a:pt x="323461" y="226431"/>
                  </a:lnTo>
                  <a:lnTo>
                    <a:pt x="325257" y="221465"/>
                  </a:lnTo>
                  <a:lnTo>
                    <a:pt x="326894" y="216444"/>
                  </a:lnTo>
                  <a:lnTo>
                    <a:pt x="328372" y="211375"/>
                  </a:lnTo>
                  <a:lnTo>
                    <a:pt x="329689" y="206261"/>
                  </a:lnTo>
                  <a:lnTo>
                    <a:pt x="330844" y="201108"/>
                  </a:lnTo>
                  <a:lnTo>
                    <a:pt x="331836" y="195922"/>
                  </a:lnTo>
                  <a:lnTo>
                    <a:pt x="332663" y="190706"/>
                  </a:lnTo>
                  <a:lnTo>
                    <a:pt x="333325" y="185467"/>
                  </a:lnTo>
                  <a:lnTo>
                    <a:pt x="333822" y="180210"/>
                  </a:lnTo>
                  <a:lnTo>
                    <a:pt x="334152" y="174939"/>
                  </a:lnTo>
                  <a:lnTo>
                    <a:pt x="334315" y="169661"/>
                  </a:lnTo>
                  <a:lnTo>
                    <a:pt x="334312" y="164381"/>
                  </a:lnTo>
                  <a:lnTo>
                    <a:pt x="334142" y="159103"/>
                  </a:lnTo>
                  <a:lnTo>
                    <a:pt x="333805" y="153833"/>
                  </a:lnTo>
                  <a:lnTo>
                    <a:pt x="333302" y="148576"/>
                  </a:lnTo>
                  <a:lnTo>
                    <a:pt x="332633" y="143338"/>
                  </a:lnTo>
                  <a:lnTo>
                    <a:pt x="331799" y="138123"/>
                  </a:lnTo>
                  <a:lnTo>
                    <a:pt x="330801" y="132938"/>
                  </a:lnTo>
                  <a:lnTo>
                    <a:pt x="329639" y="127787"/>
                  </a:lnTo>
                  <a:lnTo>
                    <a:pt x="328316" y="122675"/>
                  </a:lnTo>
                  <a:lnTo>
                    <a:pt x="326831" y="117607"/>
                  </a:lnTo>
                  <a:lnTo>
                    <a:pt x="325187" y="112588"/>
                  </a:lnTo>
                  <a:lnTo>
                    <a:pt x="323386" y="107625"/>
                  </a:lnTo>
                  <a:lnTo>
                    <a:pt x="321429" y="102720"/>
                  </a:lnTo>
                  <a:lnTo>
                    <a:pt x="319317" y="97880"/>
                  </a:lnTo>
                  <a:lnTo>
                    <a:pt x="317054" y="93109"/>
                  </a:lnTo>
                  <a:lnTo>
                    <a:pt x="314642" y="88411"/>
                  </a:lnTo>
                  <a:lnTo>
                    <a:pt x="312082" y="83793"/>
                  </a:lnTo>
                  <a:lnTo>
                    <a:pt x="309377" y="79257"/>
                  </a:lnTo>
                  <a:lnTo>
                    <a:pt x="306531" y="74809"/>
                  </a:lnTo>
                  <a:lnTo>
                    <a:pt x="303546" y="70453"/>
                  </a:lnTo>
                  <a:lnTo>
                    <a:pt x="300424" y="66194"/>
                  </a:lnTo>
                  <a:lnTo>
                    <a:pt x="297170" y="62035"/>
                  </a:lnTo>
                  <a:lnTo>
                    <a:pt x="293785" y="57982"/>
                  </a:lnTo>
                  <a:lnTo>
                    <a:pt x="290275" y="54037"/>
                  </a:lnTo>
                  <a:lnTo>
                    <a:pt x="286641" y="50205"/>
                  </a:lnTo>
                  <a:lnTo>
                    <a:pt x="282889" y="46490"/>
                  </a:lnTo>
                  <a:lnTo>
                    <a:pt x="279021" y="42895"/>
                  </a:lnTo>
                  <a:lnTo>
                    <a:pt x="275041" y="39424"/>
                  </a:lnTo>
                  <a:lnTo>
                    <a:pt x="270954" y="36080"/>
                  </a:lnTo>
                  <a:lnTo>
                    <a:pt x="266763" y="32868"/>
                  </a:lnTo>
                  <a:lnTo>
                    <a:pt x="262472" y="29789"/>
                  </a:lnTo>
                  <a:lnTo>
                    <a:pt x="258087" y="26847"/>
                  </a:lnTo>
                  <a:lnTo>
                    <a:pt x="253611" y="24045"/>
                  </a:lnTo>
                  <a:lnTo>
                    <a:pt x="249048" y="21386"/>
                  </a:lnTo>
                  <a:lnTo>
                    <a:pt x="244404" y="18873"/>
                  </a:lnTo>
                  <a:lnTo>
                    <a:pt x="239683" y="16507"/>
                  </a:lnTo>
                  <a:lnTo>
                    <a:pt x="234890" y="14292"/>
                  </a:lnTo>
                  <a:lnTo>
                    <a:pt x="230028" y="12229"/>
                  </a:lnTo>
                  <a:lnTo>
                    <a:pt x="225105" y="10321"/>
                  </a:lnTo>
                  <a:lnTo>
                    <a:pt x="167167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2911194"/>
              <a:ext cx="57937" cy="167167"/>
            </a:xfrm>
            <a:custGeom>
              <a:avLst/>
              <a:pathLst>
                <a:path w="57937" h="167167">
                  <a:moveTo>
                    <a:pt x="57937" y="10361"/>
                  </a:moveTo>
                  <a:lnTo>
                    <a:pt x="52352" y="8409"/>
                  </a:lnTo>
                  <a:lnTo>
                    <a:pt x="46702" y="6656"/>
                  </a:lnTo>
                  <a:lnTo>
                    <a:pt x="40993" y="5104"/>
                  </a:lnTo>
                  <a:lnTo>
                    <a:pt x="35232" y="3755"/>
                  </a:lnTo>
                  <a:lnTo>
                    <a:pt x="29428" y="2610"/>
                  </a:lnTo>
                  <a:lnTo>
                    <a:pt x="23587" y="1672"/>
                  </a:lnTo>
                  <a:lnTo>
                    <a:pt x="17716" y="941"/>
                  </a:lnTo>
                  <a:lnTo>
                    <a:pt x="11823" y="418"/>
                  </a:lnTo>
                  <a:lnTo>
                    <a:pt x="5915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7575" y="3429590"/>
              <a:ext cx="18405" cy="167167"/>
            </a:xfrm>
            <a:custGeom>
              <a:avLst/>
              <a:pathLst>
                <a:path w="18405" h="167167">
                  <a:moveTo>
                    <a:pt x="18405" y="0"/>
                  </a:moveTo>
                  <a:lnTo>
                    <a:pt x="9188" y="254"/>
                  </a:lnTo>
                  <a:lnTo>
                    <a:pt x="0" y="1016"/>
                  </a:lnTo>
                  <a:lnTo>
                    <a:pt x="1840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07575" y="3430606"/>
              <a:ext cx="18405" cy="166151"/>
            </a:xfrm>
            <a:custGeom>
              <a:avLst/>
              <a:pathLst>
                <a:path w="18405" h="166151">
                  <a:moveTo>
                    <a:pt x="0" y="0"/>
                  </a:moveTo>
                  <a:lnTo>
                    <a:pt x="18405" y="1661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358813" y="3430606"/>
              <a:ext cx="334334" cy="333302"/>
            </a:xfrm>
            <a:custGeom>
              <a:avLst/>
              <a:pathLst>
                <a:path w="334334" h="333302">
                  <a:moveTo>
                    <a:pt x="148761" y="0"/>
                  </a:moveTo>
                  <a:lnTo>
                    <a:pt x="143501" y="667"/>
                  </a:lnTo>
                  <a:lnTo>
                    <a:pt x="138265" y="1501"/>
                  </a:lnTo>
                  <a:lnTo>
                    <a:pt x="133058" y="2500"/>
                  </a:lnTo>
                  <a:lnTo>
                    <a:pt x="127885" y="3664"/>
                  </a:lnTo>
                  <a:lnTo>
                    <a:pt x="122752" y="4991"/>
                  </a:lnTo>
                  <a:lnTo>
                    <a:pt x="117663" y="6481"/>
                  </a:lnTo>
                  <a:lnTo>
                    <a:pt x="112625" y="8131"/>
                  </a:lnTo>
                  <a:lnTo>
                    <a:pt x="107641" y="9941"/>
                  </a:lnTo>
                  <a:lnTo>
                    <a:pt x="102717" y="11907"/>
                  </a:lnTo>
                  <a:lnTo>
                    <a:pt x="97857" y="14028"/>
                  </a:lnTo>
                  <a:lnTo>
                    <a:pt x="93068" y="16303"/>
                  </a:lnTo>
                  <a:lnTo>
                    <a:pt x="88353" y="18728"/>
                  </a:lnTo>
                  <a:lnTo>
                    <a:pt x="83717" y="21302"/>
                  </a:lnTo>
                  <a:lnTo>
                    <a:pt x="79166" y="24021"/>
                  </a:lnTo>
                  <a:lnTo>
                    <a:pt x="74702" y="26884"/>
                  </a:lnTo>
                  <a:lnTo>
                    <a:pt x="70332" y="29886"/>
                  </a:lnTo>
                  <a:lnTo>
                    <a:pt x="66059" y="33026"/>
                  </a:lnTo>
                  <a:lnTo>
                    <a:pt x="61888" y="36299"/>
                  </a:lnTo>
                  <a:lnTo>
                    <a:pt x="57823" y="39703"/>
                  </a:lnTo>
                  <a:lnTo>
                    <a:pt x="53868" y="43234"/>
                  </a:lnTo>
                  <a:lnTo>
                    <a:pt x="50027" y="46889"/>
                  </a:lnTo>
                  <a:lnTo>
                    <a:pt x="46304" y="50664"/>
                  </a:lnTo>
                  <a:lnTo>
                    <a:pt x="42702" y="54555"/>
                  </a:lnTo>
                  <a:lnTo>
                    <a:pt x="39226" y="58559"/>
                  </a:lnTo>
                  <a:lnTo>
                    <a:pt x="35878" y="62670"/>
                  </a:lnTo>
                  <a:lnTo>
                    <a:pt x="32662" y="66886"/>
                  </a:lnTo>
                  <a:lnTo>
                    <a:pt x="29582" y="71202"/>
                  </a:lnTo>
                  <a:lnTo>
                    <a:pt x="26640" y="75613"/>
                  </a:lnTo>
                  <a:lnTo>
                    <a:pt x="23839" y="80115"/>
                  </a:lnTo>
                  <a:lnTo>
                    <a:pt x="21183" y="84704"/>
                  </a:lnTo>
                  <a:lnTo>
                    <a:pt x="18673" y="89374"/>
                  </a:lnTo>
                  <a:lnTo>
                    <a:pt x="16313" y="94122"/>
                  </a:lnTo>
                  <a:lnTo>
                    <a:pt x="14105" y="98942"/>
                  </a:lnTo>
                  <a:lnTo>
                    <a:pt x="12050" y="103830"/>
                  </a:lnTo>
                  <a:lnTo>
                    <a:pt x="10152" y="108781"/>
                  </a:lnTo>
                  <a:lnTo>
                    <a:pt x="8411" y="113790"/>
                  </a:lnTo>
                  <a:lnTo>
                    <a:pt x="6831" y="118851"/>
                  </a:lnTo>
                  <a:lnTo>
                    <a:pt x="5411" y="123959"/>
                  </a:lnTo>
                  <a:lnTo>
                    <a:pt x="4155" y="129110"/>
                  </a:lnTo>
                  <a:lnTo>
                    <a:pt x="3062" y="134299"/>
                  </a:lnTo>
                  <a:lnTo>
                    <a:pt x="2134" y="139519"/>
                  </a:lnTo>
                  <a:lnTo>
                    <a:pt x="1373" y="144766"/>
                  </a:lnTo>
                  <a:lnTo>
                    <a:pt x="778" y="150035"/>
                  </a:lnTo>
                  <a:lnTo>
                    <a:pt x="351" y="155320"/>
                  </a:lnTo>
                  <a:lnTo>
                    <a:pt x="91" y="160616"/>
                  </a:lnTo>
                  <a:lnTo>
                    <a:pt x="0" y="165917"/>
                  </a:lnTo>
                  <a:lnTo>
                    <a:pt x="76" y="171219"/>
                  </a:lnTo>
                  <a:lnTo>
                    <a:pt x="321" y="176515"/>
                  </a:lnTo>
                  <a:lnTo>
                    <a:pt x="734" y="181801"/>
                  </a:lnTo>
                  <a:lnTo>
                    <a:pt x="1314" y="187071"/>
                  </a:lnTo>
                  <a:lnTo>
                    <a:pt x="2061" y="192321"/>
                  </a:lnTo>
                  <a:lnTo>
                    <a:pt x="2974" y="197544"/>
                  </a:lnTo>
                  <a:lnTo>
                    <a:pt x="4052" y="202735"/>
                  </a:lnTo>
                  <a:lnTo>
                    <a:pt x="5294" y="207890"/>
                  </a:lnTo>
                  <a:lnTo>
                    <a:pt x="6699" y="213002"/>
                  </a:lnTo>
                  <a:lnTo>
                    <a:pt x="8266" y="218068"/>
                  </a:lnTo>
                  <a:lnTo>
                    <a:pt x="9992" y="223081"/>
                  </a:lnTo>
                  <a:lnTo>
                    <a:pt x="11877" y="228037"/>
                  </a:lnTo>
                  <a:lnTo>
                    <a:pt x="13917" y="232931"/>
                  </a:lnTo>
                  <a:lnTo>
                    <a:pt x="16112" y="237757"/>
                  </a:lnTo>
                  <a:lnTo>
                    <a:pt x="18459" y="242512"/>
                  </a:lnTo>
                  <a:lnTo>
                    <a:pt x="20956" y="247189"/>
                  </a:lnTo>
                  <a:lnTo>
                    <a:pt x="23599" y="251785"/>
                  </a:lnTo>
                  <a:lnTo>
                    <a:pt x="26387" y="256295"/>
                  </a:lnTo>
                  <a:lnTo>
                    <a:pt x="29317" y="260715"/>
                  </a:lnTo>
                  <a:lnTo>
                    <a:pt x="32385" y="265039"/>
                  </a:lnTo>
                  <a:lnTo>
                    <a:pt x="35589" y="269263"/>
                  </a:lnTo>
                  <a:lnTo>
                    <a:pt x="38925" y="273384"/>
                  </a:lnTo>
                  <a:lnTo>
                    <a:pt x="42391" y="277397"/>
                  </a:lnTo>
                  <a:lnTo>
                    <a:pt x="45981" y="281299"/>
                  </a:lnTo>
                  <a:lnTo>
                    <a:pt x="49694" y="285084"/>
                  </a:lnTo>
                  <a:lnTo>
                    <a:pt x="53525" y="288750"/>
                  </a:lnTo>
                  <a:lnTo>
                    <a:pt x="57470" y="292292"/>
                  </a:lnTo>
                  <a:lnTo>
                    <a:pt x="61526" y="295707"/>
                  </a:lnTo>
                  <a:lnTo>
                    <a:pt x="65688" y="298992"/>
                  </a:lnTo>
                  <a:lnTo>
                    <a:pt x="69952" y="302144"/>
                  </a:lnTo>
                  <a:lnTo>
                    <a:pt x="74313" y="305159"/>
                  </a:lnTo>
                  <a:lnTo>
                    <a:pt x="78769" y="308033"/>
                  </a:lnTo>
                  <a:lnTo>
                    <a:pt x="83313" y="310765"/>
                  </a:lnTo>
                  <a:lnTo>
                    <a:pt x="87941" y="313352"/>
                  </a:lnTo>
                  <a:lnTo>
                    <a:pt x="92649" y="315790"/>
                  </a:lnTo>
                  <a:lnTo>
                    <a:pt x="97432" y="318078"/>
                  </a:lnTo>
                  <a:lnTo>
                    <a:pt x="102286" y="320214"/>
                  </a:lnTo>
                  <a:lnTo>
                    <a:pt x="107204" y="322194"/>
                  </a:lnTo>
                  <a:lnTo>
                    <a:pt x="112183" y="324017"/>
                  </a:lnTo>
                  <a:lnTo>
                    <a:pt x="117217" y="325681"/>
                  </a:lnTo>
                  <a:lnTo>
                    <a:pt x="122302" y="327185"/>
                  </a:lnTo>
                  <a:lnTo>
                    <a:pt x="127431" y="328527"/>
                  </a:lnTo>
                  <a:lnTo>
                    <a:pt x="132601" y="329705"/>
                  </a:lnTo>
                  <a:lnTo>
                    <a:pt x="137805" y="330719"/>
                  </a:lnTo>
                  <a:lnTo>
                    <a:pt x="143039" y="331568"/>
                  </a:lnTo>
                  <a:lnTo>
                    <a:pt x="148297" y="332250"/>
                  </a:lnTo>
                  <a:lnTo>
                    <a:pt x="153574" y="332765"/>
                  </a:lnTo>
                  <a:lnTo>
                    <a:pt x="158865" y="333112"/>
                  </a:lnTo>
                  <a:lnTo>
                    <a:pt x="164164" y="333291"/>
                  </a:lnTo>
                  <a:lnTo>
                    <a:pt x="169466" y="333302"/>
                  </a:lnTo>
                  <a:lnTo>
                    <a:pt x="174766" y="333145"/>
                  </a:lnTo>
                  <a:lnTo>
                    <a:pt x="180058" y="332820"/>
                  </a:lnTo>
                  <a:lnTo>
                    <a:pt x="185337" y="332328"/>
                  </a:lnTo>
                  <a:lnTo>
                    <a:pt x="190598" y="331668"/>
                  </a:lnTo>
                  <a:lnTo>
                    <a:pt x="195836" y="330841"/>
                  </a:lnTo>
                  <a:lnTo>
                    <a:pt x="201044" y="329849"/>
                  </a:lnTo>
                  <a:lnTo>
                    <a:pt x="206219" y="328693"/>
                  </a:lnTo>
                  <a:lnTo>
                    <a:pt x="211354" y="327372"/>
                  </a:lnTo>
                  <a:lnTo>
                    <a:pt x="216444" y="325890"/>
                  </a:lnTo>
                  <a:lnTo>
                    <a:pt x="221486" y="324247"/>
                  </a:lnTo>
                  <a:lnTo>
                    <a:pt x="226472" y="322445"/>
                  </a:lnTo>
                  <a:lnTo>
                    <a:pt x="231399" y="320485"/>
                  </a:lnTo>
                  <a:lnTo>
                    <a:pt x="236261" y="318371"/>
                  </a:lnTo>
                  <a:lnTo>
                    <a:pt x="241054" y="316103"/>
                  </a:lnTo>
                  <a:lnTo>
                    <a:pt x="245772" y="313684"/>
                  </a:lnTo>
                  <a:lnTo>
                    <a:pt x="250411" y="311117"/>
                  </a:lnTo>
                  <a:lnTo>
                    <a:pt x="254967" y="308404"/>
                  </a:lnTo>
                  <a:lnTo>
                    <a:pt x="259434" y="305548"/>
                  </a:lnTo>
                  <a:lnTo>
                    <a:pt x="263809" y="302552"/>
                  </a:lnTo>
                  <a:lnTo>
                    <a:pt x="268086" y="299418"/>
                  </a:lnTo>
                  <a:lnTo>
                    <a:pt x="272261" y="296151"/>
                  </a:lnTo>
                  <a:lnTo>
                    <a:pt x="276331" y="292753"/>
                  </a:lnTo>
                  <a:lnTo>
                    <a:pt x="280291" y="289227"/>
                  </a:lnTo>
                  <a:lnTo>
                    <a:pt x="284138" y="285577"/>
                  </a:lnTo>
                  <a:lnTo>
                    <a:pt x="287866" y="281808"/>
                  </a:lnTo>
                  <a:lnTo>
                    <a:pt x="291474" y="277922"/>
                  </a:lnTo>
                  <a:lnTo>
                    <a:pt x="294956" y="273923"/>
                  </a:lnTo>
                  <a:lnTo>
                    <a:pt x="298309" y="269816"/>
                  </a:lnTo>
                  <a:lnTo>
                    <a:pt x="301531" y="265605"/>
                  </a:lnTo>
                  <a:lnTo>
                    <a:pt x="304617" y="261294"/>
                  </a:lnTo>
                  <a:lnTo>
                    <a:pt x="307566" y="256887"/>
                  </a:lnTo>
                  <a:lnTo>
                    <a:pt x="310373" y="252389"/>
                  </a:lnTo>
                  <a:lnTo>
                    <a:pt x="313036" y="247804"/>
                  </a:lnTo>
                  <a:lnTo>
                    <a:pt x="315552" y="243137"/>
                  </a:lnTo>
                  <a:lnTo>
                    <a:pt x="317919" y="238392"/>
                  </a:lnTo>
                  <a:lnTo>
                    <a:pt x="320134" y="233575"/>
                  </a:lnTo>
                  <a:lnTo>
                    <a:pt x="322195" y="228690"/>
                  </a:lnTo>
                  <a:lnTo>
                    <a:pt x="324100" y="223742"/>
                  </a:lnTo>
                  <a:lnTo>
                    <a:pt x="325848" y="218736"/>
                  </a:lnTo>
                  <a:lnTo>
                    <a:pt x="327436" y="213677"/>
                  </a:lnTo>
                  <a:lnTo>
                    <a:pt x="328862" y="208571"/>
                  </a:lnTo>
                  <a:lnTo>
                    <a:pt x="330126" y="203421"/>
                  </a:lnTo>
                  <a:lnTo>
                    <a:pt x="331226" y="198235"/>
                  </a:lnTo>
                  <a:lnTo>
                    <a:pt x="332161" y="193015"/>
                  </a:lnTo>
                  <a:lnTo>
                    <a:pt x="332930" y="187769"/>
                  </a:lnTo>
                  <a:lnTo>
                    <a:pt x="333533" y="182502"/>
                  </a:lnTo>
                  <a:lnTo>
                    <a:pt x="333968" y="177217"/>
                  </a:lnTo>
                  <a:lnTo>
                    <a:pt x="334235" y="171922"/>
                  </a:lnTo>
                  <a:lnTo>
                    <a:pt x="334334" y="166621"/>
                  </a:lnTo>
                  <a:lnTo>
                    <a:pt x="334264" y="161319"/>
                  </a:lnTo>
                  <a:lnTo>
                    <a:pt x="334027" y="156022"/>
                  </a:lnTo>
                  <a:lnTo>
                    <a:pt x="333622" y="150735"/>
                  </a:lnTo>
                  <a:lnTo>
                    <a:pt x="333049" y="145464"/>
                  </a:lnTo>
                  <a:lnTo>
                    <a:pt x="332310" y="140214"/>
                  </a:lnTo>
                  <a:lnTo>
                    <a:pt x="331404" y="134990"/>
                  </a:lnTo>
                  <a:lnTo>
                    <a:pt x="330333" y="129797"/>
                  </a:lnTo>
                  <a:lnTo>
                    <a:pt x="329098" y="124640"/>
                  </a:lnTo>
                  <a:lnTo>
                    <a:pt x="327701" y="119526"/>
                  </a:lnTo>
                  <a:lnTo>
                    <a:pt x="326141" y="114458"/>
                  </a:lnTo>
                  <a:lnTo>
                    <a:pt x="324422" y="109443"/>
                  </a:lnTo>
                  <a:lnTo>
                    <a:pt x="322544" y="104484"/>
                  </a:lnTo>
                  <a:lnTo>
                    <a:pt x="320510" y="99587"/>
                  </a:lnTo>
                  <a:lnTo>
                    <a:pt x="318322" y="94758"/>
                  </a:lnTo>
                  <a:lnTo>
                    <a:pt x="315982" y="90000"/>
                  </a:lnTo>
                  <a:lnTo>
                    <a:pt x="313492" y="85319"/>
                  </a:lnTo>
                  <a:lnTo>
                    <a:pt x="310855" y="80719"/>
                  </a:lnTo>
                  <a:lnTo>
                    <a:pt x="308074" y="76205"/>
                  </a:lnTo>
                  <a:lnTo>
                    <a:pt x="305150" y="71782"/>
                  </a:lnTo>
                  <a:lnTo>
                    <a:pt x="302088" y="67453"/>
                  </a:lnTo>
                  <a:lnTo>
                    <a:pt x="298890" y="63224"/>
                  </a:lnTo>
                  <a:lnTo>
                    <a:pt x="295560" y="59098"/>
                  </a:lnTo>
                  <a:lnTo>
                    <a:pt x="292100" y="55080"/>
                  </a:lnTo>
                  <a:lnTo>
                    <a:pt x="288515" y="51174"/>
                  </a:lnTo>
                  <a:lnTo>
                    <a:pt x="284807" y="47383"/>
                  </a:lnTo>
                  <a:lnTo>
                    <a:pt x="280982" y="43712"/>
                  </a:lnTo>
                  <a:lnTo>
                    <a:pt x="277042" y="40165"/>
                  </a:lnTo>
                  <a:lnTo>
                    <a:pt x="272991" y="36743"/>
                  </a:lnTo>
                  <a:lnTo>
                    <a:pt x="268834" y="33452"/>
                  </a:lnTo>
                  <a:lnTo>
                    <a:pt x="264574" y="30295"/>
                  </a:lnTo>
                  <a:lnTo>
                    <a:pt x="260217" y="27274"/>
                  </a:lnTo>
                  <a:lnTo>
                    <a:pt x="255765" y="24393"/>
                  </a:lnTo>
                  <a:lnTo>
                    <a:pt x="251225" y="21655"/>
                  </a:lnTo>
                  <a:lnTo>
                    <a:pt x="246600" y="19061"/>
                  </a:lnTo>
                  <a:lnTo>
                    <a:pt x="241896" y="16616"/>
                  </a:lnTo>
                  <a:lnTo>
                    <a:pt x="237116" y="14322"/>
                  </a:lnTo>
                  <a:lnTo>
                    <a:pt x="232266" y="12180"/>
                  </a:lnTo>
                  <a:lnTo>
                    <a:pt x="227350" y="10192"/>
                  </a:lnTo>
                  <a:lnTo>
                    <a:pt x="222374" y="8362"/>
                  </a:lnTo>
                  <a:lnTo>
                    <a:pt x="217342" y="6691"/>
                  </a:lnTo>
                  <a:lnTo>
                    <a:pt x="167167" y="166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429590"/>
              <a:ext cx="50175" cy="167167"/>
            </a:xfrm>
            <a:custGeom>
              <a:avLst/>
              <a:pathLst>
                <a:path w="50175" h="167167">
                  <a:moveTo>
                    <a:pt x="50175" y="7707"/>
                  </a:moveTo>
                  <a:lnTo>
                    <a:pt x="44063" y="5911"/>
                  </a:lnTo>
                  <a:lnTo>
                    <a:pt x="37888" y="4350"/>
                  </a:lnTo>
                  <a:lnTo>
                    <a:pt x="31658" y="3025"/>
                  </a:lnTo>
                  <a:lnTo>
                    <a:pt x="25381" y="1938"/>
                  </a:lnTo>
                  <a:lnTo>
                    <a:pt x="19068" y="1091"/>
                  </a:lnTo>
                  <a:lnTo>
                    <a:pt x="12727" y="485"/>
                  </a:lnTo>
                  <a:lnTo>
                    <a:pt x="6368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1831" y="3934012"/>
              <a:ext cx="3902" cy="167167"/>
            </a:xfrm>
            <a:custGeom>
              <a:avLst/>
              <a:pathLst>
                <a:path w="3902" h="167167">
                  <a:moveTo>
                    <a:pt x="3902" y="0"/>
                  </a:moveTo>
                  <a:lnTo>
                    <a:pt x="0" y="45"/>
                  </a:lnTo>
                  <a:lnTo>
                    <a:pt x="39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1831" y="3934058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478566" y="3934012"/>
              <a:ext cx="334326" cy="334323"/>
            </a:xfrm>
            <a:custGeom>
              <a:avLst/>
              <a:pathLst>
                <a:path w="334326" h="334323">
                  <a:moveTo>
                    <a:pt x="163264" y="45"/>
                  </a:moveTo>
                  <a:lnTo>
                    <a:pt x="157984" y="252"/>
                  </a:lnTo>
                  <a:lnTo>
                    <a:pt x="152712" y="626"/>
                  </a:lnTo>
                  <a:lnTo>
                    <a:pt x="147455" y="1166"/>
                  </a:lnTo>
                  <a:lnTo>
                    <a:pt x="142218" y="1872"/>
                  </a:lnTo>
                  <a:lnTo>
                    <a:pt x="137006" y="2743"/>
                  </a:lnTo>
                  <a:lnTo>
                    <a:pt x="131824" y="3778"/>
                  </a:lnTo>
                  <a:lnTo>
                    <a:pt x="126677" y="4977"/>
                  </a:lnTo>
                  <a:lnTo>
                    <a:pt x="121570" y="6338"/>
                  </a:lnTo>
                  <a:lnTo>
                    <a:pt x="116510" y="7860"/>
                  </a:lnTo>
                  <a:lnTo>
                    <a:pt x="111499" y="9540"/>
                  </a:lnTo>
                  <a:lnTo>
                    <a:pt x="106545" y="11379"/>
                  </a:lnTo>
                  <a:lnTo>
                    <a:pt x="101651" y="13373"/>
                  </a:lnTo>
                  <a:lnTo>
                    <a:pt x="96822" y="15521"/>
                  </a:lnTo>
                  <a:lnTo>
                    <a:pt x="92064" y="17820"/>
                  </a:lnTo>
                  <a:lnTo>
                    <a:pt x="87381" y="20268"/>
                  </a:lnTo>
                  <a:lnTo>
                    <a:pt x="82778" y="22864"/>
                  </a:lnTo>
                  <a:lnTo>
                    <a:pt x="78258" y="25603"/>
                  </a:lnTo>
                  <a:lnTo>
                    <a:pt x="73828" y="28484"/>
                  </a:lnTo>
                  <a:lnTo>
                    <a:pt x="69491" y="31504"/>
                  </a:lnTo>
                  <a:lnTo>
                    <a:pt x="65252" y="34659"/>
                  </a:lnTo>
                  <a:lnTo>
                    <a:pt x="61114" y="37947"/>
                  </a:lnTo>
                  <a:lnTo>
                    <a:pt x="57083" y="41363"/>
                  </a:lnTo>
                  <a:lnTo>
                    <a:pt x="53161" y="44906"/>
                  </a:lnTo>
                  <a:lnTo>
                    <a:pt x="49354" y="48571"/>
                  </a:lnTo>
                  <a:lnTo>
                    <a:pt x="45664" y="52354"/>
                  </a:lnTo>
                  <a:lnTo>
                    <a:pt x="42096" y="56252"/>
                  </a:lnTo>
                  <a:lnTo>
                    <a:pt x="38652" y="60261"/>
                  </a:lnTo>
                  <a:lnTo>
                    <a:pt x="35337" y="64376"/>
                  </a:lnTo>
                  <a:lnTo>
                    <a:pt x="32154" y="68594"/>
                  </a:lnTo>
                  <a:lnTo>
                    <a:pt x="29106" y="72911"/>
                  </a:lnTo>
                  <a:lnTo>
                    <a:pt x="26195" y="77322"/>
                  </a:lnTo>
                  <a:lnTo>
                    <a:pt x="23426" y="81823"/>
                  </a:lnTo>
                  <a:lnTo>
                    <a:pt x="20800" y="86409"/>
                  </a:lnTo>
                  <a:lnTo>
                    <a:pt x="18321" y="91076"/>
                  </a:lnTo>
                  <a:lnTo>
                    <a:pt x="15990" y="95819"/>
                  </a:lnTo>
                  <a:lnTo>
                    <a:pt x="13810" y="100633"/>
                  </a:lnTo>
                  <a:lnTo>
                    <a:pt x="11784" y="105514"/>
                  </a:lnTo>
                  <a:lnTo>
                    <a:pt x="9913" y="110456"/>
                  </a:lnTo>
                  <a:lnTo>
                    <a:pt x="8199" y="115455"/>
                  </a:lnTo>
                  <a:lnTo>
                    <a:pt x="6644" y="120506"/>
                  </a:lnTo>
                  <a:lnTo>
                    <a:pt x="5249" y="125603"/>
                  </a:lnTo>
                  <a:lnTo>
                    <a:pt x="4016" y="130742"/>
                  </a:lnTo>
                  <a:lnTo>
                    <a:pt x="2946" y="135917"/>
                  </a:lnTo>
                  <a:lnTo>
                    <a:pt x="2040" y="141123"/>
                  </a:lnTo>
                  <a:lnTo>
                    <a:pt x="1300" y="146356"/>
                  </a:lnTo>
                  <a:lnTo>
                    <a:pt x="725" y="151609"/>
                  </a:lnTo>
                  <a:lnTo>
                    <a:pt x="316" y="156878"/>
                  </a:lnTo>
                  <a:lnTo>
                    <a:pt x="74" y="162157"/>
                  </a:lnTo>
                  <a:lnTo>
                    <a:pt x="0" y="167441"/>
                  </a:lnTo>
                  <a:lnTo>
                    <a:pt x="92" y="172725"/>
                  </a:lnTo>
                  <a:lnTo>
                    <a:pt x="351" y="178003"/>
                  </a:lnTo>
                  <a:lnTo>
                    <a:pt x="777" y="183271"/>
                  </a:lnTo>
                  <a:lnTo>
                    <a:pt x="1369" y="188522"/>
                  </a:lnTo>
                  <a:lnTo>
                    <a:pt x="2127" y="193752"/>
                  </a:lnTo>
                  <a:lnTo>
                    <a:pt x="3050" y="198955"/>
                  </a:lnTo>
                  <a:lnTo>
                    <a:pt x="4136" y="204127"/>
                  </a:lnTo>
                  <a:lnTo>
                    <a:pt x="5386" y="209262"/>
                  </a:lnTo>
                  <a:lnTo>
                    <a:pt x="6797" y="214354"/>
                  </a:lnTo>
                  <a:lnTo>
                    <a:pt x="8369" y="219400"/>
                  </a:lnTo>
                  <a:lnTo>
                    <a:pt x="10100" y="224393"/>
                  </a:lnTo>
                  <a:lnTo>
                    <a:pt x="11987" y="229329"/>
                  </a:lnTo>
                  <a:lnTo>
                    <a:pt x="14029" y="234203"/>
                  </a:lnTo>
                  <a:lnTo>
                    <a:pt x="16225" y="239010"/>
                  </a:lnTo>
                  <a:lnTo>
                    <a:pt x="18571" y="243746"/>
                  </a:lnTo>
                  <a:lnTo>
                    <a:pt x="21066" y="248404"/>
                  </a:lnTo>
                  <a:lnTo>
                    <a:pt x="23707" y="252982"/>
                  </a:lnTo>
                  <a:lnTo>
                    <a:pt x="26491" y="257473"/>
                  </a:lnTo>
                  <a:lnTo>
                    <a:pt x="29416" y="261875"/>
                  </a:lnTo>
                  <a:lnTo>
                    <a:pt x="32478" y="266182"/>
                  </a:lnTo>
                  <a:lnTo>
                    <a:pt x="35675" y="270390"/>
                  </a:lnTo>
                  <a:lnTo>
                    <a:pt x="39004" y="274494"/>
                  </a:lnTo>
                  <a:lnTo>
                    <a:pt x="42460" y="278492"/>
                  </a:lnTo>
                  <a:lnTo>
                    <a:pt x="46041" y="282378"/>
                  </a:lnTo>
                  <a:lnTo>
                    <a:pt x="49743" y="286149"/>
                  </a:lnTo>
                  <a:lnTo>
                    <a:pt x="53563" y="289801"/>
                  </a:lnTo>
                  <a:lnTo>
                    <a:pt x="57496" y="293331"/>
                  </a:lnTo>
                  <a:lnTo>
                    <a:pt x="61539" y="296734"/>
                  </a:lnTo>
                  <a:lnTo>
                    <a:pt x="65687" y="300008"/>
                  </a:lnTo>
                  <a:lnTo>
                    <a:pt x="69937" y="303150"/>
                  </a:lnTo>
                  <a:lnTo>
                    <a:pt x="74284" y="306155"/>
                  </a:lnTo>
                  <a:lnTo>
                    <a:pt x="78723" y="309021"/>
                  </a:lnTo>
                  <a:lnTo>
                    <a:pt x="83251" y="311746"/>
                  </a:lnTo>
                  <a:lnTo>
                    <a:pt x="87863" y="314326"/>
                  </a:lnTo>
                  <a:lnTo>
                    <a:pt x="92554" y="316760"/>
                  </a:lnTo>
                  <a:lnTo>
                    <a:pt x="97320" y="319043"/>
                  </a:lnTo>
                  <a:lnTo>
                    <a:pt x="102156" y="321175"/>
                  </a:lnTo>
                  <a:lnTo>
                    <a:pt x="107056" y="323153"/>
                  </a:lnTo>
                  <a:lnTo>
                    <a:pt x="112017" y="324975"/>
                  </a:lnTo>
                  <a:lnTo>
                    <a:pt x="117032" y="326639"/>
                  </a:lnTo>
                  <a:lnTo>
                    <a:pt x="122098" y="328145"/>
                  </a:lnTo>
                  <a:lnTo>
                    <a:pt x="127209" y="329489"/>
                  </a:lnTo>
                  <a:lnTo>
                    <a:pt x="132360" y="330671"/>
                  </a:lnTo>
                  <a:lnTo>
                    <a:pt x="137545" y="331689"/>
                  </a:lnTo>
                  <a:lnTo>
                    <a:pt x="142760" y="332543"/>
                  </a:lnTo>
                  <a:lnTo>
                    <a:pt x="148000" y="333232"/>
                  </a:lnTo>
                  <a:lnTo>
                    <a:pt x="153259" y="333755"/>
                  </a:lnTo>
                  <a:lnTo>
                    <a:pt x="158531" y="334111"/>
                  </a:lnTo>
                  <a:lnTo>
                    <a:pt x="163812" y="334301"/>
                  </a:lnTo>
                  <a:lnTo>
                    <a:pt x="169097" y="334323"/>
                  </a:lnTo>
                  <a:lnTo>
                    <a:pt x="174380" y="334179"/>
                  </a:lnTo>
                  <a:lnTo>
                    <a:pt x="179655" y="333867"/>
                  </a:lnTo>
                  <a:lnTo>
                    <a:pt x="184918" y="333389"/>
                  </a:lnTo>
                  <a:lnTo>
                    <a:pt x="190163" y="332745"/>
                  </a:lnTo>
                  <a:lnTo>
                    <a:pt x="195386" y="331935"/>
                  </a:lnTo>
                  <a:lnTo>
                    <a:pt x="200580" y="330961"/>
                  </a:lnTo>
                  <a:lnTo>
                    <a:pt x="205740" y="329823"/>
                  </a:lnTo>
                  <a:lnTo>
                    <a:pt x="210862" y="328523"/>
                  </a:lnTo>
                  <a:lnTo>
                    <a:pt x="215941" y="327061"/>
                  </a:lnTo>
                  <a:lnTo>
                    <a:pt x="220970" y="325439"/>
                  </a:lnTo>
                  <a:lnTo>
                    <a:pt x="225946" y="323659"/>
                  </a:lnTo>
                  <a:lnTo>
                    <a:pt x="230864" y="321723"/>
                  </a:lnTo>
                  <a:lnTo>
                    <a:pt x="235717" y="319633"/>
                  </a:lnTo>
                  <a:lnTo>
                    <a:pt x="240502" y="317390"/>
                  </a:lnTo>
                  <a:lnTo>
                    <a:pt x="245214" y="314997"/>
                  </a:lnTo>
                  <a:lnTo>
                    <a:pt x="249847" y="312456"/>
                  </a:lnTo>
                  <a:lnTo>
                    <a:pt x="254399" y="309770"/>
                  </a:lnTo>
                  <a:lnTo>
                    <a:pt x="258862" y="306941"/>
                  </a:lnTo>
                  <a:lnTo>
                    <a:pt x="263235" y="303973"/>
                  </a:lnTo>
                  <a:lnTo>
                    <a:pt x="267511" y="300868"/>
                  </a:lnTo>
                  <a:lnTo>
                    <a:pt x="271687" y="297629"/>
                  </a:lnTo>
                  <a:lnTo>
                    <a:pt x="275759" y="294260"/>
                  </a:lnTo>
                  <a:lnTo>
                    <a:pt x="279722" y="290764"/>
                  </a:lnTo>
                  <a:lnTo>
                    <a:pt x="283572" y="287145"/>
                  </a:lnTo>
                  <a:lnTo>
                    <a:pt x="287306" y="283406"/>
                  </a:lnTo>
                  <a:lnTo>
                    <a:pt x="290920" y="279550"/>
                  </a:lnTo>
                  <a:lnTo>
                    <a:pt x="294411" y="275582"/>
                  </a:lnTo>
                  <a:lnTo>
                    <a:pt x="297774" y="271506"/>
                  </a:lnTo>
                  <a:lnTo>
                    <a:pt x="301007" y="267326"/>
                  </a:lnTo>
                  <a:lnTo>
                    <a:pt x="304106" y="263045"/>
                  </a:lnTo>
                  <a:lnTo>
                    <a:pt x="307068" y="258669"/>
                  </a:lnTo>
                  <a:lnTo>
                    <a:pt x="309891" y="254201"/>
                  </a:lnTo>
                  <a:lnTo>
                    <a:pt x="312570" y="249646"/>
                  </a:lnTo>
                  <a:lnTo>
                    <a:pt x="315105" y="245009"/>
                  </a:lnTo>
                  <a:lnTo>
                    <a:pt x="317491" y="240294"/>
                  </a:lnTo>
                  <a:lnTo>
                    <a:pt x="319728" y="235505"/>
                  </a:lnTo>
                  <a:lnTo>
                    <a:pt x="321811" y="230649"/>
                  </a:lnTo>
                  <a:lnTo>
                    <a:pt x="323741" y="225729"/>
                  </a:lnTo>
                  <a:lnTo>
                    <a:pt x="325514" y="220751"/>
                  </a:lnTo>
                  <a:lnTo>
                    <a:pt x="327128" y="215719"/>
                  </a:lnTo>
                  <a:lnTo>
                    <a:pt x="328583" y="210638"/>
                  </a:lnTo>
                  <a:lnTo>
                    <a:pt x="329876" y="205515"/>
                  </a:lnTo>
                  <a:lnTo>
                    <a:pt x="331007" y="200352"/>
                  </a:lnTo>
                  <a:lnTo>
                    <a:pt x="331974" y="195157"/>
                  </a:lnTo>
                  <a:lnTo>
                    <a:pt x="332777" y="189934"/>
                  </a:lnTo>
                  <a:lnTo>
                    <a:pt x="333413" y="184687"/>
                  </a:lnTo>
                  <a:lnTo>
                    <a:pt x="333884" y="179424"/>
                  </a:lnTo>
                  <a:lnTo>
                    <a:pt x="334188" y="174148"/>
                  </a:lnTo>
                  <a:lnTo>
                    <a:pt x="334326" y="168865"/>
                  </a:lnTo>
                  <a:lnTo>
                    <a:pt x="334296" y="163581"/>
                  </a:lnTo>
                  <a:lnTo>
                    <a:pt x="334099" y="158300"/>
                  </a:lnTo>
                  <a:lnTo>
                    <a:pt x="333735" y="153028"/>
                  </a:lnTo>
                  <a:lnTo>
                    <a:pt x="333205" y="147770"/>
                  </a:lnTo>
                  <a:lnTo>
                    <a:pt x="332509" y="142531"/>
                  </a:lnTo>
                  <a:lnTo>
                    <a:pt x="331648" y="137317"/>
                  </a:lnTo>
                  <a:lnTo>
                    <a:pt x="330622" y="132133"/>
                  </a:lnTo>
                  <a:lnTo>
                    <a:pt x="329433" y="126984"/>
                  </a:lnTo>
                  <a:lnTo>
                    <a:pt x="328082" y="121875"/>
                  </a:lnTo>
                  <a:lnTo>
                    <a:pt x="326570" y="116811"/>
                  </a:lnTo>
                  <a:lnTo>
                    <a:pt x="324898" y="111798"/>
                  </a:lnTo>
                  <a:lnTo>
                    <a:pt x="323069" y="106840"/>
                  </a:lnTo>
                  <a:lnTo>
                    <a:pt x="321084" y="101942"/>
                  </a:lnTo>
                  <a:lnTo>
                    <a:pt x="318946" y="97109"/>
                  </a:lnTo>
                  <a:lnTo>
                    <a:pt x="316656" y="92347"/>
                  </a:lnTo>
                  <a:lnTo>
                    <a:pt x="314216" y="87659"/>
                  </a:lnTo>
                  <a:lnTo>
                    <a:pt x="311629" y="83051"/>
                  </a:lnTo>
                  <a:lnTo>
                    <a:pt x="308898" y="78527"/>
                  </a:lnTo>
                  <a:lnTo>
                    <a:pt x="306026" y="74091"/>
                  </a:lnTo>
                  <a:lnTo>
                    <a:pt x="303014" y="69748"/>
                  </a:lnTo>
                  <a:lnTo>
                    <a:pt x="299867" y="65503"/>
                  </a:lnTo>
                  <a:lnTo>
                    <a:pt x="296587" y="61359"/>
                  </a:lnTo>
                  <a:lnTo>
                    <a:pt x="293178" y="57321"/>
                  </a:lnTo>
                  <a:lnTo>
                    <a:pt x="289643" y="53393"/>
                  </a:lnTo>
                  <a:lnTo>
                    <a:pt x="285986" y="49579"/>
                  </a:lnTo>
                  <a:lnTo>
                    <a:pt x="282209" y="45882"/>
                  </a:lnTo>
                  <a:lnTo>
                    <a:pt x="278318" y="42306"/>
                  </a:lnTo>
                  <a:lnTo>
                    <a:pt x="274316" y="38855"/>
                  </a:lnTo>
                  <a:lnTo>
                    <a:pt x="270207" y="35532"/>
                  </a:lnTo>
                  <a:lnTo>
                    <a:pt x="265994" y="32341"/>
                  </a:lnTo>
                  <a:lnTo>
                    <a:pt x="261683" y="29284"/>
                  </a:lnTo>
                  <a:lnTo>
                    <a:pt x="257278" y="26366"/>
                  </a:lnTo>
                  <a:lnTo>
                    <a:pt x="252782" y="23588"/>
                  </a:lnTo>
                  <a:lnTo>
                    <a:pt x="248201" y="20953"/>
                  </a:lnTo>
                  <a:lnTo>
                    <a:pt x="243539" y="18465"/>
                  </a:lnTo>
                  <a:lnTo>
                    <a:pt x="238800" y="16125"/>
                  </a:lnTo>
                  <a:lnTo>
                    <a:pt x="233990" y="13937"/>
                  </a:lnTo>
                  <a:lnTo>
                    <a:pt x="229114" y="11901"/>
                  </a:lnTo>
                  <a:lnTo>
                    <a:pt x="224175" y="10020"/>
                  </a:lnTo>
                  <a:lnTo>
                    <a:pt x="219179" y="8297"/>
                  </a:lnTo>
                  <a:lnTo>
                    <a:pt x="214131" y="6732"/>
                  </a:lnTo>
                  <a:lnTo>
                    <a:pt x="209037" y="5328"/>
                  </a:lnTo>
                  <a:lnTo>
                    <a:pt x="203900" y="4085"/>
                  </a:lnTo>
                  <a:lnTo>
                    <a:pt x="198727" y="3006"/>
                  </a:lnTo>
                  <a:lnTo>
                    <a:pt x="193523" y="2090"/>
                  </a:lnTo>
                  <a:lnTo>
                    <a:pt x="188291" y="1340"/>
                  </a:lnTo>
                  <a:lnTo>
                    <a:pt x="183039" y="755"/>
                  </a:lnTo>
                  <a:lnTo>
                    <a:pt x="177771" y="336"/>
                  </a:lnTo>
                  <a:lnTo>
                    <a:pt x="172493" y="84"/>
                  </a:lnTo>
                  <a:lnTo>
                    <a:pt x="167209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4881" y="4397268"/>
              <a:ext cx="3902" cy="167167"/>
            </a:xfrm>
            <a:custGeom>
              <a:avLst/>
              <a:pathLst>
                <a:path w="3902" h="167167">
                  <a:moveTo>
                    <a:pt x="3902" y="0"/>
                  </a:moveTo>
                  <a:lnTo>
                    <a:pt x="0" y="45"/>
                  </a:lnTo>
                  <a:lnTo>
                    <a:pt x="39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4881" y="4397313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4881" y="4397313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4881" y="4397313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4881" y="4397313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4881" y="4397313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4881" y="4397313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4881" y="4397313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4881" y="4397313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4881" y="4397313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4881" y="4397313"/>
              <a:ext cx="3902" cy="167121"/>
            </a:xfrm>
            <a:custGeom>
              <a:avLst/>
              <a:pathLst>
                <a:path w="3902" h="167121">
                  <a:moveTo>
                    <a:pt x="0" y="0"/>
                  </a:moveTo>
                  <a:lnTo>
                    <a:pt x="3902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11616" y="4397268"/>
              <a:ext cx="334324" cy="334324"/>
            </a:xfrm>
            <a:custGeom>
              <a:avLst/>
              <a:pathLst>
                <a:path w="334324" h="334324">
                  <a:moveTo>
                    <a:pt x="163264" y="45"/>
                  </a:moveTo>
                  <a:lnTo>
                    <a:pt x="157985" y="252"/>
                  </a:lnTo>
                  <a:lnTo>
                    <a:pt x="152715" y="625"/>
                  </a:lnTo>
                  <a:lnTo>
                    <a:pt x="147459" y="1165"/>
                  </a:lnTo>
                  <a:lnTo>
                    <a:pt x="142223" y="1871"/>
                  </a:lnTo>
                  <a:lnTo>
                    <a:pt x="137011" y="2742"/>
                  </a:lnTo>
                  <a:lnTo>
                    <a:pt x="131830" y="3777"/>
                  </a:lnTo>
                  <a:lnTo>
                    <a:pt x="126684" y="4975"/>
                  </a:lnTo>
                  <a:lnTo>
                    <a:pt x="121579" y="6335"/>
                  </a:lnTo>
                  <a:lnTo>
                    <a:pt x="116519" y="7856"/>
                  </a:lnTo>
                  <a:lnTo>
                    <a:pt x="111510" y="9537"/>
                  </a:lnTo>
                  <a:lnTo>
                    <a:pt x="106556" y="11374"/>
                  </a:lnTo>
                  <a:lnTo>
                    <a:pt x="101663" y="13367"/>
                  </a:lnTo>
                  <a:lnTo>
                    <a:pt x="96835" y="15514"/>
                  </a:lnTo>
                  <a:lnTo>
                    <a:pt x="92078" y="17813"/>
                  </a:lnTo>
                  <a:lnTo>
                    <a:pt x="87396" y="20260"/>
                  </a:lnTo>
                  <a:lnTo>
                    <a:pt x="82793" y="22855"/>
                  </a:lnTo>
                  <a:lnTo>
                    <a:pt x="78274" y="25593"/>
                  </a:lnTo>
                  <a:lnTo>
                    <a:pt x="73845" y="28473"/>
                  </a:lnTo>
                  <a:lnTo>
                    <a:pt x="69508" y="31491"/>
                  </a:lnTo>
                  <a:lnTo>
                    <a:pt x="65270" y="34645"/>
                  </a:lnTo>
                  <a:lnTo>
                    <a:pt x="61132" y="37932"/>
                  </a:lnTo>
                  <a:lnTo>
                    <a:pt x="57101" y="41347"/>
                  </a:lnTo>
                  <a:lnTo>
                    <a:pt x="53180" y="44888"/>
                  </a:lnTo>
                  <a:lnTo>
                    <a:pt x="49373" y="48552"/>
                  </a:lnTo>
                  <a:lnTo>
                    <a:pt x="45683" y="52334"/>
                  </a:lnTo>
                  <a:lnTo>
                    <a:pt x="42115" y="56230"/>
                  </a:lnTo>
                  <a:lnTo>
                    <a:pt x="38671" y="60237"/>
                  </a:lnTo>
                  <a:lnTo>
                    <a:pt x="35356" y="64352"/>
                  </a:lnTo>
                  <a:lnTo>
                    <a:pt x="32173" y="68568"/>
                  </a:lnTo>
                  <a:lnTo>
                    <a:pt x="29125" y="72884"/>
                  </a:lnTo>
                  <a:lnTo>
                    <a:pt x="26214" y="77293"/>
                  </a:lnTo>
                  <a:lnTo>
                    <a:pt x="23444" y="81793"/>
                  </a:lnTo>
                  <a:lnTo>
                    <a:pt x="20818" y="86377"/>
                  </a:lnTo>
                  <a:lnTo>
                    <a:pt x="18338" y="91042"/>
                  </a:lnTo>
                  <a:lnTo>
                    <a:pt x="16007" y="95784"/>
                  </a:lnTo>
                  <a:lnTo>
                    <a:pt x="13826" y="100596"/>
                  </a:lnTo>
                  <a:lnTo>
                    <a:pt x="11799" y="105476"/>
                  </a:lnTo>
                  <a:lnTo>
                    <a:pt x="9927" y="110416"/>
                  </a:lnTo>
                  <a:lnTo>
                    <a:pt x="8212" y="115414"/>
                  </a:lnTo>
                  <a:lnTo>
                    <a:pt x="6656" y="120463"/>
                  </a:lnTo>
                  <a:lnTo>
                    <a:pt x="5260" y="125559"/>
                  </a:lnTo>
                  <a:lnTo>
                    <a:pt x="4026" y="130696"/>
                  </a:lnTo>
                  <a:lnTo>
                    <a:pt x="2955" y="135870"/>
                  </a:lnTo>
                  <a:lnTo>
                    <a:pt x="2048" y="141075"/>
                  </a:lnTo>
                  <a:lnTo>
                    <a:pt x="1306" y="146306"/>
                  </a:lnTo>
                  <a:lnTo>
                    <a:pt x="730" y="151558"/>
                  </a:lnTo>
                  <a:lnTo>
                    <a:pt x="320" y="156826"/>
                  </a:lnTo>
                  <a:lnTo>
                    <a:pt x="76" y="162104"/>
                  </a:lnTo>
                  <a:lnTo>
                    <a:pt x="0" y="167387"/>
                  </a:lnTo>
                  <a:lnTo>
                    <a:pt x="90" y="172669"/>
                  </a:lnTo>
                  <a:lnTo>
                    <a:pt x="347" y="177947"/>
                  </a:lnTo>
                  <a:lnTo>
                    <a:pt x="771" y="183213"/>
                  </a:lnTo>
                  <a:lnTo>
                    <a:pt x="1361" y="188464"/>
                  </a:lnTo>
                  <a:lnTo>
                    <a:pt x="2117" y="193693"/>
                  </a:lnTo>
                  <a:lnTo>
                    <a:pt x="3038" y="198895"/>
                  </a:lnTo>
                  <a:lnTo>
                    <a:pt x="4123" y="204066"/>
                  </a:lnTo>
                  <a:lnTo>
                    <a:pt x="5370" y="209201"/>
                  </a:lnTo>
                  <a:lnTo>
                    <a:pt x="6779" y="214293"/>
                  </a:lnTo>
                  <a:lnTo>
                    <a:pt x="8349" y="219338"/>
                  </a:lnTo>
                  <a:lnTo>
                    <a:pt x="10077" y="224331"/>
                  </a:lnTo>
                  <a:lnTo>
                    <a:pt x="11962" y="229267"/>
                  </a:lnTo>
                  <a:lnTo>
                    <a:pt x="14002" y="234140"/>
                  </a:lnTo>
                  <a:lnTo>
                    <a:pt x="16195" y="238947"/>
                  </a:lnTo>
                  <a:lnTo>
                    <a:pt x="18539" y="243682"/>
                  </a:lnTo>
                  <a:lnTo>
                    <a:pt x="21031" y="248341"/>
                  </a:lnTo>
                  <a:lnTo>
                    <a:pt x="23669" y="252919"/>
                  </a:lnTo>
                  <a:lnTo>
                    <a:pt x="26451" y="257411"/>
                  </a:lnTo>
                  <a:lnTo>
                    <a:pt x="29373" y="261813"/>
                  </a:lnTo>
                  <a:lnTo>
                    <a:pt x="32433" y="266120"/>
                  </a:lnTo>
                  <a:lnTo>
                    <a:pt x="35627" y="270328"/>
                  </a:lnTo>
                  <a:lnTo>
                    <a:pt x="38953" y="274434"/>
                  </a:lnTo>
                  <a:lnTo>
                    <a:pt x="42407" y="278432"/>
                  </a:lnTo>
                  <a:lnTo>
                    <a:pt x="45986" y="282319"/>
                  </a:lnTo>
                  <a:lnTo>
                    <a:pt x="49685" y="286091"/>
                  </a:lnTo>
                  <a:lnTo>
                    <a:pt x="53502" y="289745"/>
                  </a:lnTo>
                  <a:lnTo>
                    <a:pt x="57433" y="293275"/>
                  </a:lnTo>
                  <a:lnTo>
                    <a:pt x="61473" y="296680"/>
                  </a:lnTo>
                  <a:lnTo>
                    <a:pt x="65619" y="299956"/>
                  </a:lnTo>
                  <a:lnTo>
                    <a:pt x="69866" y="303099"/>
                  </a:lnTo>
                  <a:lnTo>
                    <a:pt x="74210" y="306106"/>
                  </a:lnTo>
                  <a:lnTo>
                    <a:pt x="78647" y="308974"/>
                  </a:lnTo>
                  <a:lnTo>
                    <a:pt x="83173" y="311700"/>
                  </a:lnTo>
                  <a:lnTo>
                    <a:pt x="87782" y="314283"/>
                  </a:lnTo>
                  <a:lnTo>
                    <a:pt x="92471" y="316718"/>
                  </a:lnTo>
                  <a:lnTo>
                    <a:pt x="97235" y="319004"/>
                  </a:lnTo>
                  <a:lnTo>
                    <a:pt x="102068" y="321138"/>
                  </a:lnTo>
                  <a:lnTo>
                    <a:pt x="106966" y="323118"/>
                  </a:lnTo>
                  <a:lnTo>
                    <a:pt x="111925" y="324943"/>
                  </a:lnTo>
                  <a:lnTo>
                    <a:pt x="116939" y="326610"/>
                  </a:lnTo>
                  <a:lnTo>
                    <a:pt x="122002" y="328117"/>
                  </a:lnTo>
                  <a:lnTo>
                    <a:pt x="127111" y="329464"/>
                  </a:lnTo>
                  <a:lnTo>
                    <a:pt x="132260" y="330649"/>
                  </a:lnTo>
                  <a:lnTo>
                    <a:pt x="137444" y="331671"/>
                  </a:lnTo>
                  <a:lnTo>
                    <a:pt x="142658" y="332528"/>
                  </a:lnTo>
                  <a:lnTo>
                    <a:pt x="147896" y="333220"/>
                  </a:lnTo>
                  <a:lnTo>
                    <a:pt x="153153" y="333746"/>
                  </a:lnTo>
                  <a:lnTo>
                    <a:pt x="158424" y="334105"/>
                  </a:lnTo>
                  <a:lnTo>
                    <a:pt x="163704" y="334298"/>
                  </a:lnTo>
                  <a:lnTo>
                    <a:pt x="168988" y="334324"/>
                  </a:lnTo>
                  <a:lnTo>
                    <a:pt x="174269" y="334183"/>
                  </a:lnTo>
                  <a:lnTo>
                    <a:pt x="179544" y="333875"/>
                  </a:lnTo>
                  <a:lnTo>
                    <a:pt x="184806" y="333401"/>
                  </a:lnTo>
                  <a:lnTo>
                    <a:pt x="190051" y="332760"/>
                  </a:lnTo>
                  <a:lnTo>
                    <a:pt x="195272" y="331955"/>
                  </a:lnTo>
                  <a:lnTo>
                    <a:pt x="200466" y="330984"/>
                  </a:lnTo>
                  <a:lnTo>
                    <a:pt x="205626" y="329850"/>
                  </a:lnTo>
                  <a:lnTo>
                    <a:pt x="210748" y="328553"/>
                  </a:lnTo>
                  <a:lnTo>
                    <a:pt x="215827" y="327095"/>
                  </a:lnTo>
                  <a:lnTo>
                    <a:pt x="220856" y="325478"/>
                  </a:lnTo>
                  <a:lnTo>
                    <a:pt x="225833" y="323702"/>
                  </a:lnTo>
                  <a:lnTo>
                    <a:pt x="230750" y="321770"/>
                  </a:lnTo>
                  <a:lnTo>
                    <a:pt x="235604" y="319683"/>
                  </a:lnTo>
                  <a:lnTo>
                    <a:pt x="240390" y="317444"/>
                  </a:lnTo>
                  <a:lnTo>
                    <a:pt x="245102" y="315055"/>
                  </a:lnTo>
                  <a:lnTo>
                    <a:pt x="249737" y="312518"/>
                  </a:lnTo>
                  <a:lnTo>
                    <a:pt x="254289" y="309836"/>
                  </a:lnTo>
                  <a:lnTo>
                    <a:pt x="258754" y="307012"/>
                  </a:lnTo>
                  <a:lnTo>
                    <a:pt x="263128" y="304048"/>
                  </a:lnTo>
                  <a:lnTo>
                    <a:pt x="267406" y="300947"/>
                  </a:lnTo>
                  <a:lnTo>
                    <a:pt x="271584" y="297712"/>
                  </a:lnTo>
                  <a:lnTo>
                    <a:pt x="275657" y="294347"/>
                  </a:lnTo>
                  <a:lnTo>
                    <a:pt x="279622" y="290855"/>
                  </a:lnTo>
                  <a:lnTo>
                    <a:pt x="283475" y="287239"/>
                  </a:lnTo>
                  <a:lnTo>
                    <a:pt x="287211" y="283504"/>
                  </a:lnTo>
                  <a:lnTo>
                    <a:pt x="290828" y="279652"/>
                  </a:lnTo>
                  <a:lnTo>
                    <a:pt x="294321" y="275688"/>
                  </a:lnTo>
                  <a:lnTo>
                    <a:pt x="297687" y="271615"/>
                  </a:lnTo>
                  <a:lnTo>
                    <a:pt x="300922" y="267439"/>
                  </a:lnTo>
                  <a:lnTo>
                    <a:pt x="304024" y="263162"/>
                  </a:lnTo>
                  <a:lnTo>
                    <a:pt x="306989" y="258789"/>
                  </a:lnTo>
                  <a:lnTo>
                    <a:pt x="309815" y="254324"/>
                  </a:lnTo>
                  <a:lnTo>
                    <a:pt x="312498" y="249773"/>
                  </a:lnTo>
                  <a:lnTo>
                    <a:pt x="315036" y="245139"/>
                  </a:lnTo>
                  <a:lnTo>
                    <a:pt x="317426" y="240427"/>
                  </a:lnTo>
                  <a:lnTo>
                    <a:pt x="319667" y="235641"/>
                  </a:lnTo>
                  <a:lnTo>
                    <a:pt x="321754" y="230788"/>
                  </a:lnTo>
                  <a:lnTo>
                    <a:pt x="323688" y="225871"/>
                  </a:lnTo>
                  <a:lnTo>
                    <a:pt x="325465" y="220895"/>
                  </a:lnTo>
                  <a:lnTo>
                    <a:pt x="327084" y="215866"/>
                  </a:lnTo>
                  <a:lnTo>
                    <a:pt x="328543" y="210788"/>
                  </a:lnTo>
                  <a:lnTo>
                    <a:pt x="329841" y="205666"/>
                  </a:lnTo>
                  <a:lnTo>
                    <a:pt x="330976" y="200506"/>
                  </a:lnTo>
                  <a:lnTo>
                    <a:pt x="331948" y="195313"/>
                  </a:lnTo>
                  <a:lnTo>
                    <a:pt x="332755" y="190091"/>
                  </a:lnTo>
                  <a:lnTo>
                    <a:pt x="333397" y="184847"/>
                  </a:lnTo>
                  <a:lnTo>
                    <a:pt x="333872" y="179585"/>
                  </a:lnTo>
                  <a:lnTo>
                    <a:pt x="334182" y="174310"/>
                  </a:lnTo>
                  <a:lnTo>
                    <a:pt x="334324" y="169029"/>
                  </a:lnTo>
                  <a:lnTo>
                    <a:pt x="334299" y="163745"/>
                  </a:lnTo>
                  <a:lnTo>
                    <a:pt x="334108" y="158465"/>
                  </a:lnTo>
                  <a:lnTo>
                    <a:pt x="333749" y="153194"/>
                  </a:lnTo>
                  <a:lnTo>
                    <a:pt x="333224" y="147936"/>
                  </a:lnTo>
                  <a:lnTo>
                    <a:pt x="332534" y="142698"/>
                  </a:lnTo>
                  <a:lnTo>
                    <a:pt x="331678" y="137484"/>
                  </a:lnTo>
                  <a:lnTo>
                    <a:pt x="330658" y="132300"/>
                  </a:lnTo>
                  <a:lnTo>
                    <a:pt x="329474" y="127151"/>
                  </a:lnTo>
                  <a:lnTo>
                    <a:pt x="328129" y="122042"/>
                  </a:lnTo>
                  <a:lnTo>
                    <a:pt x="326622" y="116978"/>
                  </a:lnTo>
                  <a:lnTo>
                    <a:pt x="324956" y="111964"/>
                  </a:lnTo>
                  <a:lnTo>
                    <a:pt x="323133" y="107005"/>
                  </a:lnTo>
                  <a:lnTo>
                    <a:pt x="321154" y="102106"/>
                  </a:lnTo>
                  <a:lnTo>
                    <a:pt x="319021" y="97272"/>
                  </a:lnTo>
                  <a:lnTo>
                    <a:pt x="316736" y="92508"/>
                  </a:lnTo>
                  <a:lnTo>
                    <a:pt x="314302" y="87819"/>
                  </a:lnTo>
                  <a:lnTo>
                    <a:pt x="311721" y="83208"/>
                  </a:lnTo>
                  <a:lnTo>
                    <a:pt x="308996" y="78682"/>
                  </a:lnTo>
                  <a:lnTo>
                    <a:pt x="306128" y="74244"/>
                  </a:lnTo>
                  <a:lnTo>
                    <a:pt x="303122" y="69899"/>
                  </a:lnTo>
                  <a:lnTo>
                    <a:pt x="299981" y="65651"/>
                  </a:lnTo>
                  <a:lnTo>
                    <a:pt x="296706" y="61505"/>
                  </a:lnTo>
                  <a:lnTo>
                    <a:pt x="293302" y="57464"/>
                  </a:lnTo>
                  <a:lnTo>
                    <a:pt x="289773" y="53532"/>
                  </a:lnTo>
                  <a:lnTo>
                    <a:pt x="286120" y="49714"/>
                  </a:lnTo>
                  <a:lnTo>
                    <a:pt x="282349" y="46014"/>
                  </a:lnTo>
                  <a:lnTo>
                    <a:pt x="278463" y="42434"/>
                  </a:lnTo>
                  <a:lnTo>
                    <a:pt x="274465" y="38980"/>
                  </a:lnTo>
                  <a:lnTo>
                    <a:pt x="270361" y="35653"/>
                  </a:lnTo>
                  <a:lnTo>
                    <a:pt x="266153" y="32457"/>
                  </a:lnTo>
                  <a:lnTo>
                    <a:pt x="261847" y="29396"/>
                  </a:lnTo>
                  <a:lnTo>
                    <a:pt x="257445" y="26473"/>
                  </a:lnTo>
                  <a:lnTo>
                    <a:pt x="252954" y="23690"/>
                  </a:lnTo>
                  <a:lnTo>
                    <a:pt x="248377" y="21051"/>
                  </a:lnTo>
                  <a:lnTo>
                    <a:pt x="243719" y="18557"/>
                  </a:lnTo>
                  <a:lnTo>
                    <a:pt x="238984" y="16212"/>
                  </a:lnTo>
                  <a:lnTo>
                    <a:pt x="234178" y="14018"/>
                  </a:lnTo>
                  <a:lnTo>
                    <a:pt x="229305" y="11977"/>
                  </a:lnTo>
                  <a:lnTo>
                    <a:pt x="224369" y="10091"/>
                  </a:lnTo>
                  <a:lnTo>
                    <a:pt x="219377" y="8362"/>
                  </a:lnTo>
                  <a:lnTo>
                    <a:pt x="214332" y="6791"/>
                  </a:lnTo>
                  <a:lnTo>
                    <a:pt x="209240" y="5381"/>
                  </a:lnTo>
                  <a:lnTo>
                    <a:pt x="204107" y="4132"/>
                  </a:lnTo>
                  <a:lnTo>
                    <a:pt x="198936" y="3046"/>
                  </a:lnTo>
                  <a:lnTo>
                    <a:pt x="193733" y="2124"/>
                  </a:lnTo>
                  <a:lnTo>
                    <a:pt x="188504" y="1367"/>
                  </a:lnTo>
                  <a:lnTo>
                    <a:pt x="183254" y="775"/>
                  </a:lnTo>
                  <a:lnTo>
                    <a:pt x="177988" y="350"/>
                  </a:lnTo>
                  <a:lnTo>
                    <a:pt x="172711" y="91"/>
                  </a:lnTo>
                  <a:lnTo>
                    <a:pt x="167428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878783" y="4397268"/>
              <a:ext cx="260" cy="167167"/>
            </a:xfrm>
            <a:custGeom>
              <a:avLst/>
              <a:pathLst>
                <a:path w="260" h="167167">
                  <a:moveTo>
                    <a:pt x="260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843" y="4794382"/>
              <a:ext cx="722" cy="167167"/>
            </a:xfrm>
            <a:custGeom>
              <a:avLst/>
              <a:pathLst>
                <a:path w="722" h="167167">
                  <a:moveTo>
                    <a:pt x="722" y="0"/>
                  </a:moveTo>
                  <a:lnTo>
                    <a:pt x="0" y="1"/>
                  </a:lnTo>
                  <a:lnTo>
                    <a:pt x="72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843" y="4794384"/>
              <a:ext cx="722" cy="167165"/>
            </a:xfrm>
            <a:custGeom>
              <a:avLst/>
              <a:pathLst>
                <a:path w="722" h="167165">
                  <a:moveTo>
                    <a:pt x="0" y="0"/>
                  </a:moveTo>
                  <a:lnTo>
                    <a:pt x="722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843" y="4794384"/>
              <a:ext cx="722" cy="167165"/>
            </a:xfrm>
            <a:custGeom>
              <a:avLst/>
              <a:pathLst>
                <a:path w="722" h="167165">
                  <a:moveTo>
                    <a:pt x="0" y="0"/>
                  </a:moveTo>
                  <a:lnTo>
                    <a:pt x="722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843" y="4794384"/>
              <a:ext cx="722" cy="167165"/>
            </a:xfrm>
            <a:custGeom>
              <a:avLst/>
              <a:pathLst>
                <a:path w="722" h="167165">
                  <a:moveTo>
                    <a:pt x="0" y="0"/>
                  </a:moveTo>
                  <a:lnTo>
                    <a:pt x="722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843" y="4794384"/>
              <a:ext cx="722" cy="167165"/>
            </a:xfrm>
            <a:custGeom>
              <a:avLst/>
              <a:pathLst>
                <a:path w="722" h="167165">
                  <a:moveTo>
                    <a:pt x="0" y="0"/>
                  </a:moveTo>
                  <a:lnTo>
                    <a:pt x="72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843" y="4794384"/>
              <a:ext cx="722" cy="167165"/>
            </a:xfrm>
            <a:custGeom>
              <a:avLst/>
              <a:pathLst>
                <a:path w="722" h="167165">
                  <a:moveTo>
                    <a:pt x="0" y="0"/>
                  </a:moveTo>
                  <a:lnTo>
                    <a:pt x="72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843" y="4794384"/>
              <a:ext cx="722" cy="167165"/>
            </a:xfrm>
            <a:custGeom>
              <a:avLst/>
              <a:pathLst>
                <a:path w="722" h="167165">
                  <a:moveTo>
                    <a:pt x="0" y="0"/>
                  </a:moveTo>
                  <a:lnTo>
                    <a:pt x="72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843" y="4794384"/>
              <a:ext cx="722" cy="167165"/>
            </a:xfrm>
            <a:custGeom>
              <a:avLst/>
              <a:pathLst>
                <a:path w="722" h="167165">
                  <a:moveTo>
                    <a:pt x="0" y="0"/>
                  </a:moveTo>
                  <a:lnTo>
                    <a:pt x="72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211843" y="4794384"/>
              <a:ext cx="722" cy="167165"/>
            </a:xfrm>
            <a:custGeom>
              <a:avLst/>
              <a:pathLst>
                <a:path w="722" h="167165">
                  <a:moveTo>
                    <a:pt x="0" y="0"/>
                  </a:moveTo>
                  <a:lnTo>
                    <a:pt x="722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211843" y="4794384"/>
              <a:ext cx="722" cy="167165"/>
            </a:xfrm>
            <a:custGeom>
              <a:avLst/>
              <a:pathLst>
                <a:path w="722" h="167165">
                  <a:moveTo>
                    <a:pt x="0" y="0"/>
                  </a:moveTo>
                  <a:lnTo>
                    <a:pt x="722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072576" y="4794384"/>
              <a:ext cx="139989" cy="167165"/>
            </a:xfrm>
            <a:custGeom>
              <a:avLst/>
              <a:pathLst>
                <a:path w="139989" h="167165">
                  <a:moveTo>
                    <a:pt x="139267" y="0"/>
                  </a:moveTo>
                  <a:lnTo>
                    <a:pt x="133761" y="114"/>
                  </a:lnTo>
                  <a:lnTo>
                    <a:pt x="128263" y="410"/>
                  </a:lnTo>
                  <a:lnTo>
                    <a:pt x="122777" y="886"/>
                  </a:lnTo>
                  <a:lnTo>
                    <a:pt x="117310" y="1544"/>
                  </a:lnTo>
                  <a:lnTo>
                    <a:pt x="111868" y="2380"/>
                  </a:lnTo>
                  <a:lnTo>
                    <a:pt x="106456" y="3396"/>
                  </a:lnTo>
                  <a:lnTo>
                    <a:pt x="101080" y="4589"/>
                  </a:lnTo>
                  <a:lnTo>
                    <a:pt x="95747" y="5959"/>
                  </a:lnTo>
                  <a:lnTo>
                    <a:pt x="90461" y="7503"/>
                  </a:lnTo>
                  <a:lnTo>
                    <a:pt x="85230" y="9221"/>
                  </a:lnTo>
                  <a:lnTo>
                    <a:pt x="80058" y="11110"/>
                  </a:lnTo>
                  <a:lnTo>
                    <a:pt x="74951" y="13169"/>
                  </a:lnTo>
                  <a:lnTo>
                    <a:pt x="69914" y="15395"/>
                  </a:lnTo>
                  <a:lnTo>
                    <a:pt x="64953" y="17785"/>
                  </a:lnTo>
                  <a:lnTo>
                    <a:pt x="60074" y="20337"/>
                  </a:lnTo>
                  <a:lnTo>
                    <a:pt x="55282" y="23049"/>
                  </a:lnTo>
                  <a:lnTo>
                    <a:pt x="50581" y="25917"/>
                  </a:lnTo>
                  <a:lnTo>
                    <a:pt x="45978" y="28938"/>
                  </a:lnTo>
                  <a:lnTo>
                    <a:pt x="41476" y="32109"/>
                  </a:lnTo>
                  <a:lnTo>
                    <a:pt x="37082" y="35427"/>
                  </a:lnTo>
                  <a:lnTo>
                    <a:pt x="32799" y="38888"/>
                  </a:lnTo>
                  <a:lnTo>
                    <a:pt x="28632" y="42488"/>
                  </a:lnTo>
                  <a:lnTo>
                    <a:pt x="24586" y="46223"/>
                  </a:lnTo>
                  <a:lnTo>
                    <a:pt x="20666" y="50089"/>
                  </a:lnTo>
                  <a:lnTo>
                    <a:pt x="16874" y="54083"/>
                  </a:lnTo>
                  <a:lnTo>
                    <a:pt x="13217" y="58199"/>
                  </a:lnTo>
                  <a:lnTo>
                    <a:pt x="9697" y="62433"/>
                  </a:lnTo>
                  <a:lnTo>
                    <a:pt x="6318" y="66781"/>
                  </a:lnTo>
                  <a:lnTo>
                    <a:pt x="3085" y="71238"/>
                  </a:lnTo>
                  <a:lnTo>
                    <a:pt x="0" y="75799"/>
                  </a:lnTo>
                  <a:lnTo>
                    <a:pt x="139989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45404" y="4794382"/>
              <a:ext cx="334314" cy="334332"/>
            </a:xfrm>
            <a:custGeom>
              <a:avLst/>
              <a:pathLst>
                <a:path w="334314" h="334332">
                  <a:moveTo>
                    <a:pt x="27172" y="75801"/>
                  </a:moveTo>
                  <a:lnTo>
                    <a:pt x="24348" y="80281"/>
                  </a:lnTo>
                  <a:lnTo>
                    <a:pt x="21667" y="84848"/>
                  </a:lnTo>
                  <a:lnTo>
                    <a:pt x="19133" y="89498"/>
                  </a:lnTo>
                  <a:lnTo>
                    <a:pt x="16747" y="94226"/>
                  </a:lnTo>
                  <a:lnTo>
                    <a:pt x="14512" y="99027"/>
                  </a:lnTo>
                  <a:lnTo>
                    <a:pt x="12430" y="103896"/>
                  </a:lnTo>
                  <a:lnTo>
                    <a:pt x="10504" y="108829"/>
                  </a:lnTo>
                  <a:lnTo>
                    <a:pt x="8735" y="113820"/>
                  </a:lnTo>
                  <a:lnTo>
                    <a:pt x="7124" y="118865"/>
                  </a:lnTo>
                  <a:lnTo>
                    <a:pt x="5675" y="123959"/>
                  </a:lnTo>
                  <a:lnTo>
                    <a:pt x="4387" y="129096"/>
                  </a:lnTo>
                  <a:lnTo>
                    <a:pt x="3263" y="134271"/>
                  </a:lnTo>
                  <a:lnTo>
                    <a:pt x="2303" y="139479"/>
                  </a:lnTo>
                  <a:lnTo>
                    <a:pt x="1509" y="144715"/>
                  </a:lnTo>
                  <a:lnTo>
                    <a:pt x="881" y="149973"/>
                  </a:lnTo>
                  <a:lnTo>
                    <a:pt x="420" y="155248"/>
                  </a:lnTo>
                  <a:lnTo>
                    <a:pt x="126" y="160536"/>
                  </a:lnTo>
                  <a:lnTo>
                    <a:pt x="0" y="165830"/>
                  </a:lnTo>
                  <a:lnTo>
                    <a:pt x="41" y="171126"/>
                  </a:lnTo>
                  <a:lnTo>
                    <a:pt x="250" y="176417"/>
                  </a:lnTo>
                  <a:lnTo>
                    <a:pt x="627" y="181700"/>
                  </a:lnTo>
                  <a:lnTo>
                    <a:pt x="1171" y="186967"/>
                  </a:lnTo>
                  <a:lnTo>
                    <a:pt x="1881" y="192215"/>
                  </a:lnTo>
                  <a:lnTo>
                    <a:pt x="2758" y="197438"/>
                  </a:lnTo>
                  <a:lnTo>
                    <a:pt x="3799" y="202630"/>
                  </a:lnTo>
                  <a:lnTo>
                    <a:pt x="5004" y="207787"/>
                  </a:lnTo>
                  <a:lnTo>
                    <a:pt x="6372" y="212903"/>
                  </a:lnTo>
                  <a:lnTo>
                    <a:pt x="7902" y="217973"/>
                  </a:lnTo>
                  <a:lnTo>
                    <a:pt x="9591" y="222992"/>
                  </a:lnTo>
                  <a:lnTo>
                    <a:pt x="11438" y="227955"/>
                  </a:lnTo>
                  <a:lnTo>
                    <a:pt x="13442" y="232857"/>
                  </a:lnTo>
                  <a:lnTo>
                    <a:pt x="15600" y="237693"/>
                  </a:lnTo>
                  <a:lnTo>
                    <a:pt x="17910" y="242459"/>
                  </a:lnTo>
                  <a:lnTo>
                    <a:pt x="20370" y="247149"/>
                  </a:lnTo>
                  <a:lnTo>
                    <a:pt x="22977" y="251758"/>
                  </a:lnTo>
                  <a:lnTo>
                    <a:pt x="25728" y="256283"/>
                  </a:lnTo>
                  <a:lnTo>
                    <a:pt x="28622" y="260718"/>
                  </a:lnTo>
                  <a:lnTo>
                    <a:pt x="31655" y="265059"/>
                  </a:lnTo>
                  <a:lnTo>
                    <a:pt x="34824" y="269302"/>
                  </a:lnTo>
                  <a:lnTo>
                    <a:pt x="38125" y="273443"/>
                  </a:lnTo>
                  <a:lnTo>
                    <a:pt x="41556" y="277477"/>
                  </a:lnTo>
                  <a:lnTo>
                    <a:pt x="45113" y="281400"/>
                  </a:lnTo>
                  <a:lnTo>
                    <a:pt x="48793" y="285209"/>
                  </a:lnTo>
                  <a:lnTo>
                    <a:pt x="52591" y="288899"/>
                  </a:lnTo>
                  <a:lnTo>
                    <a:pt x="56505" y="292467"/>
                  </a:lnTo>
                  <a:lnTo>
                    <a:pt x="60529" y="295909"/>
                  </a:lnTo>
                  <a:lnTo>
                    <a:pt x="64661" y="299222"/>
                  </a:lnTo>
                  <a:lnTo>
                    <a:pt x="68895" y="302402"/>
                  </a:lnTo>
                  <a:lnTo>
                    <a:pt x="73228" y="305447"/>
                  </a:lnTo>
                  <a:lnTo>
                    <a:pt x="77655" y="308353"/>
                  </a:lnTo>
                  <a:lnTo>
                    <a:pt x="82172" y="311117"/>
                  </a:lnTo>
                  <a:lnTo>
                    <a:pt x="86774" y="313737"/>
                  </a:lnTo>
                  <a:lnTo>
                    <a:pt x="91457" y="316210"/>
                  </a:lnTo>
                  <a:lnTo>
                    <a:pt x="96216" y="318533"/>
                  </a:lnTo>
                  <a:lnTo>
                    <a:pt x="101046" y="320704"/>
                  </a:lnTo>
                  <a:lnTo>
                    <a:pt x="105943" y="322721"/>
                  </a:lnTo>
                  <a:lnTo>
                    <a:pt x="110901" y="324583"/>
                  </a:lnTo>
                  <a:lnTo>
                    <a:pt x="115915" y="326286"/>
                  </a:lnTo>
                  <a:lnTo>
                    <a:pt x="120981" y="327829"/>
                  </a:lnTo>
                  <a:lnTo>
                    <a:pt x="126093" y="329211"/>
                  </a:lnTo>
                  <a:lnTo>
                    <a:pt x="131246" y="330431"/>
                  </a:lnTo>
                  <a:lnTo>
                    <a:pt x="136436" y="331486"/>
                  </a:lnTo>
                  <a:lnTo>
                    <a:pt x="141656" y="332377"/>
                  </a:lnTo>
                  <a:lnTo>
                    <a:pt x="146902" y="333102"/>
                  </a:lnTo>
                  <a:lnTo>
                    <a:pt x="152168" y="333661"/>
                  </a:lnTo>
                  <a:lnTo>
                    <a:pt x="157449" y="334052"/>
                  </a:lnTo>
                  <a:lnTo>
                    <a:pt x="162740" y="334276"/>
                  </a:lnTo>
                  <a:lnTo>
                    <a:pt x="168036" y="334332"/>
                  </a:lnTo>
                  <a:lnTo>
                    <a:pt x="173330" y="334221"/>
                  </a:lnTo>
                  <a:lnTo>
                    <a:pt x="178619" y="333941"/>
                  </a:lnTo>
                  <a:lnTo>
                    <a:pt x="183896" y="333495"/>
                  </a:lnTo>
                  <a:lnTo>
                    <a:pt x="189156" y="332881"/>
                  </a:lnTo>
                  <a:lnTo>
                    <a:pt x="194394" y="332101"/>
                  </a:lnTo>
                  <a:lnTo>
                    <a:pt x="199604" y="331156"/>
                  </a:lnTo>
                  <a:lnTo>
                    <a:pt x="204782" y="330046"/>
                  </a:lnTo>
                  <a:lnTo>
                    <a:pt x="209923" y="328773"/>
                  </a:lnTo>
                  <a:lnTo>
                    <a:pt x="215020" y="327337"/>
                  </a:lnTo>
                  <a:lnTo>
                    <a:pt x="220069" y="325741"/>
                  </a:lnTo>
                  <a:lnTo>
                    <a:pt x="225066" y="323985"/>
                  </a:lnTo>
                  <a:lnTo>
                    <a:pt x="230004" y="322073"/>
                  </a:lnTo>
                  <a:lnTo>
                    <a:pt x="234879" y="320004"/>
                  </a:lnTo>
                  <a:lnTo>
                    <a:pt x="239686" y="317783"/>
                  </a:lnTo>
                  <a:lnTo>
                    <a:pt x="244421" y="315410"/>
                  </a:lnTo>
                  <a:lnTo>
                    <a:pt x="249078" y="312888"/>
                  </a:lnTo>
                  <a:lnTo>
                    <a:pt x="253652" y="310221"/>
                  </a:lnTo>
                  <a:lnTo>
                    <a:pt x="258140" y="307409"/>
                  </a:lnTo>
                  <a:lnTo>
                    <a:pt x="262537" y="304457"/>
                  </a:lnTo>
                  <a:lnTo>
                    <a:pt x="266837" y="301367"/>
                  </a:lnTo>
                  <a:lnTo>
                    <a:pt x="271038" y="298143"/>
                  </a:lnTo>
                  <a:lnTo>
                    <a:pt x="275135" y="294787"/>
                  </a:lnTo>
                  <a:lnTo>
                    <a:pt x="279123" y="291302"/>
                  </a:lnTo>
                  <a:lnTo>
                    <a:pt x="282999" y="287694"/>
                  </a:lnTo>
                  <a:lnTo>
                    <a:pt x="286758" y="283964"/>
                  </a:lnTo>
                  <a:lnTo>
                    <a:pt x="290398" y="280117"/>
                  </a:lnTo>
                  <a:lnTo>
                    <a:pt x="293914" y="276157"/>
                  </a:lnTo>
                  <a:lnTo>
                    <a:pt x="297302" y="272087"/>
                  </a:lnTo>
                  <a:lnTo>
                    <a:pt x="300560" y="267913"/>
                  </a:lnTo>
                  <a:lnTo>
                    <a:pt x="303685" y="263637"/>
                  </a:lnTo>
                  <a:lnTo>
                    <a:pt x="306672" y="259264"/>
                  </a:lnTo>
                  <a:lnTo>
                    <a:pt x="309519" y="254799"/>
                  </a:lnTo>
                  <a:lnTo>
                    <a:pt x="312223" y="250245"/>
                  </a:lnTo>
                  <a:lnTo>
                    <a:pt x="314782" y="245609"/>
                  </a:lnTo>
                  <a:lnTo>
                    <a:pt x="317193" y="240894"/>
                  </a:lnTo>
                  <a:lnTo>
                    <a:pt x="319453" y="236104"/>
                  </a:lnTo>
                  <a:lnTo>
                    <a:pt x="321560" y="231246"/>
                  </a:lnTo>
                  <a:lnTo>
                    <a:pt x="323512" y="226323"/>
                  </a:lnTo>
                  <a:lnTo>
                    <a:pt x="325307" y="221341"/>
                  </a:lnTo>
                  <a:lnTo>
                    <a:pt x="326944" y="216305"/>
                  </a:lnTo>
                  <a:lnTo>
                    <a:pt x="328420" y="211219"/>
                  </a:lnTo>
                  <a:lnTo>
                    <a:pt x="329735" y="206089"/>
                  </a:lnTo>
                  <a:lnTo>
                    <a:pt x="330886" y="200920"/>
                  </a:lnTo>
                  <a:lnTo>
                    <a:pt x="331873" y="195717"/>
                  </a:lnTo>
                  <a:lnTo>
                    <a:pt x="332695" y="190485"/>
                  </a:lnTo>
                  <a:lnTo>
                    <a:pt x="333350" y="185230"/>
                  </a:lnTo>
                  <a:lnTo>
                    <a:pt x="333839" y="179957"/>
                  </a:lnTo>
                  <a:lnTo>
                    <a:pt x="334161" y="174671"/>
                  </a:lnTo>
                  <a:lnTo>
                    <a:pt x="334314" y="169378"/>
                  </a:lnTo>
                  <a:lnTo>
                    <a:pt x="334301" y="164082"/>
                  </a:lnTo>
                  <a:lnTo>
                    <a:pt x="334119" y="158789"/>
                  </a:lnTo>
                  <a:lnTo>
                    <a:pt x="333770" y="153505"/>
                  </a:lnTo>
                  <a:lnTo>
                    <a:pt x="333254" y="148235"/>
                  </a:lnTo>
                  <a:lnTo>
                    <a:pt x="332570" y="142983"/>
                  </a:lnTo>
                  <a:lnTo>
                    <a:pt x="331721" y="137756"/>
                  </a:lnTo>
                  <a:lnTo>
                    <a:pt x="330707" y="132558"/>
                  </a:lnTo>
                  <a:lnTo>
                    <a:pt x="329529" y="127395"/>
                  </a:lnTo>
                  <a:lnTo>
                    <a:pt x="328188" y="122272"/>
                  </a:lnTo>
                  <a:lnTo>
                    <a:pt x="326685" y="117194"/>
                  </a:lnTo>
                  <a:lnTo>
                    <a:pt x="325022" y="112167"/>
                  </a:lnTo>
                  <a:lnTo>
                    <a:pt x="323201" y="107194"/>
                  </a:lnTo>
                  <a:lnTo>
                    <a:pt x="321223" y="102281"/>
                  </a:lnTo>
                  <a:lnTo>
                    <a:pt x="319090" y="97434"/>
                  </a:lnTo>
                  <a:lnTo>
                    <a:pt x="316805" y="92657"/>
                  </a:lnTo>
                  <a:lnTo>
                    <a:pt x="314370" y="87954"/>
                  </a:lnTo>
                  <a:lnTo>
                    <a:pt x="311787" y="83331"/>
                  </a:lnTo>
                  <a:lnTo>
                    <a:pt x="309059" y="78792"/>
                  </a:lnTo>
                  <a:lnTo>
                    <a:pt x="306188" y="74342"/>
                  </a:lnTo>
                  <a:lnTo>
                    <a:pt x="303178" y="69985"/>
                  </a:lnTo>
                  <a:lnTo>
                    <a:pt x="300032" y="65725"/>
                  </a:lnTo>
                  <a:lnTo>
                    <a:pt x="296752" y="61567"/>
                  </a:lnTo>
                  <a:lnTo>
                    <a:pt x="293342" y="57515"/>
                  </a:lnTo>
                  <a:lnTo>
                    <a:pt x="289806" y="53574"/>
                  </a:lnTo>
                  <a:lnTo>
                    <a:pt x="286146" y="49746"/>
                  </a:lnTo>
                  <a:lnTo>
                    <a:pt x="282367" y="46036"/>
                  </a:lnTo>
                  <a:lnTo>
                    <a:pt x="278472" y="42448"/>
                  </a:lnTo>
                  <a:lnTo>
                    <a:pt x="274466" y="38984"/>
                  </a:lnTo>
                  <a:lnTo>
                    <a:pt x="270352" y="35650"/>
                  </a:lnTo>
                  <a:lnTo>
                    <a:pt x="266134" y="32447"/>
                  </a:lnTo>
                  <a:lnTo>
                    <a:pt x="261817" y="29380"/>
                  </a:lnTo>
                  <a:lnTo>
                    <a:pt x="257405" y="26451"/>
                  </a:lnTo>
                  <a:lnTo>
                    <a:pt x="252903" y="23663"/>
                  </a:lnTo>
                  <a:lnTo>
                    <a:pt x="248314" y="21019"/>
                  </a:lnTo>
                  <a:lnTo>
                    <a:pt x="243644" y="18522"/>
                  </a:lnTo>
                  <a:lnTo>
                    <a:pt x="238898" y="16174"/>
                  </a:lnTo>
                  <a:lnTo>
                    <a:pt x="234079" y="13977"/>
                  </a:lnTo>
                  <a:lnTo>
                    <a:pt x="229193" y="11935"/>
                  </a:lnTo>
                  <a:lnTo>
                    <a:pt x="224245" y="10048"/>
                  </a:lnTo>
                  <a:lnTo>
                    <a:pt x="219240" y="8318"/>
                  </a:lnTo>
                  <a:lnTo>
                    <a:pt x="214182" y="6749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10" y="5103947"/>
              <a:ext cx="77" cy="167167"/>
            </a:xfrm>
            <a:custGeom>
              <a:avLst/>
              <a:pathLst>
                <a:path w="77" h="167167">
                  <a:moveTo>
                    <a:pt x="0" y="0"/>
                  </a:moveTo>
                  <a:lnTo>
                    <a:pt x="7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10" y="5103947"/>
              <a:ext cx="77" cy="167167"/>
            </a:xfrm>
            <a:custGeom>
              <a:avLst/>
              <a:pathLst>
                <a:path w="77" h="167167">
                  <a:moveTo>
                    <a:pt x="0" y="0"/>
                  </a:moveTo>
                  <a:lnTo>
                    <a:pt x="7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0" y="5103947"/>
              <a:ext cx="77" cy="167167"/>
            </a:xfrm>
            <a:custGeom>
              <a:avLst/>
              <a:pathLst>
                <a:path w="77" h="167167">
                  <a:moveTo>
                    <a:pt x="0" y="0"/>
                  </a:moveTo>
                  <a:lnTo>
                    <a:pt x="7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0" y="5103947"/>
              <a:ext cx="77" cy="167167"/>
            </a:xfrm>
            <a:custGeom>
              <a:avLst/>
              <a:pathLst>
                <a:path w="77" h="167167">
                  <a:moveTo>
                    <a:pt x="0" y="0"/>
                  </a:moveTo>
                  <a:lnTo>
                    <a:pt x="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0" y="5103947"/>
              <a:ext cx="77" cy="167167"/>
            </a:xfrm>
            <a:custGeom>
              <a:avLst/>
              <a:pathLst>
                <a:path w="77" h="167167">
                  <a:moveTo>
                    <a:pt x="0" y="0"/>
                  </a:moveTo>
                  <a:lnTo>
                    <a:pt x="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0" y="5103947"/>
              <a:ext cx="77" cy="167167"/>
            </a:xfrm>
            <a:custGeom>
              <a:avLst/>
              <a:pathLst>
                <a:path w="77" h="167167">
                  <a:moveTo>
                    <a:pt x="0" y="0"/>
                  </a:moveTo>
                  <a:lnTo>
                    <a:pt x="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0" y="5103947"/>
              <a:ext cx="77" cy="167167"/>
            </a:xfrm>
            <a:custGeom>
              <a:avLst/>
              <a:pathLst>
                <a:path w="77" h="167167">
                  <a:moveTo>
                    <a:pt x="0" y="0"/>
                  </a:moveTo>
                  <a:lnTo>
                    <a:pt x="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10" y="5103947"/>
              <a:ext cx="77" cy="167167"/>
            </a:xfrm>
            <a:custGeom>
              <a:avLst/>
              <a:pathLst>
                <a:path w="77" h="167167">
                  <a:moveTo>
                    <a:pt x="0" y="0"/>
                  </a:moveTo>
                  <a:lnTo>
                    <a:pt x="7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10" y="5103947"/>
              <a:ext cx="77" cy="167167"/>
            </a:xfrm>
            <a:custGeom>
              <a:avLst/>
              <a:pathLst>
                <a:path w="77" h="167167">
                  <a:moveTo>
                    <a:pt x="0" y="0"/>
                  </a:moveTo>
                  <a:lnTo>
                    <a:pt x="7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61936" y="5103947"/>
              <a:ext cx="334314" cy="334332"/>
            </a:xfrm>
            <a:custGeom>
              <a:avLst/>
              <a:pathLst>
                <a:path w="334314" h="334332">
                  <a:moveTo>
                    <a:pt x="167074" y="0"/>
                  </a:moveTo>
                  <a:lnTo>
                    <a:pt x="161780" y="86"/>
                  </a:lnTo>
                  <a:lnTo>
                    <a:pt x="156491" y="340"/>
                  </a:lnTo>
                  <a:lnTo>
                    <a:pt x="151213" y="761"/>
                  </a:lnTo>
                  <a:lnTo>
                    <a:pt x="145951" y="1349"/>
                  </a:lnTo>
                  <a:lnTo>
                    <a:pt x="140710" y="2104"/>
                  </a:lnTo>
                  <a:lnTo>
                    <a:pt x="135496" y="3024"/>
                  </a:lnTo>
                  <a:lnTo>
                    <a:pt x="130313" y="4109"/>
                  </a:lnTo>
                  <a:lnTo>
                    <a:pt x="125168" y="5357"/>
                  </a:lnTo>
                  <a:lnTo>
                    <a:pt x="120065" y="6768"/>
                  </a:lnTo>
                  <a:lnTo>
                    <a:pt x="115008" y="8340"/>
                  </a:lnTo>
                  <a:lnTo>
                    <a:pt x="110004" y="10071"/>
                  </a:lnTo>
                  <a:lnTo>
                    <a:pt x="105058" y="11960"/>
                  </a:lnTo>
                  <a:lnTo>
                    <a:pt x="100174" y="14004"/>
                  </a:lnTo>
                  <a:lnTo>
                    <a:pt x="95357" y="16202"/>
                  </a:lnTo>
                  <a:lnTo>
                    <a:pt x="90612" y="18551"/>
                  </a:lnTo>
                  <a:lnTo>
                    <a:pt x="85943" y="21050"/>
                  </a:lnTo>
                  <a:lnTo>
                    <a:pt x="81357" y="23695"/>
                  </a:lnTo>
                  <a:lnTo>
                    <a:pt x="76856" y="26484"/>
                  </a:lnTo>
                  <a:lnTo>
                    <a:pt x="72446" y="29414"/>
                  </a:lnTo>
                  <a:lnTo>
                    <a:pt x="68131" y="32483"/>
                  </a:lnTo>
                  <a:lnTo>
                    <a:pt x="63915" y="35686"/>
                  </a:lnTo>
                  <a:lnTo>
                    <a:pt x="59803" y="39022"/>
                  </a:lnTo>
                  <a:lnTo>
                    <a:pt x="55798" y="42486"/>
                  </a:lnTo>
                  <a:lnTo>
                    <a:pt x="51906" y="46075"/>
                  </a:lnTo>
                  <a:lnTo>
                    <a:pt x="48129" y="49786"/>
                  </a:lnTo>
                  <a:lnTo>
                    <a:pt x="44471" y="53614"/>
                  </a:lnTo>
                  <a:lnTo>
                    <a:pt x="40936" y="57556"/>
                  </a:lnTo>
                  <a:lnTo>
                    <a:pt x="37528" y="61608"/>
                  </a:lnTo>
                  <a:lnTo>
                    <a:pt x="34250" y="65766"/>
                  </a:lnTo>
                  <a:lnTo>
                    <a:pt x="31105" y="70026"/>
                  </a:lnTo>
                  <a:lnTo>
                    <a:pt x="28097" y="74384"/>
                  </a:lnTo>
                  <a:lnTo>
                    <a:pt x="25229" y="78834"/>
                  </a:lnTo>
                  <a:lnTo>
                    <a:pt x="22502" y="83373"/>
                  </a:lnTo>
                  <a:lnTo>
                    <a:pt x="19921" y="87996"/>
                  </a:lnTo>
                  <a:lnTo>
                    <a:pt x="17488" y="92698"/>
                  </a:lnTo>
                  <a:lnTo>
                    <a:pt x="15204" y="97476"/>
                  </a:lnTo>
                  <a:lnTo>
                    <a:pt x="13073" y="102323"/>
                  </a:lnTo>
                  <a:lnTo>
                    <a:pt x="11097" y="107235"/>
                  </a:lnTo>
                  <a:lnTo>
                    <a:pt x="9277" y="112207"/>
                  </a:lnTo>
                  <a:lnTo>
                    <a:pt x="7616" y="117235"/>
                  </a:lnTo>
                  <a:lnTo>
                    <a:pt x="6115" y="122312"/>
                  </a:lnTo>
                  <a:lnTo>
                    <a:pt x="4775" y="127435"/>
                  </a:lnTo>
                  <a:lnTo>
                    <a:pt x="3598" y="132597"/>
                  </a:lnTo>
                  <a:lnTo>
                    <a:pt x="2585" y="137794"/>
                  </a:lnTo>
                  <a:lnTo>
                    <a:pt x="1738" y="143021"/>
                  </a:lnTo>
                  <a:lnTo>
                    <a:pt x="1056" y="148271"/>
                  </a:lnTo>
                  <a:lnTo>
                    <a:pt x="541" y="153541"/>
                  </a:lnTo>
                  <a:lnTo>
                    <a:pt x="193" y="158824"/>
                  </a:lnTo>
                  <a:lnTo>
                    <a:pt x="12" y="164116"/>
                  </a:lnTo>
                  <a:lnTo>
                    <a:pt x="0" y="169411"/>
                  </a:lnTo>
                  <a:lnTo>
                    <a:pt x="154" y="174703"/>
                  </a:lnTo>
                  <a:lnTo>
                    <a:pt x="477" y="179988"/>
                  </a:lnTo>
                  <a:lnTo>
                    <a:pt x="967" y="185261"/>
                  </a:lnTo>
                  <a:lnTo>
                    <a:pt x="1623" y="190515"/>
                  </a:lnTo>
                  <a:lnTo>
                    <a:pt x="2445" y="195745"/>
                  </a:lnTo>
                  <a:lnTo>
                    <a:pt x="3433" y="200947"/>
                  </a:lnTo>
                  <a:lnTo>
                    <a:pt x="4585" y="206115"/>
                  </a:lnTo>
                  <a:lnTo>
                    <a:pt x="5900" y="211244"/>
                  </a:lnTo>
                  <a:lnTo>
                    <a:pt x="7377" y="216329"/>
                  </a:lnTo>
                  <a:lnTo>
                    <a:pt x="9014" y="221364"/>
                  </a:lnTo>
                  <a:lnTo>
                    <a:pt x="10810" y="226345"/>
                  </a:lnTo>
                  <a:lnTo>
                    <a:pt x="12762" y="231267"/>
                  </a:lnTo>
                  <a:lnTo>
                    <a:pt x="14870" y="236124"/>
                  </a:lnTo>
                  <a:lnTo>
                    <a:pt x="17130" y="240912"/>
                  </a:lnTo>
                  <a:lnTo>
                    <a:pt x="19541" y="245626"/>
                  </a:lnTo>
                  <a:lnTo>
                    <a:pt x="22099" y="250262"/>
                  </a:lnTo>
                  <a:lnTo>
                    <a:pt x="24804" y="254814"/>
                  </a:lnTo>
                  <a:lnTo>
                    <a:pt x="27651" y="259278"/>
                  </a:lnTo>
                  <a:lnTo>
                    <a:pt x="30638" y="263650"/>
                  </a:lnTo>
                  <a:lnTo>
                    <a:pt x="33762" y="267925"/>
                  </a:lnTo>
                  <a:lnTo>
                    <a:pt x="37020" y="272099"/>
                  </a:lnTo>
                  <a:lnTo>
                    <a:pt x="40408" y="276167"/>
                  </a:lnTo>
                  <a:lnTo>
                    <a:pt x="43924" y="280126"/>
                  </a:lnTo>
                  <a:lnTo>
                    <a:pt x="47563" y="283972"/>
                  </a:lnTo>
                  <a:lnTo>
                    <a:pt x="51322" y="287701"/>
                  </a:lnTo>
                  <a:lnTo>
                    <a:pt x="55198" y="291309"/>
                  </a:lnTo>
                  <a:lnTo>
                    <a:pt x="59186" y="294792"/>
                  </a:lnTo>
                  <a:lnTo>
                    <a:pt x="63282" y="298148"/>
                  </a:lnTo>
                  <a:lnTo>
                    <a:pt x="67482" y="301371"/>
                  </a:lnTo>
                  <a:lnTo>
                    <a:pt x="71782" y="304461"/>
                  </a:lnTo>
                  <a:lnTo>
                    <a:pt x="76178" y="307412"/>
                  </a:lnTo>
                  <a:lnTo>
                    <a:pt x="80665" y="310223"/>
                  </a:lnTo>
                  <a:lnTo>
                    <a:pt x="85239" y="312890"/>
                  </a:lnTo>
                  <a:lnTo>
                    <a:pt x="89895" y="315411"/>
                  </a:lnTo>
                  <a:lnTo>
                    <a:pt x="94629" y="317784"/>
                  </a:lnTo>
                  <a:lnTo>
                    <a:pt x="99435" y="320005"/>
                  </a:lnTo>
                  <a:lnTo>
                    <a:pt x="104309" y="322073"/>
                  </a:lnTo>
                  <a:lnTo>
                    <a:pt x="109247" y="323985"/>
                  </a:lnTo>
                  <a:lnTo>
                    <a:pt x="114242" y="325740"/>
                  </a:lnTo>
                  <a:lnTo>
                    <a:pt x="119291" y="327336"/>
                  </a:lnTo>
                  <a:lnTo>
                    <a:pt x="124387" y="328772"/>
                  </a:lnTo>
                  <a:lnTo>
                    <a:pt x="129527" y="330045"/>
                  </a:lnTo>
                  <a:lnTo>
                    <a:pt x="134704" y="331155"/>
                  </a:lnTo>
                  <a:lnTo>
                    <a:pt x="139914" y="332100"/>
                  </a:lnTo>
                  <a:lnTo>
                    <a:pt x="145151" y="332880"/>
                  </a:lnTo>
                  <a:lnTo>
                    <a:pt x="150410" y="333494"/>
                  </a:lnTo>
                  <a:lnTo>
                    <a:pt x="155686" y="333941"/>
                  </a:lnTo>
                  <a:lnTo>
                    <a:pt x="160973" y="334220"/>
                  </a:lnTo>
                  <a:lnTo>
                    <a:pt x="166267" y="334332"/>
                  </a:lnTo>
                  <a:lnTo>
                    <a:pt x="171561" y="334276"/>
                  </a:lnTo>
                  <a:lnTo>
                    <a:pt x="176852" y="334053"/>
                  </a:lnTo>
                  <a:lnTo>
                    <a:pt x="182132" y="333662"/>
                  </a:lnTo>
                  <a:lnTo>
                    <a:pt x="187397" y="333104"/>
                  </a:lnTo>
                  <a:lnTo>
                    <a:pt x="192642" y="332379"/>
                  </a:lnTo>
                  <a:lnTo>
                    <a:pt x="197862" y="331489"/>
                  </a:lnTo>
                  <a:lnTo>
                    <a:pt x="203050" y="330434"/>
                  </a:lnTo>
                  <a:lnTo>
                    <a:pt x="208203" y="329216"/>
                  </a:lnTo>
                  <a:lnTo>
                    <a:pt x="213315" y="327834"/>
                  </a:lnTo>
                  <a:lnTo>
                    <a:pt x="218380" y="326292"/>
                  </a:lnTo>
                  <a:lnTo>
                    <a:pt x="223393" y="324589"/>
                  </a:lnTo>
                  <a:lnTo>
                    <a:pt x="228351" y="322729"/>
                  </a:lnTo>
                  <a:lnTo>
                    <a:pt x="233247" y="320713"/>
                  </a:lnTo>
                  <a:lnTo>
                    <a:pt x="238076" y="318543"/>
                  </a:lnTo>
                  <a:lnTo>
                    <a:pt x="242835" y="316221"/>
                  </a:lnTo>
                  <a:lnTo>
                    <a:pt x="247517" y="313749"/>
                  </a:lnTo>
                  <a:lnTo>
                    <a:pt x="252119" y="311130"/>
                  </a:lnTo>
                  <a:lnTo>
                    <a:pt x="256636" y="308367"/>
                  </a:lnTo>
                  <a:lnTo>
                    <a:pt x="261063" y="305463"/>
                  </a:lnTo>
                  <a:lnTo>
                    <a:pt x="265395" y="302419"/>
                  </a:lnTo>
                  <a:lnTo>
                    <a:pt x="269630" y="299240"/>
                  </a:lnTo>
                  <a:lnTo>
                    <a:pt x="273761" y="295928"/>
                  </a:lnTo>
                  <a:lnTo>
                    <a:pt x="277785" y="292487"/>
                  </a:lnTo>
                  <a:lnTo>
                    <a:pt x="281699" y="288921"/>
                  </a:lnTo>
                  <a:lnTo>
                    <a:pt x="285497" y="285232"/>
                  </a:lnTo>
                  <a:lnTo>
                    <a:pt x="289177" y="281425"/>
                  </a:lnTo>
                  <a:lnTo>
                    <a:pt x="292734" y="277503"/>
                  </a:lnTo>
                  <a:lnTo>
                    <a:pt x="296165" y="273470"/>
                  </a:lnTo>
                  <a:lnTo>
                    <a:pt x="299467" y="269331"/>
                  </a:lnTo>
                  <a:lnTo>
                    <a:pt x="302637" y="265090"/>
                  </a:lnTo>
                  <a:lnTo>
                    <a:pt x="305670" y="260750"/>
                  </a:lnTo>
                  <a:lnTo>
                    <a:pt x="308564" y="256316"/>
                  </a:lnTo>
                  <a:lnTo>
                    <a:pt x="311316" y="251793"/>
                  </a:lnTo>
                  <a:lnTo>
                    <a:pt x="313924" y="247185"/>
                  </a:lnTo>
                  <a:lnTo>
                    <a:pt x="316385" y="242496"/>
                  </a:lnTo>
                  <a:lnTo>
                    <a:pt x="318696" y="237732"/>
                  </a:lnTo>
                  <a:lnTo>
                    <a:pt x="320854" y="232898"/>
                  </a:lnTo>
                  <a:lnTo>
                    <a:pt x="322859" y="227997"/>
                  </a:lnTo>
                  <a:lnTo>
                    <a:pt x="324707" y="223035"/>
                  </a:lnTo>
                  <a:lnTo>
                    <a:pt x="326398" y="218017"/>
                  </a:lnTo>
                  <a:lnTo>
                    <a:pt x="327928" y="212949"/>
                  </a:lnTo>
                  <a:lnTo>
                    <a:pt x="329297" y="207834"/>
                  </a:lnTo>
                  <a:lnTo>
                    <a:pt x="330504" y="202678"/>
                  </a:lnTo>
                  <a:lnTo>
                    <a:pt x="331547" y="197487"/>
                  </a:lnTo>
                  <a:lnTo>
                    <a:pt x="332424" y="192266"/>
                  </a:lnTo>
                  <a:lnTo>
                    <a:pt x="333136" y="187019"/>
                  </a:lnTo>
                  <a:lnTo>
                    <a:pt x="333682" y="181752"/>
                  </a:lnTo>
                  <a:lnTo>
                    <a:pt x="334060" y="176471"/>
                  </a:lnTo>
                  <a:lnTo>
                    <a:pt x="334271" y="171180"/>
                  </a:lnTo>
                  <a:lnTo>
                    <a:pt x="334314" y="165886"/>
                  </a:lnTo>
                  <a:lnTo>
                    <a:pt x="334190" y="160592"/>
                  </a:lnTo>
                  <a:lnTo>
                    <a:pt x="333898" y="155306"/>
                  </a:lnTo>
                  <a:lnTo>
                    <a:pt x="333439" y="150031"/>
                  </a:lnTo>
                  <a:lnTo>
                    <a:pt x="332813" y="144773"/>
                  </a:lnTo>
                  <a:lnTo>
                    <a:pt x="332020" y="139538"/>
                  </a:lnTo>
                  <a:lnTo>
                    <a:pt x="331063" y="134330"/>
                  </a:lnTo>
                  <a:lnTo>
                    <a:pt x="329940" y="129156"/>
                  </a:lnTo>
                  <a:lnTo>
                    <a:pt x="328655" y="124020"/>
                  </a:lnTo>
                  <a:lnTo>
                    <a:pt x="327208" y="118926"/>
                  </a:lnTo>
                  <a:lnTo>
                    <a:pt x="325599" y="113882"/>
                  </a:lnTo>
                  <a:lnTo>
                    <a:pt x="323832" y="108890"/>
                  </a:lnTo>
                  <a:lnTo>
                    <a:pt x="321908" y="103958"/>
                  </a:lnTo>
                  <a:lnTo>
                    <a:pt x="319829" y="99088"/>
                  </a:lnTo>
                  <a:lnTo>
                    <a:pt x="317596" y="94287"/>
                  </a:lnTo>
                  <a:lnTo>
                    <a:pt x="315213" y="89559"/>
                  </a:lnTo>
                  <a:lnTo>
                    <a:pt x="312681" y="84909"/>
                  </a:lnTo>
                  <a:lnTo>
                    <a:pt x="310002" y="80341"/>
                  </a:lnTo>
                  <a:lnTo>
                    <a:pt x="307181" y="75861"/>
                  </a:lnTo>
                  <a:lnTo>
                    <a:pt x="304219" y="71472"/>
                  </a:lnTo>
                  <a:lnTo>
                    <a:pt x="301120" y="67179"/>
                  </a:lnTo>
                  <a:lnTo>
                    <a:pt x="297886" y="62987"/>
                  </a:lnTo>
                  <a:lnTo>
                    <a:pt x="294521" y="58898"/>
                  </a:lnTo>
                  <a:lnTo>
                    <a:pt x="291028" y="54919"/>
                  </a:lnTo>
                  <a:lnTo>
                    <a:pt x="287411" y="51052"/>
                  </a:lnTo>
                  <a:lnTo>
                    <a:pt x="283674" y="47302"/>
                  </a:lnTo>
                  <a:lnTo>
                    <a:pt x="279819" y="43672"/>
                  </a:lnTo>
                  <a:lnTo>
                    <a:pt x="275852" y="40166"/>
                  </a:lnTo>
                  <a:lnTo>
                    <a:pt x="271775" y="36787"/>
                  </a:lnTo>
                  <a:lnTo>
                    <a:pt x="267593" y="33539"/>
                  </a:lnTo>
                  <a:lnTo>
                    <a:pt x="263311" y="30425"/>
                  </a:lnTo>
                  <a:lnTo>
                    <a:pt x="258932" y="27448"/>
                  </a:lnTo>
                  <a:lnTo>
                    <a:pt x="254461" y="24612"/>
                  </a:lnTo>
                  <a:lnTo>
                    <a:pt x="249903" y="21918"/>
                  </a:lnTo>
                  <a:lnTo>
                    <a:pt x="245261" y="19370"/>
                  </a:lnTo>
                  <a:lnTo>
                    <a:pt x="240541" y="16971"/>
                  </a:lnTo>
                  <a:lnTo>
                    <a:pt x="235748" y="14722"/>
                  </a:lnTo>
                  <a:lnTo>
                    <a:pt x="230886" y="12626"/>
                  </a:lnTo>
                  <a:lnTo>
                    <a:pt x="225959" y="10685"/>
                  </a:lnTo>
                  <a:lnTo>
                    <a:pt x="220974" y="8901"/>
                  </a:lnTo>
                  <a:lnTo>
                    <a:pt x="215935" y="7276"/>
                  </a:lnTo>
                  <a:lnTo>
                    <a:pt x="210847" y="5811"/>
                  </a:lnTo>
                  <a:lnTo>
                    <a:pt x="205715" y="4508"/>
                  </a:lnTo>
                  <a:lnTo>
                    <a:pt x="200544" y="3368"/>
                  </a:lnTo>
                  <a:lnTo>
                    <a:pt x="195340" y="2393"/>
                  </a:lnTo>
                  <a:lnTo>
                    <a:pt x="190107" y="1583"/>
                  </a:lnTo>
                  <a:lnTo>
                    <a:pt x="184852" y="939"/>
                  </a:lnTo>
                  <a:lnTo>
                    <a:pt x="179578" y="462"/>
                  </a:lnTo>
                  <a:lnTo>
                    <a:pt x="174293" y="152"/>
                  </a:lnTo>
                  <a:lnTo>
                    <a:pt x="169000" y="1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629088" y="5103947"/>
              <a:ext cx="1847" cy="167167"/>
            </a:xfrm>
            <a:custGeom>
              <a:avLst/>
              <a:pathLst>
                <a:path w="1847" h="167167">
                  <a:moveTo>
                    <a:pt x="1847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0803" y="5309273"/>
              <a:ext cx="145090" cy="167167"/>
            </a:xfrm>
            <a:custGeom>
              <a:avLst/>
              <a:pathLst>
                <a:path w="145090" h="167167">
                  <a:moveTo>
                    <a:pt x="145084" y="0"/>
                  </a:moveTo>
                  <a:lnTo>
                    <a:pt x="139595" y="90"/>
                  </a:lnTo>
                  <a:lnTo>
                    <a:pt x="134112" y="360"/>
                  </a:lnTo>
                  <a:lnTo>
                    <a:pt x="128640" y="811"/>
                  </a:lnTo>
                  <a:lnTo>
                    <a:pt x="123186" y="1441"/>
                  </a:lnTo>
                  <a:lnTo>
                    <a:pt x="117756" y="2249"/>
                  </a:lnTo>
                  <a:lnTo>
                    <a:pt x="112355" y="3236"/>
                  </a:lnTo>
                  <a:lnTo>
                    <a:pt x="106989" y="4399"/>
                  </a:lnTo>
                  <a:lnTo>
                    <a:pt x="101665" y="5738"/>
                  </a:lnTo>
                  <a:lnTo>
                    <a:pt x="96388" y="7251"/>
                  </a:lnTo>
                  <a:lnTo>
                    <a:pt x="91163" y="8937"/>
                  </a:lnTo>
                  <a:lnTo>
                    <a:pt x="85996" y="10793"/>
                  </a:lnTo>
                  <a:lnTo>
                    <a:pt x="80893" y="12818"/>
                  </a:lnTo>
                  <a:lnTo>
                    <a:pt x="75859" y="15009"/>
                  </a:lnTo>
                  <a:lnTo>
                    <a:pt x="70900" y="17365"/>
                  </a:lnTo>
                  <a:lnTo>
                    <a:pt x="66020" y="19882"/>
                  </a:lnTo>
                  <a:lnTo>
                    <a:pt x="61226" y="22558"/>
                  </a:lnTo>
                  <a:lnTo>
                    <a:pt x="56523" y="25390"/>
                  </a:lnTo>
                  <a:lnTo>
                    <a:pt x="51915" y="28375"/>
                  </a:lnTo>
                  <a:lnTo>
                    <a:pt x="47408" y="31509"/>
                  </a:lnTo>
                  <a:lnTo>
                    <a:pt x="43006" y="34790"/>
                  </a:lnTo>
                  <a:lnTo>
                    <a:pt x="38714" y="38214"/>
                  </a:lnTo>
                  <a:lnTo>
                    <a:pt x="34537" y="41776"/>
                  </a:lnTo>
                  <a:lnTo>
                    <a:pt x="30479" y="45474"/>
                  </a:lnTo>
                  <a:lnTo>
                    <a:pt x="26544" y="49303"/>
                  </a:lnTo>
                  <a:lnTo>
                    <a:pt x="22738" y="53260"/>
                  </a:lnTo>
                  <a:lnTo>
                    <a:pt x="19064" y="57339"/>
                  </a:lnTo>
                  <a:lnTo>
                    <a:pt x="15525" y="61537"/>
                  </a:lnTo>
                  <a:lnTo>
                    <a:pt x="12126" y="65848"/>
                  </a:lnTo>
                  <a:lnTo>
                    <a:pt x="8871" y="70269"/>
                  </a:lnTo>
                  <a:lnTo>
                    <a:pt x="5762" y="74795"/>
                  </a:lnTo>
                  <a:lnTo>
                    <a:pt x="2804" y="79420"/>
                  </a:lnTo>
                  <a:lnTo>
                    <a:pt x="0" y="84139"/>
                  </a:lnTo>
                  <a:lnTo>
                    <a:pt x="14509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38740" y="5309273"/>
              <a:ext cx="334303" cy="334334"/>
            </a:xfrm>
            <a:custGeom>
              <a:avLst/>
              <a:pathLst>
                <a:path w="334303" h="334334">
                  <a:moveTo>
                    <a:pt x="22063" y="84139"/>
                  </a:moveTo>
                  <a:lnTo>
                    <a:pt x="19504" y="88781"/>
                  </a:lnTo>
                  <a:lnTo>
                    <a:pt x="17093" y="93502"/>
                  </a:lnTo>
                  <a:lnTo>
                    <a:pt x="14833" y="98296"/>
                  </a:lnTo>
                  <a:lnTo>
                    <a:pt x="12726" y="103160"/>
                  </a:lnTo>
                  <a:lnTo>
                    <a:pt x="10774" y="108089"/>
                  </a:lnTo>
                  <a:lnTo>
                    <a:pt x="8980" y="113076"/>
                  </a:lnTo>
                  <a:lnTo>
                    <a:pt x="7344" y="118118"/>
                  </a:lnTo>
                  <a:lnTo>
                    <a:pt x="5869" y="123210"/>
                  </a:lnTo>
                  <a:lnTo>
                    <a:pt x="4557" y="128345"/>
                  </a:lnTo>
                  <a:lnTo>
                    <a:pt x="3408" y="133520"/>
                  </a:lnTo>
                  <a:lnTo>
                    <a:pt x="2423" y="138728"/>
                  </a:lnTo>
                  <a:lnTo>
                    <a:pt x="1605" y="143965"/>
                  </a:lnTo>
                  <a:lnTo>
                    <a:pt x="952" y="149226"/>
                  </a:lnTo>
                  <a:lnTo>
                    <a:pt x="467" y="154504"/>
                  </a:lnTo>
                  <a:lnTo>
                    <a:pt x="149" y="159795"/>
                  </a:lnTo>
                  <a:lnTo>
                    <a:pt x="0" y="165094"/>
                  </a:lnTo>
                  <a:lnTo>
                    <a:pt x="18" y="170394"/>
                  </a:lnTo>
                  <a:lnTo>
                    <a:pt x="204" y="175692"/>
                  </a:lnTo>
                  <a:lnTo>
                    <a:pt x="558" y="180981"/>
                  </a:lnTo>
                  <a:lnTo>
                    <a:pt x="1080" y="186256"/>
                  </a:lnTo>
                  <a:lnTo>
                    <a:pt x="1769" y="191511"/>
                  </a:lnTo>
                  <a:lnTo>
                    <a:pt x="2624" y="196743"/>
                  </a:lnTo>
                  <a:lnTo>
                    <a:pt x="3644" y="201944"/>
                  </a:lnTo>
                  <a:lnTo>
                    <a:pt x="4829" y="207111"/>
                  </a:lnTo>
                  <a:lnTo>
                    <a:pt x="6177" y="212237"/>
                  </a:lnTo>
                  <a:lnTo>
                    <a:pt x="7687" y="217318"/>
                  </a:lnTo>
                  <a:lnTo>
                    <a:pt x="9357" y="222349"/>
                  </a:lnTo>
                  <a:lnTo>
                    <a:pt x="11186" y="227324"/>
                  </a:lnTo>
                  <a:lnTo>
                    <a:pt x="13172" y="232239"/>
                  </a:lnTo>
                  <a:lnTo>
                    <a:pt x="15312" y="237088"/>
                  </a:lnTo>
                  <a:lnTo>
                    <a:pt x="17605" y="241867"/>
                  </a:lnTo>
                  <a:lnTo>
                    <a:pt x="20049" y="246571"/>
                  </a:lnTo>
                  <a:lnTo>
                    <a:pt x="22640" y="251195"/>
                  </a:lnTo>
                  <a:lnTo>
                    <a:pt x="25377" y="255734"/>
                  </a:lnTo>
                  <a:lnTo>
                    <a:pt x="28256" y="260185"/>
                  </a:lnTo>
                  <a:lnTo>
                    <a:pt x="31275" y="264542"/>
                  </a:lnTo>
                  <a:lnTo>
                    <a:pt x="34431" y="268801"/>
                  </a:lnTo>
                  <a:lnTo>
                    <a:pt x="37720" y="272958"/>
                  </a:lnTo>
                  <a:lnTo>
                    <a:pt x="41139" y="277008"/>
                  </a:lnTo>
                  <a:lnTo>
                    <a:pt x="44685" y="280948"/>
                  </a:lnTo>
                  <a:lnTo>
                    <a:pt x="48353" y="284774"/>
                  </a:lnTo>
                  <a:lnTo>
                    <a:pt x="52142" y="288481"/>
                  </a:lnTo>
                  <a:lnTo>
                    <a:pt x="56046" y="292067"/>
                  </a:lnTo>
                  <a:lnTo>
                    <a:pt x="60062" y="295526"/>
                  </a:lnTo>
                  <a:lnTo>
                    <a:pt x="64185" y="298857"/>
                  </a:lnTo>
                  <a:lnTo>
                    <a:pt x="68412" y="302056"/>
                  </a:lnTo>
                  <a:lnTo>
                    <a:pt x="72738" y="305118"/>
                  </a:lnTo>
                  <a:lnTo>
                    <a:pt x="77160" y="308043"/>
                  </a:lnTo>
                  <a:lnTo>
                    <a:pt x="81671" y="310825"/>
                  </a:lnTo>
                  <a:lnTo>
                    <a:pt x="86269" y="313463"/>
                  </a:lnTo>
                  <a:lnTo>
                    <a:pt x="90948" y="315954"/>
                  </a:lnTo>
                  <a:lnTo>
                    <a:pt x="95703" y="318295"/>
                  </a:lnTo>
                  <a:lnTo>
                    <a:pt x="100531" y="320485"/>
                  </a:lnTo>
                  <a:lnTo>
                    <a:pt x="105425" y="322520"/>
                  </a:lnTo>
                  <a:lnTo>
                    <a:pt x="110381" y="324399"/>
                  </a:lnTo>
                  <a:lnTo>
                    <a:pt x="115395" y="326120"/>
                  </a:lnTo>
                  <a:lnTo>
                    <a:pt x="120461" y="327681"/>
                  </a:lnTo>
                  <a:lnTo>
                    <a:pt x="125573" y="329080"/>
                  </a:lnTo>
                  <a:lnTo>
                    <a:pt x="130727" y="330317"/>
                  </a:lnTo>
                  <a:lnTo>
                    <a:pt x="135918" y="331390"/>
                  </a:lnTo>
                  <a:lnTo>
                    <a:pt x="141141" y="332298"/>
                  </a:lnTo>
                  <a:lnTo>
                    <a:pt x="146389" y="333040"/>
                  </a:lnTo>
                  <a:lnTo>
                    <a:pt x="151659" y="333615"/>
                  </a:lnTo>
                  <a:lnTo>
                    <a:pt x="156944" y="334022"/>
                  </a:lnTo>
                  <a:lnTo>
                    <a:pt x="162239" y="334262"/>
                  </a:lnTo>
                  <a:lnTo>
                    <a:pt x="167539" y="334334"/>
                  </a:lnTo>
                  <a:lnTo>
                    <a:pt x="172839" y="334238"/>
                  </a:lnTo>
                  <a:lnTo>
                    <a:pt x="178133" y="333973"/>
                  </a:lnTo>
                  <a:lnTo>
                    <a:pt x="183416" y="333542"/>
                  </a:lnTo>
                  <a:lnTo>
                    <a:pt x="188683" y="332942"/>
                  </a:lnTo>
                  <a:lnTo>
                    <a:pt x="193928" y="332176"/>
                  </a:lnTo>
                  <a:lnTo>
                    <a:pt x="199146" y="331245"/>
                  </a:lnTo>
                  <a:lnTo>
                    <a:pt x="204332" y="330148"/>
                  </a:lnTo>
                  <a:lnTo>
                    <a:pt x="209480" y="328887"/>
                  </a:lnTo>
                  <a:lnTo>
                    <a:pt x="214586" y="327464"/>
                  </a:lnTo>
                  <a:lnTo>
                    <a:pt x="219645" y="325880"/>
                  </a:lnTo>
                  <a:lnTo>
                    <a:pt x="224650" y="324136"/>
                  </a:lnTo>
                  <a:lnTo>
                    <a:pt x="229598" y="322234"/>
                  </a:lnTo>
                  <a:lnTo>
                    <a:pt x="234483" y="320176"/>
                  </a:lnTo>
                  <a:lnTo>
                    <a:pt x="239300" y="317965"/>
                  </a:lnTo>
                  <a:lnTo>
                    <a:pt x="244045" y="315601"/>
                  </a:lnTo>
                  <a:lnTo>
                    <a:pt x="248712" y="313089"/>
                  </a:lnTo>
                  <a:lnTo>
                    <a:pt x="253298" y="310430"/>
                  </a:lnTo>
                  <a:lnTo>
                    <a:pt x="257796" y="307627"/>
                  </a:lnTo>
                  <a:lnTo>
                    <a:pt x="262204" y="304682"/>
                  </a:lnTo>
                  <a:lnTo>
                    <a:pt x="266516" y="301600"/>
                  </a:lnTo>
                  <a:lnTo>
                    <a:pt x="270728" y="298382"/>
                  </a:lnTo>
                  <a:lnTo>
                    <a:pt x="274836" y="295032"/>
                  </a:lnTo>
                  <a:lnTo>
                    <a:pt x="278836" y="291554"/>
                  </a:lnTo>
                  <a:lnTo>
                    <a:pt x="282724" y="287950"/>
                  </a:lnTo>
                  <a:lnTo>
                    <a:pt x="286495" y="284225"/>
                  </a:lnTo>
                  <a:lnTo>
                    <a:pt x="290146" y="280383"/>
                  </a:lnTo>
                  <a:lnTo>
                    <a:pt x="293674" y="276427"/>
                  </a:lnTo>
                  <a:lnTo>
                    <a:pt x="297074" y="272360"/>
                  </a:lnTo>
                  <a:lnTo>
                    <a:pt x="300344" y="268188"/>
                  </a:lnTo>
                  <a:lnTo>
                    <a:pt x="303480" y="263915"/>
                  </a:lnTo>
                  <a:lnTo>
                    <a:pt x="306479" y="259544"/>
                  </a:lnTo>
                  <a:lnTo>
                    <a:pt x="309338" y="255080"/>
                  </a:lnTo>
                  <a:lnTo>
                    <a:pt x="312053" y="250528"/>
                  </a:lnTo>
                  <a:lnTo>
                    <a:pt x="314624" y="245892"/>
                  </a:lnTo>
                  <a:lnTo>
                    <a:pt x="317045" y="241177"/>
                  </a:lnTo>
                  <a:lnTo>
                    <a:pt x="319317" y="236388"/>
                  </a:lnTo>
                  <a:lnTo>
                    <a:pt x="321435" y="231529"/>
                  </a:lnTo>
                  <a:lnTo>
                    <a:pt x="323398" y="226605"/>
                  </a:lnTo>
                  <a:lnTo>
                    <a:pt x="325204" y="221622"/>
                  </a:lnTo>
                  <a:lnTo>
                    <a:pt x="326851" y="216583"/>
                  </a:lnTo>
                  <a:lnTo>
                    <a:pt x="328337" y="211495"/>
                  </a:lnTo>
                  <a:lnTo>
                    <a:pt x="329661" y="206363"/>
                  </a:lnTo>
                  <a:lnTo>
                    <a:pt x="330822" y="201191"/>
                  </a:lnTo>
                  <a:lnTo>
                    <a:pt x="331819" y="195985"/>
                  </a:lnTo>
                  <a:lnTo>
                    <a:pt x="332650" y="190750"/>
                  </a:lnTo>
                  <a:lnTo>
                    <a:pt x="333314" y="185491"/>
                  </a:lnTo>
                  <a:lnTo>
                    <a:pt x="333812" y="180213"/>
                  </a:lnTo>
                  <a:lnTo>
                    <a:pt x="334142" y="174923"/>
                  </a:lnTo>
                  <a:lnTo>
                    <a:pt x="334303" y="169625"/>
                  </a:lnTo>
                  <a:lnTo>
                    <a:pt x="334297" y="164324"/>
                  </a:lnTo>
                  <a:lnTo>
                    <a:pt x="334123" y="159026"/>
                  </a:lnTo>
                  <a:lnTo>
                    <a:pt x="333781" y="153737"/>
                  </a:lnTo>
                  <a:lnTo>
                    <a:pt x="333272" y="148461"/>
                  </a:lnTo>
                  <a:lnTo>
                    <a:pt x="332595" y="143203"/>
                  </a:lnTo>
                  <a:lnTo>
                    <a:pt x="331752" y="137970"/>
                  </a:lnTo>
                  <a:lnTo>
                    <a:pt x="330744" y="132766"/>
                  </a:lnTo>
                  <a:lnTo>
                    <a:pt x="329571" y="127597"/>
                  </a:lnTo>
                  <a:lnTo>
                    <a:pt x="328235" y="122468"/>
                  </a:lnTo>
                  <a:lnTo>
                    <a:pt x="326736" y="117383"/>
                  </a:lnTo>
                  <a:lnTo>
                    <a:pt x="325078" y="112349"/>
                  </a:lnTo>
                  <a:lnTo>
                    <a:pt x="323260" y="107369"/>
                  </a:lnTo>
                  <a:lnTo>
                    <a:pt x="321286" y="102450"/>
                  </a:lnTo>
                  <a:lnTo>
                    <a:pt x="319157" y="97596"/>
                  </a:lnTo>
                  <a:lnTo>
                    <a:pt x="316875" y="92812"/>
                  </a:lnTo>
                  <a:lnTo>
                    <a:pt x="314442" y="88102"/>
                  </a:lnTo>
                  <a:lnTo>
                    <a:pt x="311861" y="83472"/>
                  </a:lnTo>
                  <a:lnTo>
                    <a:pt x="309135" y="78926"/>
                  </a:lnTo>
                  <a:lnTo>
                    <a:pt x="306266" y="74469"/>
                  </a:lnTo>
                  <a:lnTo>
                    <a:pt x="303257" y="70105"/>
                  </a:lnTo>
                  <a:lnTo>
                    <a:pt x="300111" y="65839"/>
                  </a:lnTo>
                  <a:lnTo>
                    <a:pt x="296832" y="61675"/>
                  </a:lnTo>
                  <a:lnTo>
                    <a:pt x="293422" y="57616"/>
                  </a:lnTo>
                  <a:lnTo>
                    <a:pt x="289885" y="53668"/>
                  </a:lnTo>
                  <a:lnTo>
                    <a:pt x="286225" y="49834"/>
                  </a:lnTo>
                  <a:lnTo>
                    <a:pt x="282445" y="46118"/>
                  </a:lnTo>
                  <a:lnTo>
                    <a:pt x="278550" y="42523"/>
                  </a:lnTo>
                  <a:lnTo>
                    <a:pt x="274542" y="39054"/>
                  </a:lnTo>
                  <a:lnTo>
                    <a:pt x="270426" y="35714"/>
                  </a:lnTo>
                  <a:lnTo>
                    <a:pt x="266206" y="32506"/>
                  </a:lnTo>
                  <a:lnTo>
                    <a:pt x="261887" y="29433"/>
                  </a:lnTo>
                  <a:lnTo>
                    <a:pt x="257473" y="26499"/>
                  </a:lnTo>
                  <a:lnTo>
                    <a:pt x="252968" y="23706"/>
                  </a:lnTo>
                  <a:lnTo>
                    <a:pt x="248376" y="21058"/>
                  </a:lnTo>
                  <a:lnTo>
                    <a:pt x="243703" y="18556"/>
                  </a:lnTo>
                  <a:lnTo>
                    <a:pt x="238953" y="16204"/>
                  </a:lnTo>
                  <a:lnTo>
                    <a:pt x="234130" y="14003"/>
                  </a:lnTo>
                  <a:lnTo>
                    <a:pt x="229241" y="11957"/>
                  </a:lnTo>
                  <a:lnTo>
                    <a:pt x="224289" y="10066"/>
                  </a:lnTo>
                  <a:lnTo>
                    <a:pt x="219279" y="8334"/>
                  </a:lnTo>
                  <a:lnTo>
                    <a:pt x="214217" y="6761"/>
                  </a:lnTo>
                  <a:lnTo>
                    <a:pt x="209108" y="5350"/>
                  </a:lnTo>
                  <a:lnTo>
                    <a:pt x="203956" y="4101"/>
                  </a:lnTo>
                  <a:lnTo>
                    <a:pt x="198768" y="3016"/>
                  </a:lnTo>
                  <a:lnTo>
                    <a:pt x="193548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2301" y="5399291"/>
              <a:ext cx="4978" cy="167167"/>
            </a:xfrm>
            <a:custGeom>
              <a:avLst/>
              <a:pathLst>
                <a:path w="4978" h="167167">
                  <a:moveTo>
                    <a:pt x="4978" y="0"/>
                  </a:moveTo>
                  <a:lnTo>
                    <a:pt x="0" y="74"/>
                  </a:lnTo>
                  <a:lnTo>
                    <a:pt x="497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2301" y="5399365"/>
              <a:ext cx="4978" cy="167093"/>
            </a:xfrm>
            <a:custGeom>
              <a:avLst/>
              <a:pathLst>
                <a:path w="4978" h="167093">
                  <a:moveTo>
                    <a:pt x="0" y="0"/>
                  </a:moveTo>
                  <a:lnTo>
                    <a:pt x="4978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2301" y="5399365"/>
              <a:ext cx="4978" cy="167093"/>
            </a:xfrm>
            <a:custGeom>
              <a:avLst/>
              <a:pathLst>
                <a:path w="4978" h="167093">
                  <a:moveTo>
                    <a:pt x="0" y="0"/>
                  </a:moveTo>
                  <a:lnTo>
                    <a:pt x="4978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2301" y="5399365"/>
              <a:ext cx="4978" cy="167093"/>
            </a:xfrm>
            <a:custGeom>
              <a:avLst/>
              <a:pathLst>
                <a:path w="4978" h="167093">
                  <a:moveTo>
                    <a:pt x="0" y="0"/>
                  </a:moveTo>
                  <a:lnTo>
                    <a:pt x="4978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2301" y="5399365"/>
              <a:ext cx="4978" cy="167093"/>
            </a:xfrm>
            <a:custGeom>
              <a:avLst/>
              <a:pathLst>
                <a:path w="4978" h="167093">
                  <a:moveTo>
                    <a:pt x="0" y="0"/>
                  </a:moveTo>
                  <a:lnTo>
                    <a:pt x="4978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2301" y="5399365"/>
              <a:ext cx="4978" cy="167093"/>
            </a:xfrm>
            <a:custGeom>
              <a:avLst/>
              <a:pathLst>
                <a:path w="4978" h="167093">
                  <a:moveTo>
                    <a:pt x="0" y="0"/>
                  </a:moveTo>
                  <a:lnTo>
                    <a:pt x="4978" y="1670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2301" y="5399365"/>
              <a:ext cx="4978" cy="167093"/>
            </a:xfrm>
            <a:custGeom>
              <a:avLst/>
              <a:pathLst>
                <a:path w="4978" h="167093">
                  <a:moveTo>
                    <a:pt x="0" y="0"/>
                  </a:moveTo>
                  <a:lnTo>
                    <a:pt x="4978" y="1670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50126" y="5399365"/>
              <a:ext cx="334313" cy="334258"/>
            </a:xfrm>
            <a:custGeom>
              <a:avLst/>
              <a:pathLst>
                <a:path w="334313" h="334258">
                  <a:moveTo>
                    <a:pt x="162175" y="0"/>
                  </a:moveTo>
                  <a:lnTo>
                    <a:pt x="156880" y="241"/>
                  </a:lnTo>
                  <a:lnTo>
                    <a:pt x="151596" y="651"/>
                  </a:lnTo>
                  <a:lnTo>
                    <a:pt x="146328" y="1228"/>
                  </a:lnTo>
                  <a:lnTo>
                    <a:pt x="141080" y="1971"/>
                  </a:lnTo>
                  <a:lnTo>
                    <a:pt x="135859" y="2881"/>
                  </a:lnTo>
                  <a:lnTo>
                    <a:pt x="130669" y="3955"/>
                  </a:lnTo>
                  <a:lnTo>
                    <a:pt x="125515" y="5194"/>
                  </a:lnTo>
                  <a:lnTo>
                    <a:pt x="120404" y="6595"/>
                  </a:lnTo>
                  <a:lnTo>
                    <a:pt x="115340" y="8158"/>
                  </a:lnTo>
                  <a:lnTo>
                    <a:pt x="110327" y="9880"/>
                  </a:lnTo>
                  <a:lnTo>
                    <a:pt x="105372" y="11761"/>
                  </a:lnTo>
                  <a:lnTo>
                    <a:pt x="100479" y="13798"/>
                  </a:lnTo>
                  <a:lnTo>
                    <a:pt x="95653" y="15988"/>
                  </a:lnTo>
                  <a:lnTo>
                    <a:pt x="90899" y="18331"/>
                  </a:lnTo>
                  <a:lnTo>
                    <a:pt x="86221" y="20823"/>
                  </a:lnTo>
                  <a:lnTo>
                    <a:pt x="81625" y="23462"/>
                  </a:lnTo>
                  <a:lnTo>
                    <a:pt x="77115" y="26246"/>
                  </a:lnTo>
                  <a:lnTo>
                    <a:pt x="72695" y="29171"/>
                  </a:lnTo>
                  <a:lnTo>
                    <a:pt x="68370" y="32234"/>
                  </a:lnTo>
                  <a:lnTo>
                    <a:pt x="64145" y="35434"/>
                  </a:lnTo>
                  <a:lnTo>
                    <a:pt x="60023" y="38765"/>
                  </a:lnTo>
                  <a:lnTo>
                    <a:pt x="56009" y="42226"/>
                  </a:lnTo>
                  <a:lnTo>
                    <a:pt x="52106" y="45812"/>
                  </a:lnTo>
                  <a:lnTo>
                    <a:pt x="48319" y="49520"/>
                  </a:lnTo>
                  <a:lnTo>
                    <a:pt x="44652" y="53346"/>
                  </a:lnTo>
                  <a:lnTo>
                    <a:pt x="41107" y="57287"/>
                  </a:lnTo>
                  <a:lnTo>
                    <a:pt x="37690" y="61338"/>
                  </a:lnTo>
                  <a:lnTo>
                    <a:pt x="34402" y="65495"/>
                  </a:lnTo>
                  <a:lnTo>
                    <a:pt x="31248" y="69755"/>
                  </a:lnTo>
                  <a:lnTo>
                    <a:pt x="28231" y="74112"/>
                  </a:lnTo>
                  <a:lnTo>
                    <a:pt x="25353" y="78563"/>
                  </a:lnTo>
                  <a:lnTo>
                    <a:pt x="22618" y="83102"/>
                  </a:lnTo>
                  <a:lnTo>
                    <a:pt x="20028" y="87726"/>
                  </a:lnTo>
                  <a:lnTo>
                    <a:pt x="17586" y="92430"/>
                  </a:lnTo>
                  <a:lnTo>
                    <a:pt x="15294" y="97209"/>
                  </a:lnTo>
                  <a:lnTo>
                    <a:pt x="13155" y="102058"/>
                  </a:lnTo>
                  <a:lnTo>
                    <a:pt x="11171" y="106973"/>
                  </a:lnTo>
                  <a:lnTo>
                    <a:pt x="9344" y="111948"/>
                  </a:lnTo>
                  <a:lnTo>
                    <a:pt x="7675" y="116978"/>
                  </a:lnTo>
                  <a:lnTo>
                    <a:pt x="6166" y="122059"/>
                  </a:lnTo>
                  <a:lnTo>
                    <a:pt x="4820" y="127185"/>
                  </a:lnTo>
                  <a:lnTo>
                    <a:pt x="3636" y="132352"/>
                  </a:lnTo>
                  <a:lnTo>
                    <a:pt x="2617" y="137553"/>
                  </a:lnTo>
                  <a:lnTo>
                    <a:pt x="1763" y="142783"/>
                  </a:lnTo>
                  <a:lnTo>
                    <a:pt x="1076" y="148039"/>
                  </a:lnTo>
                  <a:lnTo>
                    <a:pt x="555" y="153313"/>
                  </a:lnTo>
                  <a:lnTo>
                    <a:pt x="202" y="158601"/>
                  </a:lnTo>
                  <a:lnTo>
                    <a:pt x="17" y="163898"/>
                  </a:lnTo>
                  <a:lnTo>
                    <a:pt x="0" y="169198"/>
                  </a:lnTo>
                  <a:lnTo>
                    <a:pt x="150" y="174496"/>
                  </a:lnTo>
                  <a:lnTo>
                    <a:pt x="469" y="179786"/>
                  </a:lnTo>
                  <a:lnTo>
                    <a:pt x="955" y="185064"/>
                  </a:lnTo>
                  <a:lnTo>
                    <a:pt x="1608" y="190324"/>
                  </a:lnTo>
                  <a:lnTo>
                    <a:pt x="2428" y="195560"/>
                  </a:lnTo>
                  <a:lnTo>
                    <a:pt x="3413" y="200768"/>
                  </a:lnTo>
                  <a:lnTo>
                    <a:pt x="4563" y="205941"/>
                  </a:lnTo>
                  <a:lnTo>
                    <a:pt x="5876" y="211076"/>
                  </a:lnTo>
                  <a:lnTo>
                    <a:pt x="7352" y="216167"/>
                  </a:lnTo>
                  <a:lnTo>
                    <a:pt x="8988" y="221208"/>
                  </a:lnTo>
                  <a:lnTo>
                    <a:pt x="10783" y="226195"/>
                  </a:lnTo>
                  <a:lnTo>
                    <a:pt x="12735" y="231122"/>
                  </a:lnTo>
                  <a:lnTo>
                    <a:pt x="14842" y="235985"/>
                  </a:lnTo>
                  <a:lnTo>
                    <a:pt x="17103" y="240779"/>
                  </a:lnTo>
                  <a:lnTo>
                    <a:pt x="19514" y="245499"/>
                  </a:lnTo>
                  <a:lnTo>
                    <a:pt x="22074" y="250139"/>
                  </a:lnTo>
                  <a:lnTo>
                    <a:pt x="24779" y="254697"/>
                  </a:lnTo>
                  <a:lnTo>
                    <a:pt x="27628" y="259166"/>
                  </a:lnTo>
                  <a:lnTo>
                    <a:pt x="30617" y="263543"/>
                  </a:lnTo>
                  <a:lnTo>
                    <a:pt x="33743" y="267823"/>
                  </a:lnTo>
                  <a:lnTo>
                    <a:pt x="37003" y="272001"/>
                  </a:lnTo>
                  <a:lnTo>
                    <a:pt x="40394" y="276075"/>
                  </a:lnTo>
                  <a:lnTo>
                    <a:pt x="43913" y="280038"/>
                  </a:lnTo>
                  <a:lnTo>
                    <a:pt x="47555" y="283888"/>
                  </a:lnTo>
                  <a:lnTo>
                    <a:pt x="51318" y="287621"/>
                  </a:lnTo>
                  <a:lnTo>
                    <a:pt x="55197" y="291232"/>
                  </a:lnTo>
                  <a:lnTo>
                    <a:pt x="59189" y="294719"/>
                  </a:lnTo>
                  <a:lnTo>
                    <a:pt x="63289" y="298078"/>
                  </a:lnTo>
                  <a:lnTo>
                    <a:pt x="67493" y="301304"/>
                  </a:lnTo>
                  <a:lnTo>
                    <a:pt x="71798" y="304396"/>
                  </a:lnTo>
                  <a:lnTo>
                    <a:pt x="76199" y="307350"/>
                  </a:lnTo>
                  <a:lnTo>
                    <a:pt x="80691" y="310163"/>
                  </a:lnTo>
                  <a:lnTo>
                    <a:pt x="85269" y="312832"/>
                  </a:lnTo>
                  <a:lnTo>
                    <a:pt x="89931" y="315355"/>
                  </a:lnTo>
                  <a:lnTo>
                    <a:pt x="94670" y="317728"/>
                  </a:lnTo>
                  <a:lnTo>
                    <a:pt x="99481" y="319950"/>
                  </a:lnTo>
                  <a:lnTo>
                    <a:pt x="104361" y="322019"/>
                  </a:lnTo>
                  <a:lnTo>
                    <a:pt x="109304" y="323931"/>
                  </a:lnTo>
                  <a:lnTo>
                    <a:pt x="114305" y="325686"/>
                  </a:lnTo>
                  <a:lnTo>
                    <a:pt x="119359" y="327282"/>
                  </a:lnTo>
                  <a:lnTo>
                    <a:pt x="124461" y="328717"/>
                  </a:lnTo>
                  <a:lnTo>
                    <a:pt x="129606" y="329989"/>
                  </a:lnTo>
                  <a:lnTo>
                    <a:pt x="134789" y="331097"/>
                  </a:lnTo>
                  <a:lnTo>
                    <a:pt x="140004" y="332041"/>
                  </a:lnTo>
                  <a:lnTo>
                    <a:pt x="145247" y="332819"/>
                  </a:lnTo>
                  <a:lnTo>
                    <a:pt x="150512" y="333430"/>
                  </a:lnTo>
                  <a:lnTo>
                    <a:pt x="155793" y="333874"/>
                  </a:lnTo>
                  <a:lnTo>
                    <a:pt x="161086" y="334150"/>
                  </a:lnTo>
                  <a:lnTo>
                    <a:pt x="166385" y="334258"/>
                  </a:lnTo>
                  <a:lnTo>
                    <a:pt x="171684" y="334199"/>
                  </a:lnTo>
                  <a:lnTo>
                    <a:pt x="176979" y="333971"/>
                  </a:lnTo>
                  <a:lnTo>
                    <a:pt x="182265" y="333576"/>
                  </a:lnTo>
                  <a:lnTo>
                    <a:pt x="187535" y="333013"/>
                  </a:lnTo>
                  <a:lnTo>
                    <a:pt x="192784" y="332284"/>
                  </a:lnTo>
                  <a:lnTo>
                    <a:pt x="198008" y="331388"/>
                  </a:lnTo>
                  <a:lnTo>
                    <a:pt x="203201" y="330327"/>
                  </a:lnTo>
                  <a:lnTo>
                    <a:pt x="208358" y="329103"/>
                  </a:lnTo>
                  <a:lnTo>
                    <a:pt x="213473" y="327715"/>
                  </a:lnTo>
                  <a:lnTo>
                    <a:pt x="218541" y="326166"/>
                  </a:lnTo>
                  <a:lnTo>
                    <a:pt x="223558" y="324457"/>
                  </a:lnTo>
                  <a:lnTo>
                    <a:pt x="228518" y="322590"/>
                  </a:lnTo>
                  <a:lnTo>
                    <a:pt x="233417" y="320566"/>
                  </a:lnTo>
                  <a:lnTo>
                    <a:pt x="238249" y="318389"/>
                  </a:lnTo>
                  <a:lnTo>
                    <a:pt x="243009" y="316059"/>
                  </a:lnTo>
                  <a:lnTo>
                    <a:pt x="247694" y="313579"/>
                  </a:lnTo>
                  <a:lnTo>
                    <a:pt x="252297" y="310952"/>
                  </a:lnTo>
                  <a:lnTo>
                    <a:pt x="256815" y="308181"/>
                  </a:lnTo>
                  <a:lnTo>
                    <a:pt x="261242" y="305268"/>
                  </a:lnTo>
                  <a:lnTo>
                    <a:pt x="265575" y="302216"/>
                  </a:lnTo>
                  <a:lnTo>
                    <a:pt x="269809" y="299028"/>
                  </a:lnTo>
                  <a:lnTo>
                    <a:pt x="273940" y="295707"/>
                  </a:lnTo>
                  <a:lnTo>
                    <a:pt x="277963" y="292257"/>
                  </a:lnTo>
                  <a:lnTo>
                    <a:pt x="281876" y="288682"/>
                  </a:lnTo>
                  <a:lnTo>
                    <a:pt x="285672" y="284984"/>
                  </a:lnTo>
                  <a:lnTo>
                    <a:pt x="289350" y="281167"/>
                  </a:lnTo>
                  <a:lnTo>
                    <a:pt x="292905" y="277236"/>
                  </a:lnTo>
                  <a:lnTo>
                    <a:pt x="296333" y="273194"/>
                  </a:lnTo>
                  <a:lnTo>
                    <a:pt x="299632" y="269046"/>
                  </a:lnTo>
                  <a:lnTo>
                    <a:pt x="302797" y="264795"/>
                  </a:lnTo>
                  <a:lnTo>
                    <a:pt x="305826" y="260446"/>
                  </a:lnTo>
                  <a:lnTo>
                    <a:pt x="308716" y="256003"/>
                  </a:lnTo>
                  <a:lnTo>
                    <a:pt x="311464" y="251471"/>
                  </a:lnTo>
                  <a:lnTo>
                    <a:pt x="314066" y="246854"/>
                  </a:lnTo>
                  <a:lnTo>
                    <a:pt x="316520" y="242156"/>
                  </a:lnTo>
                  <a:lnTo>
                    <a:pt x="318825" y="237383"/>
                  </a:lnTo>
                  <a:lnTo>
                    <a:pt x="320977" y="232540"/>
                  </a:lnTo>
                  <a:lnTo>
                    <a:pt x="322974" y="227631"/>
                  </a:lnTo>
                  <a:lnTo>
                    <a:pt x="324815" y="222661"/>
                  </a:lnTo>
                  <a:lnTo>
                    <a:pt x="326498" y="217635"/>
                  </a:lnTo>
                  <a:lnTo>
                    <a:pt x="328020" y="212558"/>
                  </a:lnTo>
                  <a:lnTo>
                    <a:pt x="329380" y="207436"/>
                  </a:lnTo>
                  <a:lnTo>
                    <a:pt x="330577" y="202273"/>
                  </a:lnTo>
                  <a:lnTo>
                    <a:pt x="331611" y="197074"/>
                  </a:lnTo>
                  <a:lnTo>
                    <a:pt x="332478" y="191846"/>
                  </a:lnTo>
                  <a:lnTo>
                    <a:pt x="333180" y="186592"/>
                  </a:lnTo>
                  <a:lnTo>
                    <a:pt x="333715" y="181319"/>
                  </a:lnTo>
                  <a:lnTo>
                    <a:pt x="334082" y="176032"/>
                  </a:lnTo>
                  <a:lnTo>
                    <a:pt x="334281" y="170736"/>
                  </a:lnTo>
                  <a:lnTo>
                    <a:pt x="334313" y="165436"/>
                  </a:lnTo>
                  <a:lnTo>
                    <a:pt x="334176" y="160138"/>
                  </a:lnTo>
                  <a:lnTo>
                    <a:pt x="333872" y="154846"/>
                  </a:lnTo>
                  <a:lnTo>
                    <a:pt x="333400" y="149567"/>
                  </a:lnTo>
                  <a:lnTo>
                    <a:pt x="332761" y="144306"/>
                  </a:lnTo>
                  <a:lnTo>
                    <a:pt x="331955" y="139068"/>
                  </a:lnTo>
                  <a:lnTo>
                    <a:pt x="330984" y="133857"/>
                  </a:lnTo>
                  <a:lnTo>
                    <a:pt x="329848" y="128681"/>
                  </a:lnTo>
                  <a:lnTo>
                    <a:pt x="328549" y="123542"/>
                  </a:lnTo>
                  <a:lnTo>
                    <a:pt x="327087" y="118448"/>
                  </a:lnTo>
                  <a:lnTo>
                    <a:pt x="325464" y="113402"/>
                  </a:lnTo>
                  <a:lnTo>
                    <a:pt x="323683" y="108411"/>
                  </a:lnTo>
                  <a:lnTo>
                    <a:pt x="321744" y="103478"/>
                  </a:lnTo>
                  <a:lnTo>
                    <a:pt x="319650" y="98609"/>
                  </a:lnTo>
                  <a:lnTo>
                    <a:pt x="317402" y="93810"/>
                  </a:lnTo>
                  <a:lnTo>
                    <a:pt x="315003" y="89083"/>
                  </a:lnTo>
                  <a:lnTo>
                    <a:pt x="312456" y="84436"/>
                  </a:lnTo>
                  <a:lnTo>
                    <a:pt x="309763" y="79871"/>
                  </a:lnTo>
                  <a:lnTo>
                    <a:pt x="306926" y="75394"/>
                  </a:lnTo>
                  <a:lnTo>
                    <a:pt x="303949" y="71009"/>
                  </a:lnTo>
                  <a:lnTo>
                    <a:pt x="300834" y="66721"/>
                  </a:lnTo>
                  <a:lnTo>
                    <a:pt x="297585" y="62534"/>
                  </a:lnTo>
                  <a:lnTo>
                    <a:pt x="294205" y="58451"/>
                  </a:lnTo>
                  <a:lnTo>
                    <a:pt x="290697" y="54478"/>
                  </a:lnTo>
                  <a:lnTo>
                    <a:pt x="287065" y="50619"/>
                  </a:lnTo>
                  <a:lnTo>
                    <a:pt x="283312" y="46876"/>
                  </a:lnTo>
                  <a:lnTo>
                    <a:pt x="279443" y="43254"/>
                  </a:lnTo>
                  <a:lnTo>
                    <a:pt x="275461" y="39756"/>
                  </a:lnTo>
                  <a:lnTo>
                    <a:pt x="271370" y="36387"/>
                  </a:lnTo>
                  <a:lnTo>
                    <a:pt x="267174" y="33149"/>
                  </a:lnTo>
                  <a:lnTo>
                    <a:pt x="262877" y="30046"/>
                  </a:lnTo>
                  <a:lnTo>
                    <a:pt x="258485" y="27080"/>
                  </a:lnTo>
                  <a:lnTo>
                    <a:pt x="254000" y="24255"/>
                  </a:lnTo>
                  <a:lnTo>
                    <a:pt x="249429" y="21574"/>
                  </a:lnTo>
                  <a:lnTo>
                    <a:pt x="244774" y="19039"/>
                  </a:lnTo>
                  <a:lnTo>
                    <a:pt x="240042" y="16652"/>
                  </a:lnTo>
                  <a:lnTo>
                    <a:pt x="235236" y="14417"/>
                  </a:lnTo>
                  <a:lnTo>
                    <a:pt x="230362" y="12336"/>
                  </a:lnTo>
                  <a:lnTo>
                    <a:pt x="225424" y="10410"/>
                  </a:lnTo>
                  <a:lnTo>
                    <a:pt x="220428" y="8641"/>
                  </a:lnTo>
                  <a:lnTo>
                    <a:pt x="215378" y="7032"/>
                  </a:lnTo>
                  <a:lnTo>
                    <a:pt x="210280" y="5584"/>
                  </a:lnTo>
                  <a:lnTo>
                    <a:pt x="205138" y="4298"/>
                  </a:lnTo>
                  <a:lnTo>
                    <a:pt x="199958" y="3176"/>
                  </a:lnTo>
                  <a:lnTo>
                    <a:pt x="167154" y="1670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617280" y="5399291"/>
              <a:ext cx="32804" cy="167167"/>
            </a:xfrm>
            <a:custGeom>
              <a:avLst/>
              <a:pathLst>
                <a:path w="32804" h="167167">
                  <a:moveTo>
                    <a:pt x="32804" y="3250"/>
                  </a:moveTo>
                  <a:lnTo>
                    <a:pt x="26305" y="2082"/>
                  </a:lnTo>
                  <a:lnTo>
                    <a:pt x="19764" y="1172"/>
                  </a:lnTo>
                  <a:lnTo>
                    <a:pt x="13193" y="521"/>
                  </a:lnTo>
                  <a:lnTo>
                    <a:pt x="6602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2731" y="5369149"/>
              <a:ext cx="42944" cy="167167"/>
            </a:xfrm>
            <a:custGeom>
              <a:avLst/>
              <a:pathLst>
                <a:path w="42944" h="167167">
                  <a:moveTo>
                    <a:pt x="42944" y="0"/>
                  </a:moveTo>
                  <a:lnTo>
                    <a:pt x="36741" y="115"/>
                  </a:lnTo>
                  <a:lnTo>
                    <a:pt x="30546" y="460"/>
                  </a:lnTo>
                  <a:lnTo>
                    <a:pt x="24369" y="1035"/>
                  </a:lnTo>
                  <a:lnTo>
                    <a:pt x="18217" y="1838"/>
                  </a:lnTo>
                  <a:lnTo>
                    <a:pt x="12099" y="2870"/>
                  </a:lnTo>
                  <a:lnTo>
                    <a:pt x="6024" y="4127"/>
                  </a:lnTo>
                  <a:lnTo>
                    <a:pt x="0" y="5610"/>
                  </a:lnTo>
                  <a:lnTo>
                    <a:pt x="429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2731" y="5374759"/>
              <a:ext cx="42944" cy="161557"/>
            </a:xfrm>
            <a:custGeom>
              <a:avLst/>
              <a:pathLst>
                <a:path w="42944" h="161557">
                  <a:moveTo>
                    <a:pt x="0" y="0"/>
                  </a:moveTo>
                  <a:lnTo>
                    <a:pt x="42944" y="1615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2731" y="5374759"/>
              <a:ext cx="42944" cy="161557"/>
            </a:xfrm>
            <a:custGeom>
              <a:avLst/>
              <a:pathLst>
                <a:path w="42944" h="161557">
                  <a:moveTo>
                    <a:pt x="0" y="0"/>
                  </a:moveTo>
                  <a:lnTo>
                    <a:pt x="42944" y="1615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92731" y="5374759"/>
              <a:ext cx="42944" cy="161557"/>
            </a:xfrm>
            <a:custGeom>
              <a:avLst/>
              <a:pathLst>
                <a:path w="42944" h="161557">
                  <a:moveTo>
                    <a:pt x="0" y="0"/>
                  </a:moveTo>
                  <a:lnTo>
                    <a:pt x="42944" y="1615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92731" y="5374759"/>
              <a:ext cx="42944" cy="161557"/>
            </a:xfrm>
            <a:custGeom>
              <a:avLst/>
              <a:pathLst>
                <a:path w="42944" h="161557">
                  <a:moveTo>
                    <a:pt x="0" y="0"/>
                  </a:moveTo>
                  <a:lnTo>
                    <a:pt x="42944" y="1615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92731" y="5374759"/>
              <a:ext cx="42944" cy="161557"/>
            </a:xfrm>
            <a:custGeom>
              <a:avLst/>
              <a:pathLst>
                <a:path w="42944" h="161557">
                  <a:moveTo>
                    <a:pt x="0" y="0"/>
                  </a:moveTo>
                  <a:lnTo>
                    <a:pt x="42944" y="1615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68510" y="5374759"/>
              <a:ext cx="167165" cy="316826"/>
            </a:xfrm>
            <a:custGeom>
              <a:avLst/>
              <a:pathLst>
                <a:path w="167165" h="316826">
                  <a:moveTo>
                    <a:pt x="124221" y="0"/>
                  </a:moveTo>
                  <a:lnTo>
                    <a:pt x="119061" y="1460"/>
                  </a:lnTo>
                  <a:lnTo>
                    <a:pt x="113951" y="3085"/>
                  </a:lnTo>
                  <a:lnTo>
                    <a:pt x="108896" y="4874"/>
                  </a:lnTo>
                  <a:lnTo>
                    <a:pt x="103900" y="6823"/>
                  </a:lnTo>
                  <a:lnTo>
                    <a:pt x="98970" y="8932"/>
                  </a:lnTo>
                  <a:lnTo>
                    <a:pt x="94109" y="11198"/>
                  </a:lnTo>
                  <a:lnTo>
                    <a:pt x="89324" y="13618"/>
                  </a:lnTo>
                  <a:lnTo>
                    <a:pt x="84619" y="16191"/>
                  </a:lnTo>
                  <a:lnTo>
                    <a:pt x="79999" y="18914"/>
                  </a:lnTo>
                  <a:lnTo>
                    <a:pt x="75469" y="21783"/>
                  </a:lnTo>
                  <a:lnTo>
                    <a:pt x="71033" y="24796"/>
                  </a:lnTo>
                  <a:lnTo>
                    <a:pt x="66696" y="27950"/>
                  </a:lnTo>
                  <a:lnTo>
                    <a:pt x="62462" y="31241"/>
                  </a:lnTo>
                  <a:lnTo>
                    <a:pt x="58337" y="34666"/>
                  </a:lnTo>
                  <a:lnTo>
                    <a:pt x="54323" y="38222"/>
                  </a:lnTo>
                  <a:lnTo>
                    <a:pt x="50425" y="41905"/>
                  </a:lnTo>
                  <a:lnTo>
                    <a:pt x="46647" y="45711"/>
                  </a:lnTo>
                  <a:lnTo>
                    <a:pt x="42993" y="49636"/>
                  </a:lnTo>
                  <a:lnTo>
                    <a:pt x="39468" y="53676"/>
                  </a:lnTo>
                  <a:lnTo>
                    <a:pt x="36073" y="57828"/>
                  </a:lnTo>
                  <a:lnTo>
                    <a:pt x="32813" y="62086"/>
                  </a:lnTo>
                  <a:lnTo>
                    <a:pt x="29692" y="66446"/>
                  </a:lnTo>
                  <a:lnTo>
                    <a:pt x="26712" y="70904"/>
                  </a:lnTo>
                  <a:lnTo>
                    <a:pt x="23877" y="75456"/>
                  </a:lnTo>
                  <a:lnTo>
                    <a:pt x="21189" y="80096"/>
                  </a:lnTo>
                  <a:lnTo>
                    <a:pt x="18651" y="84820"/>
                  </a:lnTo>
                  <a:lnTo>
                    <a:pt x="16266" y="89623"/>
                  </a:lnTo>
                  <a:lnTo>
                    <a:pt x="14037" y="94500"/>
                  </a:lnTo>
                  <a:lnTo>
                    <a:pt x="11965" y="99446"/>
                  </a:lnTo>
                  <a:lnTo>
                    <a:pt x="10053" y="104456"/>
                  </a:lnTo>
                  <a:lnTo>
                    <a:pt x="8302" y="109525"/>
                  </a:lnTo>
                  <a:lnTo>
                    <a:pt x="6715" y="114647"/>
                  </a:lnTo>
                  <a:lnTo>
                    <a:pt x="5293" y="119817"/>
                  </a:lnTo>
                  <a:lnTo>
                    <a:pt x="4037" y="125031"/>
                  </a:lnTo>
                  <a:lnTo>
                    <a:pt x="2950" y="130282"/>
                  </a:lnTo>
                  <a:lnTo>
                    <a:pt x="2031" y="135565"/>
                  </a:lnTo>
                  <a:lnTo>
                    <a:pt x="1282" y="140875"/>
                  </a:lnTo>
                  <a:lnTo>
                    <a:pt x="704" y="146206"/>
                  </a:lnTo>
                  <a:lnTo>
                    <a:pt x="298" y="151553"/>
                  </a:lnTo>
                  <a:lnTo>
                    <a:pt x="63" y="156910"/>
                  </a:lnTo>
                  <a:lnTo>
                    <a:pt x="0" y="162273"/>
                  </a:lnTo>
                  <a:lnTo>
                    <a:pt x="108" y="167634"/>
                  </a:lnTo>
                  <a:lnTo>
                    <a:pt x="389" y="172989"/>
                  </a:lnTo>
                  <a:lnTo>
                    <a:pt x="842" y="178332"/>
                  </a:lnTo>
                  <a:lnTo>
                    <a:pt x="1465" y="183658"/>
                  </a:lnTo>
                  <a:lnTo>
                    <a:pt x="2260" y="188962"/>
                  </a:lnTo>
                  <a:lnTo>
                    <a:pt x="3223" y="194237"/>
                  </a:lnTo>
                  <a:lnTo>
                    <a:pt x="4356" y="199478"/>
                  </a:lnTo>
                  <a:lnTo>
                    <a:pt x="5656" y="204681"/>
                  </a:lnTo>
                  <a:lnTo>
                    <a:pt x="7122" y="209839"/>
                  </a:lnTo>
                  <a:lnTo>
                    <a:pt x="8753" y="214947"/>
                  </a:lnTo>
                  <a:lnTo>
                    <a:pt x="10547" y="220001"/>
                  </a:lnTo>
                  <a:lnTo>
                    <a:pt x="12502" y="224994"/>
                  </a:lnTo>
                  <a:lnTo>
                    <a:pt x="14617" y="229922"/>
                  </a:lnTo>
                  <a:lnTo>
                    <a:pt x="16888" y="234780"/>
                  </a:lnTo>
                  <a:lnTo>
                    <a:pt x="19314" y="239562"/>
                  </a:lnTo>
                  <a:lnTo>
                    <a:pt x="21892" y="244264"/>
                  </a:lnTo>
                  <a:lnTo>
                    <a:pt x="24619" y="248881"/>
                  </a:lnTo>
                  <a:lnTo>
                    <a:pt x="27494" y="253409"/>
                  </a:lnTo>
                  <a:lnTo>
                    <a:pt x="30512" y="257841"/>
                  </a:lnTo>
                  <a:lnTo>
                    <a:pt x="33670" y="262175"/>
                  </a:lnTo>
                  <a:lnTo>
                    <a:pt x="36966" y="266405"/>
                  </a:lnTo>
                  <a:lnTo>
                    <a:pt x="40396" y="270527"/>
                  </a:lnTo>
                  <a:lnTo>
                    <a:pt x="43956" y="274537"/>
                  </a:lnTo>
                  <a:lnTo>
                    <a:pt x="47644" y="278431"/>
                  </a:lnTo>
                  <a:lnTo>
                    <a:pt x="51454" y="282204"/>
                  </a:lnTo>
                  <a:lnTo>
                    <a:pt x="55383" y="285853"/>
                  </a:lnTo>
                  <a:lnTo>
                    <a:pt x="59427" y="289375"/>
                  </a:lnTo>
                  <a:lnTo>
                    <a:pt x="63582" y="292765"/>
                  </a:lnTo>
                  <a:lnTo>
                    <a:pt x="67844" y="296019"/>
                  </a:lnTo>
                  <a:lnTo>
                    <a:pt x="72208" y="299136"/>
                  </a:lnTo>
                  <a:lnTo>
                    <a:pt x="76669" y="302111"/>
                  </a:lnTo>
                  <a:lnTo>
                    <a:pt x="81224" y="304941"/>
                  </a:lnTo>
                  <a:lnTo>
                    <a:pt x="85867" y="307624"/>
                  </a:lnTo>
                  <a:lnTo>
                    <a:pt x="90594" y="310156"/>
                  </a:lnTo>
                  <a:lnTo>
                    <a:pt x="95400" y="312536"/>
                  </a:lnTo>
                  <a:lnTo>
                    <a:pt x="100279" y="314760"/>
                  </a:lnTo>
                  <a:lnTo>
                    <a:pt x="105228" y="316826"/>
                  </a:lnTo>
                  <a:lnTo>
                    <a:pt x="167165" y="1615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73738" y="5369149"/>
              <a:ext cx="229085" cy="334334"/>
            </a:xfrm>
            <a:custGeom>
              <a:avLst/>
              <a:pathLst>
                <a:path w="229085" h="334334">
                  <a:moveTo>
                    <a:pt x="0" y="322437"/>
                  </a:moveTo>
                  <a:lnTo>
                    <a:pt x="4955" y="324323"/>
                  </a:lnTo>
                  <a:lnTo>
                    <a:pt x="9968" y="326051"/>
                  </a:lnTo>
                  <a:lnTo>
                    <a:pt x="15034" y="327619"/>
                  </a:lnTo>
                  <a:lnTo>
                    <a:pt x="20147" y="329026"/>
                  </a:lnTo>
                  <a:lnTo>
                    <a:pt x="25301" y="330270"/>
                  </a:lnTo>
                  <a:lnTo>
                    <a:pt x="30493" y="331350"/>
                  </a:lnTo>
                  <a:lnTo>
                    <a:pt x="35716" y="332265"/>
                  </a:lnTo>
                  <a:lnTo>
                    <a:pt x="40966" y="333014"/>
                  </a:lnTo>
                  <a:lnTo>
                    <a:pt x="46236" y="333595"/>
                  </a:lnTo>
                  <a:lnTo>
                    <a:pt x="51523" y="334010"/>
                  </a:lnTo>
                  <a:lnTo>
                    <a:pt x="56820" y="334256"/>
                  </a:lnTo>
                  <a:lnTo>
                    <a:pt x="62122" y="334334"/>
                  </a:lnTo>
                  <a:lnTo>
                    <a:pt x="67424" y="334244"/>
                  </a:lnTo>
                  <a:lnTo>
                    <a:pt x="72720" y="333986"/>
                  </a:lnTo>
                  <a:lnTo>
                    <a:pt x="78006" y="333560"/>
                  </a:lnTo>
                  <a:lnTo>
                    <a:pt x="83275" y="332967"/>
                  </a:lnTo>
                  <a:lnTo>
                    <a:pt x="88523" y="332207"/>
                  </a:lnTo>
                  <a:lnTo>
                    <a:pt x="93744" y="331281"/>
                  </a:lnTo>
                  <a:lnTo>
                    <a:pt x="98933" y="330189"/>
                  </a:lnTo>
                  <a:lnTo>
                    <a:pt x="104085" y="328934"/>
                  </a:lnTo>
                  <a:lnTo>
                    <a:pt x="109195" y="327516"/>
                  </a:lnTo>
                  <a:lnTo>
                    <a:pt x="114257" y="325936"/>
                  </a:lnTo>
                  <a:lnTo>
                    <a:pt x="119266" y="324197"/>
                  </a:lnTo>
                  <a:lnTo>
                    <a:pt x="124218" y="322300"/>
                  </a:lnTo>
                  <a:lnTo>
                    <a:pt x="129107" y="320246"/>
                  </a:lnTo>
                  <a:lnTo>
                    <a:pt x="133928" y="318039"/>
                  </a:lnTo>
                  <a:lnTo>
                    <a:pt x="138677" y="315680"/>
                  </a:lnTo>
                  <a:lnTo>
                    <a:pt x="143349" y="313171"/>
                  </a:lnTo>
                  <a:lnTo>
                    <a:pt x="147939" y="310515"/>
                  </a:lnTo>
                  <a:lnTo>
                    <a:pt x="152442" y="307716"/>
                  </a:lnTo>
                  <a:lnTo>
                    <a:pt x="156854" y="304774"/>
                  </a:lnTo>
                  <a:lnTo>
                    <a:pt x="161171" y="301695"/>
                  </a:lnTo>
                  <a:lnTo>
                    <a:pt x="165388" y="298480"/>
                  </a:lnTo>
                  <a:lnTo>
                    <a:pt x="169500" y="295132"/>
                  </a:lnTo>
                  <a:lnTo>
                    <a:pt x="173505" y="291656"/>
                  </a:lnTo>
                  <a:lnTo>
                    <a:pt x="177397" y="288055"/>
                  </a:lnTo>
                  <a:lnTo>
                    <a:pt x="181173" y="284332"/>
                  </a:lnTo>
                  <a:lnTo>
                    <a:pt x="184829" y="280492"/>
                  </a:lnTo>
                  <a:lnTo>
                    <a:pt x="188362" y="276537"/>
                  </a:lnTo>
                  <a:lnTo>
                    <a:pt x="191767" y="272472"/>
                  </a:lnTo>
                  <a:lnTo>
                    <a:pt x="195042" y="268301"/>
                  </a:lnTo>
                  <a:lnTo>
                    <a:pt x="198182" y="264029"/>
                  </a:lnTo>
                  <a:lnTo>
                    <a:pt x="201186" y="259659"/>
                  </a:lnTo>
                  <a:lnTo>
                    <a:pt x="204050" y="255196"/>
                  </a:lnTo>
                  <a:lnTo>
                    <a:pt x="206770" y="250644"/>
                  </a:lnTo>
                  <a:lnTo>
                    <a:pt x="209345" y="246009"/>
                  </a:lnTo>
                  <a:lnTo>
                    <a:pt x="211771" y="241294"/>
                  </a:lnTo>
                  <a:lnTo>
                    <a:pt x="214047" y="236504"/>
                  </a:lnTo>
                  <a:lnTo>
                    <a:pt x="216170" y="231645"/>
                  </a:lnTo>
                  <a:lnTo>
                    <a:pt x="218137" y="226721"/>
                  </a:lnTo>
                  <a:lnTo>
                    <a:pt x="219947" y="221736"/>
                  </a:lnTo>
                  <a:lnTo>
                    <a:pt x="221599" y="216697"/>
                  </a:lnTo>
                  <a:lnTo>
                    <a:pt x="223089" y="211609"/>
                  </a:lnTo>
                  <a:lnTo>
                    <a:pt x="224418" y="206475"/>
                  </a:lnTo>
                  <a:lnTo>
                    <a:pt x="225583" y="201302"/>
                  </a:lnTo>
                  <a:lnTo>
                    <a:pt x="226583" y="196094"/>
                  </a:lnTo>
                  <a:lnTo>
                    <a:pt x="227418" y="190858"/>
                  </a:lnTo>
                  <a:lnTo>
                    <a:pt x="228086" y="185597"/>
                  </a:lnTo>
                  <a:lnTo>
                    <a:pt x="228587" y="180318"/>
                  </a:lnTo>
                  <a:lnTo>
                    <a:pt x="228920" y="175026"/>
                  </a:lnTo>
                  <a:lnTo>
                    <a:pt x="229085" y="169726"/>
                  </a:lnTo>
                  <a:lnTo>
                    <a:pt x="229082" y="164423"/>
                  </a:lnTo>
                  <a:lnTo>
                    <a:pt x="228911" y="159123"/>
                  </a:lnTo>
                  <a:lnTo>
                    <a:pt x="228572" y="153832"/>
                  </a:lnTo>
                  <a:lnTo>
                    <a:pt x="228065" y="148553"/>
                  </a:lnTo>
                  <a:lnTo>
                    <a:pt x="227391" y="143294"/>
                  </a:lnTo>
                  <a:lnTo>
                    <a:pt x="226551" y="138058"/>
                  </a:lnTo>
                  <a:lnTo>
                    <a:pt x="225545" y="132852"/>
                  </a:lnTo>
                  <a:lnTo>
                    <a:pt x="224374" y="127680"/>
                  </a:lnTo>
                  <a:lnTo>
                    <a:pt x="223040" y="122548"/>
                  </a:lnTo>
                  <a:lnTo>
                    <a:pt x="221544" y="117460"/>
                  </a:lnTo>
                  <a:lnTo>
                    <a:pt x="219887" y="112423"/>
                  </a:lnTo>
                  <a:lnTo>
                    <a:pt x="218071" y="107441"/>
                  </a:lnTo>
                  <a:lnTo>
                    <a:pt x="216098" y="102519"/>
                  </a:lnTo>
                  <a:lnTo>
                    <a:pt x="213970" y="97662"/>
                  </a:lnTo>
                  <a:lnTo>
                    <a:pt x="211689" y="92875"/>
                  </a:lnTo>
                  <a:lnTo>
                    <a:pt x="209258" y="88163"/>
                  </a:lnTo>
                  <a:lnTo>
                    <a:pt x="206678" y="83530"/>
                  </a:lnTo>
                  <a:lnTo>
                    <a:pt x="203952" y="78981"/>
                  </a:lnTo>
                  <a:lnTo>
                    <a:pt x="201084" y="74521"/>
                  </a:lnTo>
                  <a:lnTo>
                    <a:pt x="198076" y="70155"/>
                  </a:lnTo>
                  <a:lnTo>
                    <a:pt x="194930" y="65886"/>
                  </a:lnTo>
                  <a:lnTo>
                    <a:pt x="191651" y="61719"/>
                  </a:lnTo>
                  <a:lnTo>
                    <a:pt x="188241" y="57658"/>
                  </a:lnTo>
                  <a:lnTo>
                    <a:pt x="184704" y="53707"/>
                  </a:lnTo>
                  <a:lnTo>
                    <a:pt x="181044" y="49870"/>
                  </a:lnTo>
                  <a:lnTo>
                    <a:pt x="177264" y="46151"/>
                  </a:lnTo>
                  <a:lnTo>
                    <a:pt x="173368" y="42554"/>
                  </a:lnTo>
                  <a:lnTo>
                    <a:pt x="169359" y="39083"/>
                  </a:lnTo>
                  <a:lnTo>
                    <a:pt x="165243" y="35740"/>
                  </a:lnTo>
                  <a:lnTo>
                    <a:pt x="161022" y="32530"/>
                  </a:lnTo>
                  <a:lnTo>
                    <a:pt x="156702" y="29455"/>
                  </a:lnTo>
                  <a:lnTo>
                    <a:pt x="152287" y="26519"/>
                  </a:lnTo>
                  <a:lnTo>
                    <a:pt x="147780" y="23724"/>
                  </a:lnTo>
                  <a:lnTo>
                    <a:pt x="143188" y="21073"/>
                  </a:lnTo>
                  <a:lnTo>
                    <a:pt x="138513" y="18570"/>
                  </a:lnTo>
                  <a:lnTo>
                    <a:pt x="133762" y="16216"/>
                  </a:lnTo>
                  <a:lnTo>
                    <a:pt x="128938" y="14014"/>
                  </a:lnTo>
                  <a:lnTo>
                    <a:pt x="124046" y="11966"/>
                  </a:lnTo>
                  <a:lnTo>
                    <a:pt x="119093" y="10074"/>
                  </a:lnTo>
                  <a:lnTo>
                    <a:pt x="114082" y="8340"/>
                  </a:lnTo>
                  <a:lnTo>
                    <a:pt x="109018" y="6766"/>
                  </a:lnTo>
                  <a:lnTo>
                    <a:pt x="103907" y="5354"/>
                  </a:lnTo>
                  <a:lnTo>
                    <a:pt x="98753" y="4104"/>
                  </a:lnTo>
                  <a:lnTo>
                    <a:pt x="93563" y="3018"/>
                  </a:lnTo>
                  <a:lnTo>
                    <a:pt x="88341" y="2098"/>
                  </a:lnTo>
                  <a:lnTo>
                    <a:pt x="83092" y="1343"/>
                  </a:lnTo>
                  <a:lnTo>
                    <a:pt x="77822" y="756"/>
                  </a:lnTo>
                  <a:lnTo>
                    <a:pt x="72536" y="336"/>
                  </a:lnTo>
                  <a:lnTo>
                    <a:pt x="67239" y="84"/>
                  </a:lnTo>
                  <a:lnTo>
                    <a:pt x="61937" y="0"/>
                  </a:lnTo>
                  <a:lnTo>
                    <a:pt x="619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20976" y="5220472"/>
              <a:ext cx="12159" cy="167167"/>
            </a:xfrm>
            <a:custGeom>
              <a:avLst/>
              <a:pathLst>
                <a:path w="12159" h="167167">
                  <a:moveTo>
                    <a:pt x="12159" y="0"/>
                  </a:moveTo>
                  <a:lnTo>
                    <a:pt x="0" y="442"/>
                  </a:lnTo>
                  <a:lnTo>
                    <a:pt x="12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20976" y="5220914"/>
              <a:ext cx="12159" cy="166724"/>
            </a:xfrm>
            <a:custGeom>
              <a:avLst/>
              <a:pathLst>
                <a:path w="12159" h="166724">
                  <a:moveTo>
                    <a:pt x="0" y="0"/>
                  </a:moveTo>
                  <a:lnTo>
                    <a:pt x="12159" y="166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20976" y="5220914"/>
              <a:ext cx="12159" cy="166724"/>
            </a:xfrm>
            <a:custGeom>
              <a:avLst/>
              <a:pathLst>
                <a:path w="12159" h="166724">
                  <a:moveTo>
                    <a:pt x="0" y="0"/>
                  </a:moveTo>
                  <a:lnTo>
                    <a:pt x="12159" y="166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620976" y="5220914"/>
              <a:ext cx="12159" cy="166724"/>
            </a:xfrm>
            <a:custGeom>
              <a:avLst/>
              <a:pathLst>
                <a:path w="12159" h="166724">
                  <a:moveTo>
                    <a:pt x="0" y="0"/>
                  </a:moveTo>
                  <a:lnTo>
                    <a:pt x="12159" y="1667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620976" y="5220914"/>
              <a:ext cx="12159" cy="166724"/>
            </a:xfrm>
            <a:custGeom>
              <a:avLst/>
              <a:pathLst>
                <a:path w="12159" h="166724">
                  <a:moveTo>
                    <a:pt x="0" y="0"/>
                  </a:moveTo>
                  <a:lnTo>
                    <a:pt x="12159" y="1667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85932" y="5220914"/>
              <a:ext cx="147203" cy="166724"/>
            </a:xfrm>
            <a:custGeom>
              <a:avLst/>
              <a:pathLst>
                <a:path w="147203" h="166724">
                  <a:moveTo>
                    <a:pt x="135043" y="0"/>
                  </a:moveTo>
                  <a:lnTo>
                    <a:pt x="129470" y="500"/>
                  </a:lnTo>
                  <a:lnTo>
                    <a:pt x="123917" y="1187"/>
                  </a:lnTo>
                  <a:lnTo>
                    <a:pt x="118389" y="2059"/>
                  </a:lnTo>
                  <a:lnTo>
                    <a:pt x="112894" y="3115"/>
                  </a:lnTo>
                  <a:lnTo>
                    <a:pt x="107437" y="4355"/>
                  </a:lnTo>
                  <a:lnTo>
                    <a:pt x="102025" y="5777"/>
                  </a:lnTo>
                  <a:lnTo>
                    <a:pt x="96664" y="7379"/>
                  </a:lnTo>
                  <a:lnTo>
                    <a:pt x="91359" y="9160"/>
                  </a:lnTo>
                  <a:lnTo>
                    <a:pt x="86117" y="11118"/>
                  </a:lnTo>
                  <a:lnTo>
                    <a:pt x="80943" y="13249"/>
                  </a:lnTo>
                  <a:lnTo>
                    <a:pt x="75843" y="15553"/>
                  </a:lnTo>
                  <a:lnTo>
                    <a:pt x="70824" y="18026"/>
                  </a:lnTo>
                  <a:lnTo>
                    <a:pt x="65889" y="20666"/>
                  </a:lnTo>
                  <a:lnTo>
                    <a:pt x="61047" y="23469"/>
                  </a:lnTo>
                  <a:lnTo>
                    <a:pt x="56300" y="26433"/>
                  </a:lnTo>
                  <a:lnTo>
                    <a:pt x="51656" y="29554"/>
                  </a:lnTo>
                  <a:lnTo>
                    <a:pt x="47118" y="32829"/>
                  </a:lnTo>
                  <a:lnTo>
                    <a:pt x="42693" y="36253"/>
                  </a:lnTo>
                  <a:lnTo>
                    <a:pt x="38385" y="39824"/>
                  </a:lnTo>
                  <a:lnTo>
                    <a:pt x="34198" y="43538"/>
                  </a:lnTo>
                  <a:lnTo>
                    <a:pt x="30139" y="47389"/>
                  </a:lnTo>
                  <a:lnTo>
                    <a:pt x="26210" y="51374"/>
                  </a:lnTo>
                  <a:lnTo>
                    <a:pt x="22417" y="55488"/>
                  </a:lnTo>
                  <a:lnTo>
                    <a:pt x="18764" y="59727"/>
                  </a:lnTo>
                  <a:lnTo>
                    <a:pt x="15255" y="64086"/>
                  </a:lnTo>
                  <a:lnTo>
                    <a:pt x="11894" y="68559"/>
                  </a:lnTo>
                  <a:lnTo>
                    <a:pt x="8684" y="73143"/>
                  </a:lnTo>
                  <a:lnTo>
                    <a:pt x="5629" y="77832"/>
                  </a:lnTo>
                  <a:lnTo>
                    <a:pt x="2733" y="82620"/>
                  </a:lnTo>
                  <a:lnTo>
                    <a:pt x="0" y="87502"/>
                  </a:lnTo>
                  <a:lnTo>
                    <a:pt x="147203" y="1667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65984" y="5220472"/>
              <a:ext cx="334298" cy="334334"/>
            </a:xfrm>
            <a:custGeom>
              <a:avLst/>
              <a:pathLst>
                <a:path w="334298" h="334334">
                  <a:moveTo>
                    <a:pt x="19947" y="87945"/>
                  </a:moveTo>
                  <a:lnTo>
                    <a:pt x="17506" y="92657"/>
                  </a:lnTo>
                  <a:lnTo>
                    <a:pt x="15217" y="97444"/>
                  </a:lnTo>
                  <a:lnTo>
                    <a:pt x="13081" y="102301"/>
                  </a:lnTo>
                  <a:lnTo>
                    <a:pt x="11099" y="107224"/>
                  </a:lnTo>
                  <a:lnTo>
                    <a:pt x="9275" y="112207"/>
                  </a:lnTo>
                  <a:lnTo>
                    <a:pt x="7611" y="117246"/>
                  </a:lnTo>
                  <a:lnTo>
                    <a:pt x="6107" y="122335"/>
                  </a:lnTo>
                  <a:lnTo>
                    <a:pt x="4765" y="127469"/>
                  </a:lnTo>
                  <a:lnTo>
                    <a:pt x="3587" y="132643"/>
                  </a:lnTo>
                  <a:lnTo>
                    <a:pt x="2573" y="137851"/>
                  </a:lnTo>
                  <a:lnTo>
                    <a:pt x="1726" y="143090"/>
                  </a:lnTo>
                  <a:lnTo>
                    <a:pt x="1045" y="148352"/>
                  </a:lnTo>
                  <a:lnTo>
                    <a:pt x="531" y="153634"/>
                  </a:lnTo>
                  <a:lnTo>
                    <a:pt x="186" y="158929"/>
                  </a:lnTo>
                  <a:lnTo>
                    <a:pt x="8" y="164233"/>
                  </a:lnTo>
                  <a:lnTo>
                    <a:pt x="0" y="169539"/>
                  </a:lnTo>
                  <a:lnTo>
                    <a:pt x="159" y="174843"/>
                  </a:lnTo>
                  <a:lnTo>
                    <a:pt x="487" y="180139"/>
                  </a:lnTo>
                  <a:lnTo>
                    <a:pt x="982" y="185423"/>
                  </a:lnTo>
                  <a:lnTo>
                    <a:pt x="1646" y="190687"/>
                  </a:lnTo>
                  <a:lnTo>
                    <a:pt x="2476" y="195929"/>
                  </a:lnTo>
                  <a:lnTo>
                    <a:pt x="3471" y="201141"/>
                  </a:lnTo>
                  <a:lnTo>
                    <a:pt x="4632" y="206319"/>
                  </a:lnTo>
                  <a:lnTo>
                    <a:pt x="5957" y="211457"/>
                  </a:lnTo>
                  <a:lnTo>
                    <a:pt x="7444" y="216551"/>
                  </a:lnTo>
                  <a:lnTo>
                    <a:pt x="9091" y="221595"/>
                  </a:lnTo>
                  <a:lnTo>
                    <a:pt x="10899" y="226584"/>
                  </a:lnTo>
                  <a:lnTo>
                    <a:pt x="12863" y="231514"/>
                  </a:lnTo>
                  <a:lnTo>
                    <a:pt x="14983" y="236378"/>
                  </a:lnTo>
                  <a:lnTo>
                    <a:pt x="17257" y="241173"/>
                  </a:lnTo>
                  <a:lnTo>
                    <a:pt x="19681" y="245893"/>
                  </a:lnTo>
                  <a:lnTo>
                    <a:pt x="22254" y="250534"/>
                  </a:lnTo>
                  <a:lnTo>
                    <a:pt x="24973" y="255091"/>
                  </a:lnTo>
                  <a:lnTo>
                    <a:pt x="27835" y="259559"/>
                  </a:lnTo>
                  <a:lnTo>
                    <a:pt x="30838" y="263934"/>
                  </a:lnTo>
                  <a:lnTo>
                    <a:pt x="33978" y="268212"/>
                  </a:lnTo>
                  <a:lnTo>
                    <a:pt x="37252" y="272388"/>
                  </a:lnTo>
                  <a:lnTo>
                    <a:pt x="40657" y="276458"/>
                  </a:lnTo>
                  <a:lnTo>
                    <a:pt x="44190" y="280418"/>
                  </a:lnTo>
                  <a:lnTo>
                    <a:pt x="47846" y="284263"/>
                  </a:lnTo>
                  <a:lnTo>
                    <a:pt x="51623" y="287991"/>
                  </a:lnTo>
                  <a:lnTo>
                    <a:pt x="55516" y="291597"/>
                  </a:lnTo>
                  <a:lnTo>
                    <a:pt x="59522" y="295077"/>
                  </a:lnTo>
                  <a:lnTo>
                    <a:pt x="63636" y="298429"/>
                  </a:lnTo>
                  <a:lnTo>
                    <a:pt x="67854" y="301648"/>
                  </a:lnTo>
                  <a:lnTo>
                    <a:pt x="72172" y="304732"/>
                  </a:lnTo>
                  <a:lnTo>
                    <a:pt x="76586" y="307677"/>
                  </a:lnTo>
                  <a:lnTo>
                    <a:pt x="81092" y="310481"/>
                  </a:lnTo>
                  <a:lnTo>
                    <a:pt x="85684" y="313140"/>
                  </a:lnTo>
                  <a:lnTo>
                    <a:pt x="90358" y="315652"/>
                  </a:lnTo>
                  <a:lnTo>
                    <a:pt x="95109" y="318015"/>
                  </a:lnTo>
                  <a:lnTo>
                    <a:pt x="99933" y="320225"/>
                  </a:lnTo>
                  <a:lnTo>
                    <a:pt x="104825" y="322282"/>
                  </a:lnTo>
                  <a:lnTo>
                    <a:pt x="109780" y="324182"/>
                  </a:lnTo>
                  <a:lnTo>
                    <a:pt x="114792" y="325923"/>
                  </a:lnTo>
                  <a:lnTo>
                    <a:pt x="119857" y="327505"/>
                  </a:lnTo>
                  <a:lnTo>
                    <a:pt x="124970" y="328925"/>
                  </a:lnTo>
                  <a:lnTo>
                    <a:pt x="130126" y="330183"/>
                  </a:lnTo>
                  <a:lnTo>
                    <a:pt x="135318" y="331276"/>
                  </a:lnTo>
                  <a:lnTo>
                    <a:pt x="140543" y="332203"/>
                  </a:lnTo>
                  <a:lnTo>
                    <a:pt x="145794" y="332965"/>
                  </a:lnTo>
                  <a:lnTo>
                    <a:pt x="151068" y="333559"/>
                  </a:lnTo>
                  <a:lnTo>
                    <a:pt x="156357" y="333986"/>
                  </a:lnTo>
                  <a:lnTo>
                    <a:pt x="161657" y="334244"/>
                  </a:lnTo>
                  <a:lnTo>
                    <a:pt x="166963" y="334334"/>
                  </a:lnTo>
                  <a:lnTo>
                    <a:pt x="172268" y="334256"/>
                  </a:lnTo>
                  <a:lnTo>
                    <a:pt x="177569" y="334009"/>
                  </a:lnTo>
                  <a:lnTo>
                    <a:pt x="182859" y="333595"/>
                  </a:lnTo>
                  <a:lnTo>
                    <a:pt x="188134" y="333012"/>
                  </a:lnTo>
                  <a:lnTo>
                    <a:pt x="193387" y="332263"/>
                  </a:lnTo>
                  <a:lnTo>
                    <a:pt x="198614" y="331347"/>
                  </a:lnTo>
                  <a:lnTo>
                    <a:pt x="203809" y="330265"/>
                  </a:lnTo>
                  <a:lnTo>
                    <a:pt x="208967" y="329020"/>
                  </a:lnTo>
                  <a:lnTo>
                    <a:pt x="214083" y="327611"/>
                  </a:lnTo>
                  <a:lnTo>
                    <a:pt x="219152" y="326040"/>
                  </a:lnTo>
                  <a:lnTo>
                    <a:pt x="224168" y="324310"/>
                  </a:lnTo>
                  <a:lnTo>
                    <a:pt x="229127" y="322421"/>
                  </a:lnTo>
                  <a:lnTo>
                    <a:pt x="234023" y="320376"/>
                  </a:lnTo>
                  <a:lnTo>
                    <a:pt x="238852" y="318176"/>
                  </a:lnTo>
                  <a:lnTo>
                    <a:pt x="243609" y="315824"/>
                  </a:lnTo>
                  <a:lnTo>
                    <a:pt x="248289" y="313322"/>
                  </a:lnTo>
                  <a:lnTo>
                    <a:pt x="252887" y="310674"/>
                  </a:lnTo>
                  <a:lnTo>
                    <a:pt x="257399" y="307880"/>
                  </a:lnTo>
                  <a:lnTo>
                    <a:pt x="261819" y="304945"/>
                  </a:lnTo>
                  <a:lnTo>
                    <a:pt x="266144" y="301871"/>
                  </a:lnTo>
                  <a:lnTo>
                    <a:pt x="270370" y="298661"/>
                  </a:lnTo>
                  <a:lnTo>
                    <a:pt x="274492" y="295318"/>
                  </a:lnTo>
                  <a:lnTo>
                    <a:pt x="278505" y="291847"/>
                  </a:lnTo>
                  <a:lnTo>
                    <a:pt x="282406" y="288250"/>
                  </a:lnTo>
                  <a:lnTo>
                    <a:pt x="286191" y="284531"/>
                  </a:lnTo>
                  <a:lnTo>
                    <a:pt x="289856" y="280693"/>
                  </a:lnTo>
                  <a:lnTo>
                    <a:pt x="293397" y="276741"/>
                  </a:lnTo>
                  <a:lnTo>
                    <a:pt x="296812" y="272679"/>
                  </a:lnTo>
                  <a:lnTo>
                    <a:pt x="300095" y="268511"/>
                  </a:lnTo>
                  <a:lnTo>
                    <a:pt x="303245" y="264240"/>
                  </a:lnTo>
                  <a:lnTo>
                    <a:pt x="306257" y="259872"/>
                  </a:lnTo>
                  <a:lnTo>
                    <a:pt x="309130" y="255410"/>
                  </a:lnTo>
                  <a:lnTo>
                    <a:pt x="311859" y="250859"/>
                  </a:lnTo>
                  <a:lnTo>
                    <a:pt x="314442" y="246224"/>
                  </a:lnTo>
                  <a:lnTo>
                    <a:pt x="316877" y="241509"/>
                  </a:lnTo>
                  <a:lnTo>
                    <a:pt x="319161" y="236719"/>
                  </a:lnTo>
                  <a:lnTo>
                    <a:pt x="321292" y="231860"/>
                  </a:lnTo>
                  <a:lnTo>
                    <a:pt x="323268" y="226935"/>
                  </a:lnTo>
                  <a:lnTo>
                    <a:pt x="325086" y="221949"/>
                  </a:lnTo>
                  <a:lnTo>
                    <a:pt x="326745" y="216909"/>
                  </a:lnTo>
                  <a:lnTo>
                    <a:pt x="328244" y="211819"/>
                  </a:lnTo>
                  <a:lnTo>
                    <a:pt x="329580" y="206683"/>
                  </a:lnTo>
                  <a:lnTo>
                    <a:pt x="330752" y="201508"/>
                  </a:lnTo>
                  <a:lnTo>
                    <a:pt x="331760" y="196298"/>
                  </a:lnTo>
                  <a:lnTo>
                    <a:pt x="332601" y="191059"/>
                  </a:lnTo>
                  <a:lnTo>
                    <a:pt x="333276" y="185795"/>
                  </a:lnTo>
                  <a:lnTo>
                    <a:pt x="333784" y="180513"/>
                  </a:lnTo>
                  <a:lnTo>
                    <a:pt x="334124" y="175218"/>
                  </a:lnTo>
                  <a:lnTo>
                    <a:pt x="334295" y="169914"/>
                  </a:lnTo>
                  <a:lnTo>
                    <a:pt x="334298" y="164607"/>
                  </a:lnTo>
                  <a:lnTo>
                    <a:pt x="334133" y="159304"/>
                  </a:lnTo>
                  <a:lnTo>
                    <a:pt x="333799" y="154008"/>
                  </a:lnTo>
                  <a:lnTo>
                    <a:pt x="333297" y="148725"/>
                  </a:lnTo>
                  <a:lnTo>
                    <a:pt x="332628" y="143461"/>
                  </a:lnTo>
                  <a:lnTo>
                    <a:pt x="331792" y="138221"/>
                  </a:lnTo>
                  <a:lnTo>
                    <a:pt x="330791" y="133010"/>
                  </a:lnTo>
                  <a:lnTo>
                    <a:pt x="329624" y="127833"/>
                  </a:lnTo>
                  <a:lnTo>
                    <a:pt x="328294" y="122696"/>
                  </a:lnTo>
                  <a:lnTo>
                    <a:pt x="326801" y="117604"/>
                  </a:lnTo>
                  <a:lnTo>
                    <a:pt x="325148" y="112562"/>
                  </a:lnTo>
                  <a:lnTo>
                    <a:pt x="323335" y="107574"/>
                  </a:lnTo>
                  <a:lnTo>
                    <a:pt x="321365" y="102647"/>
                  </a:lnTo>
                  <a:lnTo>
                    <a:pt x="319239" y="97785"/>
                  </a:lnTo>
                  <a:lnTo>
                    <a:pt x="316961" y="92993"/>
                  </a:lnTo>
                  <a:lnTo>
                    <a:pt x="314531" y="88275"/>
                  </a:lnTo>
                  <a:lnTo>
                    <a:pt x="311953" y="83637"/>
                  </a:lnTo>
                  <a:lnTo>
                    <a:pt x="309228" y="79084"/>
                  </a:lnTo>
                  <a:lnTo>
                    <a:pt x="306361" y="74618"/>
                  </a:lnTo>
                  <a:lnTo>
                    <a:pt x="303354" y="70247"/>
                  </a:lnTo>
                  <a:lnTo>
                    <a:pt x="300209" y="65972"/>
                  </a:lnTo>
                  <a:lnTo>
                    <a:pt x="296930" y="61800"/>
                  </a:lnTo>
                  <a:lnTo>
                    <a:pt x="293520" y="57734"/>
                  </a:lnTo>
                  <a:lnTo>
                    <a:pt x="289983" y="53778"/>
                  </a:lnTo>
                  <a:lnTo>
                    <a:pt x="286323" y="49937"/>
                  </a:lnTo>
                  <a:lnTo>
                    <a:pt x="282542" y="46214"/>
                  </a:lnTo>
                  <a:lnTo>
                    <a:pt x="278645" y="42612"/>
                  </a:lnTo>
                  <a:lnTo>
                    <a:pt x="274635" y="39136"/>
                  </a:lnTo>
                  <a:lnTo>
                    <a:pt x="270517" y="35789"/>
                  </a:lnTo>
                  <a:lnTo>
                    <a:pt x="266296" y="32574"/>
                  </a:lnTo>
                  <a:lnTo>
                    <a:pt x="261974" y="29495"/>
                  </a:lnTo>
                  <a:lnTo>
                    <a:pt x="257556" y="26555"/>
                  </a:lnTo>
                  <a:lnTo>
                    <a:pt x="253048" y="23757"/>
                  </a:lnTo>
                  <a:lnTo>
                    <a:pt x="248453" y="21103"/>
                  </a:lnTo>
                  <a:lnTo>
                    <a:pt x="243776" y="18596"/>
                  </a:lnTo>
                  <a:lnTo>
                    <a:pt x="239022" y="16238"/>
                  </a:lnTo>
                  <a:lnTo>
                    <a:pt x="234195" y="14033"/>
                  </a:lnTo>
                  <a:lnTo>
                    <a:pt x="229301" y="11982"/>
                  </a:lnTo>
                  <a:lnTo>
                    <a:pt x="224344" y="10088"/>
                  </a:lnTo>
                  <a:lnTo>
                    <a:pt x="219330" y="8352"/>
                  </a:lnTo>
                  <a:lnTo>
                    <a:pt x="214263" y="6776"/>
                  </a:lnTo>
                  <a:lnTo>
                    <a:pt x="209149" y="5361"/>
                  </a:lnTo>
                  <a:lnTo>
                    <a:pt x="203992" y="4110"/>
                  </a:lnTo>
                  <a:lnTo>
                    <a:pt x="198798" y="3023"/>
                  </a:lnTo>
                  <a:lnTo>
                    <a:pt x="193572" y="2101"/>
                  </a:lnTo>
                  <a:lnTo>
                    <a:pt x="188320" y="1345"/>
                  </a:lnTo>
                  <a:lnTo>
                    <a:pt x="183046" y="757"/>
                  </a:lnTo>
                  <a:lnTo>
                    <a:pt x="177756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54929" y="4961274"/>
              <a:ext cx="27910" cy="167167"/>
            </a:xfrm>
            <a:custGeom>
              <a:avLst/>
              <a:pathLst>
                <a:path w="27910" h="167167">
                  <a:moveTo>
                    <a:pt x="27910" y="0"/>
                  </a:moveTo>
                  <a:lnTo>
                    <a:pt x="20902" y="146"/>
                  </a:lnTo>
                  <a:lnTo>
                    <a:pt x="13906" y="587"/>
                  </a:lnTo>
                  <a:lnTo>
                    <a:pt x="6934" y="1321"/>
                  </a:lnTo>
                  <a:lnTo>
                    <a:pt x="0" y="2346"/>
                  </a:lnTo>
                  <a:lnTo>
                    <a:pt x="2791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54929" y="4963620"/>
              <a:ext cx="27910" cy="164820"/>
            </a:xfrm>
            <a:custGeom>
              <a:avLst/>
              <a:pathLst>
                <a:path w="27910" h="164820">
                  <a:moveTo>
                    <a:pt x="0" y="0"/>
                  </a:moveTo>
                  <a:lnTo>
                    <a:pt x="27910" y="164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54929" y="4963620"/>
              <a:ext cx="27910" cy="164820"/>
            </a:xfrm>
            <a:custGeom>
              <a:avLst/>
              <a:pathLst>
                <a:path w="27910" h="164820">
                  <a:moveTo>
                    <a:pt x="0" y="0"/>
                  </a:moveTo>
                  <a:lnTo>
                    <a:pt x="27910" y="1648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54929" y="4963620"/>
              <a:ext cx="27910" cy="164820"/>
            </a:xfrm>
            <a:custGeom>
              <a:avLst/>
              <a:pathLst>
                <a:path w="27910" h="164820">
                  <a:moveTo>
                    <a:pt x="0" y="0"/>
                  </a:moveTo>
                  <a:lnTo>
                    <a:pt x="27910" y="1648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915686" y="4963620"/>
              <a:ext cx="167153" cy="178860"/>
            </a:xfrm>
            <a:custGeom>
              <a:avLst/>
              <a:pathLst>
                <a:path w="167153" h="178860">
                  <a:moveTo>
                    <a:pt x="139242" y="0"/>
                  </a:moveTo>
                  <a:lnTo>
                    <a:pt x="133929" y="988"/>
                  </a:lnTo>
                  <a:lnTo>
                    <a:pt x="128651" y="2147"/>
                  </a:lnTo>
                  <a:lnTo>
                    <a:pt x="123413" y="3477"/>
                  </a:lnTo>
                  <a:lnTo>
                    <a:pt x="118221" y="4975"/>
                  </a:lnTo>
                  <a:lnTo>
                    <a:pt x="113079" y="6640"/>
                  </a:lnTo>
                  <a:lnTo>
                    <a:pt x="107995" y="8471"/>
                  </a:lnTo>
                  <a:lnTo>
                    <a:pt x="102972" y="10465"/>
                  </a:lnTo>
                  <a:lnTo>
                    <a:pt x="98016" y="12620"/>
                  </a:lnTo>
                  <a:lnTo>
                    <a:pt x="93133" y="14934"/>
                  </a:lnTo>
                  <a:lnTo>
                    <a:pt x="88327" y="17405"/>
                  </a:lnTo>
                  <a:lnTo>
                    <a:pt x="83603" y="20030"/>
                  </a:lnTo>
                  <a:lnTo>
                    <a:pt x="78966" y="22806"/>
                  </a:lnTo>
                  <a:lnTo>
                    <a:pt x="74422" y="25731"/>
                  </a:lnTo>
                  <a:lnTo>
                    <a:pt x="69975" y="28801"/>
                  </a:lnTo>
                  <a:lnTo>
                    <a:pt x="65629" y="32013"/>
                  </a:lnTo>
                  <a:lnTo>
                    <a:pt x="61389" y="35364"/>
                  </a:lnTo>
                  <a:lnTo>
                    <a:pt x="57260" y="38850"/>
                  </a:lnTo>
                  <a:lnTo>
                    <a:pt x="53246" y="42468"/>
                  </a:lnTo>
                  <a:lnTo>
                    <a:pt x="49350" y="46214"/>
                  </a:lnTo>
                  <a:lnTo>
                    <a:pt x="45578" y="50084"/>
                  </a:lnTo>
                  <a:lnTo>
                    <a:pt x="41933" y="54074"/>
                  </a:lnTo>
                  <a:lnTo>
                    <a:pt x="38419" y="58179"/>
                  </a:lnTo>
                  <a:lnTo>
                    <a:pt x="35039" y="62396"/>
                  </a:lnTo>
                  <a:lnTo>
                    <a:pt x="31797" y="66720"/>
                  </a:lnTo>
                  <a:lnTo>
                    <a:pt x="28697" y="71146"/>
                  </a:lnTo>
                  <a:lnTo>
                    <a:pt x="25741" y="75670"/>
                  </a:lnTo>
                  <a:lnTo>
                    <a:pt x="22934" y="80288"/>
                  </a:lnTo>
                  <a:lnTo>
                    <a:pt x="20277" y="84994"/>
                  </a:lnTo>
                  <a:lnTo>
                    <a:pt x="17773" y="89783"/>
                  </a:lnTo>
                  <a:lnTo>
                    <a:pt x="15426" y="94651"/>
                  </a:lnTo>
                  <a:lnTo>
                    <a:pt x="13237" y="99592"/>
                  </a:lnTo>
                  <a:lnTo>
                    <a:pt x="11209" y="104601"/>
                  </a:lnTo>
                  <a:lnTo>
                    <a:pt x="9344" y="109673"/>
                  </a:lnTo>
                  <a:lnTo>
                    <a:pt x="7644" y="114803"/>
                  </a:lnTo>
                  <a:lnTo>
                    <a:pt x="6110" y="119985"/>
                  </a:lnTo>
                  <a:lnTo>
                    <a:pt x="4745" y="125214"/>
                  </a:lnTo>
                  <a:lnTo>
                    <a:pt x="3550" y="130484"/>
                  </a:lnTo>
                  <a:lnTo>
                    <a:pt x="2526" y="135790"/>
                  </a:lnTo>
                  <a:lnTo>
                    <a:pt x="1673" y="141126"/>
                  </a:lnTo>
                  <a:lnTo>
                    <a:pt x="994" y="146488"/>
                  </a:lnTo>
                  <a:lnTo>
                    <a:pt x="488" y="151868"/>
                  </a:lnTo>
                  <a:lnTo>
                    <a:pt x="157" y="157262"/>
                  </a:lnTo>
                  <a:lnTo>
                    <a:pt x="0" y="162664"/>
                  </a:lnTo>
                  <a:lnTo>
                    <a:pt x="17" y="168068"/>
                  </a:lnTo>
                  <a:lnTo>
                    <a:pt x="209" y="173469"/>
                  </a:lnTo>
                  <a:lnTo>
                    <a:pt x="576" y="178860"/>
                  </a:lnTo>
                  <a:lnTo>
                    <a:pt x="167153" y="164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916263" y="4961274"/>
              <a:ext cx="333727" cy="334334"/>
            </a:xfrm>
            <a:custGeom>
              <a:avLst/>
              <a:pathLst>
                <a:path w="333727" h="334334">
                  <a:moveTo>
                    <a:pt x="0" y="181207"/>
                  </a:moveTo>
                  <a:lnTo>
                    <a:pt x="528" y="186479"/>
                  </a:lnTo>
                  <a:lnTo>
                    <a:pt x="1224" y="191733"/>
                  </a:lnTo>
                  <a:lnTo>
                    <a:pt x="2085" y="196961"/>
                  </a:lnTo>
                  <a:lnTo>
                    <a:pt x="3112" y="202160"/>
                  </a:lnTo>
                  <a:lnTo>
                    <a:pt x="4304" y="207323"/>
                  </a:lnTo>
                  <a:lnTo>
                    <a:pt x="5658" y="212446"/>
                  </a:lnTo>
                  <a:lnTo>
                    <a:pt x="7174" y="217524"/>
                  </a:lnTo>
                  <a:lnTo>
                    <a:pt x="8850" y="222551"/>
                  </a:lnTo>
                  <a:lnTo>
                    <a:pt x="10685" y="227522"/>
                  </a:lnTo>
                  <a:lnTo>
                    <a:pt x="12676" y="232433"/>
                  </a:lnTo>
                  <a:lnTo>
                    <a:pt x="14822" y="237278"/>
                  </a:lnTo>
                  <a:lnTo>
                    <a:pt x="17121" y="242053"/>
                  </a:lnTo>
                  <a:lnTo>
                    <a:pt x="19569" y="246752"/>
                  </a:lnTo>
                  <a:lnTo>
                    <a:pt x="22166" y="251372"/>
                  </a:lnTo>
                  <a:lnTo>
                    <a:pt x="24907" y="255907"/>
                  </a:lnTo>
                  <a:lnTo>
                    <a:pt x="27791" y="260352"/>
                  </a:lnTo>
                  <a:lnTo>
                    <a:pt x="30814" y="264704"/>
                  </a:lnTo>
                  <a:lnTo>
                    <a:pt x="33974" y="268959"/>
                  </a:lnTo>
                  <a:lnTo>
                    <a:pt x="37267" y="273110"/>
                  </a:lnTo>
                  <a:lnTo>
                    <a:pt x="40690" y="277156"/>
                  </a:lnTo>
                  <a:lnTo>
                    <a:pt x="44239" y="281090"/>
                  </a:lnTo>
                  <a:lnTo>
                    <a:pt x="47911" y="284911"/>
                  </a:lnTo>
                  <a:lnTo>
                    <a:pt x="51703" y="288613"/>
                  </a:lnTo>
                  <a:lnTo>
                    <a:pt x="55610" y="292193"/>
                  </a:lnTo>
                  <a:lnTo>
                    <a:pt x="59628" y="295647"/>
                  </a:lnTo>
                  <a:lnTo>
                    <a:pt x="63754" y="298972"/>
                  </a:lnTo>
                  <a:lnTo>
                    <a:pt x="67984" y="302165"/>
                  </a:lnTo>
                  <a:lnTo>
                    <a:pt x="72312" y="305222"/>
                  </a:lnTo>
                  <a:lnTo>
                    <a:pt x="76735" y="308140"/>
                  </a:lnTo>
                  <a:lnTo>
                    <a:pt x="81248" y="310917"/>
                  </a:lnTo>
                  <a:lnTo>
                    <a:pt x="85847" y="313549"/>
                  </a:lnTo>
                  <a:lnTo>
                    <a:pt x="90528" y="316035"/>
                  </a:lnTo>
                  <a:lnTo>
                    <a:pt x="95284" y="318370"/>
                  </a:lnTo>
                  <a:lnTo>
                    <a:pt x="100113" y="320554"/>
                  </a:lnTo>
                  <a:lnTo>
                    <a:pt x="105008" y="322583"/>
                  </a:lnTo>
                  <a:lnTo>
                    <a:pt x="109965" y="324457"/>
                  </a:lnTo>
                  <a:lnTo>
                    <a:pt x="114978" y="326172"/>
                  </a:lnTo>
                  <a:lnTo>
                    <a:pt x="120044" y="327728"/>
                  </a:lnTo>
                  <a:lnTo>
                    <a:pt x="125156" y="329122"/>
                  </a:lnTo>
                  <a:lnTo>
                    <a:pt x="130310" y="330353"/>
                  </a:lnTo>
                  <a:lnTo>
                    <a:pt x="135501" y="331421"/>
                  </a:lnTo>
                  <a:lnTo>
                    <a:pt x="140723" y="332323"/>
                  </a:lnTo>
                  <a:lnTo>
                    <a:pt x="145970" y="333060"/>
                  </a:lnTo>
                  <a:lnTo>
                    <a:pt x="151239" y="333629"/>
                  </a:lnTo>
                  <a:lnTo>
                    <a:pt x="156522" y="334032"/>
                  </a:lnTo>
                  <a:lnTo>
                    <a:pt x="161816" y="334267"/>
                  </a:lnTo>
                  <a:lnTo>
                    <a:pt x="167115" y="334334"/>
                  </a:lnTo>
                  <a:lnTo>
                    <a:pt x="172413" y="334232"/>
                  </a:lnTo>
                  <a:lnTo>
                    <a:pt x="177705" y="333964"/>
                  </a:lnTo>
                  <a:lnTo>
                    <a:pt x="182987" y="333527"/>
                  </a:lnTo>
                  <a:lnTo>
                    <a:pt x="188251" y="332923"/>
                  </a:lnTo>
                  <a:lnTo>
                    <a:pt x="193494" y="332153"/>
                  </a:lnTo>
                  <a:lnTo>
                    <a:pt x="198710" y="331217"/>
                  </a:lnTo>
                  <a:lnTo>
                    <a:pt x="203893" y="330116"/>
                  </a:lnTo>
                  <a:lnTo>
                    <a:pt x="209039" y="328851"/>
                  </a:lnTo>
                  <a:lnTo>
                    <a:pt x="214143" y="327424"/>
                  </a:lnTo>
                  <a:lnTo>
                    <a:pt x="219198" y="325836"/>
                  </a:lnTo>
                  <a:lnTo>
                    <a:pt x="224201" y="324089"/>
                  </a:lnTo>
                  <a:lnTo>
                    <a:pt x="229145" y="322183"/>
                  </a:lnTo>
                  <a:lnTo>
                    <a:pt x="234027" y="320122"/>
                  </a:lnTo>
                  <a:lnTo>
                    <a:pt x="238841" y="317907"/>
                  </a:lnTo>
                  <a:lnTo>
                    <a:pt x="243583" y="315541"/>
                  </a:lnTo>
                  <a:lnTo>
                    <a:pt x="248247" y="313026"/>
                  </a:lnTo>
                  <a:lnTo>
                    <a:pt x="252829" y="310364"/>
                  </a:lnTo>
                  <a:lnTo>
                    <a:pt x="257324" y="307558"/>
                  </a:lnTo>
                  <a:lnTo>
                    <a:pt x="261728" y="304612"/>
                  </a:lnTo>
                  <a:lnTo>
                    <a:pt x="266037" y="301527"/>
                  </a:lnTo>
                  <a:lnTo>
                    <a:pt x="270246" y="298307"/>
                  </a:lnTo>
                  <a:lnTo>
                    <a:pt x="274350" y="294955"/>
                  </a:lnTo>
                  <a:lnTo>
                    <a:pt x="278346" y="291475"/>
                  </a:lnTo>
                  <a:lnTo>
                    <a:pt x="282230" y="287870"/>
                  </a:lnTo>
                  <a:lnTo>
                    <a:pt x="285998" y="284143"/>
                  </a:lnTo>
                  <a:lnTo>
                    <a:pt x="289645" y="280300"/>
                  </a:lnTo>
                  <a:lnTo>
                    <a:pt x="293169" y="276342"/>
                  </a:lnTo>
                  <a:lnTo>
                    <a:pt x="296566" y="272275"/>
                  </a:lnTo>
                  <a:lnTo>
                    <a:pt x="299832" y="268102"/>
                  </a:lnTo>
                  <a:lnTo>
                    <a:pt x="302964" y="263827"/>
                  </a:lnTo>
                  <a:lnTo>
                    <a:pt x="305960" y="259456"/>
                  </a:lnTo>
                  <a:lnTo>
                    <a:pt x="308815" y="254992"/>
                  </a:lnTo>
                  <a:lnTo>
                    <a:pt x="311527" y="250439"/>
                  </a:lnTo>
                  <a:lnTo>
                    <a:pt x="314093" y="245803"/>
                  </a:lnTo>
                  <a:lnTo>
                    <a:pt x="316512" y="241088"/>
                  </a:lnTo>
                  <a:lnTo>
                    <a:pt x="318779" y="236299"/>
                  </a:lnTo>
                  <a:lnTo>
                    <a:pt x="320894" y="231440"/>
                  </a:lnTo>
                  <a:lnTo>
                    <a:pt x="322854" y="226517"/>
                  </a:lnTo>
                  <a:lnTo>
                    <a:pt x="324656" y="221533"/>
                  </a:lnTo>
                  <a:lnTo>
                    <a:pt x="326300" y="216496"/>
                  </a:lnTo>
                  <a:lnTo>
                    <a:pt x="327783" y="211408"/>
                  </a:lnTo>
                  <a:lnTo>
                    <a:pt x="329104" y="206277"/>
                  </a:lnTo>
                  <a:lnTo>
                    <a:pt x="330262" y="201106"/>
                  </a:lnTo>
                  <a:lnTo>
                    <a:pt x="331256" y="195900"/>
                  </a:lnTo>
                  <a:lnTo>
                    <a:pt x="332084" y="190666"/>
                  </a:lnTo>
                  <a:lnTo>
                    <a:pt x="332745" y="185409"/>
                  </a:lnTo>
                  <a:lnTo>
                    <a:pt x="333240" y="180133"/>
                  </a:lnTo>
                  <a:lnTo>
                    <a:pt x="333567" y="174844"/>
                  </a:lnTo>
                  <a:lnTo>
                    <a:pt x="333727" y="169547"/>
                  </a:lnTo>
                  <a:lnTo>
                    <a:pt x="333718" y="164248"/>
                  </a:lnTo>
                  <a:lnTo>
                    <a:pt x="333542" y="158952"/>
                  </a:lnTo>
                  <a:lnTo>
                    <a:pt x="333198" y="153664"/>
                  </a:lnTo>
                  <a:lnTo>
                    <a:pt x="332686" y="148390"/>
                  </a:lnTo>
                  <a:lnTo>
                    <a:pt x="332007" y="143134"/>
                  </a:lnTo>
                  <a:lnTo>
                    <a:pt x="331162" y="137903"/>
                  </a:lnTo>
                  <a:lnTo>
                    <a:pt x="330152" y="132701"/>
                  </a:lnTo>
                  <a:lnTo>
                    <a:pt x="328978" y="127534"/>
                  </a:lnTo>
                  <a:lnTo>
                    <a:pt x="327640" y="122406"/>
                  </a:lnTo>
                  <a:lnTo>
                    <a:pt x="326140" y="117324"/>
                  </a:lnTo>
                  <a:lnTo>
                    <a:pt x="324480" y="112291"/>
                  </a:lnTo>
                  <a:lnTo>
                    <a:pt x="322662" y="107314"/>
                  </a:lnTo>
                  <a:lnTo>
                    <a:pt x="320686" y="102397"/>
                  </a:lnTo>
                  <a:lnTo>
                    <a:pt x="318556" y="97545"/>
                  </a:lnTo>
                  <a:lnTo>
                    <a:pt x="316273" y="92763"/>
                  </a:lnTo>
                  <a:lnTo>
                    <a:pt x="313839" y="88056"/>
                  </a:lnTo>
                  <a:lnTo>
                    <a:pt x="311258" y="83428"/>
                  </a:lnTo>
                  <a:lnTo>
                    <a:pt x="308531" y="78884"/>
                  </a:lnTo>
                  <a:lnTo>
                    <a:pt x="305661" y="74429"/>
                  </a:lnTo>
                  <a:lnTo>
                    <a:pt x="302652" y="70067"/>
                  </a:lnTo>
                  <a:lnTo>
                    <a:pt x="299506" y="65803"/>
                  </a:lnTo>
                  <a:lnTo>
                    <a:pt x="296227" y="61641"/>
                  </a:lnTo>
                  <a:lnTo>
                    <a:pt x="292817" y="57585"/>
                  </a:lnTo>
                  <a:lnTo>
                    <a:pt x="289280" y="53638"/>
                  </a:lnTo>
                  <a:lnTo>
                    <a:pt x="285620" y="49806"/>
                  </a:lnTo>
                  <a:lnTo>
                    <a:pt x="281841" y="46092"/>
                  </a:lnTo>
                  <a:lnTo>
                    <a:pt x="277945" y="42500"/>
                  </a:lnTo>
                  <a:lnTo>
                    <a:pt x="273938" y="39032"/>
                  </a:lnTo>
                  <a:lnTo>
                    <a:pt x="269823" y="35694"/>
                  </a:lnTo>
                  <a:lnTo>
                    <a:pt x="265604" y="32487"/>
                  </a:lnTo>
                  <a:lnTo>
                    <a:pt x="261285" y="29416"/>
                  </a:lnTo>
                  <a:lnTo>
                    <a:pt x="256871" y="26484"/>
                  </a:lnTo>
                  <a:lnTo>
                    <a:pt x="252367" y="23693"/>
                  </a:lnTo>
                  <a:lnTo>
                    <a:pt x="247776" y="21045"/>
                  </a:lnTo>
                  <a:lnTo>
                    <a:pt x="243104" y="18545"/>
                  </a:lnTo>
                  <a:lnTo>
                    <a:pt x="238355" y="16194"/>
                  </a:lnTo>
                  <a:lnTo>
                    <a:pt x="233534" y="13995"/>
                  </a:lnTo>
                  <a:lnTo>
                    <a:pt x="228646" y="11950"/>
                  </a:lnTo>
                  <a:lnTo>
                    <a:pt x="223695" y="10060"/>
                  </a:lnTo>
                  <a:lnTo>
                    <a:pt x="218686" y="8329"/>
                  </a:lnTo>
                  <a:lnTo>
                    <a:pt x="213626" y="6757"/>
                  </a:lnTo>
                  <a:lnTo>
                    <a:pt x="208518" y="5347"/>
                  </a:lnTo>
                  <a:lnTo>
                    <a:pt x="203368" y="4098"/>
                  </a:lnTo>
                  <a:lnTo>
                    <a:pt x="198181" y="3014"/>
                  </a:lnTo>
                  <a:lnTo>
                    <a:pt x="192962" y="2095"/>
                  </a:lnTo>
                  <a:lnTo>
                    <a:pt x="187717" y="1342"/>
                  </a:lnTo>
                  <a:lnTo>
                    <a:pt x="182450" y="755"/>
                  </a:lnTo>
                  <a:lnTo>
                    <a:pt x="177168" y="335"/>
                  </a:lnTo>
                  <a:lnTo>
                    <a:pt x="171875" y="83"/>
                  </a:lnTo>
                  <a:lnTo>
                    <a:pt x="166576" y="0"/>
                  </a:lnTo>
                  <a:lnTo>
                    <a:pt x="1665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59429" y="4605529"/>
              <a:ext cx="101117" cy="167167"/>
            </a:xfrm>
            <a:custGeom>
              <a:avLst/>
              <a:pathLst>
                <a:path w="101117" h="167167">
                  <a:moveTo>
                    <a:pt x="101117" y="0"/>
                  </a:moveTo>
                  <a:lnTo>
                    <a:pt x="95403" y="97"/>
                  </a:lnTo>
                  <a:lnTo>
                    <a:pt x="89695" y="390"/>
                  </a:lnTo>
                  <a:lnTo>
                    <a:pt x="84000" y="878"/>
                  </a:lnTo>
                  <a:lnTo>
                    <a:pt x="78326" y="1560"/>
                  </a:lnTo>
                  <a:lnTo>
                    <a:pt x="72678" y="2436"/>
                  </a:lnTo>
                  <a:lnTo>
                    <a:pt x="67064" y="3505"/>
                  </a:lnTo>
                  <a:lnTo>
                    <a:pt x="61489" y="4764"/>
                  </a:lnTo>
                  <a:lnTo>
                    <a:pt x="55960" y="6214"/>
                  </a:lnTo>
                  <a:lnTo>
                    <a:pt x="50485" y="7852"/>
                  </a:lnTo>
                  <a:lnTo>
                    <a:pt x="45068" y="9676"/>
                  </a:lnTo>
                  <a:lnTo>
                    <a:pt x="39717" y="11684"/>
                  </a:lnTo>
                  <a:lnTo>
                    <a:pt x="34438" y="13873"/>
                  </a:lnTo>
                  <a:lnTo>
                    <a:pt x="29237" y="16242"/>
                  </a:lnTo>
                  <a:lnTo>
                    <a:pt x="24120" y="18788"/>
                  </a:lnTo>
                  <a:lnTo>
                    <a:pt x="19093" y="21507"/>
                  </a:lnTo>
                  <a:lnTo>
                    <a:pt x="14161" y="24396"/>
                  </a:lnTo>
                  <a:lnTo>
                    <a:pt x="9331" y="27452"/>
                  </a:lnTo>
                  <a:lnTo>
                    <a:pt x="4609" y="30671"/>
                  </a:lnTo>
                  <a:lnTo>
                    <a:pt x="0" y="34050"/>
                  </a:lnTo>
                  <a:lnTo>
                    <a:pt x="10111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59429" y="4639579"/>
              <a:ext cx="101117" cy="133117"/>
            </a:xfrm>
            <a:custGeom>
              <a:avLst/>
              <a:pathLst>
                <a:path w="101117" h="133117">
                  <a:moveTo>
                    <a:pt x="0" y="0"/>
                  </a:moveTo>
                  <a:lnTo>
                    <a:pt x="101117" y="1331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59429" y="4639579"/>
              <a:ext cx="101117" cy="133117"/>
            </a:xfrm>
            <a:custGeom>
              <a:avLst/>
              <a:pathLst>
                <a:path w="101117" h="133117">
                  <a:moveTo>
                    <a:pt x="0" y="0"/>
                  </a:moveTo>
                  <a:lnTo>
                    <a:pt x="101117" y="1331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293380" y="4639579"/>
              <a:ext cx="334319" cy="300279"/>
            </a:xfrm>
            <a:custGeom>
              <a:avLst/>
              <a:pathLst>
                <a:path w="334319" h="300279">
                  <a:moveTo>
                    <a:pt x="66048" y="0"/>
                  </a:moveTo>
                  <a:lnTo>
                    <a:pt x="61888" y="3265"/>
                  </a:lnTo>
                  <a:lnTo>
                    <a:pt x="57833" y="6660"/>
                  </a:lnTo>
                  <a:lnTo>
                    <a:pt x="53887" y="10182"/>
                  </a:lnTo>
                  <a:lnTo>
                    <a:pt x="50055" y="13827"/>
                  </a:lnTo>
                  <a:lnTo>
                    <a:pt x="46340" y="17591"/>
                  </a:lnTo>
                  <a:lnTo>
                    <a:pt x="42746" y="21471"/>
                  </a:lnTo>
                  <a:lnTo>
                    <a:pt x="39277" y="25463"/>
                  </a:lnTo>
                  <a:lnTo>
                    <a:pt x="35935" y="29563"/>
                  </a:lnTo>
                  <a:lnTo>
                    <a:pt x="32725" y="33766"/>
                  </a:lnTo>
                  <a:lnTo>
                    <a:pt x="29649" y="38068"/>
                  </a:lnTo>
                  <a:lnTo>
                    <a:pt x="26711" y="42466"/>
                  </a:lnTo>
                  <a:lnTo>
                    <a:pt x="23914" y="46955"/>
                  </a:lnTo>
                  <a:lnTo>
                    <a:pt x="21260" y="51529"/>
                  </a:lnTo>
                  <a:lnTo>
                    <a:pt x="18752" y="56186"/>
                  </a:lnTo>
                  <a:lnTo>
                    <a:pt x="16393" y="60919"/>
                  </a:lnTo>
                  <a:lnTo>
                    <a:pt x="14184" y="65725"/>
                  </a:lnTo>
                  <a:lnTo>
                    <a:pt x="12129" y="70598"/>
                  </a:lnTo>
                  <a:lnTo>
                    <a:pt x="10229" y="75534"/>
                  </a:lnTo>
                  <a:lnTo>
                    <a:pt x="8486" y="80527"/>
                  </a:lnTo>
                  <a:lnTo>
                    <a:pt x="6902" y="85573"/>
                  </a:lnTo>
                  <a:lnTo>
                    <a:pt x="5478" y="90667"/>
                  </a:lnTo>
                  <a:lnTo>
                    <a:pt x="4216" y="95803"/>
                  </a:lnTo>
                  <a:lnTo>
                    <a:pt x="3117" y="100976"/>
                  </a:lnTo>
                  <a:lnTo>
                    <a:pt x="2183" y="106182"/>
                  </a:lnTo>
                  <a:lnTo>
                    <a:pt x="1413" y="111414"/>
                  </a:lnTo>
                  <a:lnTo>
                    <a:pt x="810" y="116668"/>
                  </a:lnTo>
                  <a:lnTo>
                    <a:pt x="373" y="121939"/>
                  </a:lnTo>
                  <a:lnTo>
                    <a:pt x="102" y="127221"/>
                  </a:lnTo>
                  <a:lnTo>
                    <a:pt x="0" y="132509"/>
                  </a:lnTo>
                  <a:lnTo>
                    <a:pt x="64" y="137797"/>
                  </a:lnTo>
                  <a:lnTo>
                    <a:pt x="296" y="143081"/>
                  </a:lnTo>
                  <a:lnTo>
                    <a:pt x="694" y="148355"/>
                  </a:lnTo>
                  <a:lnTo>
                    <a:pt x="1260" y="153613"/>
                  </a:lnTo>
                  <a:lnTo>
                    <a:pt x="1991" y="158851"/>
                  </a:lnTo>
                  <a:lnTo>
                    <a:pt x="2888" y="164064"/>
                  </a:lnTo>
                  <a:lnTo>
                    <a:pt x="3949" y="169245"/>
                  </a:lnTo>
                  <a:lnTo>
                    <a:pt x="5174" y="174390"/>
                  </a:lnTo>
                  <a:lnTo>
                    <a:pt x="6560" y="179494"/>
                  </a:lnTo>
                  <a:lnTo>
                    <a:pt x="8108" y="184551"/>
                  </a:lnTo>
                  <a:lnTo>
                    <a:pt x="9814" y="189557"/>
                  </a:lnTo>
                  <a:lnTo>
                    <a:pt x="11679" y="194506"/>
                  </a:lnTo>
                  <a:lnTo>
                    <a:pt x="13698" y="199394"/>
                  </a:lnTo>
                  <a:lnTo>
                    <a:pt x="15872" y="204216"/>
                  </a:lnTo>
                  <a:lnTo>
                    <a:pt x="18197" y="208966"/>
                  </a:lnTo>
                  <a:lnTo>
                    <a:pt x="20671" y="213641"/>
                  </a:lnTo>
                  <a:lnTo>
                    <a:pt x="23291" y="218235"/>
                  </a:lnTo>
                  <a:lnTo>
                    <a:pt x="26056" y="222743"/>
                  </a:lnTo>
                  <a:lnTo>
                    <a:pt x="28962" y="227162"/>
                  </a:lnTo>
                  <a:lnTo>
                    <a:pt x="32006" y="231487"/>
                  </a:lnTo>
                  <a:lnTo>
                    <a:pt x="35185" y="235714"/>
                  </a:lnTo>
                  <a:lnTo>
                    <a:pt x="38497" y="239837"/>
                  </a:lnTo>
                  <a:lnTo>
                    <a:pt x="41937" y="243854"/>
                  </a:lnTo>
                  <a:lnTo>
                    <a:pt x="45503" y="247760"/>
                  </a:lnTo>
                  <a:lnTo>
                    <a:pt x="49191" y="251552"/>
                  </a:lnTo>
                  <a:lnTo>
                    <a:pt x="52996" y="255224"/>
                  </a:lnTo>
                  <a:lnTo>
                    <a:pt x="56916" y="258775"/>
                  </a:lnTo>
                  <a:lnTo>
                    <a:pt x="60946" y="262200"/>
                  </a:lnTo>
                  <a:lnTo>
                    <a:pt x="65083" y="265495"/>
                  </a:lnTo>
                  <a:lnTo>
                    <a:pt x="69322" y="268658"/>
                  </a:lnTo>
                  <a:lnTo>
                    <a:pt x="73658" y="271686"/>
                  </a:lnTo>
                  <a:lnTo>
                    <a:pt x="78089" y="274574"/>
                  </a:lnTo>
                  <a:lnTo>
                    <a:pt x="82608" y="277321"/>
                  </a:lnTo>
                  <a:lnTo>
                    <a:pt x="87212" y="279924"/>
                  </a:lnTo>
                  <a:lnTo>
                    <a:pt x="91896" y="282380"/>
                  </a:lnTo>
                  <a:lnTo>
                    <a:pt x="96656" y="284686"/>
                  </a:lnTo>
                  <a:lnTo>
                    <a:pt x="101486" y="286841"/>
                  </a:lnTo>
                  <a:lnTo>
                    <a:pt x="106381" y="288842"/>
                  </a:lnTo>
                  <a:lnTo>
                    <a:pt x="111338" y="290686"/>
                  </a:lnTo>
                  <a:lnTo>
                    <a:pt x="116351" y="292374"/>
                  </a:lnTo>
                  <a:lnTo>
                    <a:pt x="121414" y="293901"/>
                  </a:lnTo>
                  <a:lnTo>
                    <a:pt x="126523" y="295268"/>
                  </a:lnTo>
                  <a:lnTo>
                    <a:pt x="131673" y="296473"/>
                  </a:lnTo>
                  <a:lnTo>
                    <a:pt x="136858" y="297514"/>
                  </a:lnTo>
                  <a:lnTo>
                    <a:pt x="142074" y="298390"/>
                  </a:lnTo>
                  <a:lnTo>
                    <a:pt x="147315" y="299101"/>
                  </a:lnTo>
                  <a:lnTo>
                    <a:pt x="152575" y="299646"/>
                  </a:lnTo>
                  <a:lnTo>
                    <a:pt x="157851" y="300024"/>
                  </a:lnTo>
                  <a:lnTo>
                    <a:pt x="163135" y="300236"/>
                  </a:lnTo>
                  <a:lnTo>
                    <a:pt x="168424" y="300279"/>
                  </a:lnTo>
                  <a:lnTo>
                    <a:pt x="173711" y="300156"/>
                  </a:lnTo>
                  <a:lnTo>
                    <a:pt x="178992" y="299865"/>
                  </a:lnTo>
                  <a:lnTo>
                    <a:pt x="184261" y="299408"/>
                  </a:lnTo>
                  <a:lnTo>
                    <a:pt x="189513" y="298784"/>
                  </a:lnTo>
                  <a:lnTo>
                    <a:pt x="194742" y="297994"/>
                  </a:lnTo>
                  <a:lnTo>
                    <a:pt x="199944" y="297039"/>
                  </a:lnTo>
                  <a:lnTo>
                    <a:pt x="205113" y="295920"/>
                  </a:lnTo>
                  <a:lnTo>
                    <a:pt x="210245" y="294638"/>
                  </a:lnTo>
                  <a:lnTo>
                    <a:pt x="215333" y="293195"/>
                  </a:lnTo>
                  <a:lnTo>
                    <a:pt x="220372" y="291591"/>
                  </a:lnTo>
                  <a:lnTo>
                    <a:pt x="225359" y="289828"/>
                  </a:lnTo>
                  <a:lnTo>
                    <a:pt x="230287" y="287909"/>
                  </a:lnTo>
                  <a:lnTo>
                    <a:pt x="235152" y="285835"/>
                  </a:lnTo>
                  <a:lnTo>
                    <a:pt x="239949" y="283608"/>
                  </a:lnTo>
                  <a:lnTo>
                    <a:pt x="244673" y="281230"/>
                  </a:lnTo>
                  <a:lnTo>
                    <a:pt x="249320" y="278704"/>
                  </a:lnTo>
                  <a:lnTo>
                    <a:pt x="253884" y="276032"/>
                  </a:lnTo>
                  <a:lnTo>
                    <a:pt x="258362" y="273218"/>
                  </a:lnTo>
                  <a:lnTo>
                    <a:pt x="262748" y="270263"/>
                  </a:lnTo>
                  <a:lnTo>
                    <a:pt x="267039" y="267170"/>
                  </a:lnTo>
                  <a:lnTo>
                    <a:pt x="271230" y="263944"/>
                  </a:lnTo>
                  <a:lnTo>
                    <a:pt x="275316" y="260586"/>
                  </a:lnTo>
                  <a:lnTo>
                    <a:pt x="279294" y="257101"/>
                  </a:lnTo>
                  <a:lnTo>
                    <a:pt x="283160" y="253492"/>
                  </a:lnTo>
                  <a:lnTo>
                    <a:pt x="286910" y="249763"/>
                  </a:lnTo>
                  <a:lnTo>
                    <a:pt x="290540" y="245916"/>
                  </a:lnTo>
                  <a:lnTo>
                    <a:pt x="294047" y="241957"/>
                  </a:lnTo>
                  <a:lnTo>
                    <a:pt x="297426" y="237889"/>
                  </a:lnTo>
                  <a:lnTo>
                    <a:pt x="300675" y="233716"/>
                  </a:lnTo>
                  <a:lnTo>
                    <a:pt x="303791" y="229442"/>
                  </a:lnTo>
                  <a:lnTo>
                    <a:pt x="306770" y="225072"/>
                  </a:lnTo>
                  <a:lnTo>
                    <a:pt x="309609" y="220610"/>
                  </a:lnTo>
                  <a:lnTo>
                    <a:pt x="312305" y="216060"/>
                  </a:lnTo>
                  <a:lnTo>
                    <a:pt x="314856" y="211427"/>
                  </a:lnTo>
                  <a:lnTo>
                    <a:pt x="317260" y="206716"/>
                  </a:lnTo>
                  <a:lnTo>
                    <a:pt x="319513" y="201931"/>
                  </a:lnTo>
                  <a:lnTo>
                    <a:pt x="321613" y="197077"/>
                  </a:lnTo>
                  <a:lnTo>
                    <a:pt x="323559" y="192159"/>
                  </a:lnTo>
                  <a:lnTo>
                    <a:pt x="325349" y="187182"/>
                  </a:lnTo>
                  <a:lnTo>
                    <a:pt x="326980" y="182151"/>
                  </a:lnTo>
                  <a:lnTo>
                    <a:pt x="328451" y="177071"/>
                  </a:lnTo>
                  <a:lnTo>
                    <a:pt x="329761" y="171947"/>
                  </a:lnTo>
                  <a:lnTo>
                    <a:pt x="330908" y="166784"/>
                  </a:lnTo>
                  <a:lnTo>
                    <a:pt x="331891" y="161588"/>
                  </a:lnTo>
                  <a:lnTo>
                    <a:pt x="332709" y="156362"/>
                  </a:lnTo>
                  <a:lnTo>
                    <a:pt x="333362" y="151114"/>
                  </a:lnTo>
                  <a:lnTo>
                    <a:pt x="333848" y="145848"/>
                  </a:lnTo>
                  <a:lnTo>
                    <a:pt x="334167" y="140568"/>
                  </a:lnTo>
                  <a:lnTo>
                    <a:pt x="334319" y="135282"/>
                  </a:lnTo>
                  <a:lnTo>
                    <a:pt x="334304" y="129993"/>
                  </a:lnTo>
                  <a:lnTo>
                    <a:pt x="334122" y="124707"/>
                  </a:lnTo>
                  <a:lnTo>
                    <a:pt x="333772" y="119430"/>
                  </a:lnTo>
                  <a:lnTo>
                    <a:pt x="333256" y="114167"/>
                  </a:lnTo>
                  <a:lnTo>
                    <a:pt x="332573" y="108922"/>
                  </a:lnTo>
                  <a:lnTo>
                    <a:pt x="331725" y="103702"/>
                  </a:lnTo>
                  <a:lnTo>
                    <a:pt x="330712" y="98511"/>
                  </a:lnTo>
                  <a:lnTo>
                    <a:pt x="329536" y="93354"/>
                  </a:lnTo>
                  <a:lnTo>
                    <a:pt x="328196" y="88238"/>
                  </a:lnTo>
                  <a:lnTo>
                    <a:pt x="326696" y="83166"/>
                  </a:lnTo>
                  <a:lnTo>
                    <a:pt x="325036" y="78145"/>
                  </a:lnTo>
                  <a:lnTo>
                    <a:pt x="323218" y="73178"/>
                  </a:lnTo>
                  <a:lnTo>
                    <a:pt x="321244" y="68272"/>
                  </a:lnTo>
                  <a:lnTo>
                    <a:pt x="319116" y="63430"/>
                  </a:lnTo>
                  <a:lnTo>
                    <a:pt x="316835" y="58658"/>
                  </a:lnTo>
                  <a:lnTo>
                    <a:pt x="314405" y="53961"/>
                  </a:lnTo>
                  <a:lnTo>
                    <a:pt x="167166" y="1331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60546" y="4605529"/>
              <a:ext cx="147238" cy="167167"/>
            </a:xfrm>
            <a:custGeom>
              <a:avLst/>
              <a:pathLst>
                <a:path w="147238" h="167167">
                  <a:moveTo>
                    <a:pt x="147238" y="88011"/>
                  </a:moveTo>
                  <a:lnTo>
                    <a:pt x="144576" y="83246"/>
                  </a:lnTo>
                  <a:lnTo>
                    <a:pt x="141759" y="78571"/>
                  </a:lnTo>
                  <a:lnTo>
                    <a:pt x="138791" y="73991"/>
                  </a:lnTo>
                  <a:lnTo>
                    <a:pt x="135675" y="69509"/>
                  </a:lnTo>
                  <a:lnTo>
                    <a:pt x="132415" y="65132"/>
                  </a:lnTo>
                  <a:lnTo>
                    <a:pt x="129013" y="60863"/>
                  </a:lnTo>
                  <a:lnTo>
                    <a:pt x="125474" y="56708"/>
                  </a:lnTo>
                  <a:lnTo>
                    <a:pt x="121801" y="52671"/>
                  </a:lnTo>
                  <a:lnTo>
                    <a:pt x="117998" y="48755"/>
                  </a:lnTo>
                  <a:lnTo>
                    <a:pt x="114070" y="44966"/>
                  </a:lnTo>
                  <a:lnTo>
                    <a:pt x="110019" y="41308"/>
                  </a:lnTo>
                  <a:lnTo>
                    <a:pt x="105852" y="37783"/>
                  </a:lnTo>
                  <a:lnTo>
                    <a:pt x="101571" y="34396"/>
                  </a:lnTo>
                  <a:lnTo>
                    <a:pt x="97183" y="31151"/>
                  </a:lnTo>
                  <a:lnTo>
                    <a:pt x="92691" y="28051"/>
                  </a:lnTo>
                  <a:lnTo>
                    <a:pt x="88100" y="25099"/>
                  </a:lnTo>
                  <a:lnTo>
                    <a:pt x="83415" y="22298"/>
                  </a:lnTo>
                  <a:lnTo>
                    <a:pt x="78641" y="19653"/>
                  </a:lnTo>
                  <a:lnTo>
                    <a:pt x="73783" y="17164"/>
                  </a:lnTo>
                  <a:lnTo>
                    <a:pt x="68847" y="14835"/>
                  </a:lnTo>
                  <a:lnTo>
                    <a:pt x="63837" y="12669"/>
                  </a:lnTo>
                  <a:lnTo>
                    <a:pt x="58759" y="10667"/>
                  </a:lnTo>
                  <a:lnTo>
                    <a:pt x="53619" y="8832"/>
                  </a:lnTo>
                  <a:lnTo>
                    <a:pt x="48421" y="7166"/>
                  </a:lnTo>
                  <a:lnTo>
                    <a:pt x="43172" y="5670"/>
                  </a:lnTo>
                  <a:lnTo>
                    <a:pt x="37876" y="4347"/>
                  </a:lnTo>
                  <a:lnTo>
                    <a:pt x="32541" y="3197"/>
                  </a:lnTo>
                  <a:lnTo>
                    <a:pt x="27170" y="2222"/>
                  </a:lnTo>
                  <a:lnTo>
                    <a:pt x="21771" y="1423"/>
                  </a:lnTo>
                  <a:lnTo>
                    <a:pt x="16348" y="801"/>
                  </a:lnTo>
                  <a:lnTo>
                    <a:pt x="10909" y="356"/>
                  </a:lnTo>
                  <a:lnTo>
                    <a:pt x="545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641163" y="4172415"/>
              <a:ext cx="104729" cy="167167"/>
            </a:xfrm>
            <a:custGeom>
              <a:avLst/>
              <a:pathLst>
                <a:path w="104729" h="167167">
                  <a:moveTo>
                    <a:pt x="104729" y="0"/>
                  </a:moveTo>
                  <a:lnTo>
                    <a:pt x="99071" y="95"/>
                  </a:lnTo>
                  <a:lnTo>
                    <a:pt x="93419" y="382"/>
                  </a:lnTo>
                  <a:lnTo>
                    <a:pt x="87781" y="861"/>
                  </a:lnTo>
                  <a:lnTo>
                    <a:pt x="82162" y="1530"/>
                  </a:lnTo>
                  <a:lnTo>
                    <a:pt x="76569" y="2388"/>
                  </a:lnTo>
                  <a:lnTo>
                    <a:pt x="71008" y="3436"/>
                  </a:lnTo>
                  <a:lnTo>
                    <a:pt x="65485" y="4671"/>
                  </a:lnTo>
                  <a:lnTo>
                    <a:pt x="60008" y="6092"/>
                  </a:lnTo>
                  <a:lnTo>
                    <a:pt x="54582" y="7698"/>
                  </a:lnTo>
                  <a:lnTo>
                    <a:pt x="49213" y="9487"/>
                  </a:lnTo>
                  <a:lnTo>
                    <a:pt x="43908" y="11456"/>
                  </a:lnTo>
                  <a:lnTo>
                    <a:pt x="38673" y="13604"/>
                  </a:lnTo>
                  <a:lnTo>
                    <a:pt x="33513" y="15928"/>
                  </a:lnTo>
                  <a:lnTo>
                    <a:pt x="28435" y="18425"/>
                  </a:lnTo>
                  <a:lnTo>
                    <a:pt x="23445" y="21092"/>
                  </a:lnTo>
                  <a:lnTo>
                    <a:pt x="18547" y="23927"/>
                  </a:lnTo>
                  <a:lnTo>
                    <a:pt x="13749" y="26926"/>
                  </a:lnTo>
                  <a:lnTo>
                    <a:pt x="9054" y="30085"/>
                  </a:lnTo>
                  <a:lnTo>
                    <a:pt x="4469" y="33402"/>
                  </a:lnTo>
                  <a:lnTo>
                    <a:pt x="0" y="36872"/>
                  </a:lnTo>
                  <a:lnTo>
                    <a:pt x="10472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641163" y="4209288"/>
              <a:ext cx="104729" cy="130294"/>
            </a:xfrm>
            <a:custGeom>
              <a:avLst/>
              <a:pathLst>
                <a:path w="104729" h="130294">
                  <a:moveTo>
                    <a:pt x="0" y="0"/>
                  </a:moveTo>
                  <a:lnTo>
                    <a:pt x="104729" y="1302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578729" y="4209288"/>
              <a:ext cx="334319" cy="297458"/>
            </a:xfrm>
            <a:custGeom>
              <a:avLst/>
              <a:pathLst>
                <a:path w="334319" h="297458">
                  <a:moveTo>
                    <a:pt x="62434" y="0"/>
                  </a:moveTo>
                  <a:lnTo>
                    <a:pt x="58359" y="3382"/>
                  </a:lnTo>
                  <a:lnTo>
                    <a:pt x="54394" y="6893"/>
                  </a:lnTo>
                  <a:lnTo>
                    <a:pt x="50541" y="10527"/>
                  </a:lnTo>
                  <a:lnTo>
                    <a:pt x="46806" y="14281"/>
                  </a:lnTo>
                  <a:lnTo>
                    <a:pt x="43191" y="18152"/>
                  </a:lnTo>
                  <a:lnTo>
                    <a:pt x="39701" y="22135"/>
                  </a:lnTo>
                  <a:lnTo>
                    <a:pt x="36339" y="26227"/>
                  </a:lnTo>
                  <a:lnTo>
                    <a:pt x="33108" y="30424"/>
                  </a:lnTo>
                  <a:lnTo>
                    <a:pt x="30012" y="34720"/>
                  </a:lnTo>
                  <a:lnTo>
                    <a:pt x="27053" y="39113"/>
                  </a:lnTo>
                  <a:lnTo>
                    <a:pt x="24235" y="43597"/>
                  </a:lnTo>
                  <a:lnTo>
                    <a:pt x="21560" y="48168"/>
                  </a:lnTo>
                  <a:lnTo>
                    <a:pt x="19032" y="52822"/>
                  </a:lnTo>
                  <a:lnTo>
                    <a:pt x="16652" y="57553"/>
                  </a:lnTo>
                  <a:lnTo>
                    <a:pt x="14423" y="62357"/>
                  </a:lnTo>
                  <a:lnTo>
                    <a:pt x="12348" y="67230"/>
                  </a:lnTo>
                  <a:lnTo>
                    <a:pt x="10428" y="72165"/>
                  </a:lnTo>
                  <a:lnTo>
                    <a:pt x="8665" y="77159"/>
                  </a:lnTo>
                  <a:lnTo>
                    <a:pt x="7062" y="82207"/>
                  </a:lnTo>
                  <a:lnTo>
                    <a:pt x="5619" y="87303"/>
                  </a:lnTo>
                  <a:lnTo>
                    <a:pt x="4338" y="92441"/>
                  </a:lnTo>
                  <a:lnTo>
                    <a:pt x="3221" y="97618"/>
                  </a:lnTo>
                  <a:lnTo>
                    <a:pt x="2268" y="102828"/>
                  </a:lnTo>
                  <a:lnTo>
                    <a:pt x="1480" y="108065"/>
                  </a:lnTo>
                  <a:lnTo>
                    <a:pt x="859" y="113325"/>
                  </a:lnTo>
                  <a:lnTo>
                    <a:pt x="405" y="118601"/>
                  </a:lnTo>
                  <a:lnTo>
                    <a:pt x="119" y="123890"/>
                  </a:lnTo>
                  <a:lnTo>
                    <a:pt x="0" y="129184"/>
                  </a:lnTo>
                  <a:lnTo>
                    <a:pt x="48" y="134480"/>
                  </a:lnTo>
                  <a:lnTo>
                    <a:pt x="265" y="139772"/>
                  </a:lnTo>
                  <a:lnTo>
                    <a:pt x="649" y="145054"/>
                  </a:lnTo>
                  <a:lnTo>
                    <a:pt x="1200" y="150321"/>
                  </a:lnTo>
                  <a:lnTo>
                    <a:pt x="1917" y="155568"/>
                  </a:lnTo>
                  <a:lnTo>
                    <a:pt x="2801" y="160790"/>
                  </a:lnTo>
                  <a:lnTo>
                    <a:pt x="3850" y="165982"/>
                  </a:lnTo>
                  <a:lnTo>
                    <a:pt x="5062" y="171137"/>
                  </a:lnTo>
                  <a:lnTo>
                    <a:pt x="6437" y="176251"/>
                  </a:lnTo>
                  <a:lnTo>
                    <a:pt x="7974" y="181320"/>
                  </a:lnTo>
                  <a:lnTo>
                    <a:pt x="9670" y="186337"/>
                  </a:lnTo>
                  <a:lnTo>
                    <a:pt x="11524" y="191298"/>
                  </a:lnTo>
                  <a:lnTo>
                    <a:pt x="13535" y="196197"/>
                  </a:lnTo>
                  <a:lnTo>
                    <a:pt x="15699" y="201031"/>
                  </a:lnTo>
                  <a:lnTo>
                    <a:pt x="18016" y="205793"/>
                  </a:lnTo>
                  <a:lnTo>
                    <a:pt x="20482" y="210480"/>
                  </a:lnTo>
                  <a:lnTo>
                    <a:pt x="23096" y="215086"/>
                  </a:lnTo>
                  <a:lnTo>
                    <a:pt x="25854" y="219607"/>
                  </a:lnTo>
                  <a:lnTo>
                    <a:pt x="28754" y="224039"/>
                  </a:lnTo>
                  <a:lnTo>
                    <a:pt x="31794" y="228376"/>
                  </a:lnTo>
                  <a:lnTo>
                    <a:pt x="34968" y="232615"/>
                  </a:lnTo>
                  <a:lnTo>
                    <a:pt x="38276" y="236751"/>
                  </a:lnTo>
                  <a:lnTo>
                    <a:pt x="41713" y="240780"/>
                  </a:lnTo>
                  <a:lnTo>
                    <a:pt x="45276" y="244699"/>
                  </a:lnTo>
                  <a:lnTo>
                    <a:pt x="48961" y="248503"/>
                  </a:lnTo>
                  <a:lnTo>
                    <a:pt x="52765" y="252188"/>
                  </a:lnTo>
                  <a:lnTo>
                    <a:pt x="56683" y="255750"/>
                  </a:lnTo>
                  <a:lnTo>
                    <a:pt x="60713" y="259187"/>
                  </a:lnTo>
                  <a:lnTo>
                    <a:pt x="64849" y="262494"/>
                  </a:lnTo>
                  <a:lnTo>
                    <a:pt x="69088" y="265669"/>
                  </a:lnTo>
                  <a:lnTo>
                    <a:pt x="73426" y="268708"/>
                  </a:lnTo>
                  <a:lnTo>
                    <a:pt x="77858" y="271608"/>
                  </a:lnTo>
                  <a:lnTo>
                    <a:pt x="82379" y="274366"/>
                  </a:lnTo>
                  <a:lnTo>
                    <a:pt x="86985" y="276979"/>
                  </a:lnTo>
                  <a:lnTo>
                    <a:pt x="91672" y="279445"/>
                  </a:lnTo>
                  <a:lnTo>
                    <a:pt x="96434" y="281762"/>
                  </a:lnTo>
                  <a:lnTo>
                    <a:pt x="101268" y="283926"/>
                  </a:lnTo>
                  <a:lnTo>
                    <a:pt x="106168" y="285937"/>
                  </a:lnTo>
                  <a:lnTo>
                    <a:pt x="111129" y="287791"/>
                  </a:lnTo>
                  <a:lnTo>
                    <a:pt x="116146" y="289487"/>
                  </a:lnTo>
                  <a:lnTo>
                    <a:pt x="121214" y="291023"/>
                  </a:lnTo>
                  <a:lnTo>
                    <a:pt x="126329" y="292398"/>
                  </a:lnTo>
                  <a:lnTo>
                    <a:pt x="131484" y="293610"/>
                  </a:lnTo>
                  <a:lnTo>
                    <a:pt x="136675" y="294658"/>
                  </a:lnTo>
                  <a:lnTo>
                    <a:pt x="141897" y="295542"/>
                  </a:lnTo>
                  <a:lnTo>
                    <a:pt x="147145" y="296259"/>
                  </a:lnTo>
                  <a:lnTo>
                    <a:pt x="152412" y="296810"/>
                  </a:lnTo>
                  <a:lnTo>
                    <a:pt x="157694" y="297193"/>
                  </a:lnTo>
                  <a:lnTo>
                    <a:pt x="162986" y="297410"/>
                  </a:lnTo>
                  <a:lnTo>
                    <a:pt x="168282" y="297458"/>
                  </a:lnTo>
                  <a:lnTo>
                    <a:pt x="173576" y="297339"/>
                  </a:lnTo>
                  <a:lnTo>
                    <a:pt x="178865" y="297052"/>
                  </a:lnTo>
                  <a:lnTo>
                    <a:pt x="184141" y="296597"/>
                  </a:lnTo>
                  <a:lnTo>
                    <a:pt x="189401" y="295976"/>
                  </a:lnTo>
                  <a:lnTo>
                    <a:pt x="194638" y="295189"/>
                  </a:lnTo>
                  <a:lnTo>
                    <a:pt x="199847" y="294236"/>
                  </a:lnTo>
                  <a:lnTo>
                    <a:pt x="205024" y="293118"/>
                  </a:lnTo>
                  <a:lnTo>
                    <a:pt x="210163" y="291837"/>
                  </a:lnTo>
                  <a:lnTo>
                    <a:pt x="215259" y="290394"/>
                  </a:lnTo>
                  <a:lnTo>
                    <a:pt x="220306" y="288790"/>
                  </a:lnTo>
                  <a:lnTo>
                    <a:pt x="225300" y="287027"/>
                  </a:lnTo>
                  <a:lnTo>
                    <a:pt x="230236" y="285107"/>
                  </a:lnTo>
                  <a:lnTo>
                    <a:pt x="235108" y="283031"/>
                  </a:lnTo>
                  <a:lnTo>
                    <a:pt x="239912" y="280802"/>
                  </a:lnTo>
                  <a:lnTo>
                    <a:pt x="244643" y="278422"/>
                  </a:lnTo>
                  <a:lnTo>
                    <a:pt x="249297" y="275893"/>
                  </a:lnTo>
                  <a:lnTo>
                    <a:pt x="253868" y="273218"/>
                  </a:lnTo>
                  <a:lnTo>
                    <a:pt x="258352" y="270400"/>
                  </a:lnTo>
                  <a:lnTo>
                    <a:pt x="262744" y="267441"/>
                  </a:lnTo>
                  <a:lnTo>
                    <a:pt x="267041" y="264345"/>
                  </a:lnTo>
                  <a:lnTo>
                    <a:pt x="271237" y="261114"/>
                  </a:lnTo>
                  <a:lnTo>
                    <a:pt x="275329" y="257751"/>
                  </a:lnTo>
                  <a:lnTo>
                    <a:pt x="279312" y="254261"/>
                  </a:lnTo>
                  <a:lnTo>
                    <a:pt x="283182" y="250646"/>
                  </a:lnTo>
                  <a:lnTo>
                    <a:pt x="286937" y="246910"/>
                  </a:lnTo>
                  <a:lnTo>
                    <a:pt x="290571" y="243058"/>
                  </a:lnTo>
                  <a:lnTo>
                    <a:pt x="294081" y="239092"/>
                  </a:lnTo>
                  <a:lnTo>
                    <a:pt x="297463" y="235017"/>
                  </a:lnTo>
                  <a:lnTo>
                    <a:pt x="300715" y="230837"/>
                  </a:lnTo>
                  <a:lnTo>
                    <a:pt x="303833" y="226556"/>
                  </a:lnTo>
                  <a:lnTo>
                    <a:pt x="306814" y="222178"/>
                  </a:lnTo>
                  <a:lnTo>
                    <a:pt x="309654" y="217708"/>
                  </a:lnTo>
                  <a:lnTo>
                    <a:pt x="312352" y="213151"/>
                  </a:lnTo>
                  <a:lnTo>
                    <a:pt x="314904" y="208510"/>
                  </a:lnTo>
                  <a:lnTo>
                    <a:pt x="317307" y="203791"/>
                  </a:lnTo>
                  <a:lnTo>
                    <a:pt x="319560" y="198998"/>
                  </a:lnTo>
                  <a:lnTo>
                    <a:pt x="321660" y="194136"/>
                  </a:lnTo>
                  <a:lnTo>
                    <a:pt x="323605" y="189210"/>
                  </a:lnTo>
                  <a:lnTo>
                    <a:pt x="325393" y="184225"/>
                  </a:lnTo>
                  <a:lnTo>
                    <a:pt x="327021" y="179185"/>
                  </a:lnTo>
                  <a:lnTo>
                    <a:pt x="328490" y="174097"/>
                  </a:lnTo>
                  <a:lnTo>
                    <a:pt x="329797" y="168964"/>
                  </a:lnTo>
                  <a:lnTo>
                    <a:pt x="330940" y="163793"/>
                  </a:lnTo>
                  <a:lnTo>
                    <a:pt x="331919" y="158588"/>
                  </a:lnTo>
                  <a:lnTo>
                    <a:pt x="332732" y="153355"/>
                  </a:lnTo>
                  <a:lnTo>
                    <a:pt x="333380" y="148099"/>
                  </a:lnTo>
                  <a:lnTo>
                    <a:pt x="333860" y="142825"/>
                  </a:lnTo>
                  <a:lnTo>
                    <a:pt x="334174" y="137538"/>
                  </a:lnTo>
                  <a:lnTo>
                    <a:pt x="334319" y="132244"/>
                  </a:lnTo>
                  <a:lnTo>
                    <a:pt x="334297" y="126948"/>
                  </a:lnTo>
                  <a:lnTo>
                    <a:pt x="334107" y="121655"/>
                  </a:lnTo>
                  <a:lnTo>
                    <a:pt x="333750" y="116371"/>
                  </a:lnTo>
                  <a:lnTo>
                    <a:pt x="333225" y="111101"/>
                  </a:lnTo>
                  <a:lnTo>
                    <a:pt x="332534" y="105850"/>
                  </a:lnTo>
                  <a:lnTo>
                    <a:pt x="331677" y="100624"/>
                  </a:lnTo>
                  <a:lnTo>
                    <a:pt x="330654" y="95428"/>
                  </a:lnTo>
                  <a:lnTo>
                    <a:pt x="329468" y="90266"/>
                  </a:lnTo>
                  <a:lnTo>
                    <a:pt x="328118" y="85145"/>
                  </a:lnTo>
                  <a:lnTo>
                    <a:pt x="326607" y="80069"/>
                  </a:lnTo>
                  <a:lnTo>
                    <a:pt x="324936" y="75044"/>
                  </a:lnTo>
                  <a:lnTo>
                    <a:pt x="323107" y="70073"/>
                  </a:lnTo>
                  <a:lnTo>
                    <a:pt x="321121" y="65164"/>
                  </a:lnTo>
                  <a:lnTo>
                    <a:pt x="318980" y="60320"/>
                  </a:lnTo>
                  <a:lnTo>
                    <a:pt x="316688" y="55546"/>
                  </a:lnTo>
                  <a:lnTo>
                    <a:pt x="314245" y="50847"/>
                  </a:lnTo>
                  <a:lnTo>
                    <a:pt x="311654" y="46227"/>
                  </a:lnTo>
                  <a:lnTo>
                    <a:pt x="308919" y="41692"/>
                  </a:lnTo>
                  <a:lnTo>
                    <a:pt x="306041" y="37246"/>
                  </a:lnTo>
                  <a:lnTo>
                    <a:pt x="303024" y="32894"/>
                  </a:lnTo>
                  <a:lnTo>
                    <a:pt x="299870" y="28639"/>
                  </a:lnTo>
                  <a:lnTo>
                    <a:pt x="296583" y="24486"/>
                  </a:lnTo>
                  <a:lnTo>
                    <a:pt x="293167" y="20440"/>
                  </a:lnTo>
                  <a:lnTo>
                    <a:pt x="289624" y="16503"/>
                  </a:lnTo>
                  <a:lnTo>
                    <a:pt x="285958" y="12681"/>
                  </a:lnTo>
                  <a:lnTo>
                    <a:pt x="282172" y="8977"/>
                  </a:lnTo>
                  <a:lnTo>
                    <a:pt x="167163" y="1302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45892" y="4172415"/>
              <a:ext cx="115009" cy="167167"/>
            </a:xfrm>
            <a:custGeom>
              <a:avLst/>
              <a:pathLst>
                <a:path w="115009" h="167167">
                  <a:moveTo>
                    <a:pt x="115009" y="45850"/>
                  </a:moveTo>
                  <a:lnTo>
                    <a:pt x="110945" y="42123"/>
                  </a:lnTo>
                  <a:lnTo>
                    <a:pt x="106760" y="38531"/>
                  </a:lnTo>
                  <a:lnTo>
                    <a:pt x="102460" y="35080"/>
                  </a:lnTo>
                  <a:lnTo>
                    <a:pt x="98047" y="31773"/>
                  </a:lnTo>
                  <a:lnTo>
                    <a:pt x="93529" y="28613"/>
                  </a:lnTo>
                  <a:lnTo>
                    <a:pt x="88908" y="25603"/>
                  </a:lnTo>
                  <a:lnTo>
                    <a:pt x="84191" y="22748"/>
                  </a:lnTo>
                  <a:lnTo>
                    <a:pt x="79382" y="20050"/>
                  </a:lnTo>
                  <a:lnTo>
                    <a:pt x="74486" y="17512"/>
                  </a:lnTo>
                  <a:lnTo>
                    <a:pt x="69510" y="15137"/>
                  </a:lnTo>
                  <a:lnTo>
                    <a:pt x="64458" y="12927"/>
                  </a:lnTo>
                  <a:lnTo>
                    <a:pt x="59336" y="10885"/>
                  </a:lnTo>
                  <a:lnTo>
                    <a:pt x="54149" y="9013"/>
                  </a:lnTo>
                  <a:lnTo>
                    <a:pt x="48904" y="7313"/>
                  </a:lnTo>
                  <a:lnTo>
                    <a:pt x="43605" y="5787"/>
                  </a:lnTo>
                  <a:lnTo>
                    <a:pt x="38258" y="4436"/>
                  </a:lnTo>
                  <a:lnTo>
                    <a:pt x="32870" y="3263"/>
                  </a:lnTo>
                  <a:lnTo>
                    <a:pt x="27447" y="2268"/>
                  </a:lnTo>
                  <a:lnTo>
                    <a:pt x="21993" y="1453"/>
                  </a:lnTo>
                  <a:lnTo>
                    <a:pt x="16516" y="817"/>
                  </a:lnTo>
                  <a:lnTo>
                    <a:pt x="11020" y="363"/>
                  </a:lnTo>
                  <a:lnTo>
                    <a:pt x="5513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767213" y="3685283"/>
              <a:ext cx="156281" cy="167167"/>
            </a:xfrm>
            <a:custGeom>
              <a:avLst/>
              <a:pathLst>
                <a:path w="156281" h="167167">
                  <a:moveTo>
                    <a:pt x="156281" y="0"/>
                  </a:moveTo>
                  <a:lnTo>
                    <a:pt x="150825" y="89"/>
                  </a:lnTo>
                  <a:lnTo>
                    <a:pt x="145374" y="356"/>
                  </a:lnTo>
                  <a:lnTo>
                    <a:pt x="139935" y="801"/>
                  </a:lnTo>
                  <a:lnTo>
                    <a:pt x="134514" y="1423"/>
                  </a:lnTo>
                  <a:lnTo>
                    <a:pt x="129115" y="2222"/>
                  </a:lnTo>
                  <a:lnTo>
                    <a:pt x="123746" y="3196"/>
                  </a:lnTo>
                  <a:lnTo>
                    <a:pt x="118411" y="4346"/>
                  </a:lnTo>
                  <a:lnTo>
                    <a:pt x="113116" y="5669"/>
                  </a:lnTo>
                  <a:lnTo>
                    <a:pt x="107868" y="7164"/>
                  </a:lnTo>
                  <a:lnTo>
                    <a:pt x="102671" y="8829"/>
                  </a:lnTo>
                  <a:lnTo>
                    <a:pt x="97531" y="10663"/>
                  </a:lnTo>
                  <a:lnTo>
                    <a:pt x="92454" y="12664"/>
                  </a:lnTo>
                  <a:lnTo>
                    <a:pt x="87445" y="14830"/>
                  </a:lnTo>
                  <a:lnTo>
                    <a:pt x="82509" y="17158"/>
                  </a:lnTo>
                  <a:lnTo>
                    <a:pt x="77652" y="19646"/>
                  </a:lnTo>
                  <a:lnTo>
                    <a:pt x="72879" y="22291"/>
                  </a:lnTo>
                  <a:lnTo>
                    <a:pt x="68195" y="25091"/>
                  </a:lnTo>
                  <a:lnTo>
                    <a:pt x="63604" y="28042"/>
                  </a:lnTo>
                  <a:lnTo>
                    <a:pt x="59112" y="31141"/>
                  </a:lnTo>
                  <a:lnTo>
                    <a:pt x="54724" y="34385"/>
                  </a:lnTo>
                  <a:lnTo>
                    <a:pt x="50444" y="37771"/>
                  </a:lnTo>
                  <a:lnTo>
                    <a:pt x="46277" y="41294"/>
                  </a:lnTo>
                  <a:lnTo>
                    <a:pt x="42227" y="44952"/>
                  </a:lnTo>
                  <a:lnTo>
                    <a:pt x="38298" y="48740"/>
                  </a:lnTo>
                  <a:lnTo>
                    <a:pt x="34496" y="52654"/>
                  </a:lnTo>
                  <a:lnTo>
                    <a:pt x="30823" y="56690"/>
                  </a:lnTo>
                  <a:lnTo>
                    <a:pt x="27284" y="60844"/>
                  </a:lnTo>
                  <a:lnTo>
                    <a:pt x="23882" y="65112"/>
                  </a:lnTo>
                  <a:lnTo>
                    <a:pt x="20621" y="69488"/>
                  </a:lnTo>
                  <a:lnTo>
                    <a:pt x="17505" y="73968"/>
                  </a:lnTo>
                  <a:lnTo>
                    <a:pt x="14537" y="78547"/>
                  </a:lnTo>
                  <a:lnTo>
                    <a:pt x="11720" y="83221"/>
                  </a:lnTo>
                  <a:lnTo>
                    <a:pt x="9057" y="87984"/>
                  </a:lnTo>
                  <a:lnTo>
                    <a:pt x="6551" y="92832"/>
                  </a:lnTo>
                  <a:lnTo>
                    <a:pt x="4204" y="97759"/>
                  </a:lnTo>
                  <a:lnTo>
                    <a:pt x="2020" y="102760"/>
                  </a:lnTo>
                  <a:lnTo>
                    <a:pt x="0" y="107830"/>
                  </a:lnTo>
                  <a:lnTo>
                    <a:pt x="15628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56346" y="3685474"/>
              <a:ext cx="334313" cy="334141"/>
            </a:xfrm>
            <a:custGeom>
              <a:avLst/>
              <a:pathLst>
                <a:path w="334313" h="334141">
                  <a:moveTo>
                    <a:pt x="10866" y="107638"/>
                  </a:moveTo>
                  <a:lnTo>
                    <a:pt x="9068" y="112609"/>
                  </a:lnTo>
                  <a:lnTo>
                    <a:pt x="7429" y="117633"/>
                  </a:lnTo>
                  <a:lnTo>
                    <a:pt x="5949" y="122707"/>
                  </a:lnTo>
                  <a:lnTo>
                    <a:pt x="4630" y="127825"/>
                  </a:lnTo>
                  <a:lnTo>
                    <a:pt x="3473" y="132983"/>
                  </a:lnTo>
                  <a:lnTo>
                    <a:pt x="2480" y="138174"/>
                  </a:lnTo>
                  <a:lnTo>
                    <a:pt x="1652" y="143394"/>
                  </a:lnTo>
                  <a:lnTo>
                    <a:pt x="989" y="148638"/>
                  </a:lnTo>
                  <a:lnTo>
                    <a:pt x="493" y="153900"/>
                  </a:lnTo>
                  <a:lnTo>
                    <a:pt x="163" y="159175"/>
                  </a:lnTo>
                  <a:lnTo>
                    <a:pt x="0" y="164458"/>
                  </a:lnTo>
                  <a:lnTo>
                    <a:pt x="3" y="169744"/>
                  </a:lnTo>
                  <a:lnTo>
                    <a:pt x="175" y="175026"/>
                  </a:lnTo>
                  <a:lnTo>
                    <a:pt x="512" y="180301"/>
                  </a:lnTo>
                  <a:lnTo>
                    <a:pt x="1017" y="185562"/>
                  </a:lnTo>
                  <a:lnTo>
                    <a:pt x="1688" y="190805"/>
                  </a:lnTo>
                  <a:lnTo>
                    <a:pt x="2524" y="196024"/>
                  </a:lnTo>
                  <a:lnTo>
                    <a:pt x="3524" y="201214"/>
                  </a:lnTo>
                  <a:lnTo>
                    <a:pt x="4688" y="206369"/>
                  </a:lnTo>
                  <a:lnTo>
                    <a:pt x="6015" y="211486"/>
                  </a:lnTo>
                  <a:lnTo>
                    <a:pt x="7503" y="216557"/>
                  </a:lnTo>
                  <a:lnTo>
                    <a:pt x="9150" y="221580"/>
                  </a:lnTo>
                  <a:lnTo>
                    <a:pt x="10955" y="226547"/>
                  </a:lnTo>
                  <a:lnTo>
                    <a:pt x="12917" y="231455"/>
                  </a:lnTo>
                  <a:lnTo>
                    <a:pt x="15032" y="236299"/>
                  </a:lnTo>
                  <a:lnTo>
                    <a:pt x="17300" y="241073"/>
                  </a:lnTo>
                  <a:lnTo>
                    <a:pt x="19717" y="245773"/>
                  </a:lnTo>
                  <a:lnTo>
                    <a:pt x="22282" y="250395"/>
                  </a:lnTo>
                  <a:lnTo>
                    <a:pt x="24991" y="254933"/>
                  </a:lnTo>
                  <a:lnTo>
                    <a:pt x="27843" y="259383"/>
                  </a:lnTo>
                  <a:lnTo>
                    <a:pt x="30834" y="263741"/>
                  </a:lnTo>
                  <a:lnTo>
                    <a:pt x="33961" y="268002"/>
                  </a:lnTo>
                  <a:lnTo>
                    <a:pt x="37222" y="272162"/>
                  </a:lnTo>
                  <a:lnTo>
                    <a:pt x="40612" y="276217"/>
                  </a:lnTo>
                  <a:lnTo>
                    <a:pt x="44129" y="280162"/>
                  </a:lnTo>
                  <a:lnTo>
                    <a:pt x="47768" y="283995"/>
                  </a:lnTo>
                  <a:lnTo>
                    <a:pt x="51528" y="287710"/>
                  </a:lnTo>
                  <a:lnTo>
                    <a:pt x="55402" y="291305"/>
                  </a:lnTo>
                  <a:lnTo>
                    <a:pt x="59389" y="294776"/>
                  </a:lnTo>
                  <a:lnTo>
                    <a:pt x="63483" y="298119"/>
                  </a:lnTo>
                  <a:lnTo>
                    <a:pt x="67680" y="301330"/>
                  </a:lnTo>
                  <a:lnTo>
                    <a:pt x="71978" y="304408"/>
                  </a:lnTo>
                  <a:lnTo>
                    <a:pt x="76370" y="307348"/>
                  </a:lnTo>
                  <a:lnTo>
                    <a:pt x="80853" y="310147"/>
                  </a:lnTo>
                  <a:lnTo>
                    <a:pt x="85422" y="312804"/>
                  </a:lnTo>
                  <a:lnTo>
                    <a:pt x="90073" y="315315"/>
                  </a:lnTo>
                  <a:lnTo>
                    <a:pt x="94801" y="317677"/>
                  </a:lnTo>
                  <a:lnTo>
                    <a:pt x="99602" y="319889"/>
                  </a:lnTo>
                  <a:lnTo>
                    <a:pt x="104470" y="321948"/>
                  </a:lnTo>
                  <a:lnTo>
                    <a:pt x="109400" y="323852"/>
                  </a:lnTo>
                  <a:lnTo>
                    <a:pt x="114389" y="325599"/>
                  </a:lnTo>
                  <a:lnTo>
                    <a:pt x="119430" y="327188"/>
                  </a:lnTo>
                  <a:lnTo>
                    <a:pt x="124518" y="328616"/>
                  </a:lnTo>
                  <a:lnTo>
                    <a:pt x="129650" y="329883"/>
                  </a:lnTo>
                  <a:lnTo>
                    <a:pt x="134819" y="330987"/>
                  </a:lnTo>
                  <a:lnTo>
                    <a:pt x="140020" y="331927"/>
                  </a:lnTo>
                  <a:lnTo>
                    <a:pt x="145248" y="332702"/>
                  </a:lnTo>
                  <a:lnTo>
                    <a:pt x="150498" y="333312"/>
                  </a:lnTo>
                  <a:lnTo>
                    <a:pt x="155765" y="333755"/>
                  </a:lnTo>
                  <a:lnTo>
                    <a:pt x="161043" y="334032"/>
                  </a:lnTo>
                  <a:lnTo>
                    <a:pt x="166328" y="334141"/>
                  </a:lnTo>
                  <a:lnTo>
                    <a:pt x="171613" y="334083"/>
                  </a:lnTo>
                  <a:lnTo>
                    <a:pt x="176893" y="333859"/>
                  </a:lnTo>
                  <a:lnTo>
                    <a:pt x="182164" y="333467"/>
                  </a:lnTo>
                  <a:lnTo>
                    <a:pt x="187420" y="332909"/>
                  </a:lnTo>
                  <a:lnTo>
                    <a:pt x="192656" y="332186"/>
                  </a:lnTo>
                  <a:lnTo>
                    <a:pt x="197866" y="331297"/>
                  </a:lnTo>
                  <a:lnTo>
                    <a:pt x="203045" y="330243"/>
                  </a:lnTo>
                  <a:lnTo>
                    <a:pt x="208189" y="329027"/>
                  </a:lnTo>
                  <a:lnTo>
                    <a:pt x="213291" y="327648"/>
                  </a:lnTo>
                  <a:lnTo>
                    <a:pt x="218348" y="326109"/>
                  </a:lnTo>
                  <a:lnTo>
                    <a:pt x="223353" y="324411"/>
                  </a:lnTo>
                  <a:lnTo>
                    <a:pt x="228302" y="322556"/>
                  </a:lnTo>
                  <a:lnTo>
                    <a:pt x="233190" y="320545"/>
                  </a:lnTo>
                  <a:lnTo>
                    <a:pt x="238012" y="318380"/>
                  </a:lnTo>
                  <a:lnTo>
                    <a:pt x="242763" y="316064"/>
                  </a:lnTo>
                  <a:lnTo>
                    <a:pt x="247438" y="313599"/>
                  </a:lnTo>
                  <a:lnTo>
                    <a:pt x="252034" y="310987"/>
                  </a:lnTo>
                  <a:lnTo>
                    <a:pt x="256544" y="308232"/>
                  </a:lnTo>
                  <a:lnTo>
                    <a:pt x="260965" y="305335"/>
                  </a:lnTo>
                  <a:lnTo>
                    <a:pt x="265292" y="302300"/>
                  </a:lnTo>
                  <a:lnTo>
                    <a:pt x="269521" y="299130"/>
                  </a:lnTo>
                  <a:lnTo>
                    <a:pt x="273648" y="295827"/>
                  </a:lnTo>
                  <a:lnTo>
                    <a:pt x="277668" y="292396"/>
                  </a:lnTo>
                  <a:lnTo>
                    <a:pt x="281578" y="288839"/>
                  </a:lnTo>
                  <a:lnTo>
                    <a:pt x="285373" y="285161"/>
                  </a:lnTo>
                  <a:lnTo>
                    <a:pt x="289050" y="281364"/>
                  </a:lnTo>
                  <a:lnTo>
                    <a:pt x="292606" y="277453"/>
                  </a:lnTo>
                  <a:lnTo>
                    <a:pt x="296036" y="273432"/>
                  </a:lnTo>
                  <a:lnTo>
                    <a:pt x="299337" y="269304"/>
                  </a:lnTo>
                  <a:lnTo>
                    <a:pt x="302505" y="265074"/>
                  </a:lnTo>
                  <a:lnTo>
                    <a:pt x="305539" y="260746"/>
                  </a:lnTo>
                  <a:lnTo>
                    <a:pt x="308434" y="256324"/>
                  </a:lnTo>
                  <a:lnTo>
                    <a:pt x="311188" y="251813"/>
                  </a:lnTo>
                  <a:lnTo>
                    <a:pt x="313798" y="247217"/>
                  </a:lnTo>
                  <a:lnTo>
                    <a:pt x="316262" y="242540"/>
                  </a:lnTo>
                  <a:lnTo>
                    <a:pt x="318576" y="237789"/>
                  </a:lnTo>
                  <a:lnTo>
                    <a:pt x="320739" y="232966"/>
                  </a:lnTo>
                  <a:lnTo>
                    <a:pt x="322749" y="228077"/>
                  </a:lnTo>
                  <a:lnTo>
                    <a:pt x="324602" y="223128"/>
                  </a:lnTo>
                  <a:lnTo>
                    <a:pt x="326299" y="218122"/>
                  </a:lnTo>
                  <a:lnTo>
                    <a:pt x="327836" y="213065"/>
                  </a:lnTo>
                  <a:lnTo>
                    <a:pt x="329213" y="207962"/>
                  </a:lnTo>
                  <a:lnTo>
                    <a:pt x="330428" y="202818"/>
                  </a:lnTo>
                  <a:lnTo>
                    <a:pt x="331479" y="197638"/>
                  </a:lnTo>
                  <a:lnTo>
                    <a:pt x="332366" y="192428"/>
                  </a:lnTo>
                  <a:lnTo>
                    <a:pt x="333088" y="187192"/>
                  </a:lnTo>
                  <a:lnTo>
                    <a:pt x="333645" y="181936"/>
                  </a:lnTo>
                  <a:lnTo>
                    <a:pt x="334034" y="176665"/>
                  </a:lnTo>
                  <a:lnTo>
                    <a:pt x="334257" y="171384"/>
                  </a:lnTo>
                  <a:lnTo>
                    <a:pt x="334313" y="166099"/>
                  </a:lnTo>
                  <a:lnTo>
                    <a:pt x="334202" y="160815"/>
                  </a:lnTo>
                  <a:lnTo>
                    <a:pt x="333924" y="155537"/>
                  </a:lnTo>
                  <a:lnTo>
                    <a:pt x="333479" y="150270"/>
                  </a:lnTo>
                  <a:lnTo>
                    <a:pt x="332867" y="145020"/>
                  </a:lnTo>
                  <a:lnTo>
                    <a:pt x="332090" y="139792"/>
                  </a:lnTo>
                  <a:lnTo>
                    <a:pt x="331149" y="134591"/>
                  </a:lnTo>
                  <a:lnTo>
                    <a:pt x="330043" y="129423"/>
                  </a:lnTo>
                  <a:lnTo>
                    <a:pt x="328774" y="124292"/>
                  </a:lnTo>
                  <a:lnTo>
                    <a:pt x="327344" y="119203"/>
                  </a:lnTo>
                  <a:lnTo>
                    <a:pt x="325754" y="114163"/>
                  </a:lnTo>
                  <a:lnTo>
                    <a:pt x="324005" y="109175"/>
                  </a:lnTo>
                  <a:lnTo>
                    <a:pt x="322099" y="104245"/>
                  </a:lnTo>
                  <a:lnTo>
                    <a:pt x="320038" y="99378"/>
                  </a:lnTo>
                  <a:lnTo>
                    <a:pt x="317825" y="94578"/>
                  </a:lnTo>
                  <a:lnTo>
                    <a:pt x="315461" y="89851"/>
                  </a:lnTo>
                  <a:lnTo>
                    <a:pt x="312949" y="85201"/>
                  </a:lnTo>
                  <a:lnTo>
                    <a:pt x="310291" y="80632"/>
                  </a:lnTo>
                  <a:lnTo>
                    <a:pt x="307489" y="76150"/>
                  </a:lnTo>
                  <a:lnTo>
                    <a:pt x="304548" y="71759"/>
                  </a:lnTo>
                  <a:lnTo>
                    <a:pt x="301469" y="67463"/>
                  </a:lnTo>
                  <a:lnTo>
                    <a:pt x="298256" y="63266"/>
                  </a:lnTo>
                  <a:lnTo>
                    <a:pt x="294912" y="59173"/>
                  </a:lnTo>
                  <a:lnTo>
                    <a:pt x="291440" y="55188"/>
                  </a:lnTo>
                  <a:lnTo>
                    <a:pt x="287844" y="51315"/>
                  </a:lnTo>
                  <a:lnTo>
                    <a:pt x="284127" y="47557"/>
                  </a:lnTo>
                  <a:lnTo>
                    <a:pt x="280293" y="43918"/>
                  </a:lnTo>
                  <a:lnTo>
                    <a:pt x="276346" y="40403"/>
                  </a:lnTo>
                  <a:lnTo>
                    <a:pt x="272290" y="37014"/>
                  </a:lnTo>
                  <a:lnTo>
                    <a:pt x="268129" y="33755"/>
                  </a:lnTo>
                  <a:lnTo>
                    <a:pt x="263867" y="30629"/>
                  </a:lnTo>
                  <a:lnTo>
                    <a:pt x="259508" y="27640"/>
                  </a:lnTo>
                  <a:lnTo>
                    <a:pt x="255057" y="24790"/>
                  </a:lnTo>
                  <a:lnTo>
                    <a:pt x="250518" y="22081"/>
                  </a:lnTo>
                  <a:lnTo>
                    <a:pt x="245896" y="19518"/>
                  </a:lnTo>
                  <a:lnTo>
                    <a:pt x="241195" y="17102"/>
                  </a:lnTo>
                  <a:lnTo>
                    <a:pt x="236420" y="14836"/>
                  </a:lnTo>
                  <a:lnTo>
                    <a:pt x="231576" y="12723"/>
                  </a:lnTo>
                  <a:lnTo>
                    <a:pt x="226667" y="10763"/>
                  </a:lnTo>
                  <a:lnTo>
                    <a:pt x="221699" y="8959"/>
                  </a:lnTo>
                  <a:lnTo>
                    <a:pt x="216676" y="7314"/>
                  </a:lnTo>
                  <a:lnTo>
                    <a:pt x="211604" y="5828"/>
                  </a:lnTo>
                  <a:lnTo>
                    <a:pt x="206487" y="4503"/>
                  </a:lnTo>
                  <a:lnTo>
                    <a:pt x="201331" y="3340"/>
                  </a:lnTo>
                  <a:lnTo>
                    <a:pt x="196141" y="2342"/>
                  </a:lnTo>
                  <a:lnTo>
                    <a:pt x="190922" y="1507"/>
                  </a:lnTo>
                  <a:lnTo>
                    <a:pt x="185679" y="838"/>
                  </a:lnTo>
                  <a:lnTo>
                    <a:pt x="180417" y="336"/>
                  </a:lnTo>
                  <a:lnTo>
                    <a:pt x="175142" y="0"/>
                  </a:lnTo>
                  <a:lnTo>
                    <a:pt x="167148" y="1669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23495" y="3685283"/>
              <a:ext cx="7994" cy="167167"/>
            </a:xfrm>
            <a:custGeom>
              <a:avLst/>
              <a:pathLst>
                <a:path w="7994" h="167167">
                  <a:moveTo>
                    <a:pt x="7994" y="19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tx82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2025-06-26T11:28:22Z</dcterms:modified>
  <cp:category/>
</cp:coreProperties>
</file>