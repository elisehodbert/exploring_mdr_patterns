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623465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150070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506220" y="1274626"/>
              <a:ext cx="497318" cy="4125866"/>
            </a:xfrm>
            <a:custGeom>
              <a:avLst/>
              <a:pathLst>
                <a:path w="497318" h="4125866">
                  <a:moveTo>
                    <a:pt x="0" y="0"/>
                  </a:moveTo>
                  <a:lnTo>
                    <a:pt x="497318" y="412586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145424" y="1265108"/>
              <a:ext cx="1281890" cy="3404893"/>
            </a:xfrm>
            <a:custGeom>
              <a:avLst/>
              <a:pathLst>
                <a:path w="1281890" h="3404893">
                  <a:moveTo>
                    <a:pt x="1281890" y="0"/>
                  </a:moveTo>
                  <a:lnTo>
                    <a:pt x="0" y="34048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25946" y="1271038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5115" y="1265108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120661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93661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443240" y="2460097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39206" y="3170392"/>
              <a:ext cx="44572" cy="167167"/>
            </a:xfrm>
            <a:custGeom>
              <a:avLst/>
              <a:pathLst>
                <a:path w="44572" h="167167">
                  <a:moveTo>
                    <a:pt x="44572" y="0"/>
                  </a:moveTo>
                  <a:lnTo>
                    <a:pt x="38128" y="124"/>
                  </a:lnTo>
                  <a:lnTo>
                    <a:pt x="31694" y="496"/>
                  </a:lnTo>
                  <a:lnTo>
                    <a:pt x="25279" y="1117"/>
                  </a:lnTo>
                  <a:lnTo>
                    <a:pt x="18892" y="1984"/>
                  </a:lnTo>
                  <a:lnTo>
                    <a:pt x="12544" y="3096"/>
                  </a:lnTo>
                  <a:lnTo>
                    <a:pt x="6243" y="4453"/>
                  </a:lnTo>
                  <a:lnTo>
                    <a:pt x="0" y="6051"/>
                  </a:lnTo>
                  <a:lnTo>
                    <a:pt x="4457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206" y="3176444"/>
              <a:ext cx="44572" cy="161115"/>
            </a:xfrm>
            <a:custGeom>
              <a:avLst/>
              <a:pathLst>
                <a:path w="44572" h="161115">
                  <a:moveTo>
                    <a:pt x="0" y="0"/>
                  </a:moveTo>
                  <a:lnTo>
                    <a:pt x="44572" y="161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816612" y="3170457"/>
              <a:ext cx="334327" cy="334261"/>
            </a:xfrm>
            <a:custGeom>
              <a:avLst/>
              <a:pathLst>
                <a:path w="334327" h="334261">
                  <a:moveTo>
                    <a:pt x="122594" y="5986"/>
                  </a:moveTo>
                  <a:lnTo>
                    <a:pt x="117515" y="7479"/>
                  </a:lnTo>
                  <a:lnTo>
                    <a:pt x="112485" y="9131"/>
                  </a:lnTo>
                  <a:lnTo>
                    <a:pt x="107511" y="10941"/>
                  </a:lnTo>
                  <a:lnTo>
                    <a:pt x="102596" y="12909"/>
                  </a:lnTo>
                  <a:lnTo>
                    <a:pt x="97746" y="15030"/>
                  </a:lnTo>
                  <a:lnTo>
                    <a:pt x="92966" y="17305"/>
                  </a:lnTo>
                  <a:lnTo>
                    <a:pt x="88260" y="19729"/>
                  </a:lnTo>
                  <a:lnTo>
                    <a:pt x="83633" y="22302"/>
                  </a:lnTo>
                  <a:lnTo>
                    <a:pt x="79090" y="25019"/>
                  </a:lnTo>
                  <a:lnTo>
                    <a:pt x="74635" y="27879"/>
                  </a:lnTo>
                  <a:lnTo>
                    <a:pt x="70274" y="30879"/>
                  </a:lnTo>
                  <a:lnTo>
                    <a:pt x="66009" y="34015"/>
                  </a:lnTo>
                  <a:lnTo>
                    <a:pt x="61846" y="37285"/>
                  </a:lnTo>
                  <a:lnTo>
                    <a:pt x="57788" y="40685"/>
                  </a:lnTo>
                  <a:lnTo>
                    <a:pt x="53840" y="44212"/>
                  </a:lnTo>
                  <a:lnTo>
                    <a:pt x="50006" y="47862"/>
                  </a:lnTo>
                  <a:lnTo>
                    <a:pt x="46289" y="51631"/>
                  </a:lnTo>
                  <a:lnTo>
                    <a:pt x="42693" y="55516"/>
                  </a:lnTo>
                  <a:lnTo>
                    <a:pt x="39222" y="59514"/>
                  </a:lnTo>
                  <a:lnTo>
                    <a:pt x="35880" y="63619"/>
                  </a:lnTo>
                  <a:lnTo>
                    <a:pt x="32669" y="67828"/>
                  </a:lnTo>
                  <a:lnTo>
                    <a:pt x="29593" y="72136"/>
                  </a:lnTo>
                  <a:lnTo>
                    <a:pt x="26655" y="76540"/>
                  </a:lnTo>
                  <a:lnTo>
                    <a:pt x="23858" y="81034"/>
                  </a:lnTo>
                  <a:lnTo>
                    <a:pt x="21205" y="85615"/>
                  </a:lnTo>
                  <a:lnTo>
                    <a:pt x="18698" y="90278"/>
                  </a:lnTo>
                  <a:lnTo>
                    <a:pt x="16340" y="95017"/>
                  </a:lnTo>
                  <a:lnTo>
                    <a:pt x="14133" y="99829"/>
                  </a:lnTo>
                  <a:lnTo>
                    <a:pt x="12079" y="104709"/>
                  </a:lnTo>
                  <a:lnTo>
                    <a:pt x="10182" y="109650"/>
                  </a:lnTo>
                  <a:lnTo>
                    <a:pt x="8441" y="114650"/>
                  </a:lnTo>
                  <a:lnTo>
                    <a:pt x="6860" y="119702"/>
                  </a:lnTo>
                  <a:lnTo>
                    <a:pt x="5439" y="124802"/>
                  </a:lnTo>
                  <a:lnTo>
                    <a:pt x="4181" y="129944"/>
                  </a:lnTo>
                  <a:lnTo>
                    <a:pt x="3086" y="135123"/>
                  </a:lnTo>
                  <a:lnTo>
                    <a:pt x="2156" y="140335"/>
                  </a:lnTo>
                  <a:lnTo>
                    <a:pt x="1391" y="145573"/>
                  </a:lnTo>
                  <a:lnTo>
                    <a:pt x="793" y="150833"/>
                  </a:lnTo>
                  <a:lnTo>
                    <a:pt x="361" y="156109"/>
                  </a:lnTo>
                  <a:lnTo>
                    <a:pt x="96" y="161396"/>
                  </a:lnTo>
                  <a:lnTo>
                    <a:pt x="0" y="166689"/>
                  </a:lnTo>
                  <a:lnTo>
                    <a:pt x="70" y="171982"/>
                  </a:lnTo>
                  <a:lnTo>
                    <a:pt x="309" y="177271"/>
                  </a:lnTo>
                  <a:lnTo>
                    <a:pt x="714" y="182549"/>
                  </a:lnTo>
                  <a:lnTo>
                    <a:pt x="1287" y="187812"/>
                  </a:lnTo>
                  <a:lnTo>
                    <a:pt x="2026" y="193054"/>
                  </a:lnTo>
                  <a:lnTo>
                    <a:pt x="2930" y="198270"/>
                  </a:lnTo>
                  <a:lnTo>
                    <a:pt x="3999" y="203454"/>
                  </a:lnTo>
                  <a:lnTo>
                    <a:pt x="5232" y="208603"/>
                  </a:lnTo>
                  <a:lnTo>
                    <a:pt x="6628" y="213709"/>
                  </a:lnTo>
                  <a:lnTo>
                    <a:pt x="8184" y="218769"/>
                  </a:lnTo>
                  <a:lnTo>
                    <a:pt x="9899" y="223777"/>
                  </a:lnTo>
                  <a:lnTo>
                    <a:pt x="11773" y="228728"/>
                  </a:lnTo>
                  <a:lnTo>
                    <a:pt x="13802" y="233618"/>
                  </a:lnTo>
                  <a:lnTo>
                    <a:pt x="15985" y="238440"/>
                  </a:lnTo>
                  <a:lnTo>
                    <a:pt x="18320" y="243192"/>
                  </a:lnTo>
                  <a:lnTo>
                    <a:pt x="20804" y="247867"/>
                  </a:lnTo>
                  <a:lnTo>
                    <a:pt x="23434" y="252460"/>
                  </a:lnTo>
                  <a:lnTo>
                    <a:pt x="26209" y="256969"/>
                  </a:lnTo>
                  <a:lnTo>
                    <a:pt x="29125" y="261387"/>
                  </a:lnTo>
                  <a:lnTo>
                    <a:pt x="32180" y="265710"/>
                  </a:lnTo>
                  <a:lnTo>
                    <a:pt x="35370" y="269935"/>
                  </a:lnTo>
                  <a:lnTo>
                    <a:pt x="38692" y="274057"/>
                  </a:lnTo>
                  <a:lnTo>
                    <a:pt x="42143" y="278071"/>
                  </a:lnTo>
                  <a:lnTo>
                    <a:pt x="45719" y="281974"/>
                  </a:lnTo>
                  <a:lnTo>
                    <a:pt x="49418" y="285762"/>
                  </a:lnTo>
                  <a:lnTo>
                    <a:pt x="53234" y="289431"/>
                  </a:lnTo>
                  <a:lnTo>
                    <a:pt x="57164" y="292977"/>
                  </a:lnTo>
                  <a:lnTo>
                    <a:pt x="61205" y="296397"/>
                  </a:lnTo>
                  <a:lnTo>
                    <a:pt x="65352" y="299687"/>
                  </a:lnTo>
                  <a:lnTo>
                    <a:pt x="69602" y="302845"/>
                  </a:lnTo>
                  <a:lnTo>
                    <a:pt x="73949" y="305866"/>
                  </a:lnTo>
                  <a:lnTo>
                    <a:pt x="78389" y="308748"/>
                  </a:lnTo>
                  <a:lnTo>
                    <a:pt x="82919" y="311488"/>
                  </a:lnTo>
                  <a:lnTo>
                    <a:pt x="87533" y="314083"/>
                  </a:lnTo>
                  <a:lnTo>
                    <a:pt x="92226" y="316531"/>
                  </a:lnTo>
                  <a:lnTo>
                    <a:pt x="96996" y="318829"/>
                  </a:lnTo>
                  <a:lnTo>
                    <a:pt x="101835" y="320975"/>
                  </a:lnTo>
                  <a:lnTo>
                    <a:pt x="106740" y="322966"/>
                  </a:lnTo>
                  <a:lnTo>
                    <a:pt x="111705" y="324801"/>
                  </a:lnTo>
                  <a:lnTo>
                    <a:pt x="116727" y="326478"/>
                  </a:lnTo>
                  <a:lnTo>
                    <a:pt x="121798" y="327995"/>
                  </a:lnTo>
                  <a:lnTo>
                    <a:pt x="126915" y="329351"/>
                  </a:lnTo>
                  <a:lnTo>
                    <a:pt x="132073" y="330544"/>
                  </a:lnTo>
                  <a:lnTo>
                    <a:pt x="137266" y="331574"/>
                  </a:lnTo>
                  <a:lnTo>
                    <a:pt x="142489" y="332438"/>
                  </a:lnTo>
                  <a:lnTo>
                    <a:pt x="147736" y="333136"/>
                  </a:lnTo>
                  <a:lnTo>
                    <a:pt x="153003" y="333668"/>
                  </a:lnTo>
                  <a:lnTo>
                    <a:pt x="158284" y="334033"/>
                  </a:lnTo>
                  <a:lnTo>
                    <a:pt x="163574" y="334231"/>
                  </a:lnTo>
                  <a:lnTo>
                    <a:pt x="168868" y="334261"/>
                  </a:lnTo>
                  <a:lnTo>
                    <a:pt x="174160" y="334123"/>
                  </a:lnTo>
                  <a:lnTo>
                    <a:pt x="179445" y="333818"/>
                  </a:lnTo>
                  <a:lnTo>
                    <a:pt x="184718" y="333346"/>
                  </a:lnTo>
                  <a:lnTo>
                    <a:pt x="189973" y="332706"/>
                  </a:lnTo>
                  <a:lnTo>
                    <a:pt x="195205" y="331901"/>
                  </a:lnTo>
                  <a:lnTo>
                    <a:pt x="200409" y="330931"/>
                  </a:lnTo>
                  <a:lnTo>
                    <a:pt x="205580" y="329796"/>
                  </a:lnTo>
                  <a:lnTo>
                    <a:pt x="210712" y="328498"/>
                  </a:lnTo>
                  <a:lnTo>
                    <a:pt x="215801" y="327039"/>
                  </a:lnTo>
                  <a:lnTo>
                    <a:pt x="220840" y="325418"/>
                  </a:lnTo>
                  <a:lnTo>
                    <a:pt x="225826" y="323639"/>
                  </a:lnTo>
                  <a:lnTo>
                    <a:pt x="230754" y="321704"/>
                  </a:lnTo>
                  <a:lnTo>
                    <a:pt x="235617" y="319613"/>
                  </a:lnTo>
                  <a:lnTo>
                    <a:pt x="240412" y="317369"/>
                  </a:lnTo>
                  <a:lnTo>
                    <a:pt x="245133" y="314974"/>
                  </a:lnTo>
                  <a:lnTo>
                    <a:pt x="249776" y="312431"/>
                  </a:lnTo>
                  <a:lnTo>
                    <a:pt x="254336" y="309743"/>
                  </a:lnTo>
                  <a:lnTo>
                    <a:pt x="258809" y="306911"/>
                  </a:lnTo>
                  <a:lnTo>
                    <a:pt x="263190" y="303939"/>
                  </a:lnTo>
                  <a:lnTo>
                    <a:pt x="267475" y="300830"/>
                  </a:lnTo>
                  <a:lnTo>
                    <a:pt x="271659" y="297587"/>
                  </a:lnTo>
                  <a:lnTo>
                    <a:pt x="275738" y="294213"/>
                  </a:lnTo>
                  <a:lnTo>
                    <a:pt x="279708" y="290712"/>
                  </a:lnTo>
                  <a:lnTo>
                    <a:pt x="283566" y="287086"/>
                  </a:lnTo>
                  <a:lnTo>
                    <a:pt x="287306" y="283340"/>
                  </a:lnTo>
                  <a:lnTo>
                    <a:pt x="290927" y="279478"/>
                  </a:lnTo>
                  <a:lnTo>
                    <a:pt x="294423" y="275503"/>
                  </a:lnTo>
                  <a:lnTo>
                    <a:pt x="297791" y="271419"/>
                  </a:lnTo>
                  <a:lnTo>
                    <a:pt x="301029" y="267231"/>
                  </a:lnTo>
                  <a:lnTo>
                    <a:pt x="304132" y="262942"/>
                  </a:lnTo>
                  <a:lnTo>
                    <a:pt x="307098" y="258557"/>
                  </a:lnTo>
                  <a:lnTo>
                    <a:pt x="309924" y="254080"/>
                  </a:lnTo>
                  <a:lnTo>
                    <a:pt x="312606" y="249517"/>
                  </a:lnTo>
                  <a:lnTo>
                    <a:pt x="315143" y="244870"/>
                  </a:lnTo>
                  <a:lnTo>
                    <a:pt x="317531" y="240146"/>
                  </a:lnTo>
                  <a:lnTo>
                    <a:pt x="319769" y="235348"/>
                  </a:lnTo>
                  <a:lnTo>
                    <a:pt x="321853" y="230482"/>
                  </a:lnTo>
                  <a:lnTo>
                    <a:pt x="323782" y="225552"/>
                  </a:lnTo>
                  <a:lnTo>
                    <a:pt x="325555" y="220564"/>
                  </a:lnTo>
                  <a:lnTo>
                    <a:pt x="327168" y="215522"/>
                  </a:lnTo>
                  <a:lnTo>
                    <a:pt x="328621" y="210431"/>
                  </a:lnTo>
                  <a:lnTo>
                    <a:pt x="329912" y="205297"/>
                  </a:lnTo>
                  <a:lnTo>
                    <a:pt x="331040" y="200125"/>
                  </a:lnTo>
                  <a:lnTo>
                    <a:pt x="332003" y="194920"/>
                  </a:lnTo>
                  <a:lnTo>
                    <a:pt x="332801" y="189686"/>
                  </a:lnTo>
                  <a:lnTo>
                    <a:pt x="333433" y="184430"/>
                  </a:lnTo>
                  <a:lnTo>
                    <a:pt x="333899" y="179157"/>
                  </a:lnTo>
                  <a:lnTo>
                    <a:pt x="334197" y="173872"/>
                  </a:lnTo>
                  <a:lnTo>
                    <a:pt x="334327" y="168580"/>
                  </a:lnTo>
                  <a:lnTo>
                    <a:pt x="334290" y="163286"/>
                  </a:lnTo>
                  <a:lnTo>
                    <a:pt x="334086" y="157996"/>
                  </a:lnTo>
                  <a:lnTo>
                    <a:pt x="333714" y="152715"/>
                  </a:lnTo>
                  <a:lnTo>
                    <a:pt x="333175" y="147449"/>
                  </a:lnTo>
                  <a:lnTo>
                    <a:pt x="332469" y="142203"/>
                  </a:lnTo>
                  <a:lnTo>
                    <a:pt x="331598" y="136981"/>
                  </a:lnTo>
                  <a:lnTo>
                    <a:pt x="330562" y="131790"/>
                  </a:lnTo>
                  <a:lnTo>
                    <a:pt x="329362" y="126634"/>
                  </a:lnTo>
                  <a:lnTo>
                    <a:pt x="327999" y="121518"/>
                  </a:lnTo>
                  <a:lnTo>
                    <a:pt x="326475" y="116448"/>
                  </a:lnTo>
                  <a:lnTo>
                    <a:pt x="324791" y="111430"/>
                  </a:lnTo>
                  <a:lnTo>
                    <a:pt x="322949" y="106467"/>
                  </a:lnTo>
                  <a:lnTo>
                    <a:pt x="320951" y="101564"/>
                  </a:lnTo>
                  <a:lnTo>
                    <a:pt x="318799" y="96728"/>
                  </a:lnTo>
                  <a:lnTo>
                    <a:pt x="316495" y="91962"/>
                  </a:lnTo>
                  <a:lnTo>
                    <a:pt x="314040" y="87271"/>
                  </a:lnTo>
                  <a:lnTo>
                    <a:pt x="311439" y="82661"/>
                  </a:lnTo>
                  <a:lnTo>
                    <a:pt x="308693" y="78135"/>
                  </a:lnTo>
                  <a:lnTo>
                    <a:pt x="305805" y="73698"/>
                  </a:lnTo>
                  <a:lnTo>
                    <a:pt x="302778" y="69355"/>
                  </a:lnTo>
                  <a:lnTo>
                    <a:pt x="299615" y="65110"/>
                  </a:lnTo>
                  <a:lnTo>
                    <a:pt x="296319" y="60968"/>
                  </a:lnTo>
                  <a:lnTo>
                    <a:pt x="292894" y="56931"/>
                  </a:lnTo>
                  <a:lnTo>
                    <a:pt x="289342" y="53006"/>
                  </a:lnTo>
                  <a:lnTo>
                    <a:pt x="285668" y="49194"/>
                  </a:lnTo>
                  <a:lnTo>
                    <a:pt x="281876" y="45501"/>
                  </a:lnTo>
                  <a:lnTo>
                    <a:pt x="277968" y="41930"/>
                  </a:lnTo>
                  <a:lnTo>
                    <a:pt x="273949" y="38484"/>
                  </a:lnTo>
                  <a:lnTo>
                    <a:pt x="269823" y="35168"/>
                  </a:lnTo>
                  <a:lnTo>
                    <a:pt x="265594" y="31984"/>
                  </a:lnTo>
                  <a:lnTo>
                    <a:pt x="261266" y="28935"/>
                  </a:lnTo>
                  <a:lnTo>
                    <a:pt x="256844" y="26024"/>
                  </a:lnTo>
                  <a:lnTo>
                    <a:pt x="252332" y="23256"/>
                  </a:lnTo>
                  <a:lnTo>
                    <a:pt x="247735" y="20631"/>
                  </a:lnTo>
                  <a:lnTo>
                    <a:pt x="243056" y="18154"/>
                  </a:lnTo>
                  <a:lnTo>
                    <a:pt x="238302" y="15825"/>
                  </a:lnTo>
                  <a:lnTo>
                    <a:pt x="233476" y="13649"/>
                  </a:lnTo>
                  <a:lnTo>
                    <a:pt x="228584" y="11626"/>
                  </a:lnTo>
                  <a:lnTo>
                    <a:pt x="223630" y="9759"/>
                  </a:lnTo>
                  <a:lnTo>
                    <a:pt x="218620" y="8050"/>
                  </a:lnTo>
                  <a:lnTo>
                    <a:pt x="213558" y="6501"/>
                  </a:lnTo>
                  <a:lnTo>
                    <a:pt x="208450" y="5112"/>
                  </a:lnTo>
                  <a:lnTo>
                    <a:pt x="203300" y="3886"/>
                  </a:lnTo>
                  <a:lnTo>
                    <a:pt x="198114" y="2824"/>
                  </a:lnTo>
                  <a:lnTo>
                    <a:pt x="192897" y="1927"/>
                  </a:lnTo>
                  <a:lnTo>
                    <a:pt x="187654" y="1195"/>
                  </a:lnTo>
                  <a:lnTo>
                    <a:pt x="182390" y="629"/>
                  </a:lnTo>
                  <a:lnTo>
                    <a:pt x="177111" y="231"/>
                  </a:lnTo>
                  <a:lnTo>
                    <a:pt x="171823" y="0"/>
                  </a:lnTo>
                  <a:lnTo>
                    <a:pt x="167166" y="167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83779" y="3170392"/>
              <a:ext cx="4656" cy="167167"/>
            </a:xfrm>
            <a:custGeom>
              <a:avLst/>
              <a:pathLst>
                <a:path w="4656" h="167167">
                  <a:moveTo>
                    <a:pt x="4656" y="6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091" y="2633064"/>
              <a:ext cx="165919" cy="167167"/>
            </a:xfrm>
            <a:custGeom>
              <a:avLst/>
              <a:pathLst>
                <a:path w="165919" h="167167">
                  <a:moveTo>
                    <a:pt x="165919" y="0"/>
                  </a:moveTo>
                  <a:lnTo>
                    <a:pt x="160539" y="86"/>
                  </a:lnTo>
                  <a:lnTo>
                    <a:pt x="155164" y="346"/>
                  </a:lnTo>
                  <a:lnTo>
                    <a:pt x="149801" y="778"/>
                  </a:lnTo>
                  <a:lnTo>
                    <a:pt x="144454" y="1383"/>
                  </a:lnTo>
                  <a:lnTo>
                    <a:pt x="139130" y="2160"/>
                  </a:lnTo>
                  <a:lnTo>
                    <a:pt x="133833" y="3108"/>
                  </a:lnTo>
                  <a:lnTo>
                    <a:pt x="128570" y="4225"/>
                  </a:lnTo>
                  <a:lnTo>
                    <a:pt x="123345" y="5512"/>
                  </a:lnTo>
                  <a:lnTo>
                    <a:pt x="118164" y="6966"/>
                  </a:lnTo>
                  <a:lnTo>
                    <a:pt x="113033" y="8586"/>
                  </a:lnTo>
                  <a:lnTo>
                    <a:pt x="107957" y="10370"/>
                  </a:lnTo>
                  <a:lnTo>
                    <a:pt x="102940" y="12317"/>
                  </a:lnTo>
                  <a:lnTo>
                    <a:pt x="97989" y="14424"/>
                  </a:lnTo>
                  <a:lnTo>
                    <a:pt x="93108" y="16689"/>
                  </a:lnTo>
                  <a:lnTo>
                    <a:pt x="88303" y="19111"/>
                  </a:lnTo>
                  <a:lnTo>
                    <a:pt x="83578" y="21685"/>
                  </a:lnTo>
                  <a:lnTo>
                    <a:pt x="78939" y="24411"/>
                  </a:lnTo>
                  <a:lnTo>
                    <a:pt x="74389" y="27284"/>
                  </a:lnTo>
                  <a:lnTo>
                    <a:pt x="69935" y="30302"/>
                  </a:lnTo>
                  <a:lnTo>
                    <a:pt x="65579" y="33462"/>
                  </a:lnTo>
                  <a:lnTo>
                    <a:pt x="61328" y="36761"/>
                  </a:lnTo>
                  <a:lnTo>
                    <a:pt x="57185" y="40195"/>
                  </a:lnTo>
                  <a:lnTo>
                    <a:pt x="53155" y="43760"/>
                  </a:lnTo>
                  <a:lnTo>
                    <a:pt x="49242" y="47453"/>
                  </a:lnTo>
                  <a:lnTo>
                    <a:pt x="45450" y="51270"/>
                  </a:lnTo>
                  <a:lnTo>
                    <a:pt x="41782" y="55208"/>
                  </a:lnTo>
                  <a:lnTo>
                    <a:pt x="38243" y="59261"/>
                  </a:lnTo>
                  <a:lnTo>
                    <a:pt x="34836" y="63426"/>
                  </a:lnTo>
                  <a:lnTo>
                    <a:pt x="31565" y="67698"/>
                  </a:lnTo>
                  <a:lnTo>
                    <a:pt x="28434" y="72074"/>
                  </a:lnTo>
                  <a:lnTo>
                    <a:pt x="25444" y="76548"/>
                  </a:lnTo>
                  <a:lnTo>
                    <a:pt x="22601" y="81116"/>
                  </a:lnTo>
                  <a:lnTo>
                    <a:pt x="19905" y="85773"/>
                  </a:lnTo>
                  <a:lnTo>
                    <a:pt x="17361" y="90515"/>
                  </a:lnTo>
                  <a:lnTo>
                    <a:pt x="14971" y="95336"/>
                  </a:lnTo>
                  <a:lnTo>
                    <a:pt x="12738" y="100231"/>
                  </a:lnTo>
                  <a:lnTo>
                    <a:pt x="10663" y="105196"/>
                  </a:lnTo>
                  <a:lnTo>
                    <a:pt x="8749" y="110225"/>
                  </a:lnTo>
                  <a:lnTo>
                    <a:pt x="6998" y="115313"/>
                  </a:lnTo>
                  <a:lnTo>
                    <a:pt x="5411" y="120454"/>
                  </a:lnTo>
                  <a:lnTo>
                    <a:pt x="3991" y="125644"/>
                  </a:lnTo>
                  <a:lnTo>
                    <a:pt x="2738" y="130877"/>
                  </a:lnTo>
                  <a:lnTo>
                    <a:pt x="1655" y="136148"/>
                  </a:lnTo>
                  <a:lnTo>
                    <a:pt x="742" y="141451"/>
                  </a:lnTo>
                  <a:lnTo>
                    <a:pt x="0" y="146780"/>
                  </a:lnTo>
                  <a:lnTo>
                    <a:pt x="16591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3091" y="2779844"/>
              <a:ext cx="165919" cy="20386"/>
            </a:xfrm>
            <a:custGeom>
              <a:avLst/>
              <a:pathLst>
                <a:path w="165919" h="20386">
                  <a:moveTo>
                    <a:pt x="0" y="0"/>
                  </a:moveTo>
                  <a:lnTo>
                    <a:pt x="165919" y="20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1846" y="2642868"/>
              <a:ext cx="334312" cy="324528"/>
            </a:xfrm>
            <a:custGeom>
              <a:avLst/>
              <a:pathLst>
                <a:path w="334312" h="324528">
                  <a:moveTo>
                    <a:pt x="1245" y="136976"/>
                  </a:moveTo>
                  <a:lnTo>
                    <a:pt x="680" y="142270"/>
                  </a:lnTo>
                  <a:lnTo>
                    <a:pt x="284" y="147578"/>
                  </a:lnTo>
                  <a:lnTo>
                    <a:pt x="57" y="152897"/>
                  </a:lnTo>
                  <a:lnTo>
                    <a:pt x="0" y="158220"/>
                  </a:lnTo>
                  <a:lnTo>
                    <a:pt x="112" y="163543"/>
                  </a:lnTo>
                  <a:lnTo>
                    <a:pt x="393" y="168859"/>
                  </a:lnTo>
                  <a:lnTo>
                    <a:pt x="844" y="174163"/>
                  </a:lnTo>
                  <a:lnTo>
                    <a:pt x="1463" y="179451"/>
                  </a:lnTo>
                  <a:lnTo>
                    <a:pt x="2250" y="184716"/>
                  </a:lnTo>
                  <a:lnTo>
                    <a:pt x="3205" y="189953"/>
                  </a:lnTo>
                  <a:lnTo>
                    <a:pt x="4326" y="195158"/>
                  </a:lnTo>
                  <a:lnTo>
                    <a:pt x="5612" y="200324"/>
                  </a:lnTo>
                  <a:lnTo>
                    <a:pt x="7062" y="205446"/>
                  </a:lnTo>
                  <a:lnTo>
                    <a:pt x="8674" y="210519"/>
                  </a:lnTo>
                  <a:lnTo>
                    <a:pt x="10447" y="215539"/>
                  </a:lnTo>
                  <a:lnTo>
                    <a:pt x="12379" y="220500"/>
                  </a:lnTo>
                  <a:lnTo>
                    <a:pt x="14468" y="225397"/>
                  </a:lnTo>
                  <a:lnTo>
                    <a:pt x="16712" y="230224"/>
                  </a:lnTo>
                  <a:lnTo>
                    <a:pt x="19108" y="234978"/>
                  </a:lnTo>
                  <a:lnTo>
                    <a:pt x="21654" y="239653"/>
                  </a:lnTo>
                  <a:lnTo>
                    <a:pt x="24348" y="244245"/>
                  </a:lnTo>
                  <a:lnTo>
                    <a:pt x="27187" y="248748"/>
                  </a:lnTo>
                  <a:lnTo>
                    <a:pt x="30168" y="253159"/>
                  </a:lnTo>
                  <a:lnTo>
                    <a:pt x="33288" y="257473"/>
                  </a:lnTo>
                  <a:lnTo>
                    <a:pt x="36544" y="261685"/>
                  </a:lnTo>
                  <a:lnTo>
                    <a:pt x="39932" y="265791"/>
                  </a:lnTo>
                  <a:lnTo>
                    <a:pt x="43449" y="269787"/>
                  </a:lnTo>
                  <a:lnTo>
                    <a:pt x="47091" y="273670"/>
                  </a:lnTo>
                  <a:lnTo>
                    <a:pt x="50855" y="277434"/>
                  </a:lnTo>
                  <a:lnTo>
                    <a:pt x="54738" y="281077"/>
                  </a:lnTo>
                  <a:lnTo>
                    <a:pt x="58734" y="284594"/>
                  </a:lnTo>
                  <a:lnTo>
                    <a:pt x="62840" y="287982"/>
                  </a:lnTo>
                  <a:lnTo>
                    <a:pt x="67052" y="291238"/>
                  </a:lnTo>
                  <a:lnTo>
                    <a:pt x="71366" y="294358"/>
                  </a:lnTo>
                  <a:lnTo>
                    <a:pt x="75777" y="297339"/>
                  </a:lnTo>
                  <a:lnTo>
                    <a:pt x="80280" y="300177"/>
                  </a:lnTo>
                  <a:lnTo>
                    <a:pt x="84872" y="302872"/>
                  </a:lnTo>
                  <a:lnTo>
                    <a:pt x="89547" y="305418"/>
                  </a:lnTo>
                  <a:lnTo>
                    <a:pt x="94300" y="307815"/>
                  </a:lnTo>
                  <a:lnTo>
                    <a:pt x="99128" y="310058"/>
                  </a:lnTo>
                  <a:lnTo>
                    <a:pt x="104025" y="312147"/>
                  </a:lnTo>
                  <a:lnTo>
                    <a:pt x="108985" y="314079"/>
                  </a:lnTo>
                  <a:lnTo>
                    <a:pt x="114005" y="315853"/>
                  </a:lnTo>
                  <a:lnTo>
                    <a:pt x="119079" y="317465"/>
                  </a:lnTo>
                  <a:lnTo>
                    <a:pt x="124201" y="318915"/>
                  </a:lnTo>
                  <a:lnTo>
                    <a:pt x="129367" y="320201"/>
                  </a:lnTo>
                  <a:lnTo>
                    <a:pt x="134571" y="321322"/>
                  </a:lnTo>
                  <a:lnTo>
                    <a:pt x="139808" y="322277"/>
                  </a:lnTo>
                  <a:lnTo>
                    <a:pt x="145073" y="323064"/>
                  </a:lnTo>
                  <a:lnTo>
                    <a:pt x="150361" y="323684"/>
                  </a:lnTo>
                  <a:lnTo>
                    <a:pt x="155665" y="324134"/>
                  </a:lnTo>
                  <a:lnTo>
                    <a:pt x="160981" y="324416"/>
                  </a:lnTo>
                  <a:lnTo>
                    <a:pt x="166304" y="324528"/>
                  </a:lnTo>
                  <a:lnTo>
                    <a:pt x="171627" y="324471"/>
                  </a:lnTo>
                  <a:lnTo>
                    <a:pt x="176946" y="324244"/>
                  </a:lnTo>
                  <a:lnTo>
                    <a:pt x="182255" y="323848"/>
                  </a:lnTo>
                  <a:lnTo>
                    <a:pt x="187548" y="323283"/>
                  </a:lnTo>
                  <a:lnTo>
                    <a:pt x="192821" y="322550"/>
                  </a:lnTo>
                  <a:lnTo>
                    <a:pt x="198068" y="321649"/>
                  </a:lnTo>
                  <a:lnTo>
                    <a:pt x="203284" y="320582"/>
                  </a:lnTo>
                  <a:lnTo>
                    <a:pt x="208462" y="319349"/>
                  </a:lnTo>
                  <a:lnTo>
                    <a:pt x="213599" y="317952"/>
                  </a:lnTo>
                  <a:lnTo>
                    <a:pt x="218689" y="316392"/>
                  </a:lnTo>
                  <a:lnTo>
                    <a:pt x="223727" y="314670"/>
                  </a:lnTo>
                  <a:lnTo>
                    <a:pt x="228707" y="312790"/>
                  </a:lnTo>
                  <a:lnTo>
                    <a:pt x="233625" y="310751"/>
                  </a:lnTo>
                  <a:lnTo>
                    <a:pt x="238476" y="308557"/>
                  </a:lnTo>
                  <a:lnTo>
                    <a:pt x="243254" y="306210"/>
                  </a:lnTo>
                  <a:lnTo>
                    <a:pt x="247955" y="303711"/>
                  </a:lnTo>
                  <a:lnTo>
                    <a:pt x="252574" y="301065"/>
                  </a:lnTo>
                  <a:lnTo>
                    <a:pt x="257106" y="298272"/>
                  </a:lnTo>
                  <a:lnTo>
                    <a:pt x="261547" y="295337"/>
                  </a:lnTo>
                  <a:lnTo>
                    <a:pt x="265893" y="292262"/>
                  </a:lnTo>
                  <a:lnTo>
                    <a:pt x="270138" y="289050"/>
                  </a:lnTo>
                  <a:lnTo>
                    <a:pt x="274279" y="285704"/>
                  </a:lnTo>
                  <a:lnTo>
                    <a:pt x="278312" y="282228"/>
                  </a:lnTo>
                  <a:lnTo>
                    <a:pt x="282231" y="278626"/>
                  </a:lnTo>
                  <a:lnTo>
                    <a:pt x="286034" y="274900"/>
                  </a:lnTo>
                  <a:lnTo>
                    <a:pt x="289716" y="271056"/>
                  </a:lnTo>
                  <a:lnTo>
                    <a:pt x="293274" y="267096"/>
                  </a:lnTo>
                  <a:lnTo>
                    <a:pt x="296705" y="263024"/>
                  </a:lnTo>
                  <a:lnTo>
                    <a:pt x="300003" y="258846"/>
                  </a:lnTo>
                  <a:lnTo>
                    <a:pt x="303167" y="254565"/>
                  </a:lnTo>
                  <a:lnTo>
                    <a:pt x="306194" y="250185"/>
                  </a:lnTo>
                  <a:lnTo>
                    <a:pt x="309079" y="245711"/>
                  </a:lnTo>
                  <a:lnTo>
                    <a:pt x="311820" y="241147"/>
                  </a:lnTo>
                  <a:lnTo>
                    <a:pt x="314414" y="236499"/>
                  </a:lnTo>
                  <a:lnTo>
                    <a:pt x="316860" y="231770"/>
                  </a:lnTo>
                  <a:lnTo>
                    <a:pt x="319153" y="226966"/>
                  </a:lnTo>
                  <a:lnTo>
                    <a:pt x="321292" y="222091"/>
                  </a:lnTo>
                  <a:lnTo>
                    <a:pt x="323275" y="217150"/>
                  </a:lnTo>
                  <a:lnTo>
                    <a:pt x="325100" y="212149"/>
                  </a:lnTo>
                  <a:lnTo>
                    <a:pt x="326764" y="207092"/>
                  </a:lnTo>
                  <a:lnTo>
                    <a:pt x="328267" y="201985"/>
                  </a:lnTo>
                  <a:lnTo>
                    <a:pt x="329606" y="196833"/>
                  </a:lnTo>
                  <a:lnTo>
                    <a:pt x="330780" y="191640"/>
                  </a:lnTo>
                  <a:lnTo>
                    <a:pt x="331789" y="186413"/>
                  </a:lnTo>
                  <a:lnTo>
                    <a:pt x="332630" y="181156"/>
                  </a:lnTo>
                  <a:lnTo>
                    <a:pt x="333304" y="175876"/>
                  </a:lnTo>
                  <a:lnTo>
                    <a:pt x="333809" y="170576"/>
                  </a:lnTo>
                  <a:lnTo>
                    <a:pt x="334145" y="165263"/>
                  </a:lnTo>
                  <a:lnTo>
                    <a:pt x="334312" y="159942"/>
                  </a:lnTo>
                  <a:lnTo>
                    <a:pt x="334310" y="154618"/>
                  </a:lnTo>
                  <a:lnTo>
                    <a:pt x="334138" y="149298"/>
                  </a:lnTo>
                  <a:lnTo>
                    <a:pt x="333796" y="143985"/>
                  </a:lnTo>
                  <a:lnTo>
                    <a:pt x="333286" y="138686"/>
                  </a:lnTo>
                  <a:lnTo>
                    <a:pt x="332607" y="133406"/>
                  </a:lnTo>
                  <a:lnTo>
                    <a:pt x="331760" y="128150"/>
                  </a:lnTo>
                  <a:lnTo>
                    <a:pt x="330746" y="122924"/>
                  </a:lnTo>
                  <a:lnTo>
                    <a:pt x="329567" y="117733"/>
                  </a:lnTo>
                  <a:lnTo>
                    <a:pt x="328222" y="112581"/>
                  </a:lnTo>
                  <a:lnTo>
                    <a:pt x="326715" y="107476"/>
                  </a:lnTo>
                  <a:lnTo>
                    <a:pt x="325045" y="102421"/>
                  </a:lnTo>
                  <a:lnTo>
                    <a:pt x="323216" y="97421"/>
                  </a:lnTo>
                  <a:lnTo>
                    <a:pt x="321228" y="92483"/>
                  </a:lnTo>
                  <a:lnTo>
                    <a:pt x="319084" y="87610"/>
                  </a:lnTo>
                  <a:lnTo>
                    <a:pt x="316786" y="82808"/>
                  </a:lnTo>
                  <a:lnTo>
                    <a:pt x="314336" y="78082"/>
                  </a:lnTo>
                  <a:lnTo>
                    <a:pt x="311737" y="73436"/>
                  </a:lnTo>
                  <a:lnTo>
                    <a:pt x="308991" y="68875"/>
                  </a:lnTo>
                  <a:lnTo>
                    <a:pt x="306102" y="64403"/>
                  </a:lnTo>
                  <a:lnTo>
                    <a:pt x="303071" y="60027"/>
                  </a:lnTo>
                  <a:lnTo>
                    <a:pt x="299903" y="55748"/>
                  </a:lnTo>
                  <a:lnTo>
                    <a:pt x="296600" y="51573"/>
                  </a:lnTo>
                  <a:lnTo>
                    <a:pt x="293166" y="47505"/>
                  </a:lnTo>
                  <a:lnTo>
                    <a:pt x="289604" y="43549"/>
                  </a:lnTo>
                  <a:lnTo>
                    <a:pt x="285918" y="39708"/>
                  </a:lnTo>
                  <a:lnTo>
                    <a:pt x="282111" y="35986"/>
                  </a:lnTo>
                  <a:lnTo>
                    <a:pt x="278188" y="32388"/>
                  </a:lnTo>
                  <a:lnTo>
                    <a:pt x="274152" y="28916"/>
                  </a:lnTo>
                  <a:lnTo>
                    <a:pt x="270008" y="25574"/>
                  </a:lnTo>
                  <a:lnTo>
                    <a:pt x="265760" y="22367"/>
                  </a:lnTo>
                  <a:lnTo>
                    <a:pt x="261411" y="19296"/>
                  </a:lnTo>
                  <a:lnTo>
                    <a:pt x="256967" y="16365"/>
                  </a:lnTo>
                  <a:lnTo>
                    <a:pt x="252432" y="13577"/>
                  </a:lnTo>
                  <a:lnTo>
                    <a:pt x="247810" y="10934"/>
                  </a:lnTo>
                  <a:lnTo>
                    <a:pt x="243107" y="8441"/>
                  </a:lnTo>
                  <a:lnTo>
                    <a:pt x="238326" y="6098"/>
                  </a:lnTo>
                  <a:lnTo>
                    <a:pt x="233474" y="3909"/>
                  </a:lnTo>
                  <a:lnTo>
                    <a:pt x="228554" y="1875"/>
                  </a:lnTo>
                  <a:lnTo>
                    <a:pt x="223572" y="0"/>
                  </a:lnTo>
                  <a:lnTo>
                    <a:pt x="167165" y="1573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919011" y="2633064"/>
              <a:ext cx="56406" cy="167167"/>
            </a:xfrm>
            <a:custGeom>
              <a:avLst/>
              <a:pathLst>
                <a:path w="56406" h="167167">
                  <a:moveTo>
                    <a:pt x="56406" y="9804"/>
                  </a:moveTo>
                  <a:lnTo>
                    <a:pt x="50349" y="7762"/>
                  </a:lnTo>
                  <a:lnTo>
                    <a:pt x="44217" y="5954"/>
                  </a:lnTo>
                  <a:lnTo>
                    <a:pt x="38021" y="4381"/>
                  </a:lnTo>
                  <a:lnTo>
                    <a:pt x="31770" y="3046"/>
                  </a:lnTo>
                  <a:lnTo>
                    <a:pt x="25471" y="1952"/>
                  </a:lnTo>
                  <a:lnTo>
                    <a:pt x="19136" y="1098"/>
                  </a:lnTo>
                  <a:lnTo>
                    <a:pt x="12773" y="488"/>
                  </a:lnTo>
                  <a:lnTo>
                    <a:pt x="6391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6741" y="2126963"/>
              <a:ext cx="61730" cy="167167"/>
            </a:xfrm>
            <a:custGeom>
              <a:avLst/>
              <a:pathLst>
                <a:path w="61730" h="167167">
                  <a:moveTo>
                    <a:pt x="61730" y="0"/>
                  </a:moveTo>
                  <a:lnTo>
                    <a:pt x="55983" y="98"/>
                  </a:lnTo>
                  <a:lnTo>
                    <a:pt x="50243" y="395"/>
                  </a:lnTo>
                  <a:lnTo>
                    <a:pt x="44517" y="888"/>
                  </a:lnTo>
                  <a:lnTo>
                    <a:pt x="38811" y="1578"/>
                  </a:lnTo>
                  <a:lnTo>
                    <a:pt x="33132" y="2464"/>
                  </a:lnTo>
                  <a:lnTo>
                    <a:pt x="27487" y="3544"/>
                  </a:lnTo>
                  <a:lnTo>
                    <a:pt x="21882" y="4818"/>
                  </a:lnTo>
                  <a:lnTo>
                    <a:pt x="16324" y="6284"/>
                  </a:lnTo>
                  <a:lnTo>
                    <a:pt x="10820" y="7940"/>
                  </a:lnTo>
                  <a:lnTo>
                    <a:pt x="5377" y="9785"/>
                  </a:lnTo>
                  <a:lnTo>
                    <a:pt x="0" y="11815"/>
                  </a:lnTo>
                  <a:lnTo>
                    <a:pt x="617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66741" y="2138779"/>
              <a:ext cx="61730" cy="155352"/>
            </a:xfrm>
            <a:custGeom>
              <a:avLst/>
              <a:pathLst>
                <a:path w="61730" h="155352">
                  <a:moveTo>
                    <a:pt x="0" y="0"/>
                  </a:moveTo>
                  <a:lnTo>
                    <a:pt x="61730" y="155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561317" y="2138779"/>
              <a:ext cx="167154" cy="306982"/>
            </a:xfrm>
            <a:custGeom>
              <a:avLst/>
              <a:pathLst>
                <a:path w="167154" h="306982">
                  <a:moveTo>
                    <a:pt x="105424" y="0"/>
                  </a:moveTo>
                  <a:lnTo>
                    <a:pt x="100500" y="2048"/>
                  </a:lnTo>
                  <a:lnTo>
                    <a:pt x="95644" y="4252"/>
                  </a:lnTo>
                  <a:lnTo>
                    <a:pt x="90861" y="6609"/>
                  </a:lnTo>
                  <a:lnTo>
                    <a:pt x="86156" y="9118"/>
                  </a:lnTo>
                  <a:lnTo>
                    <a:pt x="81532" y="11776"/>
                  </a:lnTo>
                  <a:lnTo>
                    <a:pt x="76997" y="14580"/>
                  </a:lnTo>
                  <a:lnTo>
                    <a:pt x="72552" y="17528"/>
                  </a:lnTo>
                  <a:lnTo>
                    <a:pt x="68205" y="20615"/>
                  </a:lnTo>
                  <a:lnTo>
                    <a:pt x="63957" y="23840"/>
                  </a:lnTo>
                  <a:lnTo>
                    <a:pt x="59815" y="27198"/>
                  </a:lnTo>
                  <a:lnTo>
                    <a:pt x="55782" y="30687"/>
                  </a:lnTo>
                  <a:lnTo>
                    <a:pt x="51863" y="34303"/>
                  </a:lnTo>
                  <a:lnTo>
                    <a:pt x="48060" y="38042"/>
                  </a:lnTo>
                  <a:lnTo>
                    <a:pt x="44379" y="41900"/>
                  </a:lnTo>
                  <a:lnTo>
                    <a:pt x="40823" y="45874"/>
                  </a:lnTo>
                  <a:lnTo>
                    <a:pt x="37395" y="49959"/>
                  </a:lnTo>
                  <a:lnTo>
                    <a:pt x="34100" y="54152"/>
                  </a:lnTo>
                  <a:lnTo>
                    <a:pt x="30940" y="58447"/>
                  </a:lnTo>
                  <a:lnTo>
                    <a:pt x="27918" y="62841"/>
                  </a:lnTo>
                  <a:lnTo>
                    <a:pt x="25038" y="67329"/>
                  </a:lnTo>
                  <a:lnTo>
                    <a:pt x="22303" y="71907"/>
                  </a:lnTo>
                  <a:lnTo>
                    <a:pt x="19715" y="76570"/>
                  </a:lnTo>
                  <a:lnTo>
                    <a:pt x="17277" y="81312"/>
                  </a:lnTo>
                  <a:lnTo>
                    <a:pt x="14992" y="86131"/>
                  </a:lnTo>
                  <a:lnTo>
                    <a:pt x="12862" y="91019"/>
                  </a:lnTo>
                  <a:lnTo>
                    <a:pt x="10888" y="95973"/>
                  </a:lnTo>
                  <a:lnTo>
                    <a:pt x="9074" y="100988"/>
                  </a:lnTo>
                  <a:lnTo>
                    <a:pt x="7420" y="106058"/>
                  </a:lnTo>
                  <a:lnTo>
                    <a:pt x="5929" y="111178"/>
                  </a:lnTo>
                  <a:lnTo>
                    <a:pt x="4602" y="116342"/>
                  </a:lnTo>
                  <a:lnTo>
                    <a:pt x="3441" y="121547"/>
                  </a:lnTo>
                  <a:lnTo>
                    <a:pt x="2446" y="126786"/>
                  </a:lnTo>
                  <a:lnTo>
                    <a:pt x="1618" y="132054"/>
                  </a:lnTo>
                  <a:lnTo>
                    <a:pt x="960" y="137346"/>
                  </a:lnTo>
                  <a:lnTo>
                    <a:pt x="470" y="142656"/>
                  </a:lnTo>
                  <a:lnTo>
                    <a:pt x="150" y="147979"/>
                  </a:lnTo>
                  <a:lnTo>
                    <a:pt x="0" y="153310"/>
                  </a:lnTo>
                  <a:lnTo>
                    <a:pt x="19" y="158642"/>
                  </a:lnTo>
                  <a:lnTo>
                    <a:pt x="209" y="163971"/>
                  </a:lnTo>
                  <a:lnTo>
                    <a:pt x="569" y="169292"/>
                  </a:lnTo>
                  <a:lnTo>
                    <a:pt x="1099" y="174598"/>
                  </a:lnTo>
                  <a:lnTo>
                    <a:pt x="1797" y="179885"/>
                  </a:lnTo>
                  <a:lnTo>
                    <a:pt x="2664" y="185147"/>
                  </a:lnTo>
                  <a:lnTo>
                    <a:pt x="3698" y="190378"/>
                  </a:lnTo>
                  <a:lnTo>
                    <a:pt x="4898" y="195574"/>
                  </a:lnTo>
                  <a:lnTo>
                    <a:pt x="6264" y="200729"/>
                  </a:lnTo>
                  <a:lnTo>
                    <a:pt x="7793" y="205838"/>
                  </a:lnTo>
                  <a:lnTo>
                    <a:pt x="9484" y="210895"/>
                  </a:lnTo>
                  <a:lnTo>
                    <a:pt x="11336" y="215896"/>
                  </a:lnTo>
                  <a:lnTo>
                    <a:pt x="13346" y="220835"/>
                  </a:lnTo>
                  <a:lnTo>
                    <a:pt x="15513" y="225707"/>
                  </a:lnTo>
                  <a:lnTo>
                    <a:pt x="17835" y="230508"/>
                  </a:lnTo>
                  <a:lnTo>
                    <a:pt x="20308" y="235233"/>
                  </a:lnTo>
                  <a:lnTo>
                    <a:pt x="22930" y="239876"/>
                  </a:lnTo>
                  <a:lnTo>
                    <a:pt x="25700" y="244433"/>
                  </a:lnTo>
                  <a:lnTo>
                    <a:pt x="28613" y="248900"/>
                  </a:lnTo>
                  <a:lnTo>
                    <a:pt x="31667" y="253271"/>
                  </a:lnTo>
                  <a:lnTo>
                    <a:pt x="34860" y="257543"/>
                  </a:lnTo>
                  <a:lnTo>
                    <a:pt x="38186" y="261710"/>
                  </a:lnTo>
                  <a:lnTo>
                    <a:pt x="41644" y="265770"/>
                  </a:lnTo>
                  <a:lnTo>
                    <a:pt x="45230" y="269717"/>
                  </a:lnTo>
                  <a:lnTo>
                    <a:pt x="48940" y="273548"/>
                  </a:lnTo>
                  <a:lnTo>
                    <a:pt x="52770" y="277258"/>
                  </a:lnTo>
                  <a:lnTo>
                    <a:pt x="56717" y="280844"/>
                  </a:lnTo>
                  <a:lnTo>
                    <a:pt x="60776" y="284303"/>
                  </a:lnTo>
                  <a:lnTo>
                    <a:pt x="64943" y="287630"/>
                  </a:lnTo>
                  <a:lnTo>
                    <a:pt x="69214" y="290823"/>
                  </a:lnTo>
                  <a:lnTo>
                    <a:pt x="73585" y="293878"/>
                  </a:lnTo>
                  <a:lnTo>
                    <a:pt x="78051" y="296792"/>
                  </a:lnTo>
                  <a:lnTo>
                    <a:pt x="82607" y="299562"/>
                  </a:lnTo>
                  <a:lnTo>
                    <a:pt x="87250" y="302186"/>
                  </a:lnTo>
                  <a:lnTo>
                    <a:pt x="91974" y="304660"/>
                  </a:lnTo>
                  <a:lnTo>
                    <a:pt x="96775" y="306982"/>
                  </a:lnTo>
                  <a:lnTo>
                    <a:pt x="167154" y="155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58092" y="2126963"/>
              <a:ext cx="237543" cy="334321"/>
            </a:xfrm>
            <a:custGeom>
              <a:avLst/>
              <a:pathLst>
                <a:path w="237543" h="334321">
                  <a:moveTo>
                    <a:pt x="0" y="318797"/>
                  </a:moveTo>
                  <a:lnTo>
                    <a:pt x="4876" y="320967"/>
                  </a:lnTo>
                  <a:lnTo>
                    <a:pt x="9819" y="322979"/>
                  </a:lnTo>
                  <a:lnTo>
                    <a:pt x="14825" y="324833"/>
                  </a:lnTo>
                  <a:lnTo>
                    <a:pt x="19886" y="326526"/>
                  </a:lnTo>
                  <a:lnTo>
                    <a:pt x="25000" y="328057"/>
                  </a:lnTo>
                  <a:lnTo>
                    <a:pt x="30159" y="329424"/>
                  </a:lnTo>
                  <a:lnTo>
                    <a:pt x="35359" y="330625"/>
                  </a:lnTo>
                  <a:lnTo>
                    <a:pt x="40596" y="331660"/>
                  </a:lnTo>
                  <a:lnTo>
                    <a:pt x="45862" y="332527"/>
                  </a:lnTo>
                  <a:lnTo>
                    <a:pt x="51154" y="333225"/>
                  </a:lnTo>
                  <a:lnTo>
                    <a:pt x="56465" y="333754"/>
                  </a:lnTo>
                  <a:lnTo>
                    <a:pt x="61790" y="334114"/>
                  </a:lnTo>
                  <a:lnTo>
                    <a:pt x="67124" y="334303"/>
                  </a:lnTo>
                  <a:lnTo>
                    <a:pt x="72462" y="334321"/>
                  </a:lnTo>
                  <a:lnTo>
                    <a:pt x="77797" y="334170"/>
                  </a:lnTo>
                  <a:lnTo>
                    <a:pt x="83125" y="333848"/>
                  </a:lnTo>
                  <a:lnTo>
                    <a:pt x="88439" y="333356"/>
                  </a:lnTo>
                  <a:lnTo>
                    <a:pt x="93736" y="332695"/>
                  </a:lnTo>
                  <a:lnTo>
                    <a:pt x="99008" y="331865"/>
                  </a:lnTo>
                  <a:lnTo>
                    <a:pt x="104251" y="330867"/>
                  </a:lnTo>
                  <a:lnTo>
                    <a:pt x="109460" y="329702"/>
                  </a:lnTo>
                  <a:lnTo>
                    <a:pt x="114629" y="328371"/>
                  </a:lnTo>
                  <a:lnTo>
                    <a:pt x="119753" y="326877"/>
                  </a:lnTo>
                  <a:lnTo>
                    <a:pt x="124826" y="325219"/>
                  </a:lnTo>
                  <a:lnTo>
                    <a:pt x="129844" y="323400"/>
                  </a:lnTo>
                  <a:lnTo>
                    <a:pt x="134802" y="321422"/>
                  </a:lnTo>
                  <a:lnTo>
                    <a:pt x="139693" y="319287"/>
                  </a:lnTo>
                  <a:lnTo>
                    <a:pt x="144514" y="316997"/>
                  </a:lnTo>
                  <a:lnTo>
                    <a:pt x="149260" y="314553"/>
                  </a:lnTo>
                  <a:lnTo>
                    <a:pt x="153925" y="311960"/>
                  </a:lnTo>
                  <a:lnTo>
                    <a:pt x="158505" y="309219"/>
                  </a:lnTo>
                  <a:lnTo>
                    <a:pt x="162995" y="306333"/>
                  </a:lnTo>
                  <a:lnTo>
                    <a:pt x="167390" y="303306"/>
                  </a:lnTo>
                  <a:lnTo>
                    <a:pt x="171687" y="300139"/>
                  </a:lnTo>
                  <a:lnTo>
                    <a:pt x="175881" y="296837"/>
                  </a:lnTo>
                  <a:lnTo>
                    <a:pt x="179966" y="293403"/>
                  </a:lnTo>
                  <a:lnTo>
                    <a:pt x="183941" y="289840"/>
                  </a:lnTo>
                  <a:lnTo>
                    <a:pt x="187799" y="286152"/>
                  </a:lnTo>
                  <a:lnTo>
                    <a:pt x="191538" y="282343"/>
                  </a:lnTo>
                  <a:lnTo>
                    <a:pt x="195153" y="278416"/>
                  </a:lnTo>
                  <a:lnTo>
                    <a:pt x="198641" y="274376"/>
                  </a:lnTo>
                  <a:lnTo>
                    <a:pt x="201998" y="270227"/>
                  </a:lnTo>
                  <a:lnTo>
                    <a:pt x="205221" y="265973"/>
                  </a:lnTo>
                  <a:lnTo>
                    <a:pt x="208307" y="261617"/>
                  </a:lnTo>
                  <a:lnTo>
                    <a:pt x="211252" y="257166"/>
                  </a:lnTo>
                  <a:lnTo>
                    <a:pt x="214053" y="252623"/>
                  </a:lnTo>
                  <a:lnTo>
                    <a:pt x="216708" y="247993"/>
                  </a:lnTo>
                  <a:lnTo>
                    <a:pt x="219214" y="243280"/>
                  </a:lnTo>
                  <a:lnTo>
                    <a:pt x="221568" y="238490"/>
                  </a:lnTo>
                  <a:lnTo>
                    <a:pt x="223768" y="233627"/>
                  </a:lnTo>
                  <a:lnTo>
                    <a:pt x="225811" y="228696"/>
                  </a:lnTo>
                  <a:lnTo>
                    <a:pt x="227696" y="223702"/>
                  </a:lnTo>
                  <a:lnTo>
                    <a:pt x="229421" y="218651"/>
                  </a:lnTo>
                  <a:lnTo>
                    <a:pt x="230983" y="213548"/>
                  </a:lnTo>
                  <a:lnTo>
                    <a:pt x="232382" y="208397"/>
                  </a:lnTo>
                  <a:lnTo>
                    <a:pt x="233616" y="203204"/>
                  </a:lnTo>
                  <a:lnTo>
                    <a:pt x="234683" y="197974"/>
                  </a:lnTo>
                  <a:lnTo>
                    <a:pt x="235583" y="192713"/>
                  </a:lnTo>
                  <a:lnTo>
                    <a:pt x="236314" y="187426"/>
                  </a:lnTo>
                  <a:lnTo>
                    <a:pt x="236877" y="182119"/>
                  </a:lnTo>
                  <a:lnTo>
                    <a:pt x="237269" y="176796"/>
                  </a:lnTo>
                  <a:lnTo>
                    <a:pt x="237491" y="171463"/>
                  </a:lnTo>
                  <a:lnTo>
                    <a:pt x="237543" y="166126"/>
                  </a:lnTo>
                  <a:lnTo>
                    <a:pt x="237425" y="160790"/>
                  </a:lnTo>
                  <a:lnTo>
                    <a:pt x="237136" y="155460"/>
                  </a:lnTo>
                  <a:lnTo>
                    <a:pt x="236677" y="150142"/>
                  </a:lnTo>
                  <a:lnTo>
                    <a:pt x="236049" y="144842"/>
                  </a:lnTo>
                  <a:lnTo>
                    <a:pt x="235252" y="139564"/>
                  </a:lnTo>
                  <a:lnTo>
                    <a:pt x="234287" y="134315"/>
                  </a:lnTo>
                  <a:lnTo>
                    <a:pt x="233154" y="129099"/>
                  </a:lnTo>
                  <a:lnTo>
                    <a:pt x="231856" y="123922"/>
                  </a:lnTo>
                  <a:lnTo>
                    <a:pt x="230393" y="118789"/>
                  </a:lnTo>
                  <a:lnTo>
                    <a:pt x="228767" y="113705"/>
                  </a:lnTo>
                  <a:lnTo>
                    <a:pt x="226980" y="108676"/>
                  </a:lnTo>
                  <a:lnTo>
                    <a:pt x="225033" y="103706"/>
                  </a:lnTo>
                  <a:lnTo>
                    <a:pt x="222928" y="98802"/>
                  </a:lnTo>
                  <a:lnTo>
                    <a:pt x="220668" y="93966"/>
                  </a:lnTo>
                  <a:lnTo>
                    <a:pt x="218254" y="89206"/>
                  </a:lnTo>
                  <a:lnTo>
                    <a:pt x="215690" y="84525"/>
                  </a:lnTo>
                  <a:lnTo>
                    <a:pt x="212977" y="79928"/>
                  </a:lnTo>
                  <a:lnTo>
                    <a:pt x="210120" y="75420"/>
                  </a:lnTo>
                  <a:lnTo>
                    <a:pt x="207119" y="71005"/>
                  </a:lnTo>
                  <a:lnTo>
                    <a:pt x="203980" y="66689"/>
                  </a:lnTo>
                  <a:lnTo>
                    <a:pt x="200704" y="62475"/>
                  </a:lnTo>
                  <a:lnTo>
                    <a:pt x="197295" y="58368"/>
                  </a:lnTo>
                  <a:lnTo>
                    <a:pt x="193757" y="54372"/>
                  </a:lnTo>
                  <a:lnTo>
                    <a:pt x="190093" y="50490"/>
                  </a:lnTo>
                  <a:lnTo>
                    <a:pt x="186308" y="46728"/>
                  </a:lnTo>
                  <a:lnTo>
                    <a:pt x="182404" y="43088"/>
                  </a:lnTo>
                  <a:lnTo>
                    <a:pt x="178385" y="39575"/>
                  </a:lnTo>
                  <a:lnTo>
                    <a:pt x="174257" y="36192"/>
                  </a:lnTo>
                  <a:lnTo>
                    <a:pt x="170023" y="32943"/>
                  </a:lnTo>
                  <a:lnTo>
                    <a:pt x="165687" y="29830"/>
                  </a:lnTo>
                  <a:lnTo>
                    <a:pt x="161254" y="26858"/>
                  </a:lnTo>
                  <a:lnTo>
                    <a:pt x="156728" y="24028"/>
                  </a:lnTo>
                  <a:lnTo>
                    <a:pt x="152115" y="21344"/>
                  </a:lnTo>
                  <a:lnTo>
                    <a:pt x="147418" y="18809"/>
                  </a:lnTo>
                  <a:lnTo>
                    <a:pt x="142642" y="16425"/>
                  </a:lnTo>
                  <a:lnTo>
                    <a:pt x="137793" y="14195"/>
                  </a:lnTo>
                  <a:lnTo>
                    <a:pt x="132875" y="12121"/>
                  </a:lnTo>
                  <a:lnTo>
                    <a:pt x="127893" y="10205"/>
                  </a:lnTo>
                  <a:lnTo>
                    <a:pt x="122853" y="8449"/>
                  </a:lnTo>
                  <a:lnTo>
                    <a:pt x="117759" y="6855"/>
                  </a:lnTo>
                  <a:lnTo>
                    <a:pt x="112617" y="5424"/>
                  </a:lnTo>
                  <a:lnTo>
                    <a:pt x="107432" y="4158"/>
                  </a:lnTo>
                  <a:lnTo>
                    <a:pt x="102209" y="3058"/>
                  </a:lnTo>
                  <a:lnTo>
                    <a:pt x="96954" y="2125"/>
                  </a:lnTo>
                  <a:lnTo>
                    <a:pt x="91672" y="1361"/>
                  </a:lnTo>
                  <a:lnTo>
                    <a:pt x="86368" y="766"/>
                  </a:lnTo>
                  <a:lnTo>
                    <a:pt x="81047" y="340"/>
                  </a:lnTo>
                  <a:lnTo>
                    <a:pt x="75716" y="85"/>
                  </a:lnTo>
                  <a:lnTo>
                    <a:pt x="70379" y="0"/>
                  </a:lnTo>
                  <a:lnTo>
                    <a:pt x="703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6671" y="1681503"/>
              <a:ext cx="46563" cy="167167"/>
            </a:xfrm>
            <a:custGeom>
              <a:avLst/>
              <a:pathLst>
                <a:path w="46563" h="167167">
                  <a:moveTo>
                    <a:pt x="46563" y="0"/>
                  </a:moveTo>
                  <a:lnTo>
                    <a:pt x="39824" y="135"/>
                  </a:lnTo>
                  <a:lnTo>
                    <a:pt x="33096" y="543"/>
                  </a:lnTo>
                  <a:lnTo>
                    <a:pt x="26389" y="1221"/>
                  </a:lnTo>
                  <a:lnTo>
                    <a:pt x="19715" y="2170"/>
                  </a:lnTo>
                  <a:lnTo>
                    <a:pt x="13085" y="3386"/>
                  </a:lnTo>
                  <a:lnTo>
                    <a:pt x="6510" y="4869"/>
                  </a:lnTo>
                  <a:lnTo>
                    <a:pt x="0" y="6615"/>
                  </a:lnTo>
                  <a:lnTo>
                    <a:pt x="4656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376671" y="1688119"/>
              <a:ext cx="46563" cy="160551"/>
            </a:xfrm>
            <a:custGeom>
              <a:avLst/>
              <a:pathLst>
                <a:path w="46563" h="160551">
                  <a:moveTo>
                    <a:pt x="0" y="0"/>
                  </a:moveTo>
                  <a:lnTo>
                    <a:pt x="46563" y="1605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256080" y="1688119"/>
              <a:ext cx="334307" cy="327718"/>
            </a:xfrm>
            <a:custGeom>
              <a:avLst/>
              <a:pathLst>
                <a:path w="334307" h="327718">
                  <a:moveTo>
                    <a:pt x="120590" y="0"/>
                  </a:moveTo>
                  <a:lnTo>
                    <a:pt x="115519" y="1558"/>
                  </a:lnTo>
                  <a:lnTo>
                    <a:pt x="110500" y="3276"/>
                  </a:lnTo>
                  <a:lnTo>
                    <a:pt x="105538" y="5153"/>
                  </a:lnTo>
                  <a:lnTo>
                    <a:pt x="100639" y="7186"/>
                  </a:lnTo>
                  <a:lnTo>
                    <a:pt x="95806" y="9374"/>
                  </a:lnTo>
                  <a:lnTo>
                    <a:pt x="91045" y="11714"/>
                  </a:lnTo>
                  <a:lnTo>
                    <a:pt x="86361" y="14204"/>
                  </a:lnTo>
                  <a:lnTo>
                    <a:pt x="81758" y="16841"/>
                  </a:lnTo>
                  <a:lnTo>
                    <a:pt x="77241" y="19623"/>
                  </a:lnTo>
                  <a:lnTo>
                    <a:pt x="72815" y="22547"/>
                  </a:lnTo>
                  <a:lnTo>
                    <a:pt x="68483" y="25610"/>
                  </a:lnTo>
                  <a:lnTo>
                    <a:pt x="64251" y="28809"/>
                  </a:lnTo>
                  <a:lnTo>
                    <a:pt x="60123" y="32140"/>
                  </a:lnTo>
                  <a:lnTo>
                    <a:pt x="56102" y="35601"/>
                  </a:lnTo>
                  <a:lnTo>
                    <a:pt x="52194" y="39187"/>
                  </a:lnTo>
                  <a:lnTo>
                    <a:pt x="48401" y="42896"/>
                  </a:lnTo>
                  <a:lnTo>
                    <a:pt x="44727" y="46723"/>
                  </a:lnTo>
                  <a:lnTo>
                    <a:pt x="41177" y="50665"/>
                  </a:lnTo>
                  <a:lnTo>
                    <a:pt x="37754" y="54718"/>
                  </a:lnTo>
                  <a:lnTo>
                    <a:pt x="34461" y="58877"/>
                  </a:lnTo>
                  <a:lnTo>
                    <a:pt x="31302" y="63139"/>
                  </a:lnTo>
                  <a:lnTo>
                    <a:pt x="28279" y="67498"/>
                  </a:lnTo>
                  <a:lnTo>
                    <a:pt x="25396" y="71951"/>
                  </a:lnTo>
                  <a:lnTo>
                    <a:pt x="22657" y="76494"/>
                  </a:lnTo>
                  <a:lnTo>
                    <a:pt x="20062" y="81121"/>
                  </a:lnTo>
                  <a:lnTo>
                    <a:pt x="17616" y="85828"/>
                  </a:lnTo>
                  <a:lnTo>
                    <a:pt x="15320" y="90611"/>
                  </a:lnTo>
                  <a:lnTo>
                    <a:pt x="13178" y="95464"/>
                  </a:lnTo>
                  <a:lnTo>
                    <a:pt x="11190" y="100382"/>
                  </a:lnTo>
                  <a:lnTo>
                    <a:pt x="9359" y="105361"/>
                  </a:lnTo>
                  <a:lnTo>
                    <a:pt x="7688" y="110396"/>
                  </a:lnTo>
                  <a:lnTo>
                    <a:pt x="6176" y="115481"/>
                  </a:lnTo>
                  <a:lnTo>
                    <a:pt x="4827" y="120611"/>
                  </a:lnTo>
                  <a:lnTo>
                    <a:pt x="3642" y="125782"/>
                  </a:lnTo>
                  <a:lnTo>
                    <a:pt x="2621" y="130988"/>
                  </a:lnTo>
                  <a:lnTo>
                    <a:pt x="1766" y="136223"/>
                  </a:lnTo>
                  <a:lnTo>
                    <a:pt x="1077" y="141483"/>
                  </a:lnTo>
                  <a:lnTo>
                    <a:pt x="556" y="146763"/>
                  </a:lnTo>
                  <a:lnTo>
                    <a:pt x="202" y="152056"/>
                  </a:lnTo>
                  <a:lnTo>
                    <a:pt x="17" y="157357"/>
                  </a:lnTo>
                  <a:lnTo>
                    <a:pt x="0" y="162662"/>
                  </a:lnTo>
                  <a:lnTo>
                    <a:pt x="151" y="167965"/>
                  </a:lnTo>
                  <a:lnTo>
                    <a:pt x="470" y="173260"/>
                  </a:lnTo>
                  <a:lnTo>
                    <a:pt x="957" y="178543"/>
                  </a:lnTo>
                  <a:lnTo>
                    <a:pt x="1612" y="183807"/>
                  </a:lnTo>
                  <a:lnTo>
                    <a:pt x="2433" y="189048"/>
                  </a:lnTo>
                  <a:lnTo>
                    <a:pt x="3420" y="194260"/>
                  </a:lnTo>
                  <a:lnTo>
                    <a:pt x="4572" y="199438"/>
                  </a:lnTo>
                  <a:lnTo>
                    <a:pt x="5888" y="204577"/>
                  </a:lnTo>
                  <a:lnTo>
                    <a:pt x="7366" y="209672"/>
                  </a:lnTo>
                  <a:lnTo>
                    <a:pt x="9005" y="214718"/>
                  </a:lnTo>
                  <a:lnTo>
                    <a:pt x="10804" y="219708"/>
                  </a:lnTo>
                  <a:lnTo>
                    <a:pt x="12759" y="224640"/>
                  </a:lnTo>
                  <a:lnTo>
                    <a:pt x="14871" y="229506"/>
                  </a:lnTo>
                  <a:lnTo>
                    <a:pt x="17135" y="234303"/>
                  </a:lnTo>
                  <a:lnTo>
                    <a:pt x="19551" y="239026"/>
                  </a:lnTo>
                  <a:lnTo>
                    <a:pt x="22115" y="243670"/>
                  </a:lnTo>
                  <a:lnTo>
                    <a:pt x="24826" y="248230"/>
                  </a:lnTo>
                  <a:lnTo>
                    <a:pt x="27679" y="252702"/>
                  </a:lnTo>
                  <a:lnTo>
                    <a:pt x="30674" y="257082"/>
                  </a:lnTo>
                  <a:lnTo>
                    <a:pt x="33805" y="261363"/>
                  </a:lnTo>
                  <a:lnTo>
                    <a:pt x="37071" y="265544"/>
                  </a:lnTo>
                  <a:lnTo>
                    <a:pt x="40468" y="269618"/>
                  </a:lnTo>
                  <a:lnTo>
                    <a:pt x="43993" y="273583"/>
                  </a:lnTo>
                  <a:lnTo>
                    <a:pt x="47641" y="277434"/>
                  </a:lnTo>
                  <a:lnTo>
                    <a:pt x="51410" y="281168"/>
                  </a:lnTo>
                  <a:lnTo>
                    <a:pt x="55295" y="284779"/>
                  </a:lnTo>
                  <a:lnTo>
                    <a:pt x="59293" y="288266"/>
                  </a:lnTo>
                  <a:lnTo>
                    <a:pt x="63400" y="291624"/>
                  </a:lnTo>
                  <a:lnTo>
                    <a:pt x="67611" y="294850"/>
                  </a:lnTo>
                  <a:lnTo>
                    <a:pt x="71923" y="297941"/>
                  </a:lnTo>
                  <a:lnTo>
                    <a:pt x="76330" y="300894"/>
                  </a:lnTo>
                  <a:lnTo>
                    <a:pt x="80829" y="303705"/>
                  </a:lnTo>
                  <a:lnTo>
                    <a:pt x="85415" y="306372"/>
                  </a:lnTo>
                  <a:lnTo>
                    <a:pt x="90083" y="308892"/>
                  </a:lnTo>
                  <a:lnTo>
                    <a:pt x="94828" y="311263"/>
                  </a:lnTo>
                  <a:lnTo>
                    <a:pt x="99647" y="313482"/>
                  </a:lnTo>
                  <a:lnTo>
                    <a:pt x="104533" y="315547"/>
                  </a:lnTo>
                  <a:lnTo>
                    <a:pt x="109483" y="317456"/>
                  </a:lnTo>
                  <a:lnTo>
                    <a:pt x="114490" y="319206"/>
                  </a:lnTo>
                  <a:lnTo>
                    <a:pt x="119551" y="320798"/>
                  </a:lnTo>
                  <a:lnTo>
                    <a:pt x="124660" y="322227"/>
                  </a:lnTo>
                  <a:lnTo>
                    <a:pt x="129811" y="323494"/>
                  </a:lnTo>
                  <a:lnTo>
                    <a:pt x="135000" y="324597"/>
                  </a:lnTo>
                  <a:lnTo>
                    <a:pt x="140221" y="325535"/>
                  </a:lnTo>
                  <a:lnTo>
                    <a:pt x="145470" y="326306"/>
                  </a:lnTo>
                  <a:lnTo>
                    <a:pt x="150740" y="326911"/>
                  </a:lnTo>
                  <a:lnTo>
                    <a:pt x="156027" y="327348"/>
                  </a:lnTo>
                  <a:lnTo>
                    <a:pt x="161325" y="327617"/>
                  </a:lnTo>
                  <a:lnTo>
                    <a:pt x="166629" y="327718"/>
                  </a:lnTo>
                  <a:lnTo>
                    <a:pt x="171933" y="327650"/>
                  </a:lnTo>
                  <a:lnTo>
                    <a:pt x="177233" y="327414"/>
                  </a:lnTo>
                  <a:lnTo>
                    <a:pt x="182523" y="327010"/>
                  </a:lnTo>
                  <a:lnTo>
                    <a:pt x="187797" y="326439"/>
                  </a:lnTo>
                  <a:lnTo>
                    <a:pt x="193050" y="325700"/>
                  </a:lnTo>
                  <a:lnTo>
                    <a:pt x="198277" y="324796"/>
                  </a:lnTo>
                  <a:lnTo>
                    <a:pt x="203473" y="323725"/>
                  </a:lnTo>
                  <a:lnTo>
                    <a:pt x="208632" y="322491"/>
                  </a:lnTo>
                  <a:lnTo>
                    <a:pt x="213749" y="321093"/>
                  </a:lnTo>
                  <a:lnTo>
                    <a:pt x="218820" y="319534"/>
                  </a:lnTo>
                  <a:lnTo>
                    <a:pt x="223839" y="317814"/>
                  </a:lnTo>
                  <a:lnTo>
                    <a:pt x="228800" y="315937"/>
                  </a:lnTo>
                  <a:lnTo>
                    <a:pt x="233699" y="313902"/>
                  </a:lnTo>
                  <a:lnTo>
                    <a:pt x="238532" y="311714"/>
                  </a:lnTo>
                  <a:lnTo>
                    <a:pt x="243292" y="309373"/>
                  </a:lnTo>
                  <a:lnTo>
                    <a:pt x="247976" y="306882"/>
                  </a:lnTo>
                  <a:lnTo>
                    <a:pt x="252578" y="304244"/>
                  </a:lnTo>
                  <a:lnTo>
                    <a:pt x="257095" y="301461"/>
                  </a:lnTo>
                  <a:lnTo>
                    <a:pt x="261520" y="298536"/>
                  </a:lnTo>
                  <a:lnTo>
                    <a:pt x="265851" y="295472"/>
                  </a:lnTo>
                  <a:lnTo>
                    <a:pt x="270082" y="292273"/>
                  </a:lnTo>
                  <a:lnTo>
                    <a:pt x="274210" y="288940"/>
                  </a:lnTo>
                  <a:lnTo>
                    <a:pt x="278230" y="285479"/>
                  </a:lnTo>
                  <a:lnTo>
                    <a:pt x="282138" y="281892"/>
                  </a:lnTo>
                  <a:lnTo>
                    <a:pt x="285930" y="278182"/>
                  </a:lnTo>
                  <a:lnTo>
                    <a:pt x="289603" y="274354"/>
                  </a:lnTo>
                  <a:lnTo>
                    <a:pt x="293152" y="270411"/>
                  </a:lnTo>
                  <a:lnTo>
                    <a:pt x="296575" y="266358"/>
                  </a:lnTo>
                  <a:lnTo>
                    <a:pt x="299867" y="262198"/>
                  </a:lnTo>
                  <a:lnTo>
                    <a:pt x="303025" y="257936"/>
                  </a:lnTo>
                  <a:lnTo>
                    <a:pt x="306047" y="253576"/>
                  </a:lnTo>
                  <a:lnTo>
                    <a:pt x="308928" y="249122"/>
                  </a:lnTo>
                  <a:lnTo>
                    <a:pt x="311667" y="244579"/>
                  </a:lnTo>
                  <a:lnTo>
                    <a:pt x="314261" y="239951"/>
                  </a:lnTo>
                  <a:lnTo>
                    <a:pt x="316706" y="235244"/>
                  </a:lnTo>
                  <a:lnTo>
                    <a:pt x="319001" y="230461"/>
                  </a:lnTo>
                  <a:lnTo>
                    <a:pt x="321143" y="225607"/>
                  </a:lnTo>
                  <a:lnTo>
                    <a:pt x="323129" y="220688"/>
                  </a:lnTo>
                  <a:lnTo>
                    <a:pt x="324959" y="215709"/>
                  </a:lnTo>
                  <a:lnTo>
                    <a:pt x="326630" y="210674"/>
                  </a:lnTo>
                  <a:lnTo>
                    <a:pt x="328140" y="205589"/>
                  </a:lnTo>
                  <a:lnTo>
                    <a:pt x="329488" y="200458"/>
                  </a:lnTo>
                  <a:lnTo>
                    <a:pt x="330672" y="195287"/>
                  </a:lnTo>
                  <a:lnTo>
                    <a:pt x="331692" y="190081"/>
                  </a:lnTo>
                  <a:lnTo>
                    <a:pt x="332546" y="184845"/>
                  </a:lnTo>
                  <a:lnTo>
                    <a:pt x="333234" y="179585"/>
                  </a:lnTo>
                  <a:lnTo>
                    <a:pt x="333754" y="174306"/>
                  </a:lnTo>
                  <a:lnTo>
                    <a:pt x="334107" y="169013"/>
                  </a:lnTo>
                  <a:lnTo>
                    <a:pt x="334291" y="163711"/>
                  </a:lnTo>
                  <a:lnTo>
                    <a:pt x="334307" y="158406"/>
                  </a:lnTo>
                  <a:lnTo>
                    <a:pt x="334155" y="153104"/>
                  </a:lnTo>
                  <a:lnTo>
                    <a:pt x="333835" y="147808"/>
                  </a:lnTo>
                  <a:lnTo>
                    <a:pt x="333346" y="142526"/>
                  </a:lnTo>
                  <a:lnTo>
                    <a:pt x="332691" y="137262"/>
                  </a:lnTo>
                  <a:lnTo>
                    <a:pt x="331869" y="132021"/>
                  </a:lnTo>
                  <a:lnTo>
                    <a:pt x="330880" y="126809"/>
                  </a:lnTo>
                  <a:lnTo>
                    <a:pt x="329727" y="121631"/>
                  </a:lnTo>
                  <a:lnTo>
                    <a:pt x="328410" y="116492"/>
                  </a:lnTo>
                  <a:lnTo>
                    <a:pt x="326931" y="111398"/>
                  </a:lnTo>
                  <a:lnTo>
                    <a:pt x="325291" y="106353"/>
                  </a:lnTo>
                  <a:lnTo>
                    <a:pt x="323492" y="101362"/>
                  </a:lnTo>
                  <a:lnTo>
                    <a:pt x="321535" y="96431"/>
                  </a:lnTo>
                  <a:lnTo>
                    <a:pt x="319423" y="91565"/>
                  </a:lnTo>
                  <a:lnTo>
                    <a:pt x="317157" y="86768"/>
                  </a:lnTo>
                  <a:lnTo>
                    <a:pt x="314741" y="82046"/>
                  </a:lnTo>
                  <a:lnTo>
                    <a:pt x="312175" y="77403"/>
                  </a:lnTo>
                  <a:lnTo>
                    <a:pt x="309464" y="72843"/>
                  </a:lnTo>
                  <a:lnTo>
                    <a:pt x="306609" y="68372"/>
                  </a:lnTo>
                  <a:lnTo>
                    <a:pt x="303614" y="63993"/>
                  </a:lnTo>
                  <a:lnTo>
                    <a:pt x="300482" y="59712"/>
                  </a:lnTo>
                  <a:lnTo>
                    <a:pt x="297215" y="55532"/>
                  </a:lnTo>
                  <a:lnTo>
                    <a:pt x="293817" y="51458"/>
                  </a:lnTo>
                  <a:lnTo>
                    <a:pt x="290292" y="47494"/>
                  </a:lnTo>
                  <a:lnTo>
                    <a:pt x="286643" y="43644"/>
                  </a:lnTo>
                  <a:lnTo>
                    <a:pt x="282873" y="39911"/>
                  </a:lnTo>
                  <a:lnTo>
                    <a:pt x="278987" y="36300"/>
                  </a:lnTo>
                  <a:lnTo>
                    <a:pt x="274988" y="32814"/>
                  </a:lnTo>
                  <a:lnTo>
                    <a:pt x="270881" y="29457"/>
                  </a:lnTo>
                  <a:lnTo>
                    <a:pt x="266669" y="26232"/>
                  </a:lnTo>
                  <a:lnTo>
                    <a:pt x="262357" y="23142"/>
                  </a:lnTo>
                  <a:lnTo>
                    <a:pt x="257949" y="20190"/>
                  </a:lnTo>
                  <a:lnTo>
                    <a:pt x="253450" y="17380"/>
                  </a:lnTo>
                  <a:lnTo>
                    <a:pt x="248863" y="14714"/>
                  </a:lnTo>
                  <a:lnTo>
                    <a:pt x="167154" y="160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23235" y="1681503"/>
              <a:ext cx="81709" cy="167167"/>
            </a:xfrm>
            <a:custGeom>
              <a:avLst/>
              <a:pathLst>
                <a:path w="81709" h="167167">
                  <a:moveTo>
                    <a:pt x="81709" y="21330"/>
                  </a:move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853889" y="1322571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5" y="1342"/>
                  </a:lnTo>
                  <a:lnTo>
                    <a:pt x="140759" y="2096"/>
                  </a:lnTo>
                  <a:lnTo>
                    <a:pt x="135540" y="3015"/>
                  </a:lnTo>
                  <a:lnTo>
                    <a:pt x="130352" y="4100"/>
                  </a:lnTo>
                  <a:lnTo>
                    <a:pt x="125201" y="5348"/>
                  </a:lnTo>
                  <a:lnTo>
                    <a:pt x="120093" y="6759"/>
                  </a:lnTo>
                  <a:lnTo>
                    <a:pt x="115031" y="8332"/>
                  </a:lnTo>
                  <a:lnTo>
                    <a:pt x="110022" y="10064"/>
                  </a:lnTo>
                  <a:lnTo>
                    <a:pt x="105071" y="11954"/>
                  </a:lnTo>
                  <a:lnTo>
                    <a:pt x="100182" y="14000"/>
                  </a:lnTo>
                  <a:lnTo>
                    <a:pt x="95360" y="16199"/>
                  </a:lnTo>
                  <a:lnTo>
                    <a:pt x="90610" y="18551"/>
                  </a:lnTo>
                  <a:lnTo>
                    <a:pt x="85937" y="21052"/>
                  </a:lnTo>
                  <a:lnTo>
                    <a:pt x="81346" y="23700"/>
                  </a:lnTo>
                  <a:lnTo>
                    <a:pt x="76841" y="26492"/>
                  </a:lnTo>
                  <a:lnTo>
                    <a:pt x="72427" y="29426"/>
                  </a:lnTo>
                  <a:lnTo>
                    <a:pt x="68108" y="32498"/>
                  </a:lnTo>
                  <a:lnTo>
                    <a:pt x="63889" y="35705"/>
                  </a:lnTo>
                  <a:lnTo>
                    <a:pt x="59774" y="39044"/>
                  </a:lnTo>
                  <a:lnTo>
                    <a:pt x="55766" y="42513"/>
                  </a:lnTo>
                  <a:lnTo>
                    <a:pt x="51870" y="46106"/>
                  </a:lnTo>
                  <a:lnTo>
                    <a:pt x="48091" y="49821"/>
                  </a:lnTo>
                  <a:lnTo>
                    <a:pt x="44431" y="53655"/>
                  </a:lnTo>
                  <a:lnTo>
                    <a:pt x="40894" y="57602"/>
                  </a:lnTo>
                  <a:lnTo>
                    <a:pt x="37484" y="61659"/>
                  </a:lnTo>
                  <a:lnTo>
                    <a:pt x="34205" y="65823"/>
                  </a:lnTo>
                  <a:lnTo>
                    <a:pt x="31059" y="70088"/>
                  </a:lnTo>
                  <a:lnTo>
                    <a:pt x="28050" y="74451"/>
                  </a:lnTo>
                  <a:lnTo>
                    <a:pt x="25180" y="78907"/>
                  </a:lnTo>
                  <a:lnTo>
                    <a:pt x="22454" y="83452"/>
                  </a:lnTo>
                  <a:lnTo>
                    <a:pt x="19873" y="88081"/>
                  </a:lnTo>
                  <a:lnTo>
                    <a:pt x="17440" y="92790"/>
                  </a:lnTo>
                  <a:lnTo>
                    <a:pt x="15157" y="97573"/>
                  </a:lnTo>
                  <a:lnTo>
                    <a:pt x="13027" y="102426"/>
                  </a:lnTo>
                  <a:lnTo>
                    <a:pt x="11053" y="107344"/>
                  </a:lnTo>
                  <a:lnTo>
                    <a:pt x="9235" y="112323"/>
                  </a:lnTo>
                  <a:lnTo>
                    <a:pt x="7575" y="117356"/>
                  </a:lnTo>
                  <a:lnTo>
                    <a:pt x="6077" y="122440"/>
                  </a:lnTo>
                  <a:lnTo>
                    <a:pt x="4740" y="127568"/>
                  </a:lnTo>
                  <a:lnTo>
                    <a:pt x="3566" y="132737"/>
                  </a:lnTo>
                  <a:lnTo>
                    <a:pt x="2557" y="137940"/>
                  </a:lnTo>
                  <a:lnTo>
                    <a:pt x="1713" y="143172"/>
                  </a:lnTo>
                  <a:lnTo>
                    <a:pt x="1035" y="148429"/>
                  </a:lnTo>
                  <a:lnTo>
                    <a:pt x="525" y="153704"/>
                  </a:lnTo>
                  <a:lnTo>
                    <a:pt x="182" y="158993"/>
                  </a:lnTo>
                  <a:lnTo>
                    <a:pt x="7" y="164290"/>
                  </a:lnTo>
                  <a:lnTo>
                    <a:pt x="0" y="169590"/>
                  </a:lnTo>
                  <a:lnTo>
                    <a:pt x="160" y="174887"/>
                  </a:lnTo>
                  <a:lnTo>
                    <a:pt x="489" y="180177"/>
                  </a:lnTo>
                  <a:lnTo>
                    <a:pt x="985" y="185454"/>
                  </a:lnTo>
                  <a:lnTo>
                    <a:pt x="1648" y="190712"/>
                  </a:lnTo>
                  <a:lnTo>
                    <a:pt x="2478" y="195947"/>
                  </a:lnTo>
                  <a:lnTo>
                    <a:pt x="3473" y="201152"/>
                  </a:lnTo>
                  <a:lnTo>
                    <a:pt x="4633" y="206324"/>
                  </a:lnTo>
                  <a:lnTo>
                    <a:pt x="5956" y="211456"/>
                  </a:lnTo>
                  <a:lnTo>
                    <a:pt x="7441" y="216544"/>
                  </a:lnTo>
                  <a:lnTo>
                    <a:pt x="9086" y="221582"/>
                  </a:lnTo>
                  <a:lnTo>
                    <a:pt x="10891" y="226565"/>
                  </a:lnTo>
                  <a:lnTo>
                    <a:pt x="12852" y="231489"/>
                  </a:lnTo>
                  <a:lnTo>
                    <a:pt x="14969" y="236348"/>
                  </a:lnTo>
                  <a:lnTo>
                    <a:pt x="17238" y="241137"/>
                  </a:lnTo>
                  <a:lnTo>
                    <a:pt x="19658" y="245852"/>
                  </a:lnTo>
                  <a:lnTo>
                    <a:pt x="22227" y="250488"/>
                  </a:lnTo>
                  <a:lnTo>
                    <a:pt x="24941" y="255040"/>
                  </a:lnTo>
                  <a:lnTo>
                    <a:pt x="27798" y="259504"/>
                  </a:lnTo>
                  <a:lnTo>
                    <a:pt x="30795" y="263875"/>
                  </a:lnTo>
                  <a:lnTo>
                    <a:pt x="33930" y="268149"/>
                  </a:lnTo>
                  <a:lnTo>
                    <a:pt x="37198" y="272322"/>
                  </a:lnTo>
                  <a:lnTo>
                    <a:pt x="40597" y="276388"/>
                  </a:lnTo>
                  <a:lnTo>
                    <a:pt x="44122" y="280345"/>
                  </a:lnTo>
                  <a:lnTo>
                    <a:pt x="47772" y="284188"/>
                  </a:lnTo>
                  <a:lnTo>
                    <a:pt x="51542" y="287914"/>
                  </a:lnTo>
                  <a:lnTo>
                    <a:pt x="55428" y="291518"/>
                  </a:lnTo>
                  <a:lnTo>
                    <a:pt x="59426" y="294997"/>
                  </a:lnTo>
                  <a:lnTo>
                    <a:pt x="63532" y="298348"/>
                  </a:lnTo>
                  <a:lnTo>
                    <a:pt x="67743" y="301567"/>
                  </a:lnTo>
                  <a:lnTo>
                    <a:pt x="72053" y="304650"/>
                  </a:lnTo>
                  <a:lnTo>
                    <a:pt x="76459" y="307596"/>
                  </a:lnTo>
                  <a:lnTo>
                    <a:pt x="80957" y="310400"/>
                  </a:lnTo>
                  <a:lnTo>
                    <a:pt x="85540" y="313061"/>
                  </a:lnTo>
                  <a:lnTo>
                    <a:pt x="90206" y="315574"/>
                  </a:lnTo>
                  <a:lnTo>
                    <a:pt x="94950" y="317939"/>
                  </a:lnTo>
                  <a:lnTo>
                    <a:pt x="99765" y="320152"/>
                  </a:lnTo>
                  <a:lnTo>
                    <a:pt x="104649" y="322211"/>
                  </a:lnTo>
                  <a:lnTo>
                    <a:pt x="109595" y="324114"/>
                  </a:lnTo>
                  <a:lnTo>
                    <a:pt x="114600" y="325860"/>
                  </a:lnTo>
                  <a:lnTo>
                    <a:pt x="119657" y="327446"/>
                  </a:lnTo>
                  <a:lnTo>
                    <a:pt x="124761" y="328871"/>
                  </a:lnTo>
                  <a:lnTo>
                    <a:pt x="129909" y="330133"/>
                  </a:lnTo>
                  <a:lnTo>
                    <a:pt x="135094" y="331232"/>
                  </a:lnTo>
                  <a:lnTo>
                    <a:pt x="140311" y="332166"/>
                  </a:lnTo>
                  <a:lnTo>
                    <a:pt x="145555" y="332934"/>
                  </a:lnTo>
                  <a:lnTo>
                    <a:pt x="150821" y="333535"/>
                  </a:lnTo>
                  <a:lnTo>
                    <a:pt x="156103" y="333969"/>
                  </a:lnTo>
                  <a:lnTo>
                    <a:pt x="161396" y="334235"/>
                  </a:lnTo>
                  <a:lnTo>
                    <a:pt x="166695" y="334334"/>
                  </a:lnTo>
                  <a:lnTo>
                    <a:pt x="171995" y="334264"/>
                  </a:lnTo>
                  <a:lnTo>
                    <a:pt x="177289" y="334027"/>
                  </a:lnTo>
                  <a:lnTo>
                    <a:pt x="182574" y="333621"/>
                  </a:lnTo>
                  <a:lnTo>
                    <a:pt x="187843" y="333049"/>
                  </a:lnTo>
                  <a:lnTo>
                    <a:pt x="193091" y="332309"/>
                  </a:lnTo>
                  <a:lnTo>
                    <a:pt x="198313" y="331404"/>
                  </a:lnTo>
                  <a:lnTo>
                    <a:pt x="203503" y="330334"/>
                  </a:lnTo>
                  <a:lnTo>
                    <a:pt x="208658" y="329099"/>
                  </a:lnTo>
                  <a:lnTo>
                    <a:pt x="213770" y="327702"/>
                  </a:lnTo>
                  <a:lnTo>
                    <a:pt x="218836" y="326143"/>
                  </a:lnTo>
                  <a:lnTo>
                    <a:pt x="223849" y="324425"/>
                  </a:lnTo>
                  <a:lnTo>
                    <a:pt x="228806" y="322548"/>
                  </a:lnTo>
                  <a:lnTo>
                    <a:pt x="233701" y="320516"/>
                  </a:lnTo>
                  <a:lnTo>
                    <a:pt x="238528" y="318329"/>
                  </a:lnTo>
                  <a:lnTo>
                    <a:pt x="243285" y="315990"/>
                  </a:lnTo>
                  <a:lnTo>
                    <a:pt x="247964" y="313502"/>
                  </a:lnTo>
                  <a:lnTo>
                    <a:pt x="252562" y="310867"/>
                  </a:lnTo>
                  <a:lnTo>
                    <a:pt x="257075" y="308087"/>
                  </a:lnTo>
                  <a:lnTo>
                    <a:pt x="261497" y="305165"/>
                  </a:lnTo>
                  <a:lnTo>
                    <a:pt x="265824" y="302105"/>
                  </a:lnTo>
                  <a:lnTo>
                    <a:pt x="270052" y="298909"/>
                  </a:lnTo>
                  <a:lnTo>
                    <a:pt x="274177" y="295581"/>
                  </a:lnTo>
                  <a:lnTo>
                    <a:pt x="278194" y="292124"/>
                  </a:lnTo>
                  <a:lnTo>
                    <a:pt x="282099" y="288541"/>
                  </a:lnTo>
                  <a:lnTo>
                    <a:pt x="285889" y="284836"/>
                  </a:lnTo>
                  <a:lnTo>
                    <a:pt x="289559" y="281012"/>
                  </a:lnTo>
                  <a:lnTo>
                    <a:pt x="293107" y="277075"/>
                  </a:lnTo>
                  <a:lnTo>
                    <a:pt x="296527" y="273027"/>
                  </a:lnTo>
                  <a:lnTo>
                    <a:pt x="299818" y="268872"/>
                  </a:lnTo>
                  <a:lnTo>
                    <a:pt x="302976" y="264615"/>
                  </a:lnTo>
                  <a:lnTo>
                    <a:pt x="305997" y="260261"/>
                  </a:lnTo>
                  <a:lnTo>
                    <a:pt x="308878" y="255812"/>
                  </a:lnTo>
                  <a:lnTo>
                    <a:pt x="311617" y="251275"/>
                  </a:lnTo>
                  <a:lnTo>
                    <a:pt x="314210" y="246653"/>
                  </a:lnTo>
                  <a:lnTo>
                    <a:pt x="316656" y="241951"/>
                  </a:lnTo>
                  <a:lnTo>
                    <a:pt x="318952" y="237174"/>
                  </a:lnTo>
                  <a:lnTo>
                    <a:pt x="321095" y="232327"/>
                  </a:lnTo>
                  <a:lnTo>
                    <a:pt x="323083" y="227414"/>
                  </a:lnTo>
                  <a:lnTo>
                    <a:pt x="324914" y="222440"/>
                  </a:lnTo>
                  <a:lnTo>
                    <a:pt x="326587" y="217411"/>
                  </a:lnTo>
                  <a:lnTo>
                    <a:pt x="328100" y="212332"/>
                  </a:lnTo>
                  <a:lnTo>
                    <a:pt x="329451" y="207207"/>
                  </a:lnTo>
                  <a:lnTo>
                    <a:pt x="330639" y="202042"/>
                  </a:lnTo>
                  <a:lnTo>
                    <a:pt x="331662" y="196841"/>
                  </a:lnTo>
                  <a:lnTo>
                    <a:pt x="332520" y="191611"/>
                  </a:lnTo>
                  <a:lnTo>
                    <a:pt x="333212" y="186357"/>
                  </a:lnTo>
                  <a:lnTo>
                    <a:pt x="333737" y="181083"/>
                  </a:lnTo>
                  <a:lnTo>
                    <a:pt x="334094" y="175795"/>
                  </a:lnTo>
                  <a:lnTo>
                    <a:pt x="334284" y="170498"/>
                  </a:lnTo>
                  <a:lnTo>
                    <a:pt x="334305" y="165198"/>
                  </a:lnTo>
                  <a:lnTo>
                    <a:pt x="334159" y="159901"/>
                  </a:lnTo>
                  <a:lnTo>
                    <a:pt x="333845" y="154610"/>
                  </a:lnTo>
                  <a:lnTo>
                    <a:pt x="333363" y="149332"/>
                  </a:lnTo>
                  <a:lnTo>
                    <a:pt x="332714" y="144072"/>
                  </a:lnTo>
                  <a:lnTo>
                    <a:pt x="331898" y="138835"/>
                  </a:lnTo>
                  <a:lnTo>
                    <a:pt x="330918" y="133627"/>
                  </a:lnTo>
                  <a:lnTo>
                    <a:pt x="329772" y="128452"/>
                  </a:lnTo>
                  <a:lnTo>
                    <a:pt x="328463" y="123316"/>
                  </a:lnTo>
                  <a:lnTo>
                    <a:pt x="326992" y="118224"/>
                  </a:lnTo>
                  <a:lnTo>
                    <a:pt x="325360" y="113182"/>
                  </a:lnTo>
                  <a:lnTo>
                    <a:pt x="323569" y="108194"/>
                  </a:lnTo>
                  <a:lnTo>
                    <a:pt x="321621" y="103265"/>
                  </a:lnTo>
                  <a:lnTo>
                    <a:pt x="319518" y="98400"/>
                  </a:lnTo>
                  <a:lnTo>
                    <a:pt x="317261" y="93605"/>
                  </a:lnTo>
                  <a:lnTo>
                    <a:pt x="314854" y="88883"/>
                  </a:lnTo>
                  <a:lnTo>
                    <a:pt x="312298" y="84240"/>
                  </a:lnTo>
                  <a:lnTo>
                    <a:pt x="309596" y="79680"/>
                  </a:lnTo>
                  <a:lnTo>
                    <a:pt x="306751" y="75209"/>
                  </a:lnTo>
                  <a:lnTo>
                    <a:pt x="303766" y="70829"/>
                  </a:lnTo>
                  <a:lnTo>
                    <a:pt x="300643" y="66547"/>
                  </a:lnTo>
                  <a:lnTo>
                    <a:pt x="297386" y="62366"/>
                  </a:lnTo>
                  <a:lnTo>
                    <a:pt x="293999" y="58290"/>
                  </a:lnTo>
                  <a:lnTo>
                    <a:pt x="290483" y="54323"/>
                  </a:lnTo>
                  <a:lnTo>
                    <a:pt x="286844" y="50470"/>
                  </a:lnTo>
                  <a:lnTo>
                    <a:pt x="283085" y="46735"/>
                  </a:lnTo>
                  <a:lnTo>
                    <a:pt x="279209" y="43120"/>
                  </a:lnTo>
                  <a:lnTo>
                    <a:pt x="275220" y="39630"/>
                  </a:lnTo>
                  <a:lnTo>
                    <a:pt x="271123" y="36268"/>
                  </a:lnTo>
                  <a:lnTo>
                    <a:pt x="266921" y="33038"/>
                  </a:lnTo>
                  <a:lnTo>
                    <a:pt x="262619" y="29943"/>
                  </a:lnTo>
                  <a:lnTo>
                    <a:pt x="258221" y="26985"/>
                  </a:lnTo>
                  <a:lnTo>
                    <a:pt x="253731" y="24169"/>
                  </a:lnTo>
                  <a:lnTo>
                    <a:pt x="249155" y="21496"/>
                  </a:lnTo>
                  <a:lnTo>
                    <a:pt x="244496" y="18969"/>
                  </a:lnTo>
                  <a:lnTo>
                    <a:pt x="239759" y="16592"/>
                  </a:lnTo>
                  <a:lnTo>
                    <a:pt x="234949" y="14366"/>
                  </a:lnTo>
                  <a:lnTo>
                    <a:pt x="230071" y="12293"/>
                  </a:lnTo>
                  <a:lnTo>
                    <a:pt x="225130" y="10377"/>
                  </a:lnTo>
                  <a:lnTo>
                    <a:pt x="220130" y="8617"/>
                  </a:lnTo>
                  <a:lnTo>
                    <a:pt x="215078" y="7018"/>
                  </a:lnTo>
                  <a:lnTo>
                    <a:pt x="209977" y="5579"/>
                  </a:lnTo>
                  <a:lnTo>
                    <a:pt x="204833" y="4302"/>
                  </a:lnTo>
                  <a:lnTo>
                    <a:pt x="199651" y="3189"/>
                  </a:lnTo>
                  <a:lnTo>
                    <a:pt x="194436" y="2242"/>
                  </a:lnTo>
                  <a:lnTo>
                    <a:pt x="189194" y="1459"/>
                  </a:lnTo>
                  <a:lnTo>
                    <a:pt x="183930" y="844"/>
                  </a:lnTo>
                  <a:lnTo>
                    <a:pt x="178649" y="396"/>
                  </a:lnTo>
                  <a:lnTo>
                    <a:pt x="173357" y="115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21039" y="1322687"/>
              <a:ext cx="6207" cy="167052"/>
            </a:xfrm>
            <a:custGeom>
              <a:avLst/>
              <a:pathLst>
                <a:path w="6207" h="167052">
                  <a:moveTo>
                    <a:pt x="6207" y="0"/>
                  </a:moveTo>
                  <a:lnTo>
                    <a:pt x="0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21039" y="1322571"/>
              <a:ext cx="6207" cy="167167"/>
            </a:xfrm>
            <a:custGeom>
              <a:avLst/>
              <a:pathLst>
                <a:path w="6207" h="167167">
                  <a:moveTo>
                    <a:pt x="6207" y="1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378111" y="1071028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6" y="336"/>
                  </a:lnTo>
                  <a:lnTo>
                    <a:pt x="151259" y="756"/>
                  </a:lnTo>
                  <a:lnTo>
                    <a:pt x="145988" y="1344"/>
                  </a:lnTo>
                  <a:lnTo>
                    <a:pt x="140738" y="2099"/>
                  </a:lnTo>
                  <a:lnTo>
                    <a:pt x="135515" y="3019"/>
                  </a:lnTo>
                  <a:lnTo>
                    <a:pt x="130324" y="4106"/>
                  </a:lnTo>
                  <a:lnTo>
                    <a:pt x="125169" y="5356"/>
                  </a:lnTo>
                  <a:lnTo>
                    <a:pt x="120057" y="6769"/>
                  </a:lnTo>
                  <a:lnTo>
                    <a:pt x="114993" y="8343"/>
                  </a:lnTo>
                  <a:lnTo>
                    <a:pt x="109981" y="10078"/>
                  </a:lnTo>
                  <a:lnTo>
                    <a:pt x="105026" y="11970"/>
                  </a:lnTo>
                  <a:lnTo>
                    <a:pt x="100134" y="14019"/>
                  </a:lnTo>
                  <a:lnTo>
                    <a:pt x="95310" y="16222"/>
                  </a:lnTo>
                  <a:lnTo>
                    <a:pt x="90557" y="18577"/>
                  </a:lnTo>
                  <a:lnTo>
                    <a:pt x="85882" y="21081"/>
                  </a:lnTo>
                  <a:lnTo>
                    <a:pt x="81289" y="23733"/>
                  </a:lnTo>
                  <a:lnTo>
                    <a:pt x="76782" y="26528"/>
                  </a:lnTo>
                  <a:lnTo>
                    <a:pt x="72366" y="29466"/>
                  </a:lnTo>
                  <a:lnTo>
                    <a:pt x="68045" y="32542"/>
                  </a:lnTo>
                  <a:lnTo>
                    <a:pt x="63825" y="35753"/>
                  </a:lnTo>
                  <a:lnTo>
                    <a:pt x="59708" y="39097"/>
                  </a:lnTo>
                  <a:lnTo>
                    <a:pt x="55699" y="42570"/>
                  </a:lnTo>
                  <a:lnTo>
                    <a:pt x="51803" y="46168"/>
                  </a:lnTo>
                  <a:lnTo>
                    <a:pt x="48022" y="49888"/>
                  </a:lnTo>
                  <a:lnTo>
                    <a:pt x="44362" y="53726"/>
                  </a:lnTo>
                  <a:lnTo>
                    <a:pt x="40825" y="57678"/>
                  </a:lnTo>
                  <a:lnTo>
                    <a:pt x="37415" y="61740"/>
                  </a:lnTo>
                  <a:lnTo>
                    <a:pt x="34136" y="65909"/>
                  </a:lnTo>
                  <a:lnTo>
                    <a:pt x="30991" y="70179"/>
                  </a:lnTo>
                  <a:lnTo>
                    <a:pt x="27983" y="74547"/>
                  </a:lnTo>
                  <a:lnTo>
                    <a:pt x="25115" y="79009"/>
                  </a:lnTo>
                  <a:lnTo>
                    <a:pt x="22389" y="83559"/>
                  </a:lnTo>
                  <a:lnTo>
                    <a:pt x="19810" y="88193"/>
                  </a:lnTo>
                  <a:lnTo>
                    <a:pt x="17379" y="92907"/>
                  </a:lnTo>
                  <a:lnTo>
                    <a:pt x="15099" y="97695"/>
                  </a:lnTo>
                  <a:lnTo>
                    <a:pt x="12971" y="102553"/>
                  </a:lnTo>
                  <a:lnTo>
                    <a:pt x="10999" y="107477"/>
                  </a:lnTo>
                  <a:lnTo>
                    <a:pt x="9184" y="112460"/>
                  </a:lnTo>
                  <a:lnTo>
                    <a:pt x="7528" y="117499"/>
                  </a:lnTo>
                  <a:lnTo>
                    <a:pt x="6033" y="122587"/>
                  </a:lnTo>
                  <a:lnTo>
                    <a:pt x="4700" y="127721"/>
                  </a:lnTo>
                  <a:lnTo>
                    <a:pt x="3530" y="132894"/>
                  </a:lnTo>
                  <a:lnTo>
                    <a:pt x="2525" y="138101"/>
                  </a:lnTo>
                  <a:lnTo>
                    <a:pt x="1686" y="143338"/>
                  </a:lnTo>
                  <a:lnTo>
                    <a:pt x="1014" y="148599"/>
                  </a:lnTo>
                  <a:lnTo>
                    <a:pt x="508" y="153879"/>
                  </a:lnTo>
                  <a:lnTo>
                    <a:pt x="170" y="159172"/>
                  </a:lnTo>
                  <a:lnTo>
                    <a:pt x="1" y="164473"/>
                  </a:lnTo>
                  <a:lnTo>
                    <a:pt x="0" y="169776"/>
                  </a:lnTo>
                  <a:lnTo>
                    <a:pt x="166" y="175077"/>
                  </a:lnTo>
                  <a:lnTo>
                    <a:pt x="501" y="180370"/>
                  </a:lnTo>
                  <a:lnTo>
                    <a:pt x="1004" y="185650"/>
                  </a:lnTo>
                  <a:lnTo>
                    <a:pt x="1674" y="190911"/>
                  </a:lnTo>
                  <a:lnTo>
                    <a:pt x="2511" y="196149"/>
                  </a:lnTo>
                  <a:lnTo>
                    <a:pt x="3513" y="201357"/>
                  </a:lnTo>
                  <a:lnTo>
                    <a:pt x="4680" y="206531"/>
                  </a:lnTo>
                  <a:lnTo>
                    <a:pt x="6010" y="211665"/>
                  </a:lnTo>
                  <a:lnTo>
                    <a:pt x="7503" y="216754"/>
                  </a:lnTo>
                  <a:lnTo>
                    <a:pt x="9156" y="221793"/>
                  </a:lnTo>
                  <a:lnTo>
                    <a:pt x="10969" y="226778"/>
                  </a:lnTo>
                  <a:lnTo>
                    <a:pt x="12938" y="231702"/>
                  </a:lnTo>
                  <a:lnTo>
                    <a:pt x="15063" y="236562"/>
                  </a:lnTo>
                  <a:lnTo>
                    <a:pt x="17341" y="241351"/>
                  </a:lnTo>
                  <a:lnTo>
                    <a:pt x="19770" y="246066"/>
                  </a:lnTo>
                  <a:lnTo>
                    <a:pt x="22347" y="250702"/>
                  </a:lnTo>
                  <a:lnTo>
                    <a:pt x="25070" y="255253"/>
                  </a:lnTo>
                  <a:lnTo>
                    <a:pt x="27936" y="259716"/>
                  </a:lnTo>
                  <a:lnTo>
                    <a:pt x="30942" y="264085"/>
                  </a:lnTo>
                  <a:lnTo>
                    <a:pt x="34085" y="268357"/>
                  </a:lnTo>
                  <a:lnTo>
                    <a:pt x="37362" y="272528"/>
                  </a:lnTo>
                  <a:lnTo>
                    <a:pt x="40769" y="276592"/>
                  </a:lnTo>
                  <a:lnTo>
                    <a:pt x="44304" y="280546"/>
                  </a:lnTo>
                  <a:lnTo>
                    <a:pt x="47963" y="284385"/>
                  </a:lnTo>
                  <a:lnTo>
                    <a:pt x="51741" y="288107"/>
                  </a:lnTo>
                  <a:lnTo>
                    <a:pt x="55636" y="291707"/>
                  </a:lnTo>
                  <a:lnTo>
                    <a:pt x="59643" y="295182"/>
                  </a:lnTo>
                  <a:lnTo>
                    <a:pt x="63758" y="298528"/>
                  </a:lnTo>
                  <a:lnTo>
                    <a:pt x="67977" y="301742"/>
                  </a:lnTo>
                  <a:lnTo>
                    <a:pt x="72296" y="304820"/>
                  </a:lnTo>
                  <a:lnTo>
                    <a:pt x="76711" y="307760"/>
                  </a:lnTo>
                  <a:lnTo>
                    <a:pt x="81216" y="310558"/>
                  </a:lnTo>
                  <a:lnTo>
                    <a:pt x="85808" y="313211"/>
                  </a:lnTo>
                  <a:lnTo>
                    <a:pt x="90482" y="315718"/>
                  </a:lnTo>
                  <a:lnTo>
                    <a:pt x="95233" y="318076"/>
                  </a:lnTo>
                  <a:lnTo>
                    <a:pt x="100056" y="320281"/>
                  </a:lnTo>
                  <a:lnTo>
                    <a:pt x="104947" y="322332"/>
                  </a:lnTo>
                  <a:lnTo>
                    <a:pt x="109901" y="324227"/>
                  </a:lnTo>
                  <a:lnTo>
                    <a:pt x="114912" y="325964"/>
                  </a:lnTo>
                  <a:lnTo>
                    <a:pt x="119976" y="327541"/>
                  </a:lnTo>
                  <a:lnTo>
                    <a:pt x="125087" y="328957"/>
                  </a:lnTo>
                  <a:lnTo>
                    <a:pt x="130241" y="330210"/>
                  </a:lnTo>
                  <a:lnTo>
                    <a:pt x="135432" y="331298"/>
                  </a:lnTo>
                  <a:lnTo>
                    <a:pt x="140654" y="332222"/>
                  </a:lnTo>
                  <a:lnTo>
                    <a:pt x="145904" y="332979"/>
                  </a:lnTo>
                  <a:lnTo>
                    <a:pt x="151174" y="333570"/>
                  </a:lnTo>
                  <a:lnTo>
                    <a:pt x="156461" y="333993"/>
                  </a:lnTo>
                  <a:lnTo>
                    <a:pt x="161759" y="334248"/>
                  </a:lnTo>
                  <a:lnTo>
                    <a:pt x="167062" y="334334"/>
                  </a:lnTo>
                  <a:lnTo>
                    <a:pt x="172365" y="334253"/>
                  </a:lnTo>
                  <a:lnTo>
                    <a:pt x="177663" y="334003"/>
                  </a:lnTo>
                  <a:lnTo>
                    <a:pt x="182950" y="333586"/>
                  </a:lnTo>
                  <a:lnTo>
                    <a:pt x="188221" y="333001"/>
                  </a:lnTo>
                  <a:lnTo>
                    <a:pt x="193471" y="332249"/>
                  </a:lnTo>
                  <a:lnTo>
                    <a:pt x="198695" y="331330"/>
                  </a:lnTo>
                  <a:lnTo>
                    <a:pt x="203887" y="330247"/>
                  </a:lnTo>
                  <a:lnTo>
                    <a:pt x="209041" y="328999"/>
                  </a:lnTo>
                  <a:lnTo>
                    <a:pt x="214154" y="327589"/>
                  </a:lnTo>
                  <a:lnTo>
                    <a:pt x="219220" y="326017"/>
                  </a:lnTo>
                  <a:lnTo>
                    <a:pt x="224233" y="324285"/>
                  </a:lnTo>
                  <a:lnTo>
                    <a:pt x="229188" y="322395"/>
                  </a:lnTo>
                  <a:lnTo>
                    <a:pt x="234081" y="320349"/>
                  </a:lnTo>
                  <a:lnTo>
                    <a:pt x="238907" y="318149"/>
                  </a:lnTo>
                  <a:lnTo>
                    <a:pt x="243660" y="315796"/>
                  </a:lnTo>
                  <a:lnTo>
                    <a:pt x="248337" y="313294"/>
                  </a:lnTo>
                  <a:lnTo>
                    <a:pt x="252931" y="310645"/>
                  </a:lnTo>
                  <a:lnTo>
                    <a:pt x="257440" y="307851"/>
                  </a:lnTo>
                  <a:lnTo>
                    <a:pt x="261857" y="304916"/>
                  </a:lnTo>
                  <a:lnTo>
                    <a:pt x="266179" y="301842"/>
                  </a:lnTo>
                  <a:lnTo>
                    <a:pt x="270402" y="298633"/>
                  </a:lnTo>
                  <a:lnTo>
                    <a:pt x="274520" y="295291"/>
                  </a:lnTo>
                  <a:lnTo>
                    <a:pt x="278531" y="291821"/>
                  </a:lnTo>
                  <a:lnTo>
                    <a:pt x="282429" y="288225"/>
                  </a:lnTo>
                  <a:lnTo>
                    <a:pt x="286211" y="284507"/>
                  </a:lnTo>
                  <a:lnTo>
                    <a:pt x="289874" y="280670"/>
                  </a:lnTo>
                  <a:lnTo>
                    <a:pt x="293412" y="276720"/>
                  </a:lnTo>
                  <a:lnTo>
                    <a:pt x="296824" y="272659"/>
                  </a:lnTo>
                  <a:lnTo>
                    <a:pt x="300106" y="268493"/>
                  </a:lnTo>
                  <a:lnTo>
                    <a:pt x="303253" y="264224"/>
                  </a:lnTo>
                  <a:lnTo>
                    <a:pt x="306263" y="259857"/>
                  </a:lnTo>
                  <a:lnTo>
                    <a:pt x="309134" y="255397"/>
                  </a:lnTo>
                  <a:lnTo>
                    <a:pt x="311861" y="250849"/>
                  </a:lnTo>
                  <a:lnTo>
                    <a:pt x="314443" y="246216"/>
                  </a:lnTo>
                  <a:lnTo>
                    <a:pt x="316876" y="241503"/>
                  </a:lnTo>
                  <a:lnTo>
                    <a:pt x="319159" y="236716"/>
                  </a:lnTo>
                  <a:lnTo>
                    <a:pt x="321289" y="231859"/>
                  </a:lnTo>
                  <a:lnTo>
                    <a:pt x="323264" y="226936"/>
                  </a:lnTo>
                  <a:lnTo>
                    <a:pt x="325081" y="221954"/>
                  </a:lnTo>
                  <a:lnTo>
                    <a:pt x="326740" y="216916"/>
                  </a:lnTo>
                  <a:lnTo>
                    <a:pt x="328238" y="211828"/>
                  </a:lnTo>
                  <a:lnTo>
                    <a:pt x="329573" y="206696"/>
                  </a:lnTo>
                  <a:lnTo>
                    <a:pt x="330745" y="201523"/>
                  </a:lnTo>
                  <a:lnTo>
                    <a:pt x="331753" y="196316"/>
                  </a:lnTo>
                  <a:lnTo>
                    <a:pt x="332595" y="191080"/>
                  </a:lnTo>
                  <a:lnTo>
                    <a:pt x="333270" y="185819"/>
                  </a:lnTo>
                  <a:lnTo>
                    <a:pt x="333778" y="180540"/>
                  </a:lnTo>
                  <a:lnTo>
                    <a:pt x="334119" y="175247"/>
                  </a:lnTo>
                  <a:lnTo>
                    <a:pt x="334291" y="169946"/>
                  </a:lnTo>
                  <a:lnTo>
                    <a:pt x="334295" y="164642"/>
                  </a:lnTo>
                  <a:lnTo>
                    <a:pt x="334131" y="159341"/>
                  </a:lnTo>
                  <a:lnTo>
                    <a:pt x="333798" y="154048"/>
                  </a:lnTo>
                  <a:lnTo>
                    <a:pt x="333298" y="148768"/>
                  </a:lnTo>
                  <a:lnTo>
                    <a:pt x="332631" y="143506"/>
                  </a:lnTo>
                  <a:lnTo>
                    <a:pt x="331797" y="138269"/>
                  </a:lnTo>
                  <a:lnTo>
                    <a:pt x="330798" y="133060"/>
                  </a:lnTo>
                  <a:lnTo>
                    <a:pt x="329633" y="127886"/>
                  </a:lnTo>
                  <a:lnTo>
                    <a:pt x="328305" y="122751"/>
                  </a:lnTo>
                  <a:lnTo>
                    <a:pt x="326815" y="117661"/>
                  </a:lnTo>
                  <a:lnTo>
                    <a:pt x="325165" y="112621"/>
                  </a:lnTo>
                  <a:lnTo>
                    <a:pt x="323355" y="107635"/>
                  </a:lnTo>
                  <a:lnTo>
                    <a:pt x="321387" y="102710"/>
                  </a:lnTo>
                  <a:lnTo>
                    <a:pt x="319265" y="97850"/>
                  </a:lnTo>
                  <a:lnTo>
                    <a:pt x="316990" y="93059"/>
                  </a:lnTo>
                  <a:lnTo>
                    <a:pt x="314563" y="88343"/>
                  </a:lnTo>
                  <a:lnTo>
                    <a:pt x="311989" y="83706"/>
                  </a:lnTo>
                  <a:lnTo>
                    <a:pt x="309268" y="79153"/>
                  </a:lnTo>
                  <a:lnTo>
                    <a:pt x="306404" y="74689"/>
                  </a:lnTo>
                  <a:lnTo>
                    <a:pt x="303401" y="70318"/>
                  </a:lnTo>
                  <a:lnTo>
                    <a:pt x="300260" y="66044"/>
                  </a:lnTo>
                  <a:lnTo>
                    <a:pt x="296985" y="61872"/>
                  </a:lnTo>
                  <a:lnTo>
                    <a:pt x="293579" y="57806"/>
                  </a:lnTo>
                  <a:lnTo>
                    <a:pt x="290046" y="53851"/>
                  </a:lnTo>
                  <a:lnTo>
                    <a:pt x="286390" y="50009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121038"/>
              <a:ext cx="119243" cy="117157"/>
            </a:xfrm>
            <a:custGeom>
              <a:avLst/>
              <a:pathLst>
                <a:path w="119243" h="117157">
                  <a:moveTo>
                    <a:pt x="119243" y="0"/>
                  </a:moveTo>
                  <a:lnTo>
                    <a:pt x="0" y="11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545258" y="1117978"/>
              <a:ext cx="119243" cy="120218"/>
            </a:xfrm>
            <a:custGeom>
              <a:avLst/>
              <a:pathLst>
                <a:path w="119243" h="120218">
                  <a:moveTo>
                    <a:pt x="119243" y="3060"/>
                  </a:moveTo>
                  <a:lnTo>
                    <a:pt x="116157" y="0"/>
                  </a:lnTo>
                  <a:lnTo>
                    <a:pt x="0" y="1202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545258" y="1071028"/>
              <a:ext cx="116157" cy="167167"/>
            </a:xfrm>
            <a:custGeom>
              <a:avLst/>
              <a:pathLst>
                <a:path w="116157" h="167167">
                  <a:moveTo>
                    <a:pt x="116157" y="46949"/>
                  </a:moveTo>
                  <a:lnTo>
                    <a:pt x="112077" y="43137"/>
                  </a:lnTo>
                  <a:lnTo>
                    <a:pt x="107873" y="39463"/>
                  </a:lnTo>
                  <a:lnTo>
                    <a:pt x="103548" y="35932"/>
                  </a:lnTo>
                  <a:lnTo>
                    <a:pt x="99108" y="32547"/>
                  </a:lnTo>
                  <a:lnTo>
                    <a:pt x="94557" y="29313"/>
                  </a:lnTo>
                  <a:lnTo>
                    <a:pt x="89901" y="26232"/>
                  </a:lnTo>
                  <a:lnTo>
                    <a:pt x="85144" y="23308"/>
                  </a:lnTo>
                  <a:lnTo>
                    <a:pt x="80292" y="20545"/>
                  </a:lnTo>
                  <a:lnTo>
                    <a:pt x="75351" y="17945"/>
                  </a:lnTo>
                  <a:lnTo>
                    <a:pt x="70326" y="15512"/>
                  </a:lnTo>
                  <a:lnTo>
                    <a:pt x="65222" y="13248"/>
                  </a:lnTo>
                  <a:lnTo>
                    <a:pt x="60046" y="11156"/>
                  </a:lnTo>
                  <a:lnTo>
                    <a:pt x="54802" y="9238"/>
                  </a:lnTo>
                  <a:lnTo>
                    <a:pt x="49498" y="7496"/>
                  </a:lnTo>
                  <a:lnTo>
                    <a:pt x="44138" y="5932"/>
                  </a:lnTo>
                  <a:lnTo>
                    <a:pt x="38729" y="4548"/>
                  </a:lnTo>
                  <a:lnTo>
                    <a:pt x="33277" y="3345"/>
                  </a:lnTo>
                  <a:lnTo>
                    <a:pt x="27788" y="2325"/>
                  </a:lnTo>
                  <a:lnTo>
                    <a:pt x="22267" y="1489"/>
                  </a:lnTo>
                  <a:lnTo>
                    <a:pt x="16722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27813" y="941493"/>
              <a:ext cx="95730" cy="167167"/>
            </a:xfrm>
            <a:custGeom>
              <a:avLst/>
              <a:pathLst>
                <a:path w="95730" h="167167">
                  <a:moveTo>
                    <a:pt x="95730" y="0"/>
                  </a:moveTo>
                  <a:lnTo>
                    <a:pt x="90068" y="95"/>
                  </a:lnTo>
                  <a:lnTo>
                    <a:pt x="84413" y="383"/>
                  </a:lnTo>
                  <a:lnTo>
                    <a:pt x="78771" y="862"/>
                  </a:lnTo>
                  <a:lnTo>
                    <a:pt x="73148" y="1532"/>
                  </a:lnTo>
                  <a:lnTo>
                    <a:pt x="67551" y="2392"/>
                  </a:lnTo>
                  <a:lnTo>
                    <a:pt x="61986" y="3440"/>
                  </a:lnTo>
                  <a:lnTo>
                    <a:pt x="56461" y="4677"/>
                  </a:lnTo>
                  <a:lnTo>
                    <a:pt x="50980" y="6100"/>
                  </a:lnTo>
                  <a:lnTo>
                    <a:pt x="45551" y="7708"/>
                  </a:lnTo>
                  <a:lnTo>
                    <a:pt x="40179" y="9499"/>
                  </a:lnTo>
                  <a:lnTo>
                    <a:pt x="34871" y="11471"/>
                  </a:lnTo>
                  <a:lnTo>
                    <a:pt x="29632" y="13622"/>
                  </a:lnTo>
                  <a:lnTo>
                    <a:pt x="24470" y="15949"/>
                  </a:lnTo>
                  <a:lnTo>
                    <a:pt x="19389" y="18449"/>
                  </a:lnTo>
                  <a:lnTo>
                    <a:pt x="14396" y="21120"/>
                  </a:lnTo>
                  <a:lnTo>
                    <a:pt x="9497" y="23958"/>
                  </a:lnTo>
                  <a:lnTo>
                    <a:pt x="4696" y="26961"/>
                  </a:lnTo>
                  <a:lnTo>
                    <a:pt x="0" y="30124"/>
                  </a:lnTo>
                  <a:lnTo>
                    <a:pt x="9573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927813" y="971618"/>
              <a:ext cx="95730" cy="137042"/>
            </a:xfrm>
            <a:custGeom>
              <a:avLst/>
              <a:pathLst>
                <a:path w="95730" h="137042">
                  <a:moveTo>
                    <a:pt x="0" y="0"/>
                  </a:moveTo>
                  <a:lnTo>
                    <a:pt x="95730" y="13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856380" y="971618"/>
              <a:ext cx="334330" cy="304197"/>
            </a:xfrm>
            <a:custGeom>
              <a:avLst/>
              <a:pathLst>
                <a:path w="334330" h="304197">
                  <a:moveTo>
                    <a:pt x="71433" y="0"/>
                  </a:moveTo>
                  <a:lnTo>
                    <a:pt x="67124" y="3112"/>
                  </a:lnTo>
                  <a:lnTo>
                    <a:pt x="62916" y="6361"/>
                  </a:lnTo>
                  <a:lnTo>
                    <a:pt x="58814" y="9741"/>
                  </a:lnTo>
                  <a:lnTo>
                    <a:pt x="54821" y="13250"/>
                  </a:lnTo>
                  <a:lnTo>
                    <a:pt x="50942" y="16885"/>
                  </a:lnTo>
                  <a:lnTo>
                    <a:pt x="47181" y="20641"/>
                  </a:lnTo>
                  <a:lnTo>
                    <a:pt x="43541" y="24514"/>
                  </a:lnTo>
                  <a:lnTo>
                    <a:pt x="40025" y="28502"/>
                  </a:lnTo>
                  <a:lnTo>
                    <a:pt x="36639" y="32599"/>
                  </a:lnTo>
                  <a:lnTo>
                    <a:pt x="33384" y="36801"/>
                  </a:lnTo>
                  <a:lnTo>
                    <a:pt x="30265" y="41105"/>
                  </a:lnTo>
                  <a:lnTo>
                    <a:pt x="27284" y="45506"/>
                  </a:lnTo>
                  <a:lnTo>
                    <a:pt x="24444" y="50000"/>
                  </a:lnTo>
                  <a:lnTo>
                    <a:pt x="21749" y="54582"/>
                  </a:lnTo>
                  <a:lnTo>
                    <a:pt x="19201" y="59247"/>
                  </a:lnTo>
                  <a:lnTo>
                    <a:pt x="16802" y="63990"/>
                  </a:lnTo>
                  <a:lnTo>
                    <a:pt x="14555" y="68808"/>
                  </a:lnTo>
                  <a:lnTo>
                    <a:pt x="12463" y="73694"/>
                  </a:lnTo>
                  <a:lnTo>
                    <a:pt x="10527" y="78645"/>
                  </a:lnTo>
                  <a:lnTo>
                    <a:pt x="8750" y="83654"/>
                  </a:lnTo>
                  <a:lnTo>
                    <a:pt x="7132" y="88718"/>
                  </a:lnTo>
                  <a:lnTo>
                    <a:pt x="5677" y="93830"/>
                  </a:lnTo>
                  <a:lnTo>
                    <a:pt x="4385" y="98987"/>
                  </a:lnTo>
                  <a:lnTo>
                    <a:pt x="3257" y="104181"/>
                  </a:lnTo>
                  <a:lnTo>
                    <a:pt x="2295" y="109409"/>
                  </a:lnTo>
                  <a:lnTo>
                    <a:pt x="1500" y="114665"/>
                  </a:lnTo>
                  <a:lnTo>
                    <a:pt x="872" y="119943"/>
                  </a:lnTo>
                  <a:lnTo>
                    <a:pt x="413" y="125239"/>
                  </a:lnTo>
                  <a:lnTo>
                    <a:pt x="122" y="130546"/>
                  </a:lnTo>
                  <a:lnTo>
                    <a:pt x="0" y="135861"/>
                  </a:lnTo>
                  <a:lnTo>
                    <a:pt x="46" y="141176"/>
                  </a:lnTo>
                  <a:lnTo>
                    <a:pt x="262" y="146487"/>
                  </a:lnTo>
                  <a:lnTo>
                    <a:pt x="647" y="151789"/>
                  </a:lnTo>
                  <a:lnTo>
                    <a:pt x="1200" y="157076"/>
                  </a:lnTo>
                  <a:lnTo>
                    <a:pt x="1921" y="162342"/>
                  </a:lnTo>
                  <a:lnTo>
                    <a:pt x="2809" y="167583"/>
                  </a:lnTo>
                  <a:lnTo>
                    <a:pt x="3863" y="172793"/>
                  </a:lnTo>
                  <a:lnTo>
                    <a:pt x="5082" y="177967"/>
                  </a:lnTo>
                  <a:lnTo>
                    <a:pt x="6465" y="183099"/>
                  </a:lnTo>
                  <a:lnTo>
                    <a:pt x="8011" y="188185"/>
                  </a:lnTo>
                  <a:lnTo>
                    <a:pt x="9717" y="193220"/>
                  </a:lnTo>
                  <a:lnTo>
                    <a:pt x="11583" y="198197"/>
                  </a:lnTo>
                  <a:lnTo>
                    <a:pt x="13606" y="203113"/>
                  </a:lnTo>
                  <a:lnTo>
                    <a:pt x="15784" y="207961"/>
                  </a:lnTo>
                  <a:lnTo>
                    <a:pt x="18116" y="212738"/>
                  </a:lnTo>
                  <a:lnTo>
                    <a:pt x="20598" y="217439"/>
                  </a:lnTo>
                  <a:lnTo>
                    <a:pt x="23228" y="222058"/>
                  </a:lnTo>
                  <a:lnTo>
                    <a:pt x="26004" y="226592"/>
                  </a:lnTo>
                  <a:lnTo>
                    <a:pt x="28922" y="231034"/>
                  </a:lnTo>
                  <a:lnTo>
                    <a:pt x="31981" y="235382"/>
                  </a:lnTo>
                  <a:lnTo>
                    <a:pt x="35176" y="239630"/>
                  </a:lnTo>
                  <a:lnTo>
                    <a:pt x="38504" y="243775"/>
                  </a:lnTo>
                  <a:lnTo>
                    <a:pt x="41962" y="247811"/>
                  </a:lnTo>
                  <a:lnTo>
                    <a:pt x="45548" y="251736"/>
                  </a:lnTo>
                  <a:lnTo>
                    <a:pt x="49256" y="255545"/>
                  </a:lnTo>
                  <a:lnTo>
                    <a:pt x="53083" y="259234"/>
                  </a:lnTo>
                  <a:lnTo>
                    <a:pt x="57026" y="262799"/>
                  </a:lnTo>
                  <a:lnTo>
                    <a:pt x="61080" y="266237"/>
                  </a:lnTo>
                  <a:lnTo>
                    <a:pt x="65241" y="269544"/>
                  </a:lnTo>
                  <a:lnTo>
                    <a:pt x="69505" y="272718"/>
                  </a:lnTo>
                  <a:lnTo>
                    <a:pt x="73868" y="275754"/>
                  </a:lnTo>
                  <a:lnTo>
                    <a:pt x="78326" y="278650"/>
                  </a:lnTo>
                  <a:lnTo>
                    <a:pt x="82873" y="281403"/>
                  </a:lnTo>
                  <a:lnTo>
                    <a:pt x="87505" y="284010"/>
                  </a:lnTo>
                  <a:lnTo>
                    <a:pt x="92218" y="286469"/>
                  </a:lnTo>
                  <a:lnTo>
                    <a:pt x="97007" y="288776"/>
                  </a:lnTo>
                  <a:lnTo>
                    <a:pt x="101867" y="290930"/>
                  </a:lnTo>
                  <a:lnTo>
                    <a:pt x="106792" y="292928"/>
                  </a:lnTo>
                  <a:lnTo>
                    <a:pt x="111779" y="294768"/>
                  </a:lnTo>
                  <a:lnTo>
                    <a:pt x="116822" y="296450"/>
                  </a:lnTo>
                  <a:lnTo>
                    <a:pt x="121915" y="297970"/>
                  </a:lnTo>
                  <a:lnTo>
                    <a:pt x="127055" y="299327"/>
                  </a:lnTo>
                  <a:lnTo>
                    <a:pt x="132235" y="300520"/>
                  </a:lnTo>
                  <a:lnTo>
                    <a:pt x="137450" y="301548"/>
                  </a:lnTo>
                  <a:lnTo>
                    <a:pt x="142695" y="302409"/>
                  </a:lnTo>
                  <a:lnTo>
                    <a:pt x="147965" y="303104"/>
                  </a:lnTo>
                  <a:lnTo>
                    <a:pt x="153255" y="303630"/>
                  </a:lnTo>
                  <a:lnTo>
                    <a:pt x="158558" y="303988"/>
                  </a:lnTo>
                  <a:lnTo>
                    <a:pt x="163871" y="304177"/>
                  </a:lnTo>
                  <a:lnTo>
                    <a:pt x="169186" y="304197"/>
                  </a:lnTo>
                  <a:lnTo>
                    <a:pt x="174500" y="304048"/>
                  </a:lnTo>
                  <a:lnTo>
                    <a:pt x="179806" y="303731"/>
                  </a:lnTo>
                  <a:lnTo>
                    <a:pt x="185099" y="303245"/>
                  </a:lnTo>
                  <a:lnTo>
                    <a:pt x="190374" y="302590"/>
                  </a:lnTo>
                  <a:lnTo>
                    <a:pt x="195626" y="301769"/>
                  </a:lnTo>
                  <a:lnTo>
                    <a:pt x="200849" y="300780"/>
                  </a:lnTo>
                  <a:lnTo>
                    <a:pt x="206038" y="299627"/>
                  </a:lnTo>
                  <a:lnTo>
                    <a:pt x="211187" y="298308"/>
                  </a:lnTo>
                  <a:lnTo>
                    <a:pt x="216292" y="296827"/>
                  </a:lnTo>
                  <a:lnTo>
                    <a:pt x="221348" y="295184"/>
                  </a:lnTo>
                  <a:lnTo>
                    <a:pt x="226348" y="293382"/>
                  </a:lnTo>
                  <a:lnTo>
                    <a:pt x="231289" y="291421"/>
                  </a:lnTo>
                  <a:lnTo>
                    <a:pt x="236165" y="289304"/>
                  </a:lnTo>
                  <a:lnTo>
                    <a:pt x="240971" y="287033"/>
                  </a:lnTo>
                  <a:lnTo>
                    <a:pt x="245703" y="284611"/>
                  </a:lnTo>
                  <a:lnTo>
                    <a:pt x="250355" y="282039"/>
                  </a:lnTo>
                  <a:lnTo>
                    <a:pt x="254923" y="279321"/>
                  </a:lnTo>
                  <a:lnTo>
                    <a:pt x="259402" y="276458"/>
                  </a:lnTo>
                  <a:lnTo>
                    <a:pt x="263788" y="273455"/>
                  </a:lnTo>
                  <a:lnTo>
                    <a:pt x="268076" y="270314"/>
                  </a:lnTo>
                  <a:lnTo>
                    <a:pt x="272262" y="267038"/>
                  </a:lnTo>
                  <a:lnTo>
                    <a:pt x="276342" y="263631"/>
                  </a:lnTo>
                  <a:lnTo>
                    <a:pt x="280312" y="260096"/>
                  </a:lnTo>
                  <a:lnTo>
                    <a:pt x="284167" y="256436"/>
                  </a:lnTo>
                  <a:lnTo>
                    <a:pt x="287904" y="252656"/>
                  </a:lnTo>
                  <a:lnTo>
                    <a:pt x="291519" y="248758"/>
                  </a:lnTo>
                  <a:lnTo>
                    <a:pt x="295008" y="244748"/>
                  </a:lnTo>
                  <a:lnTo>
                    <a:pt x="298368" y="240629"/>
                  </a:lnTo>
                  <a:lnTo>
                    <a:pt x="301595" y="236405"/>
                  </a:lnTo>
                  <a:lnTo>
                    <a:pt x="304686" y="232081"/>
                  </a:lnTo>
                  <a:lnTo>
                    <a:pt x="307638" y="227660"/>
                  </a:lnTo>
                  <a:lnTo>
                    <a:pt x="310448" y="223148"/>
                  </a:lnTo>
                  <a:lnTo>
                    <a:pt x="313113" y="218549"/>
                  </a:lnTo>
                  <a:lnTo>
                    <a:pt x="315631" y="213868"/>
                  </a:lnTo>
                  <a:lnTo>
                    <a:pt x="317998" y="209108"/>
                  </a:lnTo>
                  <a:lnTo>
                    <a:pt x="320214" y="204276"/>
                  </a:lnTo>
                  <a:lnTo>
                    <a:pt x="322274" y="199376"/>
                  </a:lnTo>
                  <a:lnTo>
                    <a:pt x="324177" y="194413"/>
                  </a:lnTo>
                  <a:lnTo>
                    <a:pt x="325922" y="189392"/>
                  </a:lnTo>
                  <a:lnTo>
                    <a:pt x="327506" y="184318"/>
                  </a:lnTo>
                  <a:lnTo>
                    <a:pt x="328928" y="179196"/>
                  </a:lnTo>
                  <a:lnTo>
                    <a:pt x="330187" y="174032"/>
                  </a:lnTo>
                  <a:lnTo>
                    <a:pt x="331280" y="168830"/>
                  </a:lnTo>
                  <a:lnTo>
                    <a:pt x="332208" y="163596"/>
                  </a:lnTo>
                  <a:lnTo>
                    <a:pt x="332969" y="158335"/>
                  </a:lnTo>
                  <a:lnTo>
                    <a:pt x="333562" y="153052"/>
                  </a:lnTo>
                  <a:lnTo>
                    <a:pt x="333987" y="147754"/>
                  </a:lnTo>
                  <a:lnTo>
                    <a:pt x="334243" y="142444"/>
                  </a:lnTo>
                  <a:lnTo>
                    <a:pt x="334330" y="137129"/>
                  </a:lnTo>
                  <a:lnTo>
                    <a:pt x="334248" y="131815"/>
                  </a:lnTo>
                  <a:lnTo>
                    <a:pt x="333998" y="126505"/>
                  </a:lnTo>
                  <a:lnTo>
                    <a:pt x="333578" y="121206"/>
                  </a:lnTo>
                  <a:lnTo>
                    <a:pt x="332991" y="115923"/>
                  </a:lnTo>
                  <a:lnTo>
                    <a:pt x="332235" y="110661"/>
                  </a:lnTo>
                  <a:lnTo>
                    <a:pt x="331313" y="105426"/>
                  </a:lnTo>
                  <a:lnTo>
                    <a:pt x="330225" y="100223"/>
                  </a:lnTo>
                  <a:lnTo>
                    <a:pt x="328972" y="95057"/>
                  </a:lnTo>
                  <a:lnTo>
                    <a:pt x="327555" y="89934"/>
                  </a:lnTo>
                  <a:lnTo>
                    <a:pt x="325976" y="84858"/>
                  </a:lnTo>
                  <a:lnTo>
                    <a:pt x="324237" y="79835"/>
                  </a:lnTo>
                  <a:lnTo>
                    <a:pt x="322339" y="74870"/>
                  </a:lnTo>
                  <a:lnTo>
                    <a:pt x="320284" y="69968"/>
                  </a:lnTo>
                  <a:lnTo>
                    <a:pt x="318074" y="65134"/>
                  </a:lnTo>
                  <a:lnTo>
                    <a:pt x="315711" y="60372"/>
                  </a:lnTo>
                  <a:lnTo>
                    <a:pt x="313198" y="55688"/>
                  </a:lnTo>
                  <a:lnTo>
                    <a:pt x="310538" y="51086"/>
                  </a:lnTo>
                  <a:lnTo>
                    <a:pt x="307733" y="46571"/>
                  </a:lnTo>
                  <a:lnTo>
                    <a:pt x="304785" y="42147"/>
                  </a:lnTo>
                  <a:lnTo>
                    <a:pt x="301698" y="37820"/>
                  </a:lnTo>
                  <a:lnTo>
                    <a:pt x="298476" y="33592"/>
                  </a:lnTo>
                  <a:lnTo>
                    <a:pt x="295120" y="29470"/>
                  </a:lnTo>
                  <a:lnTo>
                    <a:pt x="291635" y="25456"/>
                  </a:lnTo>
                  <a:lnTo>
                    <a:pt x="288025" y="21555"/>
                  </a:lnTo>
                  <a:lnTo>
                    <a:pt x="284292" y="17770"/>
                  </a:lnTo>
                  <a:lnTo>
                    <a:pt x="280440" y="14107"/>
                  </a:lnTo>
                  <a:lnTo>
                    <a:pt x="276475" y="10567"/>
                  </a:lnTo>
                  <a:lnTo>
                    <a:pt x="272398" y="7156"/>
                  </a:lnTo>
                  <a:lnTo>
                    <a:pt x="167163" y="13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023544" y="941493"/>
              <a:ext cx="105235" cy="167167"/>
            </a:xfrm>
            <a:custGeom>
              <a:avLst/>
              <a:pathLst>
                <a:path w="105235" h="167167">
                  <a:moveTo>
                    <a:pt x="105235" y="37281"/>
                  </a:moveTo>
                  <a:lnTo>
                    <a:pt x="100753" y="33774"/>
                  </a:lnTo>
                  <a:lnTo>
                    <a:pt x="96153" y="30421"/>
                  </a:lnTo>
                  <a:lnTo>
                    <a:pt x="91443" y="27227"/>
                  </a:lnTo>
                  <a:lnTo>
                    <a:pt x="86626" y="24196"/>
                  </a:lnTo>
                  <a:lnTo>
                    <a:pt x="81709" y="21330"/>
                  </a:ln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19051" y="941493"/>
              <a:ext cx="167163" cy="189709"/>
            </a:xfrm>
            <a:custGeom>
              <a:avLst/>
              <a:pathLst>
                <a:path w="167163" h="189709">
                  <a:moveTo>
                    <a:pt x="167163" y="0"/>
                  </a:moveTo>
                  <a:lnTo>
                    <a:pt x="161783" y="86"/>
                  </a:lnTo>
                  <a:lnTo>
                    <a:pt x="156409" y="346"/>
                  </a:lnTo>
                  <a:lnTo>
                    <a:pt x="151045" y="778"/>
                  </a:lnTo>
                  <a:lnTo>
                    <a:pt x="145699" y="1383"/>
                  </a:lnTo>
                  <a:lnTo>
                    <a:pt x="140374" y="2160"/>
                  </a:lnTo>
                  <a:lnTo>
                    <a:pt x="135077" y="3108"/>
                  </a:lnTo>
                  <a:lnTo>
                    <a:pt x="129814" y="4225"/>
                  </a:lnTo>
                  <a:lnTo>
                    <a:pt x="124589" y="5512"/>
                  </a:lnTo>
                  <a:lnTo>
                    <a:pt x="119408" y="6966"/>
                  </a:lnTo>
                  <a:lnTo>
                    <a:pt x="114277" y="8586"/>
                  </a:lnTo>
                  <a:lnTo>
                    <a:pt x="109201" y="10370"/>
                  </a:lnTo>
                  <a:lnTo>
                    <a:pt x="104184" y="12317"/>
                  </a:lnTo>
                  <a:lnTo>
                    <a:pt x="99233" y="14424"/>
                  </a:lnTo>
                  <a:lnTo>
                    <a:pt x="94353" y="16689"/>
                  </a:lnTo>
                  <a:lnTo>
                    <a:pt x="89547" y="19111"/>
                  </a:lnTo>
                  <a:lnTo>
                    <a:pt x="84822" y="21685"/>
                  </a:lnTo>
                  <a:lnTo>
                    <a:pt x="80183" y="24411"/>
                  </a:lnTo>
                  <a:lnTo>
                    <a:pt x="75633" y="27284"/>
                  </a:lnTo>
                  <a:lnTo>
                    <a:pt x="71179" y="30302"/>
                  </a:lnTo>
                  <a:lnTo>
                    <a:pt x="66824" y="33462"/>
                  </a:lnTo>
                  <a:lnTo>
                    <a:pt x="62573" y="36761"/>
                  </a:lnTo>
                  <a:lnTo>
                    <a:pt x="58430" y="40195"/>
                  </a:lnTo>
                  <a:lnTo>
                    <a:pt x="54400" y="43760"/>
                  </a:lnTo>
                  <a:lnTo>
                    <a:pt x="50486" y="47453"/>
                  </a:lnTo>
                  <a:lnTo>
                    <a:pt x="46694" y="51270"/>
                  </a:lnTo>
                  <a:lnTo>
                    <a:pt x="43026" y="55208"/>
                  </a:lnTo>
                  <a:lnTo>
                    <a:pt x="39487" y="59261"/>
                  </a:lnTo>
                  <a:lnTo>
                    <a:pt x="36080" y="63426"/>
                  </a:lnTo>
                  <a:lnTo>
                    <a:pt x="32810" y="67698"/>
                  </a:lnTo>
                  <a:lnTo>
                    <a:pt x="29678" y="72074"/>
                  </a:lnTo>
                  <a:lnTo>
                    <a:pt x="26689" y="76548"/>
                  </a:lnTo>
                  <a:lnTo>
                    <a:pt x="23845" y="81116"/>
                  </a:lnTo>
                  <a:lnTo>
                    <a:pt x="21150" y="85773"/>
                  </a:lnTo>
                  <a:lnTo>
                    <a:pt x="18606" y="90515"/>
                  </a:lnTo>
                  <a:lnTo>
                    <a:pt x="16216" y="95336"/>
                  </a:lnTo>
                  <a:lnTo>
                    <a:pt x="13982" y="100231"/>
                  </a:lnTo>
                  <a:lnTo>
                    <a:pt x="11907" y="105196"/>
                  </a:lnTo>
                  <a:lnTo>
                    <a:pt x="9993" y="110225"/>
                  </a:lnTo>
                  <a:lnTo>
                    <a:pt x="8242" y="115313"/>
                  </a:lnTo>
                  <a:lnTo>
                    <a:pt x="6655" y="120454"/>
                  </a:lnTo>
                  <a:lnTo>
                    <a:pt x="5235" y="125644"/>
                  </a:lnTo>
                  <a:lnTo>
                    <a:pt x="3982" y="130877"/>
                  </a:lnTo>
                  <a:lnTo>
                    <a:pt x="2899" y="136148"/>
                  </a:lnTo>
                  <a:lnTo>
                    <a:pt x="1986" y="141451"/>
                  </a:lnTo>
                  <a:lnTo>
                    <a:pt x="1244" y="146780"/>
                  </a:lnTo>
                  <a:lnTo>
                    <a:pt x="674" y="152131"/>
                  </a:lnTo>
                  <a:lnTo>
                    <a:pt x="276" y="157497"/>
                  </a:lnTo>
                  <a:lnTo>
                    <a:pt x="51" y="162873"/>
                  </a:lnTo>
                  <a:lnTo>
                    <a:pt x="0" y="168253"/>
                  </a:lnTo>
                  <a:lnTo>
                    <a:pt x="121" y="173633"/>
                  </a:lnTo>
                  <a:lnTo>
                    <a:pt x="416" y="179006"/>
                  </a:lnTo>
                  <a:lnTo>
                    <a:pt x="883" y="184366"/>
                  </a:lnTo>
                  <a:lnTo>
                    <a:pt x="1523" y="18970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20575" y="1108660"/>
              <a:ext cx="165640" cy="22541"/>
            </a:xfrm>
            <a:custGeom>
              <a:avLst/>
              <a:pathLst>
                <a:path w="165640" h="22541">
                  <a:moveTo>
                    <a:pt x="0" y="22541"/>
                  </a:moveTo>
                  <a:lnTo>
                    <a:pt x="1656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320575" y="1108660"/>
              <a:ext cx="165640" cy="164138"/>
            </a:xfrm>
            <a:custGeom>
              <a:avLst/>
              <a:pathLst>
                <a:path w="165640" h="164138">
                  <a:moveTo>
                    <a:pt x="0" y="22541"/>
                  </a:moveTo>
                  <a:lnTo>
                    <a:pt x="827" y="27955"/>
                  </a:lnTo>
                  <a:lnTo>
                    <a:pt x="1831" y="33338"/>
                  </a:lnTo>
                  <a:lnTo>
                    <a:pt x="3011" y="38686"/>
                  </a:lnTo>
                  <a:lnTo>
                    <a:pt x="4365" y="43992"/>
                  </a:lnTo>
                  <a:lnTo>
                    <a:pt x="5892" y="49250"/>
                  </a:lnTo>
                  <a:lnTo>
                    <a:pt x="7591" y="54456"/>
                  </a:lnTo>
                  <a:lnTo>
                    <a:pt x="9460" y="59604"/>
                  </a:lnTo>
                  <a:lnTo>
                    <a:pt x="11496" y="64687"/>
                  </a:lnTo>
                  <a:lnTo>
                    <a:pt x="13697" y="69702"/>
                  </a:lnTo>
                  <a:lnTo>
                    <a:pt x="16062" y="74641"/>
                  </a:lnTo>
                  <a:lnTo>
                    <a:pt x="18587" y="79500"/>
                  </a:lnTo>
                  <a:lnTo>
                    <a:pt x="21270" y="84274"/>
                  </a:lnTo>
                  <a:lnTo>
                    <a:pt x="24108" y="88958"/>
                  </a:lnTo>
                  <a:lnTo>
                    <a:pt x="27097" y="93546"/>
                  </a:lnTo>
                  <a:lnTo>
                    <a:pt x="30236" y="98033"/>
                  </a:lnTo>
                  <a:lnTo>
                    <a:pt x="33519" y="102416"/>
                  </a:lnTo>
                  <a:lnTo>
                    <a:pt x="36945" y="106688"/>
                  </a:lnTo>
                  <a:lnTo>
                    <a:pt x="40508" y="110846"/>
                  </a:lnTo>
                  <a:lnTo>
                    <a:pt x="44206" y="114885"/>
                  </a:lnTo>
                  <a:lnTo>
                    <a:pt x="48034" y="118801"/>
                  </a:lnTo>
                  <a:lnTo>
                    <a:pt x="51989" y="122589"/>
                  </a:lnTo>
                  <a:lnTo>
                    <a:pt x="56065" y="126246"/>
                  </a:lnTo>
                  <a:lnTo>
                    <a:pt x="60259" y="129767"/>
                  </a:lnTo>
                  <a:lnTo>
                    <a:pt x="64566" y="133150"/>
                  </a:lnTo>
                  <a:lnTo>
                    <a:pt x="68981" y="136389"/>
                  </a:lnTo>
                  <a:lnTo>
                    <a:pt x="73500" y="139481"/>
                  </a:lnTo>
                  <a:lnTo>
                    <a:pt x="78118" y="142425"/>
                  </a:lnTo>
                  <a:lnTo>
                    <a:pt x="82830" y="145215"/>
                  </a:lnTo>
                  <a:lnTo>
                    <a:pt x="87631" y="147849"/>
                  </a:lnTo>
                  <a:lnTo>
                    <a:pt x="92516" y="150325"/>
                  </a:lnTo>
                  <a:lnTo>
                    <a:pt x="97479" y="152640"/>
                  </a:lnTo>
                  <a:lnTo>
                    <a:pt x="102515" y="154790"/>
                  </a:lnTo>
                  <a:lnTo>
                    <a:pt x="107619" y="156775"/>
                  </a:lnTo>
                  <a:lnTo>
                    <a:pt x="112785" y="158591"/>
                  </a:lnTo>
                  <a:lnTo>
                    <a:pt x="118008" y="160237"/>
                  </a:lnTo>
                  <a:lnTo>
                    <a:pt x="123282" y="161711"/>
                  </a:lnTo>
                  <a:lnTo>
                    <a:pt x="128601" y="163012"/>
                  </a:lnTo>
                  <a:lnTo>
                    <a:pt x="133960" y="164138"/>
                  </a:lnTo>
                  <a:lnTo>
                    <a:pt x="16564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54536" y="941493"/>
              <a:ext cx="198826" cy="334334"/>
            </a:xfrm>
            <a:custGeom>
              <a:avLst/>
              <a:pathLst>
                <a:path w="198826" h="334334">
                  <a:moveTo>
                    <a:pt x="0" y="331305"/>
                  </a:moveTo>
                  <a:lnTo>
                    <a:pt x="5224" y="332228"/>
                  </a:lnTo>
                  <a:lnTo>
                    <a:pt x="10474" y="332984"/>
                  </a:lnTo>
                  <a:lnTo>
                    <a:pt x="15747" y="333573"/>
                  </a:lnTo>
                  <a:lnTo>
                    <a:pt x="21035" y="333995"/>
                  </a:lnTo>
                  <a:lnTo>
                    <a:pt x="26334" y="334249"/>
                  </a:lnTo>
                  <a:lnTo>
                    <a:pt x="31638" y="334334"/>
                  </a:lnTo>
                  <a:lnTo>
                    <a:pt x="36942" y="334252"/>
                  </a:lnTo>
                  <a:lnTo>
                    <a:pt x="42241" y="334000"/>
                  </a:lnTo>
                  <a:lnTo>
                    <a:pt x="47530" y="333581"/>
                  </a:lnTo>
                  <a:lnTo>
                    <a:pt x="52802" y="332995"/>
                  </a:lnTo>
                  <a:lnTo>
                    <a:pt x="58053" y="332241"/>
                  </a:lnTo>
                  <a:lnTo>
                    <a:pt x="63278" y="331321"/>
                  </a:lnTo>
                  <a:lnTo>
                    <a:pt x="68470" y="330236"/>
                  </a:lnTo>
                  <a:lnTo>
                    <a:pt x="73626" y="328986"/>
                  </a:lnTo>
                  <a:lnTo>
                    <a:pt x="78740" y="327574"/>
                  </a:lnTo>
                  <a:lnTo>
                    <a:pt x="83806" y="326000"/>
                  </a:lnTo>
                  <a:lnTo>
                    <a:pt x="88819" y="324266"/>
                  </a:lnTo>
                  <a:lnTo>
                    <a:pt x="93775" y="322373"/>
                  </a:lnTo>
                  <a:lnTo>
                    <a:pt x="98669" y="320325"/>
                  </a:lnTo>
                  <a:lnTo>
                    <a:pt x="103495" y="318122"/>
                  </a:lnTo>
                  <a:lnTo>
                    <a:pt x="108249" y="315767"/>
                  </a:lnTo>
                  <a:lnTo>
                    <a:pt x="112925" y="313263"/>
                  </a:lnTo>
                  <a:lnTo>
                    <a:pt x="117520" y="310611"/>
                  </a:lnTo>
                  <a:lnTo>
                    <a:pt x="122028" y="307815"/>
                  </a:lnTo>
                  <a:lnTo>
                    <a:pt x="126446" y="304878"/>
                  </a:lnTo>
                  <a:lnTo>
                    <a:pt x="130768" y="301801"/>
                  </a:lnTo>
                  <a:lnTo>
                    <a:pt x="134990" y="298590"/>
                  </a:lnTo>
                  <a:lnTo>
                    <a:pt x="139108" y="295245"/>
                  </a:lnTo>
                  <a:lnTo>
                    <a:pt x="143118" y="291772"/>
                  </a:lnTo>
                  <a:lnTo>
                    <a:pt x="147015" y="288173"/>
                  </a:lnTo>
                  <a:lnTo>
                    <a:pt x="150797" y="284453"/>
                  </a:lnTo>
                  <a:lnTo>
                    <a:pt x="154458" y="280614"/>
                  </a:lnTo>
                  <a:lnTo>
                    <a:pt x="157996" y="276661"/>
                  </a:lnTo>
                  <a:lnTo>
                    <a:pt x="161407" y="272598"/>
                  </a:lnTo>
                  <a:lnTo>
                    <a:pt x="164687" y="268428"/>
                  </a:lnTo>
                  <a:lnTo>
                    <a:pt x="167833" y="264157"/>
                  </a:lnTo>
                  <a:lnTo>
                    <a:pt x="170842" y="259788"/>
                  </a:lnTo>
                  <a:lnTo>
                    <a:pt x="173711" y="255326"/>
                  </a:lnTo>
                  <a:lnTo>
                    <a:pt x="176437" y="250775"/>
                  </a:lnTo>
                  <a:lnTo>
                    <a:pt x="179017" y="246139"/>
                  </a:lnTo>
                  <a:lnTo>
                    <a:pt x="181448" y="241424"/>
                  </a:lnTo>
                  <a:lnTo>
                    <a:pt x="183729" y="236635"/>
                  </a:lnTo>
                  <a:lnTo>
                    <a:pt x="185857" y="231775"/>
                  </a:lnTo>
                  <a:lnTo>
                    <a:pt x="187829" y="226851"/>
                  </a:lnTo>
                  <a:lnTo>
                    <a:pt x="189644" y="221866"/>
                  </a:lnTo>
                  <a:lnTo>
                    <a:pt x="191300" y="216826"/>
                  </a:lnTo>
                  <a:lnTo>
                    <a:pt x="192796" y="211736"/>
                  </a:lnTo>
                  <a:lnTo>
                    <a:pt x="194129" y="206601"/>
                  </a:lnTo>
                  <a:lnTo>
                    <a:pt x="195298" y="201427"/>
                  </a:lnTo>
                  <a:lnTo>
                    <a:pt x="196303" y="196218"/>
                  </a:lnTo>
                  <a:lnTo>
                    <a:pt x="197142" y="190980"/>
                  </a:lnTo>
                  <a:lnTo>
                    <a:pt x="197814" y="185718"/>
                  </a:lnTo>
                  <a:lnTo>
                    <a:pt x="198319" y="180437"/>
                  </a:lnTo>
                  <a:lnTo>
                    <a:pt x="198656" y="175142"/>
                  </a:lnTo>
                  <a:lnTo>
                    <a:pt x="198825" y="169840"/>
                  </a:lnTo>
                  <a:lnTo>
                    <a:pt x="198826" y="164535"/>
                  </a:lnTo>
                  <a:lnTo>
                    <a:pt x="198658" y="159233"/>
                  </a:lnTo>
                  <a:lnTo>
                    <a:pt x="198322" y="153939"/>
                  </a:lnTo>
                  <a:lnTo>
                    <a:pt x="197819" y="148658"/>
                  </a:lnTo>
                  <a:lnTo>
                    <a:pt x="197148" y="143395"/>
                  </a:lnTo>
                  <a:lnTo>
                    <a:pt x="196310" y="138157"/>
                  </a:lnTo>
                  <a:lnTo>
                    <a:pt x="195307" y="132948"/>
                  </a:lnTo>
                  <a:lnTo>
                    <a:pt x="194139" y="127773"/>
                  </a:lnTo>
                  <a:lnTo>
                    <a:pt x="192807" y="122638"/>
                  </a:lnTo>
                  <a:lnTo>
                    <a:pt x="191313" y="117547"/>
                  </a:lnTo>
                  <a:lnTo>
                    <a:pt x="189658" y="112507"/>
                  </a:lnTo>
                  <a:lnTo>
                    <a:pt x="187844" y="107522"/>
                  </a:lnTo>
                  <a:lnTo>
                    <a:pt x="185873" y="102597"/>
                  </a:lnTo>
                  <a:lnTo>
                    <a:pt x="183746" y="97737"/>
                  </a:lnTo>
                  <a:lnTo>
                    <a:pt x="181467" y="92947"/>
                  </a:lnTo>
                  <a:lnTo>
                    <a:pt x="179036" y="88231"/>
                  </a:lnTo>
                  <a:lnTo>
                    <a:pt x="176457" y="83595"/>
                  </a:lnTo>
                  <a:lnTo>
                    <a:pt x="173733" y="79043"/>
                  </a:lnTo>
                  <a:lnTo>
                    <a:pt x="170865" y="74580"/>
                  </a:lnTo>
                  <a:lnTo>
                    <a:pt x="167857" y="70211"/>
                  </a:lnTo>
                  <a:lnTo>
                    <a:pt x="164712" y="65938"/>
                  </a:lnTo>
                  <a:lnTo>
                    <a:pt x="161433" y="61768"/>
                  </a:lnTo>
                  <a:lnTo>
                    <a:pt x="158023" y="57704"/>
                  </a:lnTo>
                  <a:lnTo>
                    <a:pt x="154486" y="53750"/>
                  </a:lnTo>
                  <a:lnTo>
                    <a:pt x="150826" y="49911"/>
                  </a:lnTo>
                  <a:lnTo>
                    <a:pt x="147045" y="46189"/>
                  </a:lnTo>
                  <a:lnTo>
                    <a:pt x="143148" y="42589"/>
                  </a:lnTo>
                  <a:lnTo>
                    <a:pt x="139139" y="39115"/>
                  </a:lnTo>
                  <a:lnTo>
                    <a:pt x="135022" y="35770"/>
                  </a:lnTo>
                  <a:lnTo>
                    <a:pt x="130801" y="32557"/>
                  </a:lnTo>
                  <a:lnTo>
                    <a:pt x="126480" y="29480"/>
                  </a:lnTo>
                  <a:lnTo>
                    <a:pt x="122063" y="26541"/>
                  </a:lnTo>
                  <a:lnTo>
                    <a:pt x="117555" y="23744"/>
                  </a:lnTo>
                  <a:lnTo>
                    <a:pt x="112961" y="21091"/>
                  </a:lnTo>
                  <a:lnTo>
                    <a:pt x="108285" y="18585"/>
                  </a:lnTo>
                  <a:lnTo>
                    <a:pt x="103532" y="16230"/>
                  </a:lnTo>
                  <a:lnTo>
                    <a:pt x="98707" y="14026"/>
                  </a:lnTo>
                  <a:lnTo>
                    <a:pt x="93814" y="11976"/>
                  </a:lnTo>
                  <a:lnTo>
                    <a:pt x="88858" y="10083"/>
                  </a:lnTo>
                  <a:lnTo>
                    <a:pt x="83845" y="8347"/>
                  </a:lnTo>
                  <a:lnTo>
                    <a:pt x="78779" y="6772"/>
                  </a:lnTo>
                  <a:lnTo>
                    <a:pt x="73666" y="5358"/>
                  </a:lnTo>
                  <a:lnTo>
                    <a:pt x="68511" y="4107"/>
                  </a:lnTo>
                  <a:lnTo>
                    <a:pt x="63318" y="3021"/>
                  </a:lnTo>
                  <a:lnTo>
                    <a:pt x="58094" y="2100"/>
                  </a:lnTo>
                  <a:lnTo>
                    <a:pt x="52843" y="1345"/>
                  </a:lnTo>
                  <a:lnTo>
                    <a:pt x="47571" y="757"/>
                  </a:lnTo>
                  <a:lnTo>
                    <a:pt x="42283" y="336"/>
                  </a:lnTo>
                  <a:lnTo>
                    <a:pt x="36984" y="84"/>
                  </a:lnTo>
                  <a:lnTo>
                    <a:pt x="31679" y="0"/>
                  </a:lnTo>
                  <a:lnTo>
                    <a:pt x="316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797336" y="1071028"/>
              <a:ext cx="167164" cy="330900"/>
            </a:xfrm>
            <a:custGeom>
              <a:avLst/>
              <a:pathLst>
                <a:path w="167164" h="330900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0" y="766"/>
                  </a:lnTo>
                  <a:lnTo>
                    <a:pt x="145864" y="1362"/>
                  </a:lnTo>
                  <a:lnTo>
                    <a:pt x="140580" y="2127"/>
                  </a:lnTo>
                  <a:lnTo>
                    <a:pt x="135323" y="3060"/>
                  </a:lnTo>
                  <a:lnTo>
                    <a:pt x="130099" y="4161"/>
                  </a:lnTo>
                  <a:lnTo>
                    <a:pt x="124912" y="5427"/>
                  </a:lnTo>
                  <a:lnTo>
                    <a:pt x="119768" y="6859"/>
                  </a:lnTo>
                  <a:lnTo>
                    <a:pt x="114673" y="8455"/>
                  </a:lnTo>
                  <a:lnTo>
                    <a:pt x="109631" y="10212"/>
                  </a:lnTo>
                  <a:lnTo>
                    <a:pt x="104648" y="12129"/>
                  </a:lnTo>
                  <a:lnTo>
                    <a:pt x="99729" y="14205"/>
                  </a:lnTo>
                  <a:lnTo>
                    <a:pt x="94878" y="16436"/>
                  </a:lnTo>
                  <a:lnTo>
                    <a:pt x="90102" y="18822"/>
                  </a:lnTo>
                  <a:lnTo>
                    <a:pt x="85403" y="21358"/>
                  </a:lnTo>
                  <a:lnTo>
                    <a:pt x="80789" y="24044"/>
                  </a:lnTo>
                  <a:lnTo>
                    <a:pt x="76262" y="26875"/>
                  </a:lnTo>
                  <a:lnTo>
                    <a:pt x="71828" y="29850"/>
                  </a:lnTo>
                  <a:lnTo>
                    <a:pt x="67492" y="32964"/>
                  </a:lnTo>
                  <a:lnTo>
                    <a:pt x="63257" y="36216"/>
                  </a:lnTo>
                  <a:lnTo>
                    <a:pt x="59128" y="39601"/>
                  </a:lnTo>
                  <a:lnTo>
                    <a:pt x="55109" y="43116"/>
                  </a:lnTo>
                  <a:lnTo>
                    <a:pt x="51204" y="46758"/>
                  </a:lnTo>
                  <a:lnTo>
                    <a:pt x="47418" y="50523"/>
                  </a:lnTo>
                  <a:lnTo>
                    <a:pt x="43754" y="54406"/>
                  </a:lnTo>
                  <a:lnTo>
                    <a:pt x="40216" y="58405"/>
                  </a:lnTo>
                  <a:lnTo>
                    <a:pt x="36808" y="62515"/>
                  </a:lnTo>
                  <a:lnTo>
                    <a:pt x="33532" y="66731"/>
                  </a:lnTo>
                  <a:lnTo>
                    <a:pt x="30393" y="71050"/>
                  </a:lnTo>
                  <a:lnTo>
                    <a:pt x="27393" y="75467"/>
                  </a:lnTo>
                  <a:lnTo>
                    <a:pt x="24536" y="79977"/>
                  </a:lnTo>
                  <a:lnTo>
                    <a:pt x="21824" y="84576"/>
                  </a:lnTo>
                  <a:lnTo>
                    <a:pt x="19261" y="89260"/>
                  </a:lnTo>
                  <a:lnTo>
                    <a:pt x="16848" y="94023"/>
                  </a:lnTo>
                  <a:lnTo>
                    <a:pt x="14589" y="98861"/>
                  </a:lnTo>
                  <a:lnTo>
                    <a:pt x="12485" y="103768"/>
                  </a:lnTo>
                  <a:lnTo>
                    <a:pt x="10540" y="108740"/>
                  </a:lnTo>
                  <a:lnTo>
                    <a:pt x="8754" y="113772"/>
                  </a:lnTo>
                  <a:lnTo>
                    <a:pt x="7129" y="118858"/>
                  </a:lnTo>
                  <a:lnTo>
                    <a:pt x="5668" y="123994"/>
                  </a:lnTo>
                  <a:lnTo>
                    <a:pt x="4372" y="129173"/>
                  </a:lnTo>
                  <a:lnTo>
                    <a:pt x="3241" y="134391"/>
                  </a:lnTo>
                  <a:lnTo>
                    <a:pt x="2278" y="139643"/>
                  </a:lnTo>
                  <a:lnTo>
                    <a:pt x="1483" y="144923"/>
                  </a:lnTo>
                  <a:lnTo>
                    <a:pt x="858" y="150225"/>
                  </a:lnTo>
                  <a:lnTo>
                    <a:pt x="401" y="155545"/>
                  </a:lnTo>
                  <a:lnTo>
                    <a:pt x="115" y="160876"/>
                  </a:lnTo>
                  <a:lnTo>
                    <a:pt x="0" y="166214"/>
                  </a:lnTo>
                  <a:lnTo>
                    <a:pt x="54" y="171553"/>
                  </a:lnTo>
                  <a:lnTo>
                    <a:pt x="280" y="176888"/>
                  </a:lnTo>
                  <a:lnTo>
                    <a:pt x="675" y="182212"/>
                  </a:lnTo>
                  <a:lnTo>
                    <a:pt x="1241" y="187521"/>
                  </a:lnTo>
                  <a:lnTo>
                    <a:pt x="1975" y="192810"/>
                  </a:lnTo>
                  <a:lnTo>
                    <a:pt x="2878" y="198072"/>
                  </a:lnTo>
                  <a:lnTo>
                    <a:pt x="3949" y="203303"/>
                  </a:lnTo>
                  <a:lnTo>
                    <a:pt x="5186" y="208497"/>
                  </a:lnTo>
                  <a:lnTo>
                    <a:pt x="6589" y="213649"/>
                  </a:lnTo>
                  <a:lnTo>
                    <a:pt x="8155" y="218753"/>
                  </a:lnTo>
                  <a:lnTo>
                    <a:pt x="9884" y="223805"/>
                  </a:lnTo>
                  <a:lnTo>
                    <a:pt x="11773" y="228798"/>
                  </a:lnTo>
                  <a:lnTo>
                    <a:pt x="13820" y="233729"/>
                  </a:lnTo>
                  <a:lnTo>
                    <a:pt x="16024" y="238593"/>
                  </a:lnTo>
                  <a:lnTo>
                    <a:pt x="18382" y="243383"/>
                  </a:lnTo>
                  <a:lnTo>
                    <a:pt x="20892" y="248095"/>
                  </a:lnTo>
                  <a:lnTo>
                    <a:pt x="23551" y="252725"/>
                  </a:lnTo>
                  <a:lnTo>
                    <a:pt x="26357" y="257268"/>
                  </a:lnTo>
                  <a:lnTo>
                    <a:pt x="29306" y="261719"/>
                  </a:lnTo>
                  <a:lnTo>
                    <a:pt x="32396" y="266073"/>
                  </a:lnTo>
                  <a:lnTo>
                    <a:pt x="35623" y="270327"/>
                  </a:lnTo>
                  <a:lnTo>
                    <a:pt x="38985" y="274475"/>
                  </a:lnTo>
                  <a:lnTo>
                    <a:pt x="42477" y="278514"/>
                  </a:lnTo>
                  <a:lnTo>
                    <a:pt x="46097" y="282439"/>
                  </a:lnTo>
                  <a:lnTo>
                    <a:pt x="49840" y="286246"/>
                  </a:lnTo>
                  <a:lnTo>
                    <a:pt x="53702" y="289932"/>
                  </a:lnTo>
                  <a:lnTo>
                    <a:pt x="57681" y="293493"/>
                  </a:lnTo>
                  <a:lnTo>
                    <a:pt x="61771" y="296925"/>
                  </a:lnTo>
                  <a:lnTo>
                    <a:pt x="65968" y="300225"/>
                  </a:lnTo>
                  <a:lnTo>
                    <a:pt x="70269" y="303388"/>
                  </a:lnTo>
                  <a:lnTo>
                    <a:pt x="74669" y="306413"/>
                  </a:lnTo>
                  <a:lnTo>
                    <a:pt x="79163" y="309296"/>
                  </a:lnTo>
                  <a:lnTo>
                    <a:pt x="83747" y="312034"/>
                  </a:lnTo>
                  <a:lnTo>
                    <a:pt x="88416" y="314624"/>
                  </a:lnTo>
                  <a:lnTo>
                    <a:pt x="93165" y="317064"/>
                  </a:lnTo>
                  <a:lnTo>
                    <a:pt x="97990" y="319351"/>
                  </a:lnTo>
                  <a:lnTo>
                    <a:pt x="102885" y="321482"/>
                  </a:lnTo>
                  <a:lnTo>
                    <a:pt x="107846" y="323456"/>
                  </a:lnTo>
                  <a:lnTo>
                    <a:pt x="112867" y="325271"/>
                  </a:lnTo>
                  <a:lnTo>
                    <a:pt x="117944" y="326924"/>
                  </a:lnTo>
                  <a:lnTo>
                    <a:pt x="123071" y="328414"/>
                  </a:lnTo>
                  <a:lnTo>
                    <a:pt x="128243" y="329740"/>
                  </a:lnTo>
                  <a:lnTo>
                    <a:pt x="133455" y="33090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30792" y="1238196"/>
              <a:ext cx="33709" cy="163733"/>
            </a:xfrm>
            <a:custGeom>
              <a:avLst/>
              <a:pathLst>
                <a:path w="33709" h="163733">
                  <a:moveTo>
                    <a:pt x="0" y="163733"/>
                  </a:moveTo>
                  <a:lnTo>
                    <a:pt x="337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30792" y="1071910"/>
              <a:ext cx="200873" cy="333440"/>
            </a:xfrm>
            <a:custGeom>
              <a:avLst/>
              <a:pathLst>
                <a:path w="200873" h="333440">
                  <a:moveTo>
                    <a:pt x="0" y="330019"/>
                  </a:moveTo>
                  <a:lnTo>
                    <a:pt x="5220" y="331007"/>
                  </a:lnTo>
                  <a:lnTo>
                    <a:pt x="10468" y="331829"/>
                  </a:lnTo>
                  <a:lnTo>
                    <a:pt x="15741" y="332484"/>
                  </a:lnTo>
                  <a:lnTo>
                    <a:pt x="21031" y="332971"/>
                  </a:lnTo>
                  <a:lnTo>
                    <a:pt x="26335" y="333290"/>
                  </a:lnTo>
                  <a:lnTo>
                    <a:pt x="31645" y="333440"/>
                  </a:lnTo>
                  <a:lnTo>
                    <a:pt x="36958" y="333421"/>
                  </a:lnTo>
                  <a:lnTo>
                    <a:pt x="42268" y="333233"/>
                  </a:lnTo>
                  <a:lnTo>
                    <a:pt x="47569" y="332877"/>
                  </a:lnTo>
                  <a:lnTo>
                    <a:pt x="52856" y="332352"/>
                  </a:lnTo>
                  <a:lnTo>
                    <a:pt x="58123" y="331660"/>
                  </a:lnTo>
                  <a:lnTo>
                    <a:pt x="63366" y="330801"/>
                  </a:lnTo>
                  <a:lnTo>
                    <a:pt x="68579" y="329775"/>
                  </a:lnTo>
                  <a:lnTo>
                    <a:pt x="73757" y="328585"/>
                  </a:lnTo>
                  <a:lnTo>
                    <a:pt x="78894" y="327230"/>
                  </a:lnTo>
                  <a:lnTo>
                    <a:pt x="83986" y="325713"/>
                  </a:lnTo>
                  <a:lnTo>
                    <a:pt x="89027" y="324035"/>
                  </a:lnTo>
                  <a:lnTo>
                    <a:pt x="94012" y="322197"/>
                  </a:lnTo>
                  <a:lnTo>
                    <a:pt x="98936" y="320202"/>
                  </a:lnTo>
                  <a:lnTo>
                    <a:pt x="103794" y="318052"/>
                  </a:lnTo>
                  <a:lnTo>
                    <a:pt x="108581" y="315748"/>
                  </a:lnTo>
                  <a:lnTo>
                    <a:pt x="113293" y="313293"/>
                  </a:lnTo>
                  <a:lnTo>
                    <a:pt x="117924" y="310690"/>
                  </a:lnTo>
                  <a:lnTo>
                    <a:pt x="122471" y="307941"/>
                  </a:lnTo>
                  <a:lnTo>
                    <a:pt x="126927" y="305048"/>
                  </a:lnTo>
                  <a:lnTo>
                    <a:pt x="131290" y="302016"/>
                  </a:lnTo>
                  <a:lnTo>
                    <a:pt x="135554" y="298847"/>
                  </a:lnTo>
                  <a:lnTo>
                    <a:pt x="139715" y="295543"/>
                  </a:lnTo>
                  <a:lnTo>
                    <a:pt x="143769" y="292109"/>
                  </a:lnTo>
                  <a:lnTo>
                    <a:pt x="147712" y="288548"/>
                  </a:lnTo>
                  <a:lnTo>
                    <a:pt x="151539" y="284864"/>
                  </a:lnTo>
                  <a:lnTo>
                    <a:pt x="155248" y="281060"/>
                  </a:lnTo>
                  <a:lnTo>
                    <a:pt x="158834" y="277139"/>
                  </a:lnTo>
                  <a:lnTo>
                    <a:pt x="162293" y="273107"/>
                  </a:lnTo>
                  <a:lnTo>
                    <a:pt x="165623" y="268967"/>
                  </a:lnTo>
                  <a:lnTo>
                    <a:pt x="168819" y="264723"/>
                  </a:lnTo>
                  <a:lnTo>
                    <a:pt x="171879" y="260380"/>
                  </a:lnTo>
                  <a:lnTo>
                    <a:pt x="174800" y="255942"/>
                  </a:lnTo>
                  <a:lnTo>
                    <a:pt x="177578" y="251413"/>
                  </a:lnTo>
                  <a:lnTo>
                    <a:pt x="180210" y="246798"/>
                  </a:lnTo>
                  <a:lnTo>
                    <a:pt x="182695" y="242102"/>
                  </a:lnTo>
                  <a:lnTo>
                    <a:pt x="185029" y="237329"/>
                  </a:lnTo>
                  <a:lnTo>
                    <a:pt x="187210" y="232485"/>
                  </a:lnTo>
                  <a:lnTo>
                    <a:pt x="189236" y="227574"/>
                  </a:lnTo>
                  <a:lnTo>
                    <a:pt x="191105" y="222600"/>
                  </a:lnTo>
                  <a:lnTo>
                    <a:pt x="192815" y="217570"/>
                  </a:lnTo>
                  <a:lnTo>
                    <a:pt x="194365" y="212488"/>
                  </a:lnTo>
                  <a:lnTo>
                    <a:pt x="195752" y="207360"/>
                  </a:lnTo>
                  <a:lnTo>
                    <a:pt x="196975" y="202189"/>
                  </a:lnTo>
                  <a:lnTo>
                    <a:pt x="198034" y="196983"/>
                  </a:lnTo>
                  <a:lnTo>
                    <a:pt x="198926" y="191746"/>
                  </a:lnTo>
                  <a:lnTo>
                    <a:pt x="199652" y="186483"/>
                  </a:lnTo>
                  <a:lnTo>
                    <a:pt x="200210" y="181199"/>
                  </a:lnTo>
                  <a:lnTo>
                    <a:pt x="200600" y="175901"/>
                  </a:lnTo>
                  <a:lnTo>
                    <a:pt x="200821" y="170592"/>
                  </a:lnTo>
                  <a:lnTo>
                    <a:pt x="200873" y="165280"/>
                  </a:lnTo>
                  <a:lnTo>
                    <a:pt x="200757" y="159968"/>
                  </a:lnTo>
                  <a:lnTo>
                    <a:pt x="200472" y="154663"/>
                  </a:lnTo>
                  <a:lnTo>
                    <a:pt x="200018" y="149369"/>
                  </a:lnTo>
                  <a:lnTo>
                    <a:pt x="199397" y="144093"/>
                  </a:lnTo>
                  <a:lnTo>
                    <a:pt x="198608" y="138839"/>
                  </a:lnTo>
                  <a:lnTo>
                    <a:pt x="197652" y="133613"/>
                  </a:lnTo>
                  <a:lnTo>
                    <a:pt x="196531" y="128420"/>
                  </a:lnTo>
                  <a:lnTo>
                    <a:pt x="195246" y="123265"/>
                  </a:lnTo>
                  <a:lnTo>
                    <a:pt x="193797" y="118153"/>
                  </a:lnTo>
                  <a:lnTo>
                    <a:pt x="192187" y="113090"/>
                  </a:lnTo>
                  <a:lnTo>
                    <a:pt x="190416" y="108081"/>
                  </a:lnTo>
                  <a:lnTo>
                    <a:pt x="188488" y="103130"/>
                  </a:lnTo>
                  <a:lnTo>
                    <a:pt x="186403" y="98244"/>
                  </a:lnTo>
                  <a:lnTo>
                    <a:pt x="184163" y="93426"/>
                  </a:lnTo>
                  <a:lnTo>
                    <a:pt x="181772" y="88682"/>
                  </a:lnTo>
                  <a:lnTo>
                    <a:pt x="179231" y="84016"/>
                  </a:lnTo>
                  <a:lnTo>
                    <a:pt x="176543" y="79433"/>
                  </a:lnTo>
                  <a:lnTo>
                    <a:pt x="173711" y="74938"/>
                  </a:lnTo>
                  <a:lnTo>
                    <a:pt x="170738" y="70535"/>
                  </a:lnTo>
                  <a:lnTo>
                    <a:pt x="167626" y="66229"/>
                  </a:lnTo>
                  <a:lnTo>
                    <a:pt x="164378" y="62024"/>
                  </a:lnTo>
                  <a:lnTo>
                    <a:pt x="160999" y="57924"/>
                  </a:lnTo>
                  <a:lnTo>
                    <a:pt x="157492" y="53934"/>
                  </a:lnTo>
                  <a:lnTo>
                    <a:pt x="153859" y="50057"/>
                  </a:lnTo>
                  <a:lnTo>
                    <a:pt x="150105" y="46298"/>
                  </a:lnTo>
                  <a:lnTo>
                    <a:pt x="146233" y="42659"/>
                  </a:lnTo>
                  <a:lnTo>
                    <a:pt x="142248" y="39146"/>
                  </a:lnTo>
                  <a:lnTo>
                    <a:pt x="138153" y="35761"/>
                  </a:lnTo>
                  <a:lnTo>
                    <a:pt x="133952" y="32508"/>
                  </a:lnTo>
                  <a:lnTo>
                    <a:pt x="129650" y="29390"/>
                  </a:lnTo>
                  <a:lnTo>
                    <a:pt x="125252" y="26411"/>
                  </a:lnTo>
                  <a:lnTo>
                    <a:pt x="120760" y="23572"/>
                  </a:lnTo>
                  <a:lnTo>
                    <a:pt x="116181" y="20878"/>
                  </a:lnTo>
                  <a:lnTo>
                    <a:pt x="111519" y="18331"/>
                  </a:lnTo>
                  <a:lnTo>
                    <a:pt x="106778" y="15933"/>
                  </a:lnTo>
                  <a:lnTo>
                    <a:pt x="101963" y="13687"/>
                  </a:lnTo>
                  <a:lnTo>
                    <a:pt x="97080" y="11595"/>
                  </a:lnTo>
                  <a:lnTo>
                    <a:pt x="92132" y="9659"/>
                  </a:lnTo>
                  <a:lnTo>
                    <a:pt x="87125" y="7882"/>
                  </a:lnTo>
                  <a:lnTo>
                    <a:pt x="82064" y="6264"/>
                  </a:lnTo>
                  <a:lnTo>
                    <a:pt x="76955" y="4808"/>
                  </a:lnTo>
                  <a:lnTo>
                    <a:pt x="71802" y="3516"/>
                  </a:lnTo>
                  <a:lnTo>
                    <a:pt x="66610" y="2387"/>
                  </a:lnTo>
                  <a:lnTo>
                    <a:pt x="61385" y="1425"/>
                  </a:lnTo>
                  <a:lnTo>
                    <a:pt x="56132" y="628"/>
                  </a:lnTo>
                  <a:lnTo>
                    <a:pt x="50857" y="0"/>
                  </a:lnTo>
                  <a:lnTo>
                    <a:pt x="33709" y="166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64501" y="1071028"/>
              <a:ext cx="17147" cy="167167"/>
            </a:xfrm>
            <a:custGeom>
              <a:avLst/>
              <a:pathLst>
                <a:path w="17147" h="167167">
                  <a:moveTo>
                    <a:pt x="17147" y="881"/>
                  </a:moveTo>
                  <a:lnTo>
                    <a:pt x="8585" y="2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74286" y="1322571"/>
              <a:ext cx="114433" cy="167167"/>
            </a:xfrm>
            <a:custGeom>
              <a:avLst/>
              <a:pathLst>
                <a:path w="114433" h="167167">
                  <a:moveTo>
                    <a:pt x="114433" y="0"/>
                  </a:moveTo>
                  <a:lnTo>
                    <a:pt x="108954" y="89"/>
                  </a:lnTo>
                  <a:lnTo>
                    <a:pt x="103481" y="359"/>
                  </a:lnTo>
                  <a:lnTo>
                    <a:pt x="98020" y="807"/>
                  </a:lnTo>
                  <a:lnTo>
                    <a:pt x="92576" y="1435"/>
                  </a:lnTo>
                  <a:lnTo>
                    <a:pt x="87156" y="2240"/>
                  </a:lnTo>
                  <a:lnTo>
                    <a:pt x="81765" y="3223"/>
                  </a:lnTo>
                  <a:lnTo>
                    <a:pt x="76409" y="4382"/>
                  </a:lnTo>
                  <a:lnTo>
                    <a:pt x="71094" y="5715"/>
                  </a:lnTo>
                  <a:lnTo>
                    <a:pt x="65825" y="7223"/>
                  </a:lnTo>
                  <a:lnTo>
                    <a:pt x="60609" y="8902"/>
                  </a:lnTo>
                  <a:lnTo>
                    <a:pt x="55451" y="10751"/>
                  </a:lnTo>
                  <a:lnTo>
                    <a:pt x="50356" y="12768"/>
                  </a:lnTo>
                  <a:lnTo>
                    <a:pt x="45330" y="14951"/>
                  </a:lnTo>
                  <a:lnTo>
                    <a:pt x="40378" y="17298"/>
                  </a:lnTo>
                  <a:lnTo>
                    <a:pt x="35505" y="19806"/>
                  </a:lnTo>
                  <a:lnTo>
                    <a:pt x="30718" y="22472"/>
                  </a:lnTo>
                  <a:lnTo>
                    <a:pt x="26020" y="25293"/>
                  </a:lnTo>
                  <a:lnTo>
                    <a:pt x="21418" y="28268"/>
                  </a:lnTo>
                  <a:lnTo>
                    <a:pt x="16915" y="31391"/>
                  </a:lnTo>
                  <a:lnTo>
                    <a:pt x="12518" y="34660"/>
                  </a:lnTo>
                  <a:lnTo>
                    <a:pt x="8229" y="38072"/>
                  </a:lnTo>
                  <a:lnTo>
                    <a:pt x="4055" y="41622"/>
                  </a:lnTo>
                  <a:lnTo>
                    <a:pt x="0" y="45307"/>
                  </a:lnTo>
                  <a:lnTo>
                    <a:pt x="11443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374286" y="1367879"/>
              <a:ext cx="114433" cy="121859"/>
            </a:xfrm>
            <a:custGeom>
              <a:avLst/>
              <a:pathLst>
                <a:path w="114433" h="121859">
                  <a:moveTo>
                    <a:pt x="0" y="0"/>
                  </a:moveTo>
                  <a:lnTo>
                    <a:pt x="114433" y="1218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321559" y="1355910"/>
              <a:ext cx="334323" cy="300991"/>
            </a:xfrm>
            <a:custGeom>
              <a:avLst/>
              <a:pathLst>
                <a:path w="334323" h="300991">
                  <a:moveTo>
                    <a:pt x="52727" y="11968"/>
                  </a:moveTo>
                  <a:lnTo>
                    <a:pt x="48919" y="15660"/>
                  </a:lnTo>
                  <a:lnTo>
                    <a:pt x="45229" y="19471"/>
                  </a:lnTo>
                  <a:lnTo>
                    <a:pt x="41663" y="23397"/>
                  </a:lnTo>
                  <a:lnTo>
                    <a:pt x="38222" y="27434"/>
                  </a:lnTo>
                  <a:lnTo>
                    <a:pt x="34912" y="31579"/>
                  </a:lnTo>
                  <a:lnTo>
                    <a:pt x="31734" y="35826"/>
                  </a:lnTo>
                  <a:lnTo>
                    <a:pt x="28693" y="40172"/>
                  </a:lnTo>
                  <a:lnTo>
                    <a:pt x="25792" y="44612"/>
                  </a:lnTo>
                  <a:lnTo>
                    <a:pt x="23032" y="49142"/>
                  </a:lnTo>
                  <a:lnTo>
                    <a:pt x="20418" y="53757"/>
                  </a:lnTo>
                  <a:lnTo>
                    <a:pt x="17952" y="58453"/>
                  </a:lnTo>
                  <a:lnTo>
                    <a:pt x="15635" y="63225"/>
                  </a:lnTo>
                  <a:lnTo>
                    <a:pt x="13472" y="68068"/>
                  </a:lnTo>
                  <a:lnTo>
                    <a:pt x="11463" y="72977"/>
                  </a:lnTo>
                  <a:lnTo>
                    <a:pt x="9610" y="77947"/>
                  </a:lnTo>
                  <a:lnTo>
                    <a:pt x="7917" y="82974"/>
                  </a:lnTo>
                  <a:lnTo>
                    <a:pt x="6384" y="88052"/>
                  </a:lnTo>
                  <a:lnTo>
                    <a:pt x="5012" y="93176"/>
                  </a:lnTo>
                  <a:lnTo>
                    <a:pt x="3804" y="98340"/>
                  </a:lnTo>
                  <a:lnTo>
                    <a:pt x="2760" y="103541"/>
                  </a:lnTo>
                  <a:lnTo>
                    <a:pt x="1882" y="108772"/>
                  </a:lnTo>
                  <a:lnTo>
                    <a:pt x="1171" y="114028"/>
                  </a:lnTo>
                  <a:lnTo>
                    <a:pt x="626" y="119305"/>
                  </a:lnTo>
                  <a:lnTo>
                    <a:pt x="249" y="124595"/>
                  </a:lnTo>
                  <a:lnTo>
                    <a:pt x="40" y="129896"/>
                  </a:lnTo>
                  <a:lnTo>
                    <a:pt x="0" y="135200"/>
                  </a:lnTo>
                  <a:lnTo>
                    <a:pt x="127" y="140502"/>
                  </a:lnTo>
                  <a:lnTo>
                    <a:pt x="423" y="145798"/>
                  </a:lnTo>
                  <a:lnTo>
                    <a:pt x="887" y="151082"/>
                  </a:lnTo>
                  <a:lnTo>
                    <a:pt x="1518" y="156349"/>
                  </a:lnTo>
                  <a:lnTo>
                    <a:pt x="2316" y="161593"/>
                  </a:lnTo>
                  <a:lnTo>
                    <a:pt x="3280" y="166809"/>
                  </a:lnTo>
                  <a:lnTo>
                    <a:pt x="4408" y="171991"/>
                  </a:lnTo>
                  <a:lnTo>
                    <a:pt x="5701" y="177136"/>
                  </a:lnTo>
                  <a:lnTo>
                    <a:pt x="7156" y="182236"/>
                  </a:lnTo>
                  <a:lnTo>
                    <a:pt x="8773" y="187288"/>
                  </a:lnTo>
                  <a:lnTo>
                    <a:pt x="10549" y="192287"/>
                  </a:lnTo>
                  <a:lnTo>
                    <a:pt x="12482" y="197226"/>
                  </a:lnTo>
                  <a:lnTo>
                    <a:pt x="14571" y="202101"/>
                  </a:lnTo>
                  <a:lnTo>
                    <a:pt x="16814" y="206908"/>
                  </a:lnTo>
                  <a:lnTo>
                    <a:pt x="19208" y="211641"/>
                  </a:lnTo>
                  <a:lnTo>
                    <a:pt x="21752" y="216296"/>
                  </a:lnTo>
                  <a:lnTo>
                    <a:pt x="24441" y="220868"/>
                  </a:lnTo>
                  <a:lnTo>
                    <a:pt x="27274" y="225352"/>
                  </a:lnTo>
                  <a:lnTo>
                    <a:pt x="30248" y="229744"/>
                  </a:lnTo>
                  <a:lnTo>
                    <a:pt x="33360" y="234039"/>
                  </a:lnTo>
                  <a:lnTo>
                    <a:pt x="36607" y="238234"/>
                  </a:lnTo>
                  <a:lnTo>
                    <a:pt x="39985" y="242323"/>
                  </a:lnTo>
                  <a:lnTo>
                    <a:pt x="43491" y="246303"/>
                  </a:lnTo>
                  <a:lnTo>
                    <a:pt x="47122" y="250170"/>
                  </a:lnTo>
                  <a:lnTo>
                    <a:pt x="50874" y="253920"/>
                  </a:lnTo>
                  <a:lnTo>
                    <a:pt x="54742" y="257549"/>
                  </a:lnTo>
                  <a:lnTo>
                    <a:pt x="58724" y="261054"/>
                  </a:lnTo>
                  <a:lnTo>
                    <a:pt x="62815" y="264430"/>
                  </a:lnTo>
                  <a:lnTo>
                    <a:pt x="67011" y="267675"/>
                  </a:lnTo>
                  <a:lnTo>
                    <a:pt x="71308" y="270785"/>
                  </a:lnTo>
                  <a:lnTo>
                    <a:pt x="75701" y="273757"/>
                  </a:lnTo>
                  <a:lnTo>
                    <a:pt x="80187" y="276588"/>
                  </a:lnTo>
                  <a:lnTo>
                    <a:pt x="84760" y="279275"/>
                  </a:lnTo>
                  <a:lnTo>
                    <a:pt x="89416" y="281816"/>
                  </a:lnTo>
                  <a:lnTo>
                    <a:pt x="94150" y="284209"/>
                  </a:lnTo>
                  <a:lnTo>
                    <a:pt x="98957" y="286449"/>
                  </a:lnTo>
                  <a:lnTo>
                    <a:pt x="103834" y="288536"/>
                  </a:lnTo>
                  <a:lnTo>
                    <a:pt x="108774" y="290468"/>
                  </a:lnTo>
                  <a:lnTo>
                    <a:pt x="113773" y="292241"/>
                  </a:lnTo>
                  <a:lnTo>
                    <a:pt x="118826" y="293855"/>
                  </a:lnTo>
                  <a:lnTo>
                    <a:pt x="123927" y="295308"/>
                  </a:lnTo>
                  <a:lnTo>
                    <a:pt x="129072" y="296598"/>
                  </a:lnTo>
                  <a:lnTo>
                    <a:pt x="134255" y="297725"/>
                  </a:lnTo>
                  <a:lnTo>
                    <a:pt x="139472" y="298686"/>
                  </a:lnTo>
                  <a:lnTo>
                    <a:pt x="144716" y="299482"/>
                  </a:lnTo>
                  <a:lnTo>
                    <a:pt x="149983" y="300111"/>
                  </a:lnTo>
                  <a:lnTo>
                    <a:pt x="155267" y="300572"/>
                  </a:lnTo>
                  <a:lnTo>
                    <a:pt x="160563" y="300865"/>
                  </a:lnTo>
                  <a:lnTo>
                    <a:pt x="165866" y="300991"/>
                  </a:lnTo>
                  <a:lnTo>
                    <a:pt x="171170" y="300948"/>
                  </a:lnTo>
                  <a:lnTo>
                    <a:pt x="176470" y="300736"/>
                  </a:lnTo>
                  <a:lnTo>
                    <a:pt x="181761" y="300357"/>
                  </a:lnTo>
                  <a:lnTo>
                    <a:pt x="187037" y="299810"/>
                  </a:lnTo>
                  <a:lnTo>
                    <a:pt x="192292" y="299096"/>
                  </a:lnTo>
                  <a:lnTo>
                    <a:pt x="197523" y="298215"/>
                  </a:lnTo>
                  <a:lnTo>
                    <a:pt x="202723" y="297169"/>
                  </a:lnTo>
                  <a:lnTo>
                    <a:pt x="207887" y="295959"/>
                  </a:lnTo>
                  <a:lnTo>
                    <a:pt x="213011" y="294585"/>
                  </a:lnTo>
                  <a:lnTo>
                    <a:pt x="218088" y="293050"/>
                  </a:lnTo>
                  <a:lnTo>
                    <a:pt x="223114" y="291354"/>
                  </a:lnTo>
                  <a:lnTo>
                    <a:pt x="228083" y="289499"/>
                  </a:lnTo>
                  <a:lnTo>
                    <a:pt x="232991" y="287488"/>
                  </a:lnTo>
                  <a:lnTo>
                    <a:pt x="237833" y="285322"/>
                  </a:lnTo>
                  <a:lnTo>
                    <a:pt x="242604" y="283004"/>
                  </a:lnTo>
                  <a:lnTo>
                    <a:pt x="247299" y="280535"/>
                  </a:lnTo>
                  <a:lnTo>
                    <a:pt x="251913" y="277919"/>
                  </a:lnTo>
                  <a:lnTo>
                    <a:pt x="256442" y="275157"/>
                  </a:lnTo>
                  <a:lnTo>
                    <a:pt x="260881" y="272254"/>
                  </a:lnTo>
                  <a:lnTo>
                    <a:pt x="265225" y="269211"/>
                  </a:lnTo>
                  <a:lnTo>
                    <a:pt x="269471" y="266031"/>
                  </a:lnTo>
                  <a:lnTo>
                    <a:pt x="273614" y="262719"/>
                  </a:lnTo>
                  <a:lnTo>
                    <a:pt x="277649" y="259277"/>
                  </a:lnTo>
                  <a:lnTo>
                    <a:pt x="281574" y="255708"/>
                  </a:lnTo>
                  <a:lnTo>
                    <a:pt x="285383" y="252017"/>
                  </a:lnTo>
                  <a:lnTo>
                    <a:pt x="289073" y="248207"/>
                  </a:lnTo>
                  <a:lnTo>
                    <a:pt x="292641" y="244281"/>
                  </a:lnTo>
                  <a:lnTo>
                    <a:pt x="296082" y="240245"/>
                  </a:lnTo>
                  <a:lnTo>
                    <a:pt x="299393" y="236101"/>
                  </a:lnTo>
                  <a:lnTo>
                    <a:pt x="302571" y="231854"/>
                  </a:lnTo>
                  <a:lnTo>
                    <a:pt x="305613" y="227509"/>
                  </a:lnTo>
                  <a:lnTo>
                    <a:pt x="308515" y="223069"/>
                  </a:lnTo>
                  <a:lnTo>
                    <a:pt x="311275" y="218540"/>
                  </a:lnTo>
                  <a:lnTo>
                    <a:pt x="313890" y="213925"/>
                  </a:lnTo>
                  <a:lnTo>
                    <a:pt x="316358" y="209230"/>
                  </a:lnTo>
                  <a:lnTo>
                    <a:pt x="318675" y="204458"/>
                  </a:lnTo>
                  <a:lnTo>
                    <a:pt x="320839" y="199616"/>
                  </a:lnTo>
                  <a:lnTo>
                    <a:pt x="322849" y="194707"/>
                  </a:lnTo>
                  <a:lnTo>
                    <a:pt x="324702" y="189737"/>
                  </a:lnTo>
                  <a:lnTo>
                    <a:pt x="326397" y="184711"/>
                  </a:lnTo>
                  <a:lnTo>
                    <a:pt x="327931" y="179633"/>
                  </a:lnTo>
                  <a:lnTo>
                    <a:pt x="329303" y="174509"/>
                  </a:lnTo>
                  <a:lnTo>
                    <a:pt x="330512" y="169345"/>
                  </a:lnTo>
                  <a:lnTo>
                    <a:pt x="331557" y="164144"/>
                  </a:lnTo>
                  <a:lnTo>
                    <a:pt x="332436" y="158913"/>
                  </a:lnTo>
                  <a:lnTo>
                    <a:pt x="333149" y="153657"/>
                  </a:lnTo>
                  <a:lnTo>
                    <a:pt x="333694" y="148381"/>
                  </a:lnTo>
                  <a:lnTo>
                    <a:pt x="334072" y="143090"/>
                  </a:lnTo>
                  <a:lnTo>
                    <a:pt x="334282" y="137790"/>
                  </a:lnTo>
                  <a:lnTo>
                    <a:pt x="334323" y="132486"/>
                  </a:lnTo>
                  <a:lnTo>
                    <a:pt x="334197" y="127184"/>
                  </a:lnTo>
                  <a:lnTo>
                    <a:pt x="333902" y="121887"/>
                  </a:lnTo>
                  <a:lnTo>
                    <a:pt x="333439" y="116603"/>
                  </a:lnTo>
                  <a:lnTo>
                    <a:pt x="332809" y="111337"/>
                  </a:lnTo>
                  <a:lnTo>
                    <a:pt x="332012" y="106093"/>
                  </a:lnTo>
                  <a:lnTo>
                    <a:pt x="331049" y="100877"/>
                  </a:lnTo>
                  <a:lnTo>
                    <a:pt x="329921" y="95694"/>
                  </a:lnTo>
                  <a:lnTo>
                    <a:pt x="328629" y="90549"/>
                  </a:lnTo>
                  <a:lnTo>
                    <a:pt x="327175" y="85448"/>
                  </a:lnTo>
                  <a:lnTo>
                    <a:pt x="325559" y="80396"/>
                  </a:lnTo>
                  <a:lnTo>
                    <a:pt x="323784" y="75397"/>
                  </a:lnTo>
                  <a:lnTo>
                    <a:pt x="321852" y="70458"/>
                  </a:lnTo>
                  <a:lnTo>
                    <a:pt x="319763" y="65582"/>
                  </a:lnTo>
                  <a:lnTo>
                    <a:pt x="317521" y="60775"/>
                  </a:lnTo>
                  <a:lnTo>
                    <a:pt x="315128" y="56041"/>
                  </a:lnTo>
                  <a:lnTo>
                    <a:pt x="312586" y="51386"/>
                  </a:lnTo>
                  <a:lnTo>
                    <a:pt x="309897" y="46814"/>
                  </a:lnTo>
                  <a:lnTo>
                    <a:pt x="307064" y="42329"/>
                  </a:lnTo>
                  <a:lnTo>
                    <a:pt x="304091" y="37937"/>
                  </a:lnTo>
                  <a:lnTo>
                    <a:pt x="300980" y="33641"/>
                  </a:lnTo>
                  <a:lnTo>
                    <a:pt x="297734" y="29446"/>
                  </a:lnTo>
                  <a:lnTo>
                    <a:pt x="294357" y="25356"/>
                  </a:lnTo>
                  <a:lnTo>
                    <a:pt x="290851" y="21375"/>
                  </a:lnTo>
                  <a:lnTo>
                    <a:pt x="287221" y="17507"/>
                  </a:lnTo>
                  <a:lnTo>
                    <a:pt x="283470" y="13757"/>
                  </a:lnTo>
                  <a:lnTo>
                    <a:pt x="279602" y="10127"/>
                  </a:lnTo>
                  <a:lnTo>
                    <a:pt x="275621" y="6622"/>
                  </a:lnTo>
                  <a:lnTo>
                    <a:pt x="271531" y="3245"/>
                  </a:lnTo>
                  <a:lnTo>
                    <a:pt x="267335" y="0"/>
                  </a:lnTo>
                  <a:lnTo>
                    <a:pt x="167161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488720" y="1322571"/>
              <a:ext cx="100174" cy="167167"/>
            </a:xfrm>
            <a:custGeom>
              <a:avLst/>
              <a:pathLst>
                <a:path w="100174" h="167167">
                  <a:moveTo>
                    <a:pt x="100174" y="33338"/>
                  </a:moveTo>
                  <a:lnTo>
                    <a:pt x="95591" y="30028"/>
                  </a:lnTo>
                  <a:lnTo>
                    <a:pt x="90900" y="26874"/>
                  </a:lnTo>
                  <a:lnTo>
                    <a:pt x="86104" y="23881"/>
                  </a:lnTo>
                  <a:lnTo>
                    <a:pt x="81210" y="21051"/>
                  </a:lnTo>
                  <a:lnTo>
                    <a:pt x="76223" y="18389"/>
                  </a:lnTo>
                  <a:lnTo>
                    <a:pt x="71149" y="15897"/>
                  </a:lnTo>
                  <a:lnTo>
                    <a:pt x="65993" y="13577"/>
                  </a:lnTo>
                  <a:lnTo>
                    <a:pt x="60762" y="11434"/>
                  </a:lnTo>
                  <a:lnTo>
                    <a:pt x="55462" y="9468"/>
                  </a:lnTo>
                  <a:lnTo>
                    <a:pt x="50098" y="7683"/>
                  </a:lnTo>
                  <a:lnTo>
                    <a:pt x="44677" y="6080"/>
                  </a:lnTo>
                  <a:lnTo>
                    <a:pt x="39205" y="4662"/>
                  </a:lnTo>
                  <a:lnTo>
                    <a:pt x="33688" y="3429"/>
                  </a:lnTo>
                  <a:lnTo>
                    <a:pt x="28132" y="2384"/>
                  </a:lnTo>
                  <a:lnTo>
                    <a:pt x="22544" y="1527"/>
                  </a:lnTo>
                  <a:lnTo>
                    <a:pt x="16931" y="859"/>
                  </a:lnTo>
                  <a:lnTo>
                    <a:pt x="11298" y="382"/>
                  </a:lnTo>
                  <a:lnTo>
                    <a:pt x="565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3824" y="1681503"/>
              <a:ext cx="82700" cy="167167"/>
            </a:xfrm>
            <a:custGeom>
              <a:avLst/>
              <a:pathLst>
                <a:path w="82700" h="167167">
                  <a:moveTo>
                    <a:pt x="82700" y="0"/>
                  </a:moveTo>
                  <a:lnTo>
                    <a:pt x="76934" y="99"/>
                  </a:lnTo>
                  <a:lnTo>
                    <a:pt x="71175" y="397"/>
                  </a:lnTo>
                  <a:lnTo>
                    <a:pt x="65429" y="894"/>
                  </a:lnTo>
                  <a:lnTo>
                    <a:pt x="59704" y="1589"/>
                  </a:lnTo>
                  <a:lnTo>
                    <a:pt x="54006" y="2481"/>
                  </a:lnTo>
                  <a:lnTo>
                    <a:pt x="48343" y="3568"/>
                  </a:lnTo>
                  <a:lnTo>
                    <a:pt x="42720" y="4851"/>
                  </a:lnTo>
                  <a:lnTo>
                    <a:pt x="37145" y="6327"/>
                  </a:lnTo>
                  <a:lnTo>
                    <a:pt x="31624" y="7994"/>
                  </a:lnTo>
                  <a:lnTo>
                    <a:pt x="26164" y="9850"/>
                  </a:lnTo>
                  <a:lnTo>
                    <a:pt x="20771" y="11894"/>
                  </a:lnTo>
                  <a:lnTo>
                    <a:pt x="15452" y="14123"/>
                  </a:lnTo>
                  <a:lnTo>
                    <a:pt x="10213" y="16533"/>
                  </a:lnTo>
                  <a:lnTo>
                    <a:pt x="5060" y="19123"/>
                  </a:lnTo>
                  <a:lnTo>
                    <a:pt x="0" y="21890"/>
                  </a:lnTo>
                  <a:lnTo>
                    <a:pt x="8270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03824" y="1703393"/>
              <a:ext cx="82700" cy="145277"/>
            </a:xfrm>
            <a:custGeom>
              <a:avLst/>
              <a:pathLst>
                <a:path w="82700" h="145277">
                  <a:moveTo>
                    <a:pt x="0" y="0"/>
                  </a:moveTo>
                  <a:lnTo>
                    <a:pt x="82700" y="145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919362" y="1681503"/>
              <a:ext cx="334315" cy="334332"/>
            </a:xfrm>
            <a:custGeom>
              <a:avLst/>
              <a:pathLst>
                <a:path w="334315" h="334332">
                  <a:moveTo>
                    <a:pt x="84461" y="21890"/>
                  </a:moveTo>
                  <a:lnTo>
                    <a:pt x="79901" y="24582"/>
                  </a:lnTo>
                  <a:lnTo>
                    <a:pt x="75428" y="27417"/>
                  </a:lnTo>
                  <a:lnTo>
                    <a:pt x="71048" y="30393"/>
                  </a:lnTo>
                  <a:lnTo>
                    <a:pt x="66764" y="33506"/>
                  </a:lnTo>
                  <a:lnTo>
                    <a:pt x="62581" y="36753"/>
                  </a:lnTo>
                  <a:lnTo>
                    <a:pt x="58502" y="40131"/>
                  </a:lnTo>
                  <a:lnTo>
                    <a:pt x="54533" y="43637"/>
                  </a:lnTo>
                  <a:lnTo>
                    <a:pt x="50677" y="47266"/>
                  </a:lnTo>
                  <a:lnTo>
                    <a:pt x="46938" y="51016"/>
                  </a:lnTo>
                  <a:lnTo>
                    <a:pt x="43319" y="54882"/>
                  </a:lnTo>
                  <a:lnTo>
                    <a:pt x="39825" y="58861"/>
                  </a:lnTo>
                  <a:lnTo>
                    <a:pt x="36458" y="62949"/>
                  </a:lnTo>
                  <a:lnTo>
                    <a:pt x="33222" y="67141"/>
                  </a:lnTo>
                  <a:lnTo>
                    <a:pt x="30121" y="71433"/>
                  </a:lnTo>
                  <a:lnTo>
                    <a:pt x="27158" y="75822"/>
                  </a:lnTo>
                  <a:lnTo>
                    <a:pt x="24335" y="80303"/>
                  </a:lnTo>
                  <a:lnTo>
                    <a:pt x="21655" y="84870"/>
                  </a:lnTo>
                  <a:lnTo>
                    <a:pt x="19121" y="89520"/>
                  </a:lnTo>
                  <a:lnTo>
                    <a:pt x="16736" y="94248"/>
                  </a:lnTo>
                  <a:lnTo>
                    <a:pt x="14502" y="99049"/>
                  </a:lnTo>
                  <a:lnTo>
                    <a:pt x="12421" y="103919"/>
                  </a:lnTo>
                  <a:lnTo>
                    <a:pt x="10496" y="108852"/>
                  </a:lnTo>
                  <a:lnTo>
                    <a:pt x="8727" y="113843"/>
                  </a:lnTo>
                  <a:lnTo>
                    <a:pt x="7118" y="118889"/>
                  </a:lnTo>
                  <a:lnTo>
                    <a:pt x="5669" y="123982"/>
                  </a:lnTo>
                  <a:lnTo>
                    <a:pt x="4382" y="129119"/>
                  </a:lnTo>
                  <a:lnTo>
                    <a:pt x="3258" y="134294"/>
                  </a:lnTo>
                  <a:lnTo>
                    <a:pt x="2299" y="139502"/>
                  </a:lnTo>
                  <a:lnTo>
                    <a:pt x="1506" y="144738"/>
                  </a:lnTo>
                  <a:lnTo>
                    <a:pt x="879" y="149996"/>
                  </a:lnTo>
                  <a:lnTo>
                    <a:pt x="418" y="155271"/>
                  </a:lnTo>
                  <a:lnTo>
                    <a:pt x="125" y="160559"/>
                  </a:lnTo>
                  <a:lnTo>
                    <a:pt x="0" y="165853"/>
                  </a:lnTo>
                  <a:lnTo>
                    <a:pt x="42" y="171148"/>
                  </a:lnTo>
                  <a:lnTo>
                    <a:pt x="252" y="176440"/>
                  </a:lnTo>
                  <a:lnTo>
                    <a:pt x="629" y="181722"/>
                  </a:lnTo>
                  <a:lnTo>
                    <a:pt x="1174" y="186989"/>
                  </a:lnTo>
                  <a:lnTo>
                    <a:pt x="1885" y="192237"/>
                  </a:lnTo>
                  <a:lnTo>
                    <a:pt x="2762" y="197459"/>
                  </a:lnTo>
                  <a:lnTo>
                    <a:pt x="3804" y="202651"/>
                  </a:lnTo>
                  <a:lnTo>
                    <a:pt x="5010" y="207808"/>
                  </a:lnTo>
                  <a:lnTo>
                    <a:pt x="6378" y="212923"/>
                  </a:lnTo>
                  <a:lnTo>
                    <a:pt x="7908" y="217993"/>
                  </a:lnTo>
                  <a:lnTo>
                    <a:pt x="9598" y="223012"/>
                  </a:lnTo>
                  <a:lnTo>
                    <a:pt x="11446" y="227975"/>
                  </a:lnTo>
                  <a:lnTo>
                    <a:pt x="13450" y="232876"/>
                  </a:lnTo>
                  <a:lnTo>
                    <a:pt x="15609" y="237712"/>
                  </a:lnTo>
                  <a:lnTo>
                    <a:pt x="17919" y="242477"/>
                  </a:lnTo>
                  <a:lnTo>
                    <a:pt x="20379" y="247166"/>
                  </a:lnTo>
                  <a:lnTo>
                    <a:pt x="22987" y="251775"/>
                  </a:lnTo>
                  <a:lnTo>
                    <a:pt x="25739" y="256300"/>
                  </a:lnTo>
                  <a:lnTo>
                    <a:pt x="28633" y="260734"/>
                  </a:lnTo>
                  <a:lnTo>
                    <a:pt x="31667" y="265075"/>
                  </a:lnTo>
                  <a:lnTo>
                    <a:pt x="34836" y="269318"/>
                  </a:lnTo>
                  <a:lnTo>
                    <a:pt x="38138" y="273458"/>
                  </a:lnTo>
                  <a:lnTo>
                    <a:pt x="41569" y="277491"/>
                  </a:lnTo>
                  <a:lnTo>
                    <a:pt x="45127" y="281414"/>
                  </a:lnTo>
                  <a:lnTo>
                    <a:pt x="48806" y="285222"/>
                  </a:lnTo>
                  <a:lnTo>
                    <a:pt x="52605" y="288911"/>
                  </a:lnTo>
                  <a:lnTo>
                    <a:pt x="56519" y="292479"/>
                  </a:lnTo>
                  <a:lnTo>
                    <a:pt x="60543" y="295921"/>
                  </a:lnTo>
                  <a:lnTo>
                    <a:pt x="64675" y="299233"/>
                  </a:lnTo>
                  <a:lnTo>
                    <a:pt x="68910" y="302413"/>
                  </a:lnTo>
                  <a:lnTo>
                    <a:pt x="73243" y="305457"/>
                  </a:lnTo>
                  <a:lnTo>
                    <a:pt x="77670" y="308363"/>
                  </a:lnTo>
                  <a:lnTo>
                    <a:pt x="82187" y="311126"/>
                  </a:lnTo>
                  <a:lnTo>
                    <a:pt x="86790" y="313746"/>
                  </a:lnTo>
                  <a:lnTo>
                    <a:pt x="91473" y="316218"/>
                  </a:lnTo>
                  <a:lnTo>
                    <a:pt x="96232" y="318540"/>
                  </a:lnTo>
                  <a:lnTo>
                    <a:pt x="101062" y="320711"/>
                  </a:lnTo>
                  <a:lnTo>
                    <a:pt x="105959" y="322728"/>
                  </a:lnTo>
                  <a:lnTo>
                    <a:pt x="110917" y="324588"/>
                  </a:lnTo>
                  <a:lnTo>
                    <a:pt x="115931" y="326291"/>
                  </a:lnTo>
                  <a:lnTo>
                    <a:pt x="120997" y="327834"/>
                  </a:lnTo>
                  <a:lnTo>
                    <a:pt x="126109" y="329215"/>
                  </a:lnTo>
                  <a:lnTo>
                    <a:pt x="131262" y="330434"/>
                  </a:lnTo>
                  <a:lnTo>
                    <a:pt x="136452" y="331489"/>
                  </a:lnTo>
                  <a:lnTo>
                    <a:pt x="141672" y="332380"/>
                  </a:lnTo>
                  <a:lnTo>
                    <a:pt x="146918" y="333104"/>
                  </a:lnTo>
                  <a:lnTo>
                    <a:pt x="152184" y="333662"/>
                  </a:lnTo>
                  <a:lnTo>
                    <a:pt x="157465" y="334053"/>
                  </a:lnTo>
                  <a:lnTo>
                    <a:pt x="162756" y="334276"/>
                  </a:lnTo>
                  <a:lnTo>
                    <a:pt x="168051" y="334332"/>
                  </a:lnTo>
                  <a:lnTo>
                    <a:pt x="173345" y="334220"/>
                  </a:lnTo>
                  <a:lnTo>
                    <a:pt x="178634" y="333940"/>
                  </a:lnTo>
                  <a:lnTo>
                    <a:pt x="183910" y="333493"/>
                  </a:lnTo>
                  <a:lnTo>
                    <a:pt x="189170" y="332879"/>
                  </a:lnTo>
                  <a:lnTo>
                    <a:pt x="194408" y="332099"/>
                  </a:lnTo>
                  <a:lnTo>
                    <a:pt x="199618" y="331153"/>
                  </a:lnTo>
                  <a:lnTo>
                    <a:pt x="204796" y="330043"/>
                  </a:lnTo>
                  <a:lnTo>
                    <a:pt x="209936" y="328769"/>
                  </a:lnTo>
                  <a:lnTo>
                    <a:pt x="215033" y="327333"/>
                  </a:lnTo>
                  <a:lnTo>
                    <a:pt x="220083" y="325737"/>
                  </a:lnTo>
                  <a:lnTo>
                    <a:pt x="225079" y="323981"/>
                  </a:lnTo>
                  <a:lnTo>
                    <a:pt x="230016" y="322068"/>
                  </a:lnTo>
                  <a:lnTo>
                    <a:pt x="234891" y="319999"/>
                  </a:lnTo>
                  <a:lnTo>
                    <a:pt x="239698" y="317777"/>
                  </a:lnTo>
                  <a:lnTo>
                    <a:pt x="244432" y="315404"/>
                  </a:lnTo>
                  <a:lnTo>
                    <a:pt x="249089" y="312882"/>
                  </a:lnTo>
                  <a:lnTo>
                    <a:pt x="253663" y="310214"/>
                  </a:lnTo>
                  <a:lnTo>
                    <a:pt x="258151" y="307402"/>
                  </a:lnTo>
                  <a:lnTo>
                    <a:pt x="262547" y="304450"/>
                  </a:lnTo>
                  <a:lnTo>
                    <a:pt x="266847" y="301360"/>
                  </a:lnTo>
                  <a:lnTo>
                    <a:pt x="271048" y="298135"/>
                  </a:lnTo>
                  <a:lnTo>
                    <a:pt x="275144" y="294779"/>
                  </a:lnTo>
                  <a:lnTo>
                    <a:pt x="279132" y="291295"/>
                  </a:lnTo>
                  <a:lnTo>
                    <a:pt x="283007" y="287686"/>
                  </a:lnTo>
                  <a:lnTo>
                    <a:pt x="286766" y="283956"/>
                  </a:lnTo>
                  <a:lnTo>
                    <a:pt x="290406" y="280109"/>
                  </a:lnTo>
                  <a:lnTo>
                    <a:pt x="293921" y="276149"/>
                  </a:lnTo>
                  <a:lnTo>
                    <a:pt x="297309" y="272079"/>
                  </a:lnTo>
                  <a:lnTo>
                    <a:pt x="300567" y="267904"/>
                  </a:lnTo>
                  <a:lnTo>
                    <a:pt x="303691" y="263628"/>
                  </a:lnTo>
                  <a:lnTo>
                    <a:pt x="306678" y="259255"/>
                  </a:lnTo>
                  <a:lnTo>
                    <a:pt x="309525" y="254790"/>
                  </a:lnTo>
                  <a:lnTo>
                    <a:pt x="312229" y="250237"/>
                  </a:lnTo>
                  <a:lnTo>
                    <a:pt x="314787" y="245600"/>
                  </a:lnTo>
                  <a:lnTo>
                    <a:pt x="317197" y="240885"/>
                  </a:lnTo>
                  <a:lnTo>
                    <a:pt x="319457" y="236096"/>
                  </a:lnTo>
                  <a:lnTo>
                    <a:pt x="321564" y="231237"/>
                  </a:lnTo>
                  <a:lnTo>
                    <a:pt x="323516" y="226315"/>
                  </a:lnTo>
                  <a:lnTo>
                    <a:pt x="325311" y="221332"/>
                  </a:lnTo>
                  <a:lnTo>
                    <a:pt x="326947" y="216296"/>
                  </a:lnTo>
                  <a:lnTo>
                    <a:pt x="328423" y="211210"/>
                  </a:lnTo>
                  <a:lnTo>
                    <a:pt x="329737" y="206080"/>
                  </a:lnTo>
                  <a:lnTo>
                    <a:pt x="330888" y="200911"/>
                  </a:lnTo>
                  <a:lnTo>
                    <a:pt x="331875" y="195709"/>
                  </a:lnTo>
                  <a:lnTo>
                    <a:pt x="332696" y="190477"/>
                  </a:lnTo>
                  <a:lnTo>
                    <a:pt x="333351" y="185222"/>
                  </a:lnTo>
                  <a:lnTo>
                    <a:pt x="333840" y="179949"/>
                  </a:lnTo>
                  <a:lnTo>
                    <a:pt x="334161" y="174663"/>
                  </a:lnTo>
                  <a:lnTo>
                    <a:pt x="334315" y="169370"/>
                  </a:lnTo>
                  <a:lnTo>
                    <a:pt x="334301" y="164075"/>
                  </a:lnTo>
                  <a:lnTo>
                    <a:pt x="334119" y="158782"/>
                  </a:lnTo>
                  <a:lnTo>
                    <a:pt x="333769" y="153498"/>
                  </a:lnTo>
                  <a:lnTo>
                    <a:pt x="333253" y="148228"/>
                  </a:lnTo>
                  <a:lnTo>
                    <a:pt x="332570" y="142977"/>
                  </a:lnTo>
                  <a:lnTo>
                    <a:pt x="331720" y="137749"/>
                  </a:lnTo>
                  <a:lnTo>
                    <a:pt x="330706" y="132552"/>
                  </a:lnTo>
                  <a:lnTo>
                    <a:pt x="329528" y="127389"/>
                  </a:lnTo>
                  <a:lnTo>
                    <a:pt x="328186" y="122266"/>
                  </a:lnTo>
                  <a:lnTo>
                    <a:pt x="326683" y="117189"/>
                  </a:lnTo>
                  <a:lnTo>
                    <a:pt x="325020" y="112161"/>
                  </a:lnTo>
                  <a:lnTo>
                    <a:pt x="323199" y="107188"/>
                  </a:lnTo>
                  <a:lnTo>
                    <a:pt x="321221" y="102276"/>
                  </a:lnTo>
                  <a:lnTo>
                    <a:pt x="319088" y="97429"/>
                  </a:lnTo>
                  <a:lnTo>
                    <a:pt x="316803" y="92652"/>
                  </a:lnTo>
                  <a:lnTo>
                    <a:pt x="314368" y="87950"/>
                  </a:lnTo>
                  <a:lnTo>
                    <a:pt x="311785" y="83327"/>
                  </a:lnTo>
                  <a:lnTo>
                    <a:pt x="309056" y="78788"/>
                  </a:lnTo>
                  <a:lnTo>
                    <a:pt x="306186" y="74338"/>
                  </a:lnTo>
                  <a:lnTo>
                    <a:pt x="303176" y="69981"/>
                  </a:lnTo>
                  <a:lnTo>
                    <a:pt x="300029" y="65722"/>
                  </a:lnTo>
                  <a:lnTo>
                    <a:pt x="296749" y="61564"/>
                  </a:lnTo>
                  <a:lnTo>
                    <a:pt x="293340" y="57512"/>
                  </a:lnTo>
                  <a:lnTo>
                    <a:pt x="289803" y="53571"/>
                  </a:lnTo>
                  <a:lnTo>
                    <a:pt x="286143" y="49743"/>
                  </a:lnTo>
                  <a:lnTo>
                    <a:pt x="282364" y="46034"/>
                  </a:lnTo>
                  <a:lnTo>
                    <a:pt x="278470" y="42445"/>
                  </a:lnTo>
                  <a:lnTo>
                    <a:pt x="274463" y="38982"/>
                  </a:lnTo>
                  <a:lnTo>
                    <a:pt x="270349" y="35648"/>
                  </a:lnTo>
                  <a:lnTo>
                    <a:pt x="266132" y="32446"/>
                  </a:lnTo>
                  <a:lnTo>
                    <a:pt x="261815" y="29378"/>
                  </a:lnTo>
                  <a:lnTo>
                    <a:pt x="257403" y="26449"/>
                  </a:lnTo>
                  <a:lnTo>
                    <a:pt x="252901" y="23662"/>
                  </a:lnTo>
                  <a:lnTo>
                    <a:pt x="248312" y="21018"/>
                  </a:lnTo>
                  <a:lnTo>
                    <a:pt x="243643" y="18521"/>
                  </a:lnTo>
                  <a:lnTo>
                    <a:pt x="238896" y="16173"/>
                  </a:lnTo>
                  <a:lnTo>
                    <a:pt x="234077" y="13977"/>
                  </a:lnTo>
                  <a:lnTo>
                    <a:pt x="229192" y="11934"/>
                  </a:lnTo>
                  <a:lnTo>
                    <a:pt x="224244" y="10047"/>
                  </a:lnTo>
                  <a:lnTo>
                    <a:pt x="219238" y="8318"/>
                  </a:lnTo>
                  <a:lnTo>
                    <a:pt x="214181" y="6748"/>
                  </a:lnTo>
                  <a:lnTo>
                    <a:pt x="209076" y="5339"/>
                  </a:lnTo>
                  <a:lnTo>
                    <a:pt x="203929" y="4093"/>
                  </a:lnTo>
                  <a:lnTo>
                    <a:pt x="198746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76535" y="2126963"/>
              <a:ext cx="104752" cy="167167"/>
            </a:xfrm>
            <a:custGeom>
              <a:avLst/>
              <a:pathLst>
                <a:path w="104752" h="167167">
                  <a:moveTo>
                    <a:pt x="104752" y="0"/>
                  </a:moveTo>
                  <a:lnTo>
                    <a:pt x="99092" y="95"/>
                  </a:lnTo>
                  <a:lnTo>
                    <a:pt x="93439" y="383"/>
                  </a:lnTo>
                  <a:lnTo>
                    <a:pt x="87800" y="861"/>
                  </a:lnTo>
                  <a:lnTo>
                    <a:pt x="82179" y="1531"/>
                  </a:lnTo>
                  <a:lnTo>
                    <a:pt x="76584" y="2390"/>
                  </a:lnTo>
                  <a:lnTo>
                    <a:pt x="71022" y="3438"/>
                  </a:lnTo>
                  <a:lnTo>
                    <a:pt x="65498" y="4673"/>
                  </a:lnTo>
                  <a:lnTo>
                    <a:pt x="60020" y="6096"/>
                  </a:lnTo>
                  <a:lnTo>
                    <a:pt x="54592" y="7702"/>
                  </a:lnTo>
                  <a:lnTo>
                    <a:pt x="49222" y="9492"/>
                  </a:lnTo>
                  <a:lnTo>
                    <a:pt x="43916" y="11462"/>
                  </a:lnTo>
                  <a:lnTo>
                    <a:pt x="38680" y="13611"/>
                  </a:lnTo>
                  <a:lnTo>
                    <a:pt x="33519" y="15936"/>
                  </a:lnTo>
                  <a:lnTo>
                    <a:pt x="28440" y="18434"/>
                  </a:lnTo>
                  <a:lnTo>
                    <a:pt x="23449" y="21103"/>
                  </a:lnTo>
                  <a:lnTo>
                    <a:pt x="18550" y="23939"/>
                  </a:lnTo>
                  <a:lnTo>
                    <a:pt x="13751" y="26939"/>
                  </a:lnTo>
                  <a:lnTo>
                    <a:pt x="9055" y="30101"/>
                  </a:lnTo>
                  <a:lnTo>
                    <a:pt x="4470" y="33419"/>
                  </a:lnTo>
                  <a:lnTo>
                    <a:pt x="0" y="36891"/>
                  </a:lnTo>
                  <a:lnTo>
                    <a:pt x="1047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76535" y="2163854"/>
              <a:ext cx="104752" cy="130276"/>
            </a:xfrm>
            <a:custGeom>
              <a:avLst/>
              <a:pathLst>
                <a:path w="104752" h="130276">
                  <a:moveTo>
                    <a:pt x="0" y="0"/>
                  </a:moveTo>
                  <a:lnTo>
                    <a:pt x="104752" y="1302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14123" y="2127636"/>
              <a:ext cx="334325" cy="333656"/>
            </a:xfrm>
            <a:custGeom>
              <a:avLst/>
              <a:pathLst>
                <a:path w="334325" h="333656">
                  <a:moveTo>
                    <a:pt x="62412" y="36218"/>
                  </a:moveTo>
                  <a:lnTo>
                    <a:pt x="58335" y="39603"/>
                  </a:lnTo>
                  <a:lnTo>
                    <a:pt x="54368" y="43117"/>
                  </a:lnTo>
                  <a:lnTo>
                    <a:pt x="50514" y="46754"/>
                  </a:lnTo>
                  <a:lnTo>
                    <a:pt x="46777" y="50512"/>
                  </a:lnTo>
                  <a:lnTo>
                    <a:pt x="43161" y="54386"/>
                  </a:lnTo>
                  <a:lnTo>
                    <a:pt x="39670" y="58373"/>
                  </a:lnTo>
                  <a:lnTo>
                    <a:pt x="36307" y="62468"/>
                  </a:lnTo>
                  <a:lnTo>
                    <a:pt x="33075" y="66668"/>
                  </a:lnTo>
                  <a:lnTo>
                    <a:pt x="29978" y="70969"/>
                  </a:lnTo>
                  <a:lnTo>
                    <a:pt x="27020" y="75365"/>
                  </a:lnTo>
                  <a:lnTo>
                    <a:pt x="24201" y="79853"/>
                  </a:lnTo>
                  <a:lnTo>
                    <a:pt x="21527" y="84428"/>
                  </a:lnTo>
                  <a:lnTo>
                    <a:pt x="18999" y="89085"/>
                  </a:lnTo>
                  <a:lnTo>
                    <a:pt x="16620" y="93821"/>
                  </a:lnTo>
                  <a:lnTo>
                    <a:pt x="14392" y="98629"/>
                  </a:lnTo>
                  <a:lnTo>
                    <a:pt x="12318" y="103506"/>
                  </a:lnTo>
                  <a:lnTo>
                    <a:pt x="10399" y="108445"/>
                  </a:lnTo>
                  <a:lnTo>
                    <a:pt x="8638" y="113444"/>
                  </a:lnTo>
                  <a:lnTo>
                    <a:pt x="7036" y="118495"/>
                  </a:lnTo>
                  <a:lnTo>
                    <a:pt x="5595" y="123595"/>
                  </a:lnTo>
                  <a:lnTo>
                    <a:pt x="4316" y="128738"/>
                  </a:lnTo>
                  <a:lnTo>
                    <a:pt x="3201" y="133918"/>
                  </a:lnTo>
                  <a:lnTo>
                    <a:pt x="2251" y="139132"/>
                  </a:lnTo>
                  <a:lnTo>
                    <a:pt x="1467" y="144373"/>
                  </a:lnTo>
                  <a:lnTo>
                    <a:pt x="849" y="149636"/>
                  </a:lnTo>
                  <a:lnTo>
                    <a:pt x="398" y="154916"/>
                  </a:lnTo>
                  <a:lnTo>
                    <a:pt x="115" y="160208"/>
                  </a:lnTo>
                  <a:lnTo>
                    <a:pt x="0" y="165506"/>
                  </a:lnTo>
                  <a:lnTo>
                    <a:pt x="52" y="170805"/>
                  </a:lnTo>
                  <a:lnTo>
                    <a:pt x="273" y="176100"/>
                  </a:lnTo>
                  <a:lnTo>
                    <a:pt x="661" y="181385"/>
                  </a:lnTo>
                  <a:lnTo>
                    <a:pt x="1217" y="186655"/>
                  </a:lnTo>
                  <a:lnTo>
                    <a:pt x="1939" y="191905"/>
                  </a:lnTo>
                  <a:lnTo>
                    <a:pt x="2828" y="197130"/>
                  </a:lnTo>
                  <a:lnTo>
                    <a:pt x="3881" y="202323"/>
                  </a:lnTo>
                  <a:lnTo>
                    <a:pt x="5099" y="207481"/>
                  </a:lnTo>
                  <a:lnTo>
                    <a:pt x="6480" y="212597"/>
                  </a:lnTo>
                  <a:lnTo>
                    <a:pt x="8022" y="217667"/>
                  </a:lnTo>
                  <a:lnTo>
                    <a:pt x="9724" y="222686"/>
                  </a:lnTo>
                  <a:lnTo>
                    <a:pt x="11584" y="227648"/>
                  </a:lnTo>
                  <a:lnTo>
                    <a:pt x="13601" y="232549"/>
                  </a:lnTo>
                  <a:lnTo>
                    <a:pt x="15771" y="237383"/>
                  </a:lnTo>
                  <a:lnTo>
                    <a:pt x="18094" y="242146"/>
                  </a:lnTo>
                  <a:lnTo>
                    <a:pt x="20567" y="246833"/>
                  </a:lnTo>
                  <a:lnTo>
                    <a:pt x="23188" y="251439"/>
                  </a:lnTo>
                  <a:lnTo>
                    <a:pt x="25952" y="255960"/>
                  </a:lnTo>
                  <a:lnTo>
                    <a:pt x="28859" y="260391"/>
                  </a:lnTo>
                  <a:lnTo>
                    <a:pt x="31905" y="264728"/>
                  </a:lnTo>
                  <a:lnTo>
                    <a:pt x="35087" y="268966"/>
                  </a:lnTo>
                  <a:lnTo>
                    <a:pt x="38401" y="273101"/>
                  </a:lnTo>
                  <a:lnTo>
                    <a:pt x="41845" y="277129"/>
                  </a:lnTo>
                  <a:lnTo>
                    <a:pt x="45415" y="281045"/>
                  </a:lnTo>
                  <a:lnTo>
                    <a:pt x="49107" y="284847"/>
                  </a:lnTo>
                  <a:lnTo>
                    <a:pt x="52917" y="288530"/>
                  </a:lnTo>
                  <a:lnTo>
                    <a:pt x="56843" y="292089"/>
                  </a:lnTo>
                  <a:lnTo>
                    <a:pt x="60879" y="295523"/>
                  </a:lnTo>
                  <a:lnTo>
                    <a:pt x="65023" y="298827"/>
                  </a:lnTo>
                  <a:lnTo>
                    <a:pt x="69269" y="301998"/>
                  </a:lnTo>
                  <a:lnTo>
                    <a:pt x="73613" y="305033"/>
                  </a:lnTo>
                  <a:lnTo>
                    <a:pt x="78051" y="307929"/>
                  </a:lnTo>
                  <a:lnTo>
                    <a:pt x="82579" y="310682"/>
                  </a:lnTo>
                  <a:lnTo>
                    <a:pt x="87192" y="313291"/>
                  </a:lnTo>
                  <a:lnTo>
                    <a:pt x="91885" y="315752"/>
                  </a:lnTo>
                  <a:lnTo>
                    <a:pt x="96654" y="318063"/>
                  </a:lnTo>
                  <a:lnTo>
                    <a:pt x="101494" y="320222"/>
                  </a:lnTo>
                  <a:lnTo>
                    <a:pt x="106399" y="322226"/>
                  </a:lnTo>
                  <a:lnTo>
                    <a:pt x="111366" y="324074"/>
                  </a:lnTo>
                  <a:lnTo>
                    <a:pt x="116389" y="325764"/>
                  </a:lnTo>
                  <a:lnTo>
                    <a:pt x="121463" y="327293"/>
                  </a:lnTo>
                  <a:lnTo>
                    <a:pt x="126583" y="328661"/>
                  </a:lnTo>
                  <a:lnTo>
                    <a:pt x="131743" y="329866"/>
                  </a:lnTo>
                  <a:lnTo>
                    <a:pt x="136940" y="330906"/>
                  </a:lnTo>
                  <a:lnTo>
                    <a:pt x="142166" y="331782"/>
                  </a:lnTo>
                  <a:lnTo>
                    <a:pt x="147418" y="332491"/>
                  </a:lnTo>
                  <a:lnTo>
                    <a:pt x="152689" y="333034"/>
                  </a:lnTo>
                  <a:lnTo>
                    <a:pt x="157975" y="333409"/>
                  </a:lnTo>
                  <a:lnTo>
                    <a:pt x="163271" y="333616"/>
                  </a:lnTo>
                  <a:lnTo>
                    <a:pt x="168570" y="333656"/>
                  </a:lnTo>
                  <a:lnTo>
                    <a:pt x="173868" y="333527"/>
                  </a:lnTo>
                  <a:lnTo>
                    <a:pt x="179159" y="333231"/>
                  </a:lnTo>
                  <a:lnTo>
                    <a:pt x="184438" y="332767"/>
                  </a:lnTo>
                  <a:lnTo>
                    <a:pt x="189700" y="332135"/>
                  </a:lnTo>
                  <a:lnTo>
                    <a:pt x="194939" y="331338"/>
                  </a:lnTo>
                  <a:lnTo>
                    <a:pt x="200150" y="330375"/>
                  </a:lnTo>
                  <a:lnTo>
                    <a:pt x="205328" y="329247"/>
                  </a:lnTo>
                  <a:lnTo>
                    <a:pt x="210467" y="327955"/>
                  </a:lnTo>
                  <a:lnTo>
                    <a:pt x="215563" y="326502"/>
                  </a:lnTo>
                  <a:lnTo>
                    <a:pt x="220611" y="324887"/>
                  </a:lnTo>
                  <a:lnTo>
                    <a:pt x="225604" y="323113"/>
                  </a:lnTo>
                  <a:lnTo>
                    <a:pt x="230539" y="321182"/>
                  </a:lnTo>
                  <a:lnTo>
                    <a:pt x="235411" y="319096"/>
                  </a:lnTo>
                  <a:lnTo>
                    <a:pt x="240214" y="316856"/>
                  </a:lnTo>
                  <a:lnTo>
                    <a:pt x="244943" y="314465"/>
                  </a:lnTo>
                  <a:lnTo>
                    <a:pt x="249594" y="311925"/>
                  </a:lnTo>
                  <a:lnTo>
                    <a:pt x="254162" y="309239"/>
                  </a:lnTo>
                  <a:lnTo>
                    <a:pt x="258643" y="306410"/>
                  </a:lnTo>
                  <a:lnTo>
                    <a:pt x="263032" y="303440"/>
                  </a:lnTo>
                  <a:lnTo>
                    <a:pt x="267325" y="300333"/>
                  </a:lnTo>
                  <a:lnTo>
                    <a:pt x="271517" y="297091"/>
                  </a:lnTo>
                  <a:lnTo>
                    <a:pt x="275604" y="293717"/>
                  </a:lnTo>
                  <a:lnTo>
                    <a:pt x="279582" y="290216"/>
                  </a:lnTo>
                  <a:lnTo>
                    <a:pt x="283447" y="286591"/>
                  </a:lnTo>
                  <a:lnTo>
                    <a:pt x="287195" y="282844"/>
                  </a:lnTo>
                  <a:lnTo>
                    <a:pt x="290823" y="278981"/>
                  </a:lnTo>
                  <a:lnTo>
                    <a:pt x="294326" y="275005"/>
                  </a:lnTo>
                  <a:lnTo>
                    <a:pt x="297702" y="270920"/>
                  </a:lnTo>
                  <a:lnTo>
                    <a:pt x="300946" y="266730"/>
                  </a:lnTo>
                  <a:lnTo>
                    <a:pt x="304056" y="262439"/>
                  </a:lnTo>
                  <a:lnTo>
                    <a:pt x="307029" y="258052"/>
                  </a:lnTo>
                  <a:lnTo>
                    <a:pt x="309861" y="253572"/>
                  </a:lnTo>
                  <a:lnTo>
                    <a:pt x="312549" y="249006"/>
                  </a:lnTo>
                  <a:lnTo>
                    <a:pt x="315091" y="244356"/>
                  </a:lnTo>
                  <a:lnTo>
                    <a:pt x="317485" y="239628"/>
                  </a:lnTo>
                  <a:lnTo>
                    <a:pt x="319728" y="234826"/>
                  </a:lnTo>
                  <a:lnTo>
                    <a:pt x="321817" y="229956"/>
                  </a:lnTo>
                  <a:lnTo>
                    <a:pt x="323751" y="225022"/>
                  </a:lnTo>
                  <a:lnTo>
                    <a:pt x="325527" y="220030"/>
                  </a:lnTo>
                  <a:lnTo>
                    <a:pt x="327144" y="214983"/>
                  </a:lnTo>
                  <a:lnTo>
                    <a:pt x="328601" y="209888"/>
                  </a:lnTo>
                  <a:lnTo>
                    <a:pt x="329895" y="204749"/>
                  </a:lnTo>
                  <a:lnTo>
                    <a:pt x="331026" y="199572"/>
                  </a:lnTo>
                  <a:lnTo>
                    <a:pt x="331992" y="194361"/>
                  </a:lnTo>
                  <a:lnTo>
                    <a:pt x="332793" y="189123"/>
                  </a:lnTo>
                  <a:lnTo>
                    <a:pt x="333427" y="183861"/>
                  </a:lnTo>
                  <a:lnTo>
                    <a:pt x="333894" y="178583"/>
                  </a:lnTo>
                  <a:lnTo>
                    <a:pt x="334193" y="173292"/>
                  </a:lnTo>
                  <a:lnTo>
                    <a:pt x="334325" y="167994"/>
                  </a:lnTo>
                  <a:lnTo>
                    <a:pt x="334288" y="162695"/>
                  </a:lnTo>
                  <a:lnTo>
                    <a:pt x="334084" y="157399"/>
                  </a:lnTo>
                  <a:lnTo>
                    <a:pt x="333712" y="152113"/>
                  </a:lnTo>
                  <a:lnTo>
                    <a:pt x="333172" y="146841"/>
                  </a:lnTo>
                  <a:lnTo>
                    <a:pt x="332466" y="141589"/>
                  </a:lnTo>
                  <a:lnTo>
                    <a:pt x="331593" y="136362"/>
                  </a:lnTo>
                  <a:lnTo>
                    <a:pt x="330556" y="131165"/>
                  </a:lnTo>
                  <a:lnTo>
                    <a:pt x="329354" y="126004"/>
                  </a:lnTo>
                  <a:lnTo>
                    <a:pt x="327989" y="120883"/>
                  </a:lnTo>
                  <a:lnTo>
                    <a:pt x="326462" y="115809"/>
                  </a:lnTo>
                  <a:lnTo>
                    <a:pt x="324776" y="110785"/>
                  </a:lnTo>
                  <a:lnTo>
                    <a:pt x="322931" y="105817"/>
                  </a:lnTo>
                  <a:lnTo>
                    <a:pt x="320929" y="100910"/>
                  </a:lnTo>
                  <a:lnTo>
                    <a:pt x="318773" y="96069"/>
                  </a:lnTo>
                  <a:lnTo>
                    <a:pt x="316465" y="91299"/>
                  </a:lnTo>
                  <a:lnTo>
                    <a:pt x="314006" y="86604"/>
                  </a:lnTo>
                  <a:lnTo>
                    <a:pt x="311400" y="81990"/>
                  </a:lnTo>
                  <a:lnTo>
                    <a:pt x="308649" y="77461"/>
                  </a:lnTo>
                  <a:lnTo>
                    <a:pt x="305756" y="73021"/>
                  </a:lnTo>
                  <a:lnTo>
                    <a:pt x="302723" y="68675"/>
                  </a:lnTo>
                  <a:lnTo>
                    <a:pt x="299555" y="64427"/>
                  </a:lnTo>
                  <a:lnTo>
                    <a:pt x="296253" y="60282"/>
                  </a:lnTo>
                  <a:lnTo>
                    <a:pt x="292822" y="56244"/>
                  </a:lnTo>
                  <a:lnTo>
                    <a:pt x="289264" y="52316"/>
                  </a:lnTo>
                  <a:lnTo>
                    <a:pt x="285583" y="48503"/>
                  </a:lnTo>
                  <a:lnTo>
                    <a:pt x="281784" y="44809"/>
                  </a:lnTo>
                  <a:lnTo>
                    <a:pt x="277869" y="41237"/>
                  </a:lnTo>
                  <a:lnTo>
                    <a:pt x="273843" y="37791"/>
                  </a:lnTo>
                  <a:lnTo>
                    <a:pt x="269710" y="34474"/>
                  </a:lnTo>
                  <a:lnTo>
                    <a:pt x="265474" y="31290"/>
                  </a:lnTo>
                  <a:lnTo>
                    <a:pt x="261139" y="28242"/>
                  </a:lnTo>
                  <a:lnTo>
                    <a:pt x="256710" y="25333"/>
                  </a:lnTo>
                  <a:lnTo>
                    <a:pt x="252190" y="22565"/>
                  </a:lnTo>
                  <a:lnTo>
                    <a:pt x="247585" y="19942"/>
                  </a:lnTo>
                  <a:lnTo>
                    <a:pt x="242900" y="17467"/>
                  </a:lnTo>
                  <a:lnTo>
                    <a:pt x="238138" y="15141"/>
                  </a:lnTo>
                  <a:lnTo>
                    <a:pt x="233305" y="12968"/>
                  </a:lnTo>
                  <a:lnTo>
                    <a:pt x="228405" y="10948"/>
                  </a:lnTo>
                  <a:lnTo>
                    <a:pt x="223444" y="9085"/>
                  </a:lnTo>
                  <a:lnTo>
                    <a:pt x="218427" y="7381"/>
                  </a:lnTo>
                  <a:lnTo>
                    <a:pt x="213357" y="5836"/>
                  </a:lnTo>
                  <a:lnTo>
                    <a:pt x="208242" y="4452"/>
                  </a:lnTo>
                  <a:lnTo>
                    <a:pt x="203085" y="3231"/>
                  </a:lnTo>
                  <a:lnTo>
                    <a:pt x="197892" y="2175"/>
                  </a:lnTo>
                  <a:lnTo>
                    <a:pt x="192668" y="1284"/>
                  </a:lnTo>
                  <a:lnTo>
                    <a:pt x="187419" y="558"/>
                  </a:lnTo>
                  <a:lnTo>
                    <a:pt x="182149" y="0"/>
                  </a:lnTo>
                  <a:lnTo>
                    <a:pt x="167164" y="1664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2126963"/>
              <a:ext cx="14984" cy="167167"/>
            </a:xfrm>
            <a:custGeom>
              <a:avLst/>
              <a:pathLst>
                <a:path w="14984" h="167167">
                  <a:moveTo>
                    <a:pt x="14984" y="67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423591" y="2633064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69" y="83"/>
                  </a:lnTo>
                  <a:lnTo>
                    <a:pt x="156587" y="334"/>
                  </a:lnTo>
                  <a:lnTo>
                    <a:pt x="151316" y="752"/>
                  </a:lnTo>
                  <a:lnTo>
                    <a:pt x="146060" y="1336"/>
                  </a:lnTo>
                  <a:lnTo>
                    <a:pt x="140825" y="2086"/>
                  </a:lnTo>
                  <a:lnTo>
                    <a:pt x="135617" y="3002"/>
                  </a:lnTo>
                  <a:lnTo>
                    <a:pt x="130440" y="4082"/>
                  </a:lnTo>
                  <a:lnTo>
                    <a:pt x="125300" y="5324"/>
                  </a:lnTo>
                  <a:lnTo>
                    <a:pt x="120202" y="6729"/>
                  </a:lnTo>
                  <a:lnTo>
                    <a:pt x="115151" y="8295"/>
                  </a:lnTo>
                  <a:lnTo>
                    <a:pt x="110152" y="10019"/>
                  </a:lnTo>
                  <a:lnTo>
                    <a:pt x="105210" y="11901"/>
                  </a:lnTo>
                  <a:lnTo>
                    <a:pt x="100330" y="13938"/>
                  </a:lnTo>
                  <a:lnTo>
                    <a:pt x="95517" y="16128"/>
                  </a:lnTo>
                  <a:lnTo>
                    <a:pt x="90775" y="18470"/>
                  </a:lnTo>
                  <a:lnTo>
                    <a:pt x="86110" y="20960"/>
                  </a:lnTo>
                  <a:lnTo>
                    <a:pt x="81526" y="23597"/>
                  </a:lnTo>
                  <a:lnTo>
                    <a:pt x="77028" y="26377"/>
                  </a:lnTo>
                  <a:lnTo>
                    <a:pt x="72620" y="29298"/>
                  </a:lnTo>
                  <a:lnTo>
                    <a:pt x="68307" y="32357"/>
                  </a:lnTo>
                  <a:lnTo>
                    <a:pt x="64092" y="35552"/>
                  </a:lnTo>
                  <a:lnTo>
                    <a:pt x="59981" y="38877"/>
                  </a:lnTo>
                  <a:lnTo>
                    <a:pt x="55977" y="42331"/>
                  </a:lnTo>
                  <a:lnTo>
                    <a:pt x="52084" y="45910"/>
                  </a:lnTo>
                  <a:lnTo>
                    <a:pt x="48306" y="49611"/>
                  </a:lnTo>
                  <a:lnTo>
                    <a:pt x="44647" y="53429"/>
                  </a:lnTo>
                  <a:lnTo>
                    <a:pt x="41111" y="57361"/>
                  </a:lnTo>
                  <a:lnTo>
                    <a:pt x="37701" y="61402"/>
                  </a:lnTo>
                  <a:lnTo>
                    <a:pt x="34420" y="65550"/>
                  </a:lnTo>
                  <a:lnTo>
                    <a:pt x="31273" y="69799"/>
                  </a:lnTo>
                  <a:lnTo>
                    <a:pt x="28261" y="74146"/>
                  </a:lnTo>
                  <a:lnTo>
                    <a:pt x="25388" y="78586"/>
                  </a:lnTo>
                  <a:lnTo>
                    <a:pt x="22657" y="83114"/>
                  </a:lnTo>
                  <a:lnTo>
                    <a:pt x="20071" y="87727"/>
                  </a:lnTo>
                  <a:lnTo>
                    <a:pt x="17632" y="92419"/>
                  </a:lnTo>
                  <a:lnTo>
                    <a:pt x="15343" y="97186"/>
                  </a:lnTo>
                  <a:lnTo>
                    <a:pt x="13205" y="102022"/>
                  </a:lnTo>
                  <a:lnTo>
                    <a:pt x="11222" y="106925"/>
                  </a:lnTo>
                  <a:lnTo>
                    <a:pt x="9394" y="111887"/>
                  </a:lnTo>
                  <a:lnTo>
                    <a:pt x="7725" y="116905"/>
                  </a:lnTo>
                  <a:lnTo>
                    <a:pt x="6215" y="121972"/>
                  </a:lnTo>
                  <a:lnTo>
                    <a:pt x="4866" y="127086"/>
                  </a:lnTo>
                  <a:lnTo>
                    <a:pt x="3679" y="132239"/>
                  </a:lnTo>
                  <a:lnTo>
                    <a:pt x="2656" y="137427"/>
                  </a:lnTo>
                  <a:lnTo>
                    <a:pt x="1798" y="142645"/>
                  </a:lnTo>
                  <a:lnTo>
                    <a:pt x="1105" y="147888"/>
                  </a:lnTo>
                  <a:lnTo>
                    <a:pt x="578" y="153149"/>
                  </a:lnTo>
                  <a:lnTo>
                    <a:pt x="218" y="158425"/>
                  </a:lnTo>
                  <a:lnTo>
                    <a:pt x="25" y="163710"/>
                  </a:lnTo>
                  <a:lnTo>
                    <a:pt x="0" y="168998"/>
                  </a:lnTo>
                  <a:lnTo>
                    <a:pt x="141" y="174284"/>
                  </a:lnTo>
                  <a:lnTo>
                    <a:pt x="450" y="179563"/>
                  </a:lnTo>
                  <a:lnTo>
                    <a:pt x="925" y="184830"/>
                  </a:lnTo>
                  <a:lnTo>
                    <a:pt x="1567" y="190079"/>
                  </a:lnTo>
                  <a:lnTo>
                    <a:pt x="2375" y="195305"/>
                  </a:lnTo>
                  <a:lnTo>
                    <a:pt x="3347" y="200503"/>
                  </a:lnTo>
                  <a:lnTo>
                    <a:pt x="4483" y="205668"/>
                  </a:lnTo>
                  <a:lnTo>
                    <a:pt x="5783" y="210794"/>
                  </a:lnTo>
                  <a:lnTo>
                    <a:pt x="7243" y="215876"/>
                  </a:lnTo>
                  <a:lnTo>
                    <a:pt x="8864" y="220910"/>
                  </a:lnTo>
                  <a:lnTo>
                    <a:pt x="10643" y="225890"/>
                  </a:lnTo>
                  <a:lnTo>
                    <a:pt x="12579" y="230811"/>
                  </a:lnTo>
                  <a:lnTo>
                    <a:pt x="14669" y="235668"/>
                  </a:lnTo>
                  <a:lnTo>
                    <a:pt x="16912" y="240457"/>
                  </a:lnTo>
                  <a:lnTo>
                    <a:pt x="19305" y="245173"/>
                  </a:lnTo>
                  <a:lnTo>
                    <a:pt x="21847" y="249810"/>
                  </a:lnTo>
                  <a:lnTo>
                    <a:pt x="24533" y="254365"/>
                  </a:lnTo>
                  <a:lnTo>
                    <a:pt x="27363" y="258832"/>
                  </a:lnTo>
                  <a:lnTo>
                    <a:pt x="30332" y="263208"/>
                  </a:lnTo>
                  <a:lnTo>
                    <a:pt x="33438" y="267488"/>
                  </a:lnTo>
                  <a:lnTo>
                    <a:pt x="36678" y="271667"/>
                  </a:lnTo>
                  <a:lnTo>
                    <a:pt x="40049" y="275742"/>
                  </a:lnTo>
                  <a:lnTo>
                    <a:pt x="43547" y="279708"/>
                  </a:lnTo>
                  <a:lnTo>
                    <a:pt x="47168" y="283561"/>
                  </a:lnTo>
                  <a:lnTo>
                    <a:pt x="50910" y="287298"/>
                  </a:lnTo>
                  <a:lnTo>
                    <a:pt x="54768" y="290915"/>
                  </a:lnTo>
                  <a:lnTo>
                    <a:pt x="58738" y="294408"/>
                  </a:lnTo>
                  <a:lnTo>
                    <a:pt x="62817" y="297774"/>
                  </a:lnTo>
                  <a:lnTo>
                    <a:pt x="67000" y="301008"/>
                  </a:lnTo>
                  <a:lnTo>
                    <a:pt x="71284" y="304109"/>
                  </a:lnTo>
                  <a:lnTo>
                    <a:pt x="75663" y="307073"/>
                  </a:lnTo>
                  <a:lnTo>
                    <a:pt x="80134" y="309897"/>
                  </a:lnTo>
                  <a:lnTo>
                    <a:pt x="84692" y="312578"/>
                  </a:lnTo>
                  <a:lnTo>
                    <a:pt x="89333" y="315114"/>
                  </a:lnTo>
                  <a:lnTo>
                    <a:pt x="94051" y="317502"/>
                  </a:lnTo>
                  <a:lnTo>
                    <a:pt x="98843" y="319739"/>
                  </a:lnTo>
                  <a:lnTo>
                    <a:pt x="103703" y="321823"/>
                  </a:lnTo>
                  <a:lnTo>
                    <a:pt x="108626" y="323753"/>
                  </a:lnTo>
                  <a:lnTo>
                    <a:pt x="113608" y="325526"/>
                  </a:lnTo>
                  <a:lnTo>
                    <a:pt x="118644" y="327140"/>
                  </a:lnTo>
                  <a:lnTo>
                    <a:pt x="123728" y="328595"/>
                  </a:lnTo>
                  <a:lnTo>
                    <a:pt x="128856" y="329887"/>
                  </a:lnTo>
                  <a:lnTo>
                    <a:pt x="134022" y="331018"/>
                  </a:lnTo>
                  <a:lnTo>
                    <a:pt x="139221" y="331984"/>
                  </a:lnTo>
                  <a:lnTo>
                    <a:pt x="144448" y="332785"/>
                  </a:lnTo>
                  <a:lnTo>
                    <a:pt x="149698" y="333420"/>
                  </a:lnTo>
                  <a:lnTo>
                    <a:pt x="154965" y="333889"/>
                  </a:lnTo>
                  <a:lnTo>
                    <a:pt x="160244" y="334191"/>
                  </a:lnTo>
                  <a:lnTo>
                    <a:pt x="165531" y="334326"/>
                  </a:lnTo>
                  <a:lnTo>
                    <a:pt x="170819" y="334294"/>
                  </a:lnTo>
                  <a:lnTo>
                    <a:pt x="176103" y="334095"/>
                  </a:lnTo>
                  <a:lnTo>
                    <a:pt x="181379" y="333728"/>
                  </a:lnTo>
                  <a:lnTo>
                    <a:pt x="186640" y="333195"/>
                  </a:lnTo>
                  <a:lnTo>
                    <a:pt x="191881" y="332496"/>
                  </a:lnTo>
                  <a:lnTo>
                    <a:pt x="197098" y="331631"/>
                  </a:lnTo>
                  <a:lnTo>
                    <a:pt x="202285" y="330602"/>
                  </a:lnTo>
                  <a:lnTo>
                    <a:pt x="207437" y="329409"/>
                  </a:lnTo>
                  <a:lnTo>
                    <a:pt x="212549" y="328054"/>
                  </a:lnTo>
                  <a:lnTo>
                    <a:pt x="217615" y="326537"/>
                  </a:lnTo>
                  <a:lnTo>
                    <a:pt x="222630" y="324862"/>
                  </a:lnTo>
                  <a:lnTo>
                    <a:pt x="227590" y="323028"/>
                  </a:lnTo>
                  <a:lnTo>
                    <a:pt x="232490" y="321039"/>
                  </a:lnTo>
                  <a:lnTo>
                    <a:pt x="237324" y="318895"/>
                  </a:lnTo>
                  <a:lnTo>
                    <a:pt x="242088" y="316600"/>
                  </a:lnTo>
                  <a:lnTo>
                    <a:pt x="246777" y="314155"/>
                  </a:lnTo>
                  <a:lnTo>
                    <a:pt x="251387" y="311563"/>
                  </a:lnTo>
                  <a:lnTo>
                    <a:pt x="255912" y="308827"/>
                  </a:lnTo>
                  <a:lnTo>
                    <a:pt x="260348" y="305949"/>
                  </a:lnTo>
                  <a:lnTo>
                    <a:pt x="264691" y="302932"/>
                  </a:lnTo>
                  <a:lnTo>
                    <a:pt x="268936" y="299779"/>
                  </a:lnTo>
                  <a:lnTo>
                    <a:pt x="273080" y="296493"/>
                  </a:lnTo>
                  <a:lnTo>
                    <a:pt x="277118" y="293078"/>
                  </a:lnTo>
                  <a:lnTo>
                    <a:pt x="281045" y="289537"/>
                  </a:lnTo>
                  <a:lnTo>
                    <a:pt x="284859" y="285874"/>
                  </a:lnTo>
                  <a:lnTo>
                    <a:pt x="288554" y="282091"/>
                  </a:lnTo>
                  <a:lnTo>
                    <a:pt x="292129" y="278194"/>
                  </a:lnTo>
                  <a:lnTo>
                    <a:pt x="295578" y="274186"/>
                  </a:lnTo>
                  <a:lnTo>
                    <a:pt x="298899" y="270070"/>
                  </a:lnTo>
                  <a:lnTo>
                    <a:pt x="302087" y="265852"/>
                  </a:lnTo>
                  <a:lnTo>
                    <a:pt x="305141" y="261535"/>
                  </a:lnTo>
                  <a:lnTo>
                    <a:pt x="308057" y="257123"/>
                  </a:lnTo>
                  <a:lnTo>
                    <a:pt x="310832" y="252621"/>
                  </a:lnTo>
                  <a:lnTo>
                    <a:pt x="313463" y="248034"/>
                  </a:lnTo>
                  <a:lnTo>
                    <a:pt x="315948" y="243366"/>
                  </a:lnTo>
                  <a:lnTo>
                    <a:pt x="318283" y="238622"/>
                  </a:lnTo>
                  <a:lnTo>
                    <a:pt x="320468" y="233806"/>
                  </a:lnTo>
                  <a:lnTo>
                    <a:pt x="322499" y="228923"/>
                  </a:lnTo>
                  <a:lnTo>
                    <a:pt x="324374" y="223979"/>
                  </a:lnTo>
                  <a:lnTo>
                    <a:pt x="326093" y="218978"/>
                  </a:lnTo>
                  <a:lnTo>
                    <a:pt x="327652" y="213925"/>
                  </a:lnTo>
                  <a:lnTo>
                    <a:pt x="329051" y="208825"/>
                  </a:lnTo>
                  <a:lnTo>
                    <a:pt x="330287" y="203684"/>
                  </a:lnTo>
                  <a:lnTo>
                    <a:pt x="331361" y="198506"/>
                  </a:lnTo>
                  <a:lnTo>
                    <a:pt x="332270" y="193296"/>
                  </a:lnTo>
                  <a:lnTo>
                    <a:pt x="333014" y="188061"/>
                  </a:lnTo>
                  <a:lnTo>
                    <a:pt x="333591" y="182804"/>
                  </a:lnTo>
                  <a:lnTo>
                    <a:pt x="334003" y="177532"/>
                  </a:lnTo>
                  <a:lnTo>
                    <a:pt x="334247" y="172250"/>
                  </a:lnTo>
                  <a:lnTo>
                    <a:pt x="334324" y="166962"/>
                  </a:lnTo>
                  <a:lnTo>
                    <a:pt x="334234" y="161675"/>
                  </a:lnTo>
                  <a:lnTo>
                    <a:pt x="333977" y="156393"/>
                  </a:lnTo>
                  <a:lnTo>
                    <a:pt x="333553" y="151122"/>
                  </a:lnTo>
                  <a:lnTo>
                    <a:pt x="332962" y="145867"/>
                  </a:lnTo>
                  <a:lnTo>
                    <a:pt x="332205" y="14063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773697"/>
              <a:ext cx="165048" cy="26533"/>
            </a:xfrm>
            <a:custGeom>
              <a:avLst/>
              <a:pathLst>
                <a:path w="165048" h="26533">
                  <a:moveTo>
                    <a:pt x="165048" y="0"/>
                  </a:moveTo>
                  <a:lnTo>
                    <a:pt x="0" y="265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90748" y="2639451"/>
              <a:ext cx="165048" cy="160780"/>
            </a:xfrm>
            <a:custGeom>
              <a:avLst/>
              <a:pathLst>
                <a:path w="165048" h="160780">
                  <a:moveTo>
                    <a:pt x="165048" y="134246"/>
                  </a:moveTo>
                  <a:lnTo>
                    <a:pt x="164101" y="128913"/>
                  </a:lnTo>
                  <a:lnTo>
                    <a:pt x="162983" y="123613"/>
                  </a:lnTo>
                  <a:lnTo>
                    <a:pt x="161693" y="118353"/>
                  </a:lnTo>
                  <a:lnTo>
                    <a:pt x="160234" y="113136"/>
                  </a:lnTo>
                  <a:lnTo>
                    <a:pt x="158606" y="107970"/>
                  </a:lnTo>
                  <a:lnTo>
                    <a:pt x="156812" y="102860"/>
                  </a:lnTo>
                  <a:lnTo>
                    <a:pt x="154854" y="97810"/>
                  </a:lnTo>
                  <a:lnTo>
                    <a:pt x="152732" y="92827"/>
                  </a:lnTo>
                  <a:lnTo>
                    <a:pt x="150451" y="87914"/>
                  </a:lnTo>
                  <a:lnTo>
                    <a:pt x="148011" y="83078"/>
                  </a:lnTo>
                  <a:lnTo>
                    <a:pt x="145416" y="78324"/>
                  </a:lnTo>
                  <a:lnTo>
                    <a:pt x="142669" y="73656"/>
                  </a:lnTo>
                  <a:lnTo>
                    <a:pt x="139771" y="69080"/>
                  </a:lnTo>
                  <a:lnTo>
                    <a:pt x="136727" y="64600"/>
                  </a:lnTo>
                  <a:lnTo>
                    <a:pt x="133540" y="60221"/>
                  </a:lnTo>
                  <a:lnTo>
                    <a:pt x="130212" y="55948"/>
                  </a:lnTo>
                  <a:lnTo>
                    <a:pt x="126747" y="51785"/>
                  </a:lnTo>
                  <a:lnTo>
                    <a:pt x="123150" y="47736"/>
                  </a:lnTo>
                  <a:lnTo>
                    <a:pt x="119423" y="43805"/>
                  </a:lnTo>
                  <a:lnTo>
                    <a:pt x="115571" y="39998"/>
                  </a:lnTo>
                  <a:lnTo>
                    <a:pt x="111597" y="36317"/>
                  </a:lnTo>
                  <a:lnTo>
                    <a:pt x="107507" y="32767"/>
                  </a:lnTo>
                  <a:lnTo>
                    <a:pt x="103303" y="29351"/>
                  </a:lnTo>
                  <a:lnTo>
                    <a:pt x="98991" y="26074"/>
                  </a:lnTo>
                  <a:lnTo>
                    <a:pt x="94575" y="22938"/>
                  </a:lnTo>
                  <a:lnTo>
                    <a:pt x="90060" y="19946"/>
                  </a:lnTo>
                  <a:lnTo>
                    <a:pt x="85450" y="17102"/>
                  </a:lnTo>
                  <a:lnTo>
                    <a:pt x="80751" y="14409"/>
                  </a:lnTo>
                  <a:lnTo>
                    <a:pt x="75966" y="11870"/>
                  </a:lnTo>
                  <a:lnTo>
                    <a:pt x="71102" y="9487"/>
                  </a:lnTo>
                  <a:lnTo>
                    <a:pt x="66164" y="7263"/>
                  </a:lnTo>
                  <a:lnTo>
                    <a:pt x="61156" y="5200"/>
                  </a:lnTo>
                  <a:lnTo>
                    <a:pt x="56083" y="3301"/>
                  </a:lnTo>
                  <a:lnTo>
                    <a:pt x="50952" y="1567"/>
                  </a:lnTo>
                  <a:lnTo>
                    <a:pt x="45768" y="0"/>
                  </a:lnTo>
                  <a:lnTo>
                    <a:pt x="0" y="1607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90748" y="2633064"/>
              <a:ext cx="45768" cy="167167"/>
            </a:xfrm>
            <a:custGeom>
              <a:avLst/>
              <a:pathLst>
                <a:path w="45768" h="167167">
                  <a:moveTo>
                    <a:pt x="45768" y="6387"/>
                  </a:moveTo>
                  <a:lnTo>
                    <a:pt x="39363" y="4700"/>
                  </a:lnTo>
                  <a:lnTo>
                    <a:pt x="32898" y="3269"/>
                  </a:lnTo>
                  <a:lnTo>
                    <a:pt x="26380" y="2094"/>
                  </a:lnTo>
                  <a:lnTo>
                    <a:pt x="19821" y="1179"/>
                  </a:lnTo>
                  <a:lnTo>
                    <a:pt x="13231" y="524"/>
                  </a:lnTo>
                  <a:lnTo>
                    <a:pt x="6621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358824" y="3170392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1" y="334"/>
                  </a:lnTo>
                  <a:lnTo>
                    <a:pt x="151306" y="753"/>
                  </a:lnTo>
                  <a:lnTo>
                    <a:pt x="146048" y="1337"/>
                  </a:lnTo>
                  <a:lnTo>
                    <a:pt x="140811" y="2088"/>
                  </a:lnTo>
                  <a:lnTo>
                    <a:pt x="135600" y="3005"/>
                  </a:lnTo>
                  <a:lnTo>
                    <a:pt x="130421" y="4086"/>
                  </a:lnTo>
                  <a:lnTo>
                    <a:pt x="125279" y="5330"/>
                  </a:lnTo>
                  <a:lnTo>
                    <a:pt x="120178" y="6736"/>
                  </a:lnTo>
                  <a:lnTo>
                    <a:pt x="115125" y="8303"/>
                  </a:lnTo>
                  <a:lnTo>
                    <a:pt x="110124" y="10029"/>
                  </a:lnTo>
                  <a:lnTo>
                    <a:pt x="105180" y="11912"/>
                  </a:lnTo>
                  <a:lnTo>
                    <a:pt x="100298" y="13951"/>
                  </a:lnTo>
                  <a:lnTo>
                    <a:pt x="95483" y="16144"/>
                  </a:lnTo>
                  <a:lnTo>
                    <a:pt x="90739" y="18488"/>
                  </a:lnTo>
                  <a:lnTo>
                    <a:pt x="86073" y="20980"/>
                  </a:lnTo>
                  <a:lnTo>
                    <a:pt x="81487" y="23619"/>
                  </a:lnTo>
                  <a:lnTo>
                    <a:pt x="76987" y="26402"/>
                  </a:lnTo>
                  <a:lnTo>
                    <a:pt x="72578" y="29326"/>
                  </a:lnTo>
                  <a:lnTo>
                    <a:pt x="68263" y="32388"/>
                  </a:lnTo>
                  <a:lnTo>
                    <a:pt x="64048" y="35585"/>
                  </a:lnTo>
                  <a:lnTo>
                    <a:pt x="59935" y="38914"/>
                  </a:lnTo>
                  <a:lnTo>
                    <a:pt x="55931" y="42371"/>
                  </a:lnTo>
                  <a:lnTo>
                    <a:pt x="52037" y="45953"/>
                  </a:lnTo>
                  <a:lnTo>
                    <a:pt x="48259" y="49657"/>
                  </a:lnTo>
                  <a:lnTo>
                    <a:pt x="44600" y="53478"/>
                  </a:lnTo>
                  <a:lnTo>
                    <a:pt x="41063" y="57414"/>
                  </a:lnTo>
                  <a:lnTo>
                    <a:pt x="37653" y="61459"/>
                  </a:lnTo>
                  <a:lnTo>
                    <a:pt x="34373" y="65610"/>
                  </a:lnTo>
                  <a:lnTo>
                    <a:pt x="31226" y="69863"/>
                  </a:lnTo>
                  <a:lnTo>
                    <a:pt x="28215" y="74213"/>
                  </a:lnTo>
                  <a:lnTo>
                    <a:pt x="25343" y="78656"/>
                  </a:lnTo>
                  <a:lnTo>
                    <a:pt x="22613" y="83188"/>
                  </a:lnTo>
                  <a:lnTo>
                    <a:pt x="20028" y="87805"/>
                  </a:lnTo>
                  <a:lnTo>
                    <a:pt x="17590" y="92500"/>
                  </a:lnTo>
                  <a:lnTo>
                    <a:pt x="15302" y="97271"/>
                  </a:lnTo>
                  <a:lnTo>
                    <a:pt x="13166" y="102111"/>
                  </a:lnTo>
                  <a:lnTo>
                    <a:pt x="11185" y="107017"/>
                  </a:lnTo>
                  <a:lnTo>
                    <a:pt x="9359" y="111983"/>
                  </a:lnTo>
                  <a:lnTo>
                    <a:pt x="7692" y="117004"/>
                  </a:lnTo>
                  <a:lnTo>
                    <a:pt x="6184" y="122075"/>
                  </a:lnTo>
                  <a:lnTo>
                    <a:pt x="4838" y="127192"/>
                  </a:lnTo>
                  <a:lnTo>
                    <a:pt x="3654" y="132348"/>
                  </a:lnTo>
                  <a:lnTo>
                    <a:pt x="2634" y="137540"/>
                  </a:lnTo>
                  <a:lnTo>
                    <a:pt x="1779" y="142761"/>
                  </a:lnTo>
                  <a:lnTo>
                    <a:pt x="1090" y="148007"/>
                  </a:lnTo>
                  <a:lnTo>
                    <a:pt x="567" y="153271"/>
                  </a:lnTo>
                  <a:lnTo>
                    <a:pt x="210" y="158550"/>
                  </a:lnTo>
                  <a:lnTo>
                    <a:pt x="21" y="163837"/>
                  </a:lnTo>
                  <a:lnTo>
                    <a:pt x="0" y="169128"/>
                  </a:lnTo>
                  <a:lnTo>
                    <a:pt x="145" y="174417"/>
                  </a:lnTo>
                  <a:lnTo>
                    <a:pt x="458" y="179698"/>
                  </a:lnTo>
                  <a:lnTo>
                    <a:pt x="938" y="184967"/>
                  </a:lnTo>
                  <a:lnTo>
                    <a:pt x="1585" y="190218"/>
                  </a:lnTo>
                  <a:lnTo>
                    <a:pt x="2397" y="195446"/>
                  </a:lnTo>
                  <a:lnTo>
                    <a:pt x="3375" y="200646"/>
                  </a:lnTo>
                  <a:lnTo>
                    <a:pt x="4516" y="205812"/>
                  </a:lnTo>
                  <a:lnTo>
                    <a:pt x="5821" y="210939"/>
                  </a:lnTo>
                  <a:lnTo>
                    <a:pt x="7287" y="216023"/>
                  </a:lnTo>
                  <a:lnTo>
                    <a:pt x="8913" y="221058"/>
                  </a:lnTo>
                  <a:lnTo>
                    <a:pt x="10697" y="226038"/>
                  </a:lnTo>
                  <a:lnTo>
                    <a:pt x="12639" y="230960"/>
                  </a:lnTo>
                  <a:lnTo>
                    <a:pt x="14735" y="235818"/>
                  </a:lnTo>
                  <a:lnTo>
                    <a:pt x="16984" y="240607"/>
                  </a:lnTo>
                  <a:lnTo>
                    <a:pt x="19383" y="245322"/>
                  </a:lnTo>
                  <a:lnTo>
                    <a:pt x="21930" y="249959"/>
                  </a:lnTo>
                  <a:lnTo>
                    <a:pt x="24623" y="254513"/>
                  </a:lnTo>
                  <a:lnTo>
                    <a:pt x="27458" y="258980"/>
                  </a:lnTo>
                  <a:lnTo>
                    <a:pt x="30434" y="263355"/>
                  </a:lnTo>
                  <a:lnTo>
                    <a:pt x="33546" y="267633"/>
                  </a:lnTo>
                  <a:lnTo>
                    <a:pt x="36792" y="271811"/>
                  </a:lnTo>
                  <a:lnTo>
                    <a:pt x="40169" y="275884"/>
                  </a:lnTo>
                  <a:lnTo>
                    <a:pt x="43673" y="279848"/>
                  </a:lnTo>
                  <a:lnTo>
                    <a:pt x="47301" y="283699"/>
                  </a:lnTo>
                  <a:lnTo>
                    <a:pt x="51049" y="287434"/>
                  </a:lnTo>
                  <a:lnTo>
                    <a:pt x="54913" y="291048"/>
                  </a:lnTo>
                  <a:lnTo>
                    <a:pt x="58889" y="294538"/>
                  </a:lnTo>
                  <a:lnTo>
                    <a:pt x="62974" y="297900"/>
                  </a:lnTo>
                  <a:lnTo>
                    <a:pt x="67163" y="301132"/>
                  </a:lnTo>
                  <a:lnTo>
                    <a:pt x="71453" y="304229"/>
                  </a:lnTo>
                  <a:lnTo>
                    <a:pt x="75838" y="307189"/>
                  </a:lnTo>
                  <a:lnTo>
                    <a:pt x="80315" y="310008"/>
                  </a:lnTo>
                  <a:lnTo>
                    <a:pt x="84878" y="312685"/>
                  </a:lnTo>
                  <a:lnTo>
                    <a:pt x="89525" y="315216"/>
                  </a:lnTo>
                  <a:lnTo>
                    <a:pt x="94248" y="317598"/>
                  </a:lnTo>
                  <a:lnTo>
                    <a:pt x="99045" y="319830"/>
                  </a:lnTo>
                  <a:lnTo>
                    <a:pt x="103911" y="321909"/>
                  </a:lnTo>
                  <a:lnTo>
                    <a:pt x="108839" y="323833"/>
                  </a:lnTo>
                  <a:lnTo>
                    <a:pt x="113826" y="325600"/>
                  </a:lnTo>
                  <a:lnTo>
                    <a:pt x="118866" y="327208"/>
                  </a:lnTo>
                  <a:lnTo>
                    <a:pt x="123955" y="328656"/>
                  </a:lnTo>
                  <a:lnTo>
                    <a:pt x="129087" y="329942"/>
                  </a:lnTo>
                  <a:lnTo>
                    <a:pt x="134257" y="331065"/>
                  </a:lnTo>
                  <a:lnTo>
                    <a:pt x="139460" y="332024"/>
                  </a:lnTo>
                  <a:lnTo>
                    <a:pt x="144691" y="332818"/>
                  </a:lnTo>
                  <a:lnTo>
                    <a:pt x="149945" y="333446"/>
                  </a:lnTo>
                  <a:lnTo>
                    <a:pt x="155215" y="333907"/>
                  </a:lnTo>
                  <a:lnTo>
                    <a:pt x="160498" y="334202"/>
                  </a:lnTo>
                  <a:lnTo>
                    <a:pt x="165787" y="334329"/>
                  </a:lnTo>
                  <a:lnTo>
                    <a:pt x="171077" y="334288"/>
                  </a:lnTo>
                  <a:lnTo>
                    <a:pt x="176364" y="334081"/>
                  </a:lnTo>
                  <a:lnTo>
                    <a:pt x="181641" y="333706"/>
                  </a:lnTo>
                  <a:lnTo>
                    <a:pt x="186904" y="333164"/>
                  </a:lnTo>
                  <a:lnTo>
                    <a:pt x="192147" y="332456"/>
                  </a:lnTo>
                  <a:lnTo>
                    <a:pt x="197366" y="331582"/>
                  </a:lnTo>
                  <a:lnTo>
                    <a:pt x="202553" y="330544"/>
                  </a:lnTo>
                  <a:lnTo>
                    <a:pt x="207706" y="329342"/>
                  </a:lnTo>
                  <a:lnTo>
                    <a:pt x="212818" y="327977"/>
                  </a:lnTo>
                  <a:lnTo>
                    <a:pt x="217884" y="326452"/>
                  </a:lnTo>
                  <a:lnTo>
                    <a:pt x="222899" y="324767"/>
                  </a:lnTo>
                  <a:lnTo>
                    <a:pt x="227858" y="322924"/>
                  </a:lnTo>
                  <a:lnTo>
                    <a:pt x="232757" y="320925"/>
                  </a:lnTo>
                  <a:lnTo>
                    <a:pt x="237590" y="318772"/>
                  </a:lnTo>
                  <a:lnTo>
                    <a:pt x="242352" y="316467"/>
                  </a:lnTo>
                  <a:lnTo>
                    <a:pt x="247039" y="314012"/>
                  </a:lnTo>
                  <a:lnTo>
                    <a:pt x="251646" y="311411"/>
                  </a:lnTo>
                  <a:lnTo>
                    <a:pt x="256168" y="308665"/>
                  </a:lnTo>
                  <a:lnTo>
                    <a:pt x="260601" y="305777"/>
                  </a:lnTo>
                  <a:lnTo>
                    <a:pt x="264941" y="302751"/>
                  </a:lnTo>
                  <a:lnTo>
                    <a:pt x="269182" y="299588"/>
                  </a:lnTo>
                  <a:lnTo>
                    <a:pt x="273322" y="296293"/>
                  </a:lnTo>
                  <a:lnTo>
                    <a:pt x="277355" y="292869"/>
                  </a:lnTo>
                  <a:lnTo>
                    <a:pt x="281278" y="289319"/>
                  </a:lnTo>
                  <a:lnTo>
                    <a:pt x="285086" y="285646"/>
                  </a:lnTo>
                  <a:lnTo>
                    <a:pt x="288776" y="281855"/>
                  </a:lnTo>
                  <a:lnTo>
                    <a:pt x="292345" y="277949"/>
                  </a:lnTo>
                  <a:lnTo>
                    <a:pt x="295788" y="273932"/>
                  </a:lnTo>
                  <a:lnTo>
                    <a:pt x="299102" y="269808"/>
                  </a:lnTo>
                  <a:lnTo>
                    <a:pt x="302284" y="265581"/>
                  </a:lnTo>
                  <a:lnTo>
                    <a:pt x="305330" y="261255"/>
                  </a:lnTo>
                  <a:lnTo>
                    <a:pt x="308239" y="256836"/>
                  </a:lnTo>
                  <a:lnTo>
                    <a:pt x="311006" y="252326"/>
                  </a:lnTo>
                  <a:lnTo>
                    <a:pt x="313628" y="247731"/>
                  </a:lnTo>
                  <a:lnTo>
                    <a:pt x="316105" y="243056"/>
                  </a:lnTo>
                  <a:lnTo>
                    <a:pt x="318432" y="238304"/>
                  </a:lnTo>
                  <a:lnTo>
                    <a:pt x="320607" y="233481"/>
                  </a:lnTo>
                  <a:lnTo>
                    <a:pt x="322629" y="228592"/>
                  </a:lnTo>
                  <a:lnTo>
                    <a:pt x="324495" y="223641"/>
                  </a:lnTo>
                  <a:lnTo>
                    <a:pt x="326203" y="218634"/>
                  </a:lnTo>
                  <a:lnTo>
                    <a:pt x="327752" y="213575"/>
                  </a:lnTo>
                  <a:lnTo>
                    <a:pt x="329140" y="208470"/>
                  </a:lnTo>
                  <a:lnTo>
                    <a:pt x="330366" y="203323"/>
                  </a:lnTo>
                  <a:lnTo>
                    <a:pt x="331428" y="198140"/>
                  </a:lnTo>
                  <a:lnTo>
                    <a:pt x="332326" y="192926"/>
                  </a:lnTo>
                  <a:lnTo>
                    <a:pt x="333059" y="187686"/>
                  </a:lnTo>
                  <a:lnTo>
                    <a:pt x="333625" y="182426"/>
                  </a:lnTo>
                  <a:lnTo>
                    <a:pt x="334025" y="177150"/>
                  </a:lnTo>
                  <a:lnTo>
                    <a:pt x="334257" y="171865"/>
                  </a:lnTo>
                  <a:lnTo>
                    <a:pt x="334322" y="166574"/>
                  </a:lnTo>
                  <a:lnTo>
                    <a:pt x="334219" y="161285"/>
                  </a:lnTo>
                  <a:lnTo>
                    <a:pt x="333950" y="156001"/>
                  </a:lnTo>
                  <a:lnTo>
                    <a:pt x="333513" y="150728"/>
                  </a:lnTo>
                  <a:lnTo>
                    <a:pt x="332909" y="145472"/>
                  </a:lnTo>
                  <a:lnTo>
                    <a:pt x="332140" y="140238"/>
                  </a:lnTo>
                  <a:lnTo>
                    <a:pt x="331205" y="135030"/>
                  </a:lnTo>
                  <a:lnTo>
                    <a:pt x="330106" y="129855"/>
                  </a:lnTo>
                  <a:lnTo>
                    <a:pt x="328843" y="124717"/>
                  </a:lnTo>
                  <a:lnTo>
                    <a:pt x="327419" y="119621"/>
                  </a:lnTo>
                  <a:lnTo>
                    <a:pt x="325834" y="114574"/>
                  </a:lnTo>
                  <a:lnTo>
                    <a:pt x="324090" y="109579"/>
                  </a:lnTo>
                  <a:lnTo>
                    <a:pt x="322189" y="104641"/>
                  </a:lnTo>
                  <a:lnTo>
                    <a:pt x="320133" y="99766"/>
                  </a:lnTo>
                  <a:lnTo>
                    <a:pt x="317923" y="94959"/>
                  </a:lnTo>
                  <a:lnTo>
                    <a:pt x="315563" y="90224"/>
                  </a:lnTo>
                  <a:lnTo>
                    <a:pt x="313054" y="85566"/>
                  </a:lnTo>
                  <a:lnTo>
                    <a:pt x="310398" y="80990"/>
                  </a:lnTo>
                  <a:lnTo>
                    <a:pt x="307600" y="76500"/>
                  </a:lnTo>
                  <a:lnTo>
                    <a:pt x="304660" y="72101"/>
                  </a:lnTo>
                  <a:lnTo>
                    <a:pt x="301583" y="67798"/>
                  </a:lnTo>
                  <a:lnTo>
                    <a:pt x="298371" y="63594"/>
                  </a:lnTo>
                  <a:lnTo>
                    <a:pt x="295028" y="59493"/>
                  </a:lnTo>
                  <a:lnTo>
                    <a:pt x="291556" y="55500"/>
                  </a:lnTo>
                  <a:lnTo>
                    <a:pt x="287960" y="51620"/>
                  </a:lnTo>
                  <a:lnTo>
                    <a:pt x="284243" y="47855"/>
                  </a:lnTo>
                  <a:lnTo>
                    <a:pt x="280409" y="44209"/>
                  </a:lnTo>
                  <a:lnTo>
                    <a:pt x="276461" y="40687"/>
                  </a:lnTo>
                  <a:lnTo>
                    <a:pt x="272404" y="37291"/>
                  </a:lnTo>
                  <a:lnTo>
                    <a:pt x="268241" y="34026"/>
                  </a:lnTo>
                  <a:lnTo>
                    <a:pt x="263977" y="30893"/>
                  </a:lnTo>
                  <a:lnTo>
                    <a:pt x="259616" y="27898"/>
                  </a:lnTo>
                  <a:lnTo>
                    <a:pt x="255163" y="25041"/>
                  </a:lnTo>
                  <a:lnTo>
                    <a:pt x="250621" y="22328"/>
                  </a:lnTo>
                  <a:lnTo>
                    <a:pt x="245996" y="19759"/>
                  </a:lnTo>
                  <a:lnTo>
                    <a:pt x="241292" y="17338"/>
                  </a:lnTo>
                  <a:lnTo>
                    <a:pt x="236513" y="15067"/>
                  </a:lnTo>
                  <a:lnTo>
                    <a:pt x="231665" y="1294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83341"/>
              <a:ext cx="64509" cy="154218"/>
            </a:xfrm>
            <a:custGeom>
              <a:avLst/>
              <a:pathLst>
                <a:path w="64509" h="154218">
                  <a:moveTo>
                    <a:pt x="64509" y="0"/>
                  </a:moveTo>
                  <a:lnTo>
                    <a:pt x="0" y="154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176979"/>
              <a:ext cx="64509" cy="160580"/>
            </a:xfrm>
            <a:custGeom>
              <a:avLst/>
              <a:pathLst>
                <a:path w="64509" h="160580">
                  <a:moveTo>
                    <a:pt x="64509" y="6361"/>
                  </a:moveTo>
                  <a:lnTo>
                    <a:pt x="55578" y="2922"/>
                  </a:lnTo>
                  <a:lnTo>
                    <a:pt x="46464" y="0"/>
                  </a:lnTo>
                  <a:lnTo>
                    <a:pt x="0" y="1605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170392"/>
              <a:ext cx="46464" cy="167167"/>
            </a:xfrm>
            <a:custGeom>
              <a:avLst/>
              <a:pathLst>
                <a:path w="46464" h="167167">
                  <a:moveTo>
                    <a:pt x="46464" y="6587"/>
                  </a:moveTo>
                  <a:lnTo>
                    <a:pt x="39967" y="4848"/>
                  </a:lnTo>
                  <a:lnTo>
                    <a:pt x="33405" y="3371"/>
                  </a:lnTo>
                  <a:lnTo>
                    <a:pt x="26789" y="2160"/>
                  </a:lnTo>
                  <a:lnTo>
                    <a:pt x="20130" y="1216"/>
                  </a:lnTo>
                  <a:lnTo>
                    <a:pt x="13438" y="541"/>
                  </a:lnTo>
                  <a:lnTo>
                    <a:pt x="6724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423588" y="3707720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1" y="750"/>
                  </a:lnTo>
                  <a:lnTo>
                    <a:pt x="146080" y="1334"/>
                  </a:lnTo>
                  <a:lnTo>
                    <a:pt x="140850" y="2083"/>
                  </a:lnTo>
                  <a:lnTo>
                    <a:pt x="135646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6" y="8281"/>
                  </a:lnTo>
                  <a:lnTo>
                    <a:pt x="110201" y="10002"/>
                  </a:lnTo>
                  <a:lnTo>
                    <a:pt x="105262" y="11881"/>
                  </a:lnTo>
                  <a:lnTo>
                    <a:pt x="100386" y="13915"/>
                  </a:lnTo>
                  <a:lnTo>
                    <a:pt x="95576" y="16101"/>
                  </a:lnTo>
                  <a:lnTo>
                    <a:pt x="90838" y="18439"/>
                  </a:lnTo>
                  <a:lnTo>
                    <a:pt x="86175" y="20925"/>
                  </a:lnTo>
                  <a:lnTo>
                    <a:pt x="81594" y="23558"/>
                  </a:lnTo>
                  <a:lnTo>
                    <a:pt x="77098" y="26334"/>
                  </a:lnTo>
                  <a:lnTo>
                    <a:pt x="72693" y="29250"/>
                  </a:lnTo>
                  <a:lnTo>
                    <a:pt x="68381" y="32304"/>
                  </a:lnTo>
                  <a:lnTo>
                    <a:pt x="64169" y="35494"/>
                  </a:lnTo>
                  <a:lnTo>
                    <a:pt x="60059" y="38814"/>
                  </a:lnTo>
                  <a:lnTo>
                    <a:pt x="56056" y="42263"/>
                  </a:lnTo>
                  <a:lnTo>
                    <a:pt x="52164" y="45836"/>
                  </a:lnTo>
                  <a:lnTo>
                    <a:pt x="48387" y="49531"/>
                  </a:lnTo>
                  <a:lnTo>
                    <a:pt x="44729" y="53344"/>
                  </a:lnTo>
                  <a:lnTo>
                    <a:pt x="41193" y="57270"/>
                  </a:lnTo>
                  <a:lnTo>
                    <a:pt x="37783" y="61305"/>
                  </a:lnTo>
                  <a:lnTo>
                    <a:pt x="34502" y="65447"/>
                  </a:lnTo>
                  <a:lnTo>
                    <a:pt x="31353" y="69690"/>
                  </a:lnTo>
                  <a:lnTo>
                    <a:pt x="28341" y="74031"/>
                  </a:lnTo>
                  <a:lnTo>
                    <a:pt x="25467" y="78464"/>
                  </a:lnTo>
                  <a:lnTo>
                    <a:pt x="22734" y="82986"/>
                  </a:lnTo>
                  <a:lnTo>
                    <a:pt x="20146" y="87593"/>
                  </a:lnTo>
                  <a:lnTo>
                    <a:pt x="17705" y="92279"/>
                  </a:lnTo>
                  <a:lnTo>
                    <a:pt x="15413" y="97039"/>
                  </a:lnTo>
                  <a:lnTo>
                    <a:pt x="13272" y="101870"/>
                  </a:lnTo>
                  <a:lnTo>
                    <a:pt x="11285" y="106766"/>
                  </a:lnTo>
                  <a:lnTo>
                    <a:pt x="9454" y="111722"/>
                  </a:lnTo>
                  <a:lnTo>
                    <a:pt x="7781" y="116734"/>
                  </a:lnTo>
                  <a:lnTo>
                    <a:pt x="6267" y="121796"/>
                  </a:lnTo>
                  <a:lnTo>
                    <a:pt x="4913" y="126903"/>
                  </a:lnTo>
                  <a:lnTo>
                    <a:pt x="3722" y="132051"/>
                  </a:lnTo>
                  <a:lnTo>
                    <a:pt x="2694" y="137233"/>
                  </a:lnTo>
                  <a:lnTo>
                    <a:pt x="1830" y="142446"/>
                  </a:lnTo>
                  <a:lnTo>
                    <a:pt x="1131" y="147683"/>
                  </a:lnTo>
                  <a:lnTo>
                    <a:pt x="598" y="152940"/>
                  </a:lnTo>
                  <a:lnTo>
                    <a:pt x="232" y="158211"/>
                  </a:lnTo>
                  <a:lnTo>
                    <a:pt x="32" y="163490"/>
                  </a:lnTo>
                  <a:lnTo>
                    <a:pt x="0" y="168774"/>
                  </a:lnTo>
                  <a:lnTo>
                    <a:pt x="134" y="174056"/>
                  </a:lnTo>
                  <a:lnTo>
                    <a:pt x="435" y="179331"/>
                  </a:lnTo>
                  <a:lnTo>
                    <a:pt x="903" y="184594"/>
                  </a:lnTo>
                  <a:lnTo>
                    <a:pt x="1536" y="189839"/>
                  </a:lnTo>
                  <a:lnTo>
                    <a:pt x="2336" y="195062"/>
                  </a:lnTo>
                  <a:lnTo>
                    <a:pt x="3300" y="200257"/>
                  </a:lnTo>
                  <a:lnTo>
                    <a:pt x="4427" y="205419"/>
                  </a:lnTo>
                  <a:lnTo>
                    <a:pt x="5717" y="210543"/>
                  </a:lnTo>
                  <a:lnTo>
                    <a:pt x="7169" y="215623"/>
                  </a:lnTo>
                  <a:lnTo>
                    <a:pt x="8780" y="220655"/>
                  </a:lnTo>
                  <a:lnTo>
                    <a:pt x="10550" y="225634"/>
                  </a:lnTo>
                  <a:lnTo>
                    <a:pt x="12475" y="230554"/>
                  </a:lnTo>
                  <a:lnTo>
                    <a:pt x="14556" y="235411"/>
                  </a:lnTo>
                  <a:lnTo>
                    <a:pt x="16789" y="240199"/>
                  </a:lnTo>
                  <a:lnTo>
                    <a:pt x="19172" y="244915"/>
                  </a:lnTo>
                  <a:lnTo>
                    <a:pt x="21703" y="249553"/>
                  </a:lnTo>
                  <a:lnTo>
                    <a:pt x="24379" y="254109"/>
                  </a:lnTo>
                  <a:lnTo>
                    <a:pt x="27198" y="258577"/>
                  </a:lnTo>
                  <a:lnTo>
                    <a:pt x="30157" y="262955"/>
                  </a:lnTo>
                  <a:lnTo>
                    <a:pt x="33253" y="267237"/>
                  </a:lnTo>
                  <a:lnTo>
                    <a:pt x="36482" y="271419"/>
                  </a:lnTo>
                  <a:lnTo>
                    <a:pt x="39842" y="275496"/>
                  </a:lnTo>
                  <a:lnTo>
                    <a:pt x="43329" y="279466"/>
                  </a:lnTo>
                  <a:lnTo>
                    <a:pt x="46940" y="283323"/>
                  </a:lnTo>
                  <a:lnTo>
                    <a:pt x="50671" y="287064"/>
                  </a:lnTo>
                  <a:lnTo>
                    <a:pt x="54518" y="290686"/>
                  </a:lnTo>
                  <a:lnTo>
                    <a:pt x="58478" y="294184"/>
                  </a:lnTo>
                  <a:lnTo>
                    <a:pt x="62546" y="297555"/>
                  </a:lnTo>
                  <a:lnTo>
                    <a:pt x="66719" y="300796"/>
                  </a:lnTo>
                  <a:lnTo>
                    <a:pt x="70992" y="303904"/>
                  </a:lnTo>
                  <a:lnTo>
                    <a:pt x="75362" y="306874"/>
                  </a:lnTo>
                  <a:lnTo>
                    <a:pt x="79823" y="309706"/>
                  </a:lnTo>
                  <a:lnTo>
                    <a:pt x="84371" y="312395"/>
                  </a:lnTo>
                  <a:lnTo>
                    <a:pt x="89002" y="314938"/>
                  </a:lnTo>
                  <a:lnTo>
                    <a:pt x="93711" y="317335"/>
                  </a:lnTo>
                  <a:lnTo>
                    <a:pt x="98494" y="319581"/>
                  </a:lnTo>
                  <a:lnTo>
                    <a:pt x="103345" y="321675"/>
                  </a:lnTo>
                  <a:lnTo>
                    <a:pt x="108259" y="323614"/>
                  </a:lnTo>
                  <a:lnTo>
                    <a:pt x="113233" y="325398"/>
                  </a:lnTo>
                  <a:lnTo>
                    <a:pt x="118260" y="327023"/>
                  </a:lnTo>
                  <a:lnTo>
                    <a:pt x="123337" y="328488"/>
                  </a:lnTo>
                  <a:lnTo>
                    <a:pt x="128457" y="329793"/>
                  </a:lnTo>
                  <a:lnTo>
                    <a:pt x="133616" y="330934"/>
                  </a:lnTo>
                  <a:lnTo>
                    <a:pt x="138808" y="331913"/>
                  </a:lnTo>
                  <a:lnTo>
                    <a:pt x="144029" y="332726"/>
                  </a:lnTo>
                  <a:lnTo>
                    <a:pt x="149272" y="333375"/>
                  </a:lnTo>
                  <a:lnTo>
                    <a:pt x="154534" y="333857"/>
                  </a:lnTo>
                  <a:lnTo>
                    <a:pt x="159808" y="334173"/>
                  </a:lnTo>
                  <a:lnTo>
                    <a:pt x="165090" y="334322"/>
                  </a:lnTo>
                  <a:lnTo>
                    <a:pt x="170373" y="334303"/>
                  </a:lnTo>
                  <a:lnTo>
                    <a:pt x="175654" y="334118"/>
                  </a:lnTo>
                  <a:lnTo>
                    <a:pt x="180926" y="333767"/>
                  </a:lnTo>
                  <a:lnTo>
                    <a:pt x="186184" y="333248"/>
                  </a:lnTo>
                  <a:lnTo>
                    <a:pt x="191423" y="332564"/>
                  </a:lnTo>
                  <a:lnTo>
                    <a:pt x="196638" y="331715"/>
                  </a:lnTo>
                  <a:lnTo>
                    <a:pt x="201823" y="330701"/>
                  </a:lnTo>
                  <a:lnTo>
                    <a:pt x="206974" y="329524"/>
                  </a:lnTo>
                  <a:lnTo>
                    <a:pt x="212085" y="328184"/>
                  </a:lnTo>
                  <a:lnTo>
                    <a:pt x="217151" y="326684"/>
                  </a:lnTo>
                  <a:lnTo>
                    <a:pt x="222168" y="325025"/>
                  </a:lnTo>
                  <a:lnTo>
                    <a:pt x="227129" y="323207"/>
                  </a:lnTo>
                  <a:lnTo>
                    <a:pt x="232030" y="321234"/>
                  </a:lnTo>
                  <a:lnTo>
                    <a:pt x="236867" y="319107"/>
                  </a:lnTo>
                  <a:lnTo>
                    <a:pt x="241634" y="316828"/>
                  </a:lnTo>
                  <a:lnTo>
                    <a:pt x="246326" y="314400"/>
                  </a:lnTo>
                  <a:lnTo>
                    <a:pt x="250940" y="311824"/>
                  </a:lnTo>
                  <a:lnTo>
                    <a:pt x="255470" y="309104"/>
                  </a:lnTo>
                  <a:lnTo>
                    <a:pt x="259911" y="306243"/>
                  </a:lnTo>
                  <a:lnTo>
                    <a:pt x="264260" y="303242"/>
                  </a:lnTo>
                  <a:lnTo>
                    <a:pt x="268512" y="300105"/>
                  </a:lnTo>
                  <a:lnTo>
                    <a:pt x="272662" y="296836"/>
                  </a:lnTo>
                  <a:lnTo>
                    <a:pt x="276708" y="293437"/>
                  </a:lnTo>
                  <a:lnTo>
                    <a:pt x="280643" y="289912"/>
                  </a:lnTo>
                  <a:lnTo>
                    <a:pt x="284466" y="286264"/>
                  </a:lnTo>
                  <a:lnTo>
                    <a:pt x="288171" y="282497"/>
                  </a:lnTo>
                  <a:lnTo>
                    <a:pt x="291755" y="278615"/>
                  </a:lnTo>
                  <a:lnTo>
                    <a:pt x="295215" y="274622"/>
                  </a:lnTo>
                  <a:lnTo>
                    <a:pt x="298547" y="270521"/>
                  </a:lnTo>
                  <a:lnTo>
                    <a:pt x="301748" y="266318"/>
                  </a:lnTo>
                  <a:lnTo>
                    <a:pt x="304814" y="262015"/>
                  </a:lnTo>
                  <a:lnTo>
                    <a:pt x="307743" y="257617"/>
                  </a:lnTo>
                  <a:lnTo>
                    <a:pt x="310531" y="253129"/>
                  </a:lnTo>
                  <a:lnTo>
                    <a:pt x="313176" y="248555"/>
                  </a:lnTo>
                  <a:lnTo>
                    <a:pt x="315675" y="243900"/>
                  </a:lnTo>
                  <a:lnTo>
                    <a:pt x="318026" y="239168"/>
                  </a:lnTo>
                  <a:lnTo>
                    <a:pt x="320226" y="234364"/>
                  </a:lnTo>
                  <a:lnTo>
                    <a:pt x="322273" y="229493"/>
                  </a:lnTo>
                  <a:lnTo>
                    <a:pt x="324166" y="224560"/>
                  </a:lnTo>
                  <a:lnTo>
                    <a:pt x="325901" y="219570"/>
                  </a:lnTo>
                  <a:lnTo>
                    <a:pt x="327478" y="214527"/>
                  </a:lnTo>
                  <a:lnTo>
                    <a:pt x="328894" y="209436"/>
                  </a:lnTo>
                  <a:lnTo>
                    <a:pt x="330149" y="204304"/>
                  </a:lnTo>
                  <a:lnTo>
                    <a:pt x="331242" y="199135"/>
                  </a:lnTo>
                  <a:lnTo>
                    <a:pt x="332170" y="193933"/>
                  </a:lnTo>
                  <a:lnTo>
                    <a:pt x="332933" y="188705"/>
                  </a:lnTo>
                  <a:lnTo>
                    <a:pt x="333531" y="183455"/>
                  </a:lnTo>
                  <a:lnTo>
                    <a:pt x="333963" y="178189"/>
                  </a:lnTo>
                  <a:lnTo>
                    <a:pt x="334228" y="172912"/>
                  </a:lnTo>
                  <a:lnTo>
                    <a:pt x="334326" y="167629"/>
                  </a:lnTo>
                  <a:lnTo>
                    <a:pt x="334257" y="162346"/>
                  </a:lnTo>
                  <a:lnTo>
                    <a:pt x="334021" y="157068"/>
                  </a:lnTo>
                  <a:lnTo>
                    <a:pt x="333619" y="151800"/>
                  </a:lnTo>
                  <a:lnTo>
                    <a:pt x="333050" y="146547"/>
                  </a:lnTo>
                  <a:lnTo>
                    <a:pt x="332315" y="141314"/>
                  </a:lnTo>
                  <a:lnTo>
                    <a:pt x="331416" y="136108"/>
                  </a:lnTo>
                  <a:lnTo>
                    <a:pt x="330352" y="130932"/>
                  </a:lnTo>
                  <a:lnTo>
                    <a:pt x="329126" y="125793"/>
                  </a:lnTo>
                  <a:lnTo>
                    <a:pt x="327737" y="120695"/>
                  </a:lnTo>
                  <a:lnTo>
                    <a:pt x="326188" y="115644"/>
                  </a:lnTo>
                  <a:lnTo>
                    <a:pt x="324481" y="110644"/>
                  </a:lnTo>
                  <a:lnTo>
                    <a:pt x="322616" y="105700"/>
                  </a:lnTo>
                  <a:lnTo>
                    <a:pt x="320596" y="100818"/>
                  </a:lnTo>
                  <a:lnTo>
                    <a:pt x="318422" y="96002"/>
                  </a:lnTo>
                  <a:lnTo>
                    <a:pt x="316098" y="91257"/>
                  </a:lnTo>
                  <a:lnTo>
                    <a:pt x="313624" y="86588"/>
                  </a:lnTo>
                  <a:lnTo>
                    <a:pt x="311005" y="82000"/>
                  </a:lnTo>
                  <a:lnTo>
                    <a:pt x="308241" y="77496"/>
                  </a:lnTo>
                  <a:lnTo>
                    <a:pt x="305337" y="73082"/>
                  </a:lnTo>
                  <a:lnTo>
                    <a:pt x="302294" y="68763"/>
                  </a:lnTo>
                  <a:lnTo>
                    <a:pt x="299117" y="64541"/>
                  </a:lnTo>
                  <a:lnTo>
                    <a:pt x="295808" y="60422"/>
                  </a:lnTo>
                  <a:lnTo>
                    <a:pt x="292370" y="56410"/>
                  </a:lnTo>
                  <a:lnTo>
                    <a:pt x="288807" y="52508"/>
                  </a:lnTo>
                  <a:lnTo>
                    <a:pt x="285123" y="48721"/>
                  </a:lnTo>
                  <a:lnTo>
                    <a:pt x="281321" y="45052"/>
                  </a:lnTo>
                  <a:lnTo>
                    <a:pt x="277405" y="41505"/>
                  </a:lnTo>
                  <a:lnTo>
                    <a:pt x="273378" y="38084"/>
                  </a:lnTo>
                  <a:lnTo>
                    <a:pt x="269246" y="34791"/>
                  </a:lnTo>
                  <a:lnTo>
                    <a:pt x="265011" y="31631"/>
                  </a:lnTo>
                  <a:lnTo>
                    <a:pt x="260679" y="28607"/>
                  </a:lnTo>
                  <a:lnTo>
                    <a:pt x="256254" y="25720"/>
                  </a:lnTo>
                  <a:lnTo>
                    <a:pt x="251739" y="22975"/>
                  </a:lnTo>
                  <a:lnTo>
                    <a:pt x="247140" y="20374"/>
                  </a:lnTo>
                  <a:lnTo>
                    <a:pt x="242461" y="17920"/>
                  </a:lnTo>
                  <a:lnTo>
                    <a:pt x="237707" y="15615"/>
                  </a:lnTo>
                  <a:lnTo>
                    <a:pt x="232882" y="13461"/>
                  </a:lnTo>
                  <a:lnTo>
                    <a:pt x="227991" y="11461"/>
                  </a:lnTo>
                  <a:lnTo>
                    <a:pt x="223040" y="9616"/>
                  </a:lnTo>
                  <a:lnTo>
                    <a:pt x="218033" y="7929"/>
                  </a:lnTo>
                  <a:lnTo>
                    <a:pt x="212976" y="6401"/>
                  </a:lnTo>
                  <a:lnTo>
                    <a:pt x="207872" y="5033"/>
                  </a:lnTo>
                  <a:lnTo>
                    <a:pt x="202728" y="3827"/>
                  </a:lnTo>
                  <a:lnTo>
                    <a:pt x="197548" y="2785"/>
                  </a:lnTo>
                  <a:lnTo>
                    <a:pt x="192338" y="1907"/>
                  </a:lnTo>
                  <a:lnTo>
                    <a:pt x="187102" y="1193"/>
                  </a:lnTo>
                  <a:lnTo>
                    <a:pt x="181847" y="646"/>
                  </a:lnTo>
                  <a:lnTo>
                    <a:pt x="176577" y="265"/>
                  </a:lnTo>
                  <a:lnTo>
                    <a:pt x="171298" y="5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90748" y="3707720"/>
              <a:ext cx="4138" cy="167167"/>
            </a:xfrm>
            <a:custGeom>
              <a:avLst/>
              <a:pathLst>
                <a:path w="4138" h="167167">
                  <a:moveTo>
                    <a:pt x="4138" y="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14128" y="421382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9" y="333"/>
                  </a:lnTo>
                  <a:lnTo>
                    <a:pt x="151331" y="750"/>
                  </a:lnTo>
                  <a:lnTo>
                    <a:pt x="146080" y="1334"/>
                  </a:lnTo>
                  <a:lnTo>
                    <a:pt x="140850" y="2083"/>
                  </a:lnTo>
                  <a:lnTo>
                    <a:pt x="135646" y="2997"/>
                  </a:lnTo>
                  <a:lnTo>
                    <a:pt x="130473" y="4075"/>
                  </a:lnTo>
                  <a:lnTo>
                    <a:pt x="125337" y="5316"/>
                  </a:lnTo>
                  <a:lnTo>
                    <a:pt x="120243" y="6718"/>
                  </a:lnTo>
                  <a:lnTo>
                    <a:pt x="115196" y="8281"/>
                  </a:lnTo>
                  <a:lnTo>
                    <a:pt x="110201" y="10002"/>
                  </a:lnTo>
                  <a:lnTo>
                    <a:pt x="105262" y="11881"/>
                  </a:lnTo>
                  <a:lnTo>
                    <a:pt x="100386" y="13915"/>
                  </a:lnTo>
                  <a:lnTo>
                    <a:pt x="95576" y="16101"/>
                  </a:lnTo>
                  <a:lnTo>
                    <a:pt x="90838" y="18439"/>
                  </a:lnTo>
                  <a:lnTo>
                    <a:pt x="86175" y="20925"/>
                  </a:lnTo>
                  <a:lnTo>
                    <a:pt x="81594" y="23558"/>
                  </a:lnTo>
                  <a:lnTo>
                    <a:pt x="77098" y="26334"/>
                  </a:lnTo>
                  <a:lnTo>
                    <a:pt x="72693" y="29250"/>
                  </a:lnTo>
                  <a:lnTo>
                    <a:pt x="68381" y="32304"/>
                  </a:lnTo>
                  <a:lnTo>
                    <a:pt x="64169" y="35494"/>
                  </a:lnTo>
                  <a:lnTo>
                    <a:pt x="60059" y="38814"/>
                  </a:lnTo>
                  <a:lnTo>
                    <a:pt x="56056" y="42263"/>
                  </a:lnTo>
                  <a:lnTo>
                    <a:pt x="52164" y="45836"/>
                  </a:lnTo>
                  <a:lnTo>
                    <a:pt x="48387" y="49531"/>
                  </a:lnTo>
                  <a:lnTo>
                    <a:pt x="44729" y="53344"/>
                  </a:lnTo>
                  <a:lnTo>
                    <a:pt x="41193" y="57270"/>
                  </a:lnTo>
                  <a:lnTo>
                    <a:pt x="37783" y="61305"/>
                  </a:lnTo>
                  <a:lnTo>
                    <a:pt x="34502" y="65447"/>
                  </a:lnTo>
                  <a:lnTo>
                    <a:pt x="31353" y="69690"/>
                  </a:lnTo>
                  <a:lnTo>
                    <a:pt x="28341" y="74031"/>
                  </a:lnTo>
                  <a:lnTo>
                    <a:pt x="25467" y="78464"/>
                  </a:lnTo>
                  <a:lnTo>
                    <a:pt x="22734" y="82986"/>
                  </a:lnTo>
                  <a:lnTo>
                    <a:pt x="20146" y="87593"/>
                  </a:lnTo>
                  <a:lnTo>
                    <a:pt x="17705" y="92279"/>
                  </a:lnTo>
                  <a:lnTo>
                    <a:pt x="15413" y="97039"/>
                  </a:lnTo>
                  <a:lnTo>
                    <a:pt x="13272" y="101870"/>
                  </a:lnTo>
                  <a:lnTo>
                    <a:pt x="11285" y="106766"/>
                  </a:lnTo>
                  <a:lnTo>
                    <a:pt x="9454" y="111722"/>
                  </a:lnTo>
                  <a:lnTo>
                    <a:pt x="7781" y="116734"/>
                  </a:lnTo>
                  <a:lnTo>
                    <a:pt x="6267" y="121796"/>
                  </a:lnTo>
                  <a:lnTo>
                    <a:pt x="4913" y="126903"/>
                  </a:lnTo>
                  <a:lnTo>
                    <a:pt x="3722" y="132051"/>
                  </a:lnTo>
                  <a:lnTo>
                    <a:pt x="2694" y="137233"/>
                  </a:lnTo>
                  <a:lnTo>
                    <a:pt x="1830" y="142446"/>
                  </a:lnTo>
                  <a:lnTo>
                    <a:pt x="1131" y="147683"/>
                  </a:lnTo>
                  <a:lnTo>
                    <a:pt x="598" y="152940"/>
                  </a:lnTo>
                  <a:lnTo>
                    <a:pt x="232" y="158211"/>
                  </a:lnTo>
                  <a:lnTo>
                    <a:pt x="32" y="163490"/>
                  </a:lnTo>
                  <a:lnTo>
                    <a:pt x="0" y="168774"/>
                  </a:lnTo>
                  <a:lnTo>
                    <a:pt x="134" y="174056"/>
                  </a:lnTo>
                  <a:lnTo>
                    <a:pt x="435" y="179331"/>
                  </a:lnTo>
                  <a:lnTo>
                    <a:pt x="903" y="184594"/>
                  </a:lnTo>
                  <a:lnTo>
                    <a:pt x="1536" y="189839"/>
                  </a:lnTo>
                  <a:lnTo>
                    <a:pt x="2336" y="195062"/>
                  </a:lnTo>
                  <a:lnTo>
                    <a:pt x="3300" y="200257"/>
                  </a:lnTo>
                  <a:lnTo>
                    <a:pt x="4427" y="205419"/>
                  </a:lnTo>
                  <a:lnTo>
                    <a:pt x="5717" y="210543"/>
                  </a:lnTo>
                  <a:lnTo>
                    <a:pt x="7169" y="215623"/>
                  </a:lnTo>
                  <a:lnTo>
                    <a:pt x="8780" y="220655"/>
                  </a:lnTo>
                  <a:lnTo>
                    <a:pt x="10550" y="225634"/>
                  </a:lnTo>
                  <a:lnTo>
                    <a:pt x="12475" y="230554"/>
                  </a:lnTo>
                  <a:lnTo>
                    <a:pt x="14556" y="235411"/>
                  </a:lnTo>
                  <a:lnTo>
                    <a:pt x="16789" y="240199"/>
                  </a:lnTo>
                  <a:lnTo>
                    <a:pt x="19172" y="244915"/>
                  </a:lnTo>
                  <a:lnTo>
                    <a:pt x="21703" y="249553"/>
                  </a:lnTo>
                  <a:lnTo>
                    <a:pt x="24379" y="254109"/>
                  </a:lnTo>
                  <a:lnTo>
                    <a:pt x="27198" y="258577"/>
                  </a:lnTo>
                  <a:lnTo>
                    <a:pt x="30157" y="262955"/>
                  </a:lnTo>
                  <a:lnTo>
                    <a:pt x="33253" y="267237"/>
                  </a:lnTo>
                  <a:lnTo>
                    <a:pt x="36482" y="271419"/>
                  </a:lnTo>
                  <a:lnTo>
                    <a:pt x="39842" y="275496"/>
                  </a:lnTo>
                  <a:lnTo>
                    <a:pt x="43329" y="279466"/>
                  </a:lnTo>
                  <a:lnTo>
                    <a:pt x="46940" y="283323"/>
                  </a:lnTo>
                  <a:lnTo>
                    <a:pt x="50671" y="287064"/>
                  </a:lnTo>
                  <a:lnTo>
                    <a:pt x="54518" y="290686"/>
                  </a:lnTo>
                  <a:lnTo>
                    <a:pt x="58478" y="294184"/>
                  </a:lnTo>
                  <a:lnTo>
                    <a:pt x="62546" y="297555"/>
                  </a:lnTo>
                  <a:lnTo>
                    <a:pt x="66719" y="300796"/>
                  </a:lnTo>
                  <a:lnTo>
                    <a:pt x="70992" y="303904"/>
                  </a:lnTo>
                  <a:lnTo>
                    <a:pt x="75362" y="306874"/>
                  </a:lnTo>
                  <a:lnTo>
                    <a:pt x="79823" y="309706"/>
                  </a:lnTo>
                  <a:lnTo>
                    <a:pt x="84371" y="312395"/>
                  </a:lnTo>
                  <a:lnTo>
                    <a:pt x="89002" y="314938"/>
                  </a:lnTo>
                  <a:lnTo>
                    <a:pt x="93711" y="317335"/>
                  </a:lnTo>
                  <a:lnTo>
                    <a:pt x="98494" y="319581"/>
                  </a:lnTo>
                  <a:lnTo>
                    <a:pt x="103345" y="321675"/>
                  </a:lnTo>
                  <a:lnTo>
                    <a:pt x="108259" y="323614"/>
                  </a:lnTo>
                  <a:lnTo>
                    <a:pt x="113233" y="325398"/>
                  </a:lnTo>
                  <a:lnTo>
                    <a:pt x="118260" y="327023"/>
                  </a:lnTo>
                  <a:lnTo>
                    <a:pt x="123337" y="328488"/>
                  </a:lnTo>
                  <a:lnTo>
                    <a:pt x="128457" y="329793"/>
                  </a:lnTo>
                  <a:lnTo>
                    <a:pt x="133616" y="330934"/>
                  </a:lnTo>
                  <a:lnTo>
                    <a:pt x="138808" y="331913"/>
                  </a:lnTo>
                  <a:lnTo>
                    <a:pt x="144029" y="332726"/>
                  </a:lnTo>
                  <a:lnTo>
                    <a:pt x="149272" y="333375"/>
                  </a:lnTo>
                  <a:lnTo>
                    <a:pt x="154534" y="333857"/>
                  </a:lnTo>
                  <a:lnTo>
                    <a:pt x="159808" y="334173"/>
                  </a:lnTo>
                  <a:lnTo>
                    <a:pt x="165090" y="334322"/>
                  </a:lnTo>
                  <a:lnTo>
                    <a:pt x="170373" y="334303"/>
                  </a:lnTo>
                  <a:lnTo>
                    <a:pt x="175654" y="334118"/>
                  </a:lnTo>
                  <a:lnTo>
                    <a:pt x="180926" y="333767"/>
                  </a:lnTo>
                  <a:lnTo>
                    <a:pt x="186184" y="333248"/>
                  </a:lnTo>
                  <a:lnTo>
                    <a:pt x="191423" y="332564"/>
                  </a:lnTo>
                  <a:lnTo>
                    <a:pt x="196638" y="331715"/>
                  </a:lnTo>
                  <a:lnTo>
                    <a:pt x="201823" y="330701"/>
                  </a:lnTo>
                  <a:lnTo>
                    <a:pt x="206974" y="329524"/>
                  </a:lnTo>
                  <a:lnTo>
                    <a:pt x="212085" y="328184"/>
                  </a:lnTo>
                  <a:lnTo>
                    <a:pt x="217151" y="326684"/>
                  </a:lnTo>
                  <a:lnTo>
                    <a:pt x="222168" y="325025"/>
                  </a:lnTo>
                  <a:lnTo>
                    <a:pt x="227129" y="323207"/>
                  </a:lnTo>
                  <a:lnTo>
                    <a:pt x="232030" y="321234"/>
                  </a:lnTo>
                  <a:lnTo>
                    <a:pt x="236867" y="319107"/>
                  </a:lnTo>
                  <a:lnTo>
                    <a:pt x="241634" y="316828"/>
                  </a:lnTo>
                  <a:lnTo>
                    <a:pt x="246326" y="314400"/>
                  </a:lnTo>
                  <a:lnTo>
                    <a:pt x="250940" y="311824"/>
                  </a:lnTo>
                  <a:lnTo>
                    <a:pt x="255470" y="309104"/>
                  </a:lnTo>
                  <a:lnTo>
                    <a:pt x="259911" y="306243"/>
                  </a:lnTo>
                  <a:lnTo>
                    <a:pt x="264260" y="303242"/>
                  </a:lnTo>
                  <a:lnTo>
                    <a:pt x="268512" y="300105"/>
                  </a:lnTo>
                  <a:lnTo>
                    <a:pt x="272662" y="296836"/>
                  </a:lnTo>
                  <a:lnTo>
                    <a:pt x="276708" y="293437"/>
                  </a:lnTo>
                  <a:lnTo>
                    <a:pt x="280643" y="289912"/>
                  </a:lnTo>
                  <a:lnTo>
                    <a:pt x="284466" y="286264"/>
                  </a:lnTo>
                  <a:lnTo>
                    <a:pt x="288171" y="282497"/>
                  </a:lnTo>
                  <a:lnTo>
                    <a:pt x="291755" y="278615"/>
                  </a:lnTo>
                  <a:lnTo>
                    <a:pt x="295215" y="274622"/>
                  </a:lnTo>
                  <a:lnTo>
                    <a:pt x="298547" y="270521"/>
                  </a:lnTo>
                  <a:lnTo>
                    <a:pt x="301748" y="266318"/>
                  </a:lnTo>
                  <a:lnTo>
                    <a:pt x="304814" y="262015"/>
                  </a:lnTo>
                  <a:lnTo>
                    <a:pt x="307743" y="257617"/>
                  </a:lnTo>
                  <a:lnTo>
                    <a:pt x="310531" y="253129"/>
                  </a:lnTo>
                  <a:lnTo>
                    <a:pt x="313176" y="248555"/>
                  </a:lnTo>
                  <a:lnTo>
                    <a:pt x="315675" y="243900"/>
                  </a:lnTo>
                  <a:lnTo>
                    <a:pt x="318026" y="239168"/>
                  </a:lnTo>
                  <a:lnTo>
                    <a:pt x="320226" y="234364"/>
                  </a:lnTo>
                  <a:lnTo>
                    <a:pt x="322273" y="229493"/>
                  </a:lnTo>
                  <a:lnTo>
                    <a:pt x="324166" y="224560"/>
                  </a:lnTo>
                  <a:lnTo>
                    <a:pt x="325901" y="219570"/>
                  </a:lnTo>
                  <a:lnTo>
                    <a:pt x="327478" y="214527"/>
                  </a:lnTo>
                  <a:lnTo>
                    <a:pt x="328894" y="209436"/>
                  </a:lnTo>
                  <a:lnTo>
                    <a:pt x="330149" y="204304"/>
                  </a:lnTo>
                  <a:lnTo>
                    <a:pt x="331242" y="199135"/>
                  </a:lnTo>
                  <a:lnTo>
                    <a:pt x="332170" y="193933"/>
                  </a:lnTo>
                  <a:lnTo>
                    <a:pt x="332933" y="188705"/>
                  </a:lnTo>
                  <a:lnTo>
                    <a:pt x="333531" y="183455"/>
                  </a:lnTo>
                  <a:lnTo>
                    <a:pt x="333963" y="178189"/>
                  </a:lnTo>
                  <a:lnTo>
                    <a:pt x="334228" y="172912"/>
                  </a:lnTo>
                  <a:lnTo>
                    <a:pt x="334326" y="167629"/>
                  </a:lnTo>
                  <a:lnTo>
                    <a:pt x="334257" y="162346"/>
                  </a:lnTo>
                  <a:lnTo>
                    <a:pt x="334021" y="157068"/>
                  </a:lnTo>
                  <a:lnTo>
                    <a:pt x="333619" y="151800"/>
                  </a:lnTo>
                  <a:lnTo>
                    <a:pt x="333050" y="146547"/>
                  </a:lnTo>
                  <a:lnTo>
                    <a:pt x="332315" y="141314"/>
                  </a:lnTo>
                  <a:lnTo>
                    <a:pt x="331416" y="136108"/>
                  </a:lnTo>
                  <a:lnTo>
                    <a:pt x="330352" y="130932"/>
                  </a:lnTo>
                  <a:lnTo>
                    <a:pt x="329126" y="125793"/>
                  </a:lnTo>
                  <a:lnTo>
                    <a:pt x="327737" y="120695"/>
                  </a:lnTo>
                  <a:lnTo>
                    <a:pt x="326188" y="115644"/>
                  </a:lnTo>
                  <a:lnTo>
                    <a:pt x="324481" y="110644"/>
                  </a:lnTo>
                  <a:lnTo>
                    <a:pt x="322616" y="105700"/>
                  </a:lnTo>
                  <a:lnTo>
                    <a:pt x="320596" y="100818"/>
                  </a:lnTo>
                  <a:lnTo>
                    <a:pt x="318422" y="96002"/>
                  </a:lnTo>
                  <a:lnTo>
                    <a:pt x="316098" y="91257"/>
                  </a:lnTo>
                  <a:lnTo>
                    <a:pt x="313624" y="86588"/>
                  </a:lnTo>
                  <a:lnTo>
                    <a:pt x="311005" y="82000"/>
                  </a:lnTo>
                  <a:lnTo>
                    <a:pt x="308241" y="77496"/>
                  </a:lnTo>
                  <a:lnTo>
                    <a:pt x="305337" y="73082"/>
                  </a:lnTo>
                  <a:lnTo>
                    <a:pt x="302294" y="68763"/>
                  </a:lnTo>
                  <a:lnTo>
                    <a:pt x="299117" y="64541"/>
                  </a:lnTo>
                  <a:lnTo>
                    <a:pt x="295808" y="60422"/>
                  </a:lnTo>
                  <a:lnTo>
                    <a:pt x="292370" y="56410"/>
                  </a:lnTo>
                  <a:lnTo>
                    <a:pt x="288807" y="52508"/>
                  </a:lnTo>
                  <a:lnTo>
                    <a:pt x="285123" y="48721"/>
                  </a:lnTo>
                  <a:lnTo>
                    <a:pt x="281321" y="45052"/>
                  </a:lnTo>
                  <a:lnTo>
                    <a:pt x="277405" y="41505"/>
                  </a:lnTo>
                  <a:lnTo>
                    <a:pt x="273378" y="38084"/>
                  </a:lnTo>
                  <a:lnTo>
                    <a:pt x="269246" y="34791"/>
                  </a:lnTo>
                  <a:lnTo>
                    <a:pt x="265011" y="31631"/>
                  </a:lnTo>
                  <a:lnTo>
                    <a:pt x="260679" y="28607"/>
                  </a:lnTo>
                  <a:lnTo>
                    <a:pt x="256254" y="25720"/>
                  </a:lnTo>
                  <a:lnTo>
                    <a:pt x="251739" y="22975"/>
                  </a:lnTo>
                  <a:lnTo>
                    <a:pt x="247140" y="20374"/>
                  </a:lnTo>
                  <a:lnTo>
                    <a:pt x="242461" y="17920"/>
                  </a:lnTo>
                  <a:lnTo>
                    <a:pt x="237707" y="15615"/>
                  </a:lnTo>
                  <a:lnTo>
                    <a:pt x="232882" y="13461"/>
                  </a:lnTo>
                  <a:lnTo>
                    <a:pt x="227991" y="11461"/>
                  </a:lnTo>
                  <a:lnTo>
                    <a:pt x="223040" y="9616"/>
                  </a:lnTo>
                  <a:lnTo>
                    <a:pt x="218033" y="7929"/>
                  </a:lnTo>
                  <a:lnTo>
                    <a:pt x="212976" y="6401"/>
                  </a:lnTo>
                  <a:lnTo>
                    <a:pt x="207872" y="5033"/>
                  </a:lnTo>
                  <a:lnTo>
                    <a:pt x="202728" y="3827"/>
                  </a:lnTo>
                  <a:lnTo>
                    <a:pt x="197548" y="2785"/>
                  </a:lnTo>
                  <a:lnTo>
                    <a:pt x="192338" y="1907"/>
                  </a:lnTo>
                  <a:lnTo>
                    <a:pt x="187102" y="1193"/>
                  </a:lnTo>
                  <a:lnTo>
                    <a:pt x="181847" y="646"/>
                  </a:lnTo>
                  <a:lnTo>
                    <a:pt x="176577" y="265"/>
                  </a:lnTo>
                  <a:lnTo>
                    <a:pt x="171298" y="5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72"/>
              <a:ext cx="4138" cy="167116"/>
            </a:xfrm>
            <a:custGeom>
              <a:avLst/>
              <a:pathLst>
                <a:path w="4138" h="167116">
                  <a:moveTo>
                    <a:pt x="4138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781287" y="4213821"/>
              <a:ext cx="4138" cy="167167"/>
            </a:xfrm>
            <a:custGeom>
              <a:avLst/>
              <a:pathLst>
                <a:path w="4138" h="167167">
                  <a:moveTo>
                    <a:pt x="4138" y="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19362" y="4659281"/>
              <a:ext cx="167162" cy="167167"/>
            </a:xfrm>
            <a:custGeom>
              <a:avLst/>
              <a:pathLst>
                <a:path w="167162" h="167167">
                  <a:moveTo>
                    <a:pt x="167162" y="0"/>
                  </a:moveTo>
                  <a:lnTo>
                    <a:pt x="161719" y="88"/>
                  </a:lnTo>
                  <a:lnTo>
                    <a:pt x="156282" y="354"/>
                  </a:lnTo>
                  <a:lnTo>
                    <a:pt x="150857" y="797"/>
                  </a:lnTo>
                  <a:lnTo>
                    <a:pt x="145449" y="1416"/>
                  </a:lnTo>
                  <a:lnTo>
                    <a:pt x="140064" y="2210"/>
                  </a:lnTo>
                  <a:lnTo>
                    <a:pt x="134708" y="3180"/>
                  </a:lnTo>
                  <a:lnTo>
                    <a:pt x="129386" y="4324"/>
                  </a:lnTo>
                  <a:lnTo>
                    <a:pt x="124104" y="5640"/>
                  </a:lnTo>
                  <a:lnTo>
                    <a:pt x="118868" y="7127"/>
                  </a:lnTo>
                  <a:lnTo>
                    <a:pt x="113683" y="8785"/>
                  </a:lnTo>
                  <a:lnTo>
                    <a:pt x="108555" y="10610"/>
                  </a:lnTo>
                  <a:lnTo>
                    <a:pt x="103489" y="12601"/>
                  </a:lnTo>
                  <a:lnTo>
                    <a:pt x="98490" y="14756"/>
                  </a:lnTo>
                  <a:lnTo>
                    <a:pt x="93564" y="17073"/>
                  </a:lnTo>
                  <a:lnTo>
                    <a:pt x="88716" y="19548"/>
                  </a:lnTo>
                  <a:lnTo>
                    <a:pt x="83952" y="22181"/>
                  </a:lnTo>
                  <a:lnTo>
                    <a:pt x="79276" y="24967"/>
                  </a:lnTo>
                  <a:lnTo>
                    <a:pt x="74692" y="27903"/>
                  </a:lnTo>
                  <a:lnTo>
                    <a:pt x="70207" y="30988"/>
                  </a:lnTo>
                  <a:lnTo>
                    <a:pt x="65825" y="34217"/>
                  </a:lnTo>
                  <a:lnTo>
                    <a:pt x="61550" y="37586"/>
                  </a:lnTo>
                  <a:lnTo>
                    <a:pt x="57387" y="41094"/>
                  </a:lnTo>
                  <a:lnTo>
                    <a:pt x="53341" y="44735"/>
                  </a:lnTo>
                  <a:lnTo>
                    <a:pt x="49415" y="48505"/>
                  </a:lnTo>
                  <a:lnTo>
                    <a:pt x="45614" y="52402"/>
                  </a:lnTo>
                  <a:lnTo>
                    <a:pt x="41942" y="56420"/>
                  </a:lnTo>
                  <a:lnTo>
                    <a:pt x="38403" y="60556"/>
                  </a:lnTo>
                  <a:lnTo>
                    <a:pt x="35000" y="64804"/>
                  </a:lnTo>
                  <a:lnTo>
                    <a:pt x="31737" y="69161"/>
                  </a:lnTo>
                  <a:lnTo>
                    <a:pt x="28618" y="73623"/>
                  </a:lnTo>
                  <a:lnTo>
                    <a:pt x="25646" y="78183"/>
                  </a:lnTo>
                  <a:lnTo>
                    <a:pt x="22824" y="82838"/>
                  </a:lnTo>
                  <a:lnTo>
                    <a:pt x="20155" y="87582"/>
                  </a:lnTo>
                  <a:lnTo>
                    <a:pt x="17642" y="92410"/>
                  </a:lnTo>
                  <a:lnTo>
                    <a:pt x="15287" y="97318"/>
                  </a:lnTo>
                  <a:lnTo>
                    <a:pt x="13093" y="102300"/>
                  </a:lnTo>
                  <a:lnTo>
                    <a:pt x="11063" y="107350"/>
                  </a:lnTo>
                  <a:lnTo>
                    <a:pt x="9198" y="112464"/>
                  </a:lnTo>
                  <a:lnTo>
                    <a:pt x="7501" y="117636"/>
                  </a:lnTo>
                  <a:lnTo>
                    <a:pt x="5973" y="122861"/>
                  </a:lnTo>
                  <a:lnTo>
                    <a:pt x="4616" y="128132"/>
                  </a:lnTo>
                  <a:lnTo>
                    <a:pt x="3431" y="133445"/>
                  </a:lnTo>
                  <a:lnTo>
                    <a:pt x="2420" y="138793"/>
                  </a:lnTo>
                  <a:lnTo>
                    <a:pt x="1584" y="144172"/>
                  </a:lnTo>
                  <a:lnTo>
                    <a:pt x="923" y="149575"/>
                  </a:lnTo>
                  <a:lnTo>
                    <a:pt x="438" y="154997"/>
                  </a:lnTo>
                  <a:lnTo>
                    <a:pt x="130" y="160432"/>
                  </a:lnTo>
                  <a:lnTo>
                    <a:pt x="0" y="16587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62" y="4825155"/>
              <a:ext cx="167162" cy="1293"/>
            </a:xfrm>
            <a:custGeom>
              <a:avLst/>
              <a:pathLst>
                <a:path w="167162" h="1293">
                  <a:moveTo>
                    <a:pt x="0" y="0"/>
                  </a:moveTo>
                  <a:lnTo>
                    <a:pt x="167162" y="12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919362" y="4825155"/>
              <a:ext cx="167162" cy="22399"/>
            </a:xfrm>
            <a:custGeom>
              <a:avLst/>
              <a:pathLst>
                <a:path w="167162" h="22399">
                  <a:moveTo>
                    <a:pt x="0" y="0"/>
                  </a:moveTo>
                  <a:lnTo>
                    <a:pt x="109" y="7483"/>
                  </a:lnTo>
                  <a:lnTo>
                    <a:pt x="554" y="14955"/>
                  </a:lnTo>
                  <a:lnTo>
                    <a:pt x="1332" y="22399"/>
                  </a:lnTo>
                  <a:lnTo>
                    <a:pt x="167162" y="12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920695" y="4659281"/>
              <a:ext cx="332988" cy="334324"/>
            </a:xfrm>
            <a:custGeom>
              <a:avLst/>
              <a:pathLst>
                <a:path w="332988" h="334324">
                  <a:moveTo>
                    <a:pt x="0" y="188273"/>
                  </a:moveTo>
                  <a:lnTo>
                    <a:pt x="756" y="193542"/>
                  </a:lnTo>
                  <a:lnTo>
                    <a:pt x="1679" y="198785"/>
                  </a:lnTo>
                  <a:lnTo>
                    <a:pt x="2769" y="203995"/>
                  </a:lnTo>
                  <a:lnTo>
                    <a:pt x="4024" y="209168"/>
                  </a:lnTo>
                  <a:lnTo>
                    <a:pt x="5444" y="214299"/>
                  </a:lnTo>
                  <a:lnTo>
                    <a:pt x="7026" y="219382"/>
                  </a:lnTo>
                  <a:lnTo>
                    <a:pt x="8769" y="224412"/>
                  </a:lnTo>
                  <a:lnTo>
                    <a:pt x="10671" y="229384"/>
                  </a:lnTo>
                  <a:lnTo>
                    <a:pt x="12731" y="234292"/>
                  </a:lnTo>
                  <a:lnTo>
                    <a:pt x="14946" y="239133"/>
                  </a:lnTo>
                  <a:lnTo>
                    <a:pt x="17314" y="243901"/>
                  </a:lnTo>
                  <a:lnTo>
                    <a:pt x="19832" y="248591"/>
                  </a:lnTo>
                  <a:lnTo>
                    <a:pt x="22499" y="253198"/>
                  </a:lnTo>
                  <a:lnTo>
                    <a:pt x="25311" y="257718"/>
                  </a:lnTo>
                  <a:lnTo>
                    <a:pt x="28265" y="262146"/>
                  </a:lnTo>
                  <a:lnTo>
                    <a:pt x="31359" y="266478"/>
                  </a:lnTo>
                  <a:lnTo>
                    <a:pt x="34589" y="270710"/>
                  </a:lnTo>
                  <a:lnTo>
                    <a:pt x="37953" y="274836"/>
                  </a:lnTo>
                  <a:lnTo>
                    <a:pt x="41446" y="278853"/>
                  </a:lnTo>
                  <a:lnTo>
                    <a:pt x="45065" y="282757"/>
                  </a:lnTo>
                  <a:lnTo>
                    <a:pt x="48807" y="286543"/>
                  </a:lnTo>
                  <a:lnTo>
                    <a:pt x="52667" y="290209"/>
                  </a:lnTo>
                  <a:lnTo>
                    <a:pt x="56642" y="293749"/>
                  </a:lnTo>
                  <a:lnTo>
                    <a:pt x="60728" y="297162"/>
                  </a:lnTo>
                  <a:lnTo>
                    <a:pt x="64920" y="300442"/>
                  </a:lnTo>
                  <a:lnTo>
                    <a:pt x="69215" y="303588"/>
                  </a:lnTo>
                  <a:lnTo>
                    <a:pt x="73608" y="306595"/>
                  </a:lnTo>
                  <a:lnTo>
                    <a:pt x="78094" y="309461"/>
                  </a:lnTo>
                  <a:lnTo>
                    <a:pt x="82669" y="312182"/>
                  </a:lnTo>
                  <a:lnTo>
                    <a:pt x="87329" y="314756"/>
                  </a:lnTo>
                  <a:lnTo>
                    <a:pt x="92068" y="317181"/>
                  </a:lnTo>
                  <a:lnTo>
                    <a:pt x="96882" y="319453"/>
                  </a:lnTo>
                  <a:lnTo>
                    <a:pt x="101765" y="321572"/>
                  </a:lnTo>
                  <a:lnTo>
                    <a:pt x="106714" y="323533"/>
                  </a:lnTo>
                  <a:lnTo>
                    <a:pt x="111723" y="325336"/>
                  </a:lnTo>
                  <a:lnTo>
                    <a:pt x="116787" y="326979"/>
                  </a:lnTo>
                  <a:lnTo>
                    <a:pt x="121900" y="328459"/>
                  </a:lnTo>
                  <a:lnTo>
                    <a:pt x="127058" y="329776"/>
                  </a:lnTo>
                  <a:lnTo>
                    <a:pt x="132255" y="330928"/>
                  </a:lnTo>
                  <a:lnTo>
                    <a:pt x="137486" y="331914"/>
                  </a:lnTo>
                  <a:lnTo>
                    <a:pt x="142746" y="332733"/>
                  </a:lnTo>
                  <a:lnTo>
                    <a:pt x="148030" y="333384"/>
                  </a:lnTo>
                  <a:lnTo>
                    <a:pt x="153331" y="333867"/>
                  </a:lnTo>
                  <a:lnTo>
                    <a:pt x="158645" y="334180"/>
                  </a:lnTo>
                  <a:lnTo>
                    <a:pt x="163967" y="334324"/>
                  </a:lnTo>
                  <a:lnTo>
                    <a:pt x="169290" y="334299"/>
                  </a:lnTo>
                  <a:lnTo>
                    <a:pt x="174610" y="334104"/>
                  </a:lnTo>
                  <a:lnTo>
                    <a:pt x="179921" y="333739"/>
                  </a:lnTo>
                  <a:lnTo>
                    <a:pt x="185217" y="333206"/>
                  </a:lnTo>
                  <a:lnTo>
                    <a:pt x="190494" y="332505"/>
                  </a:lnTo>
                  <a:lnTo>
                    <a:pt x="195746" y="331636"/>
                  </a:lnTo>
                  <a:lnTo>
                    <a:pt x="200968" y="330600"/>
                  </a:lnTo>
                  <a:lnTo>
                    <a:pt x="206154" y="329398"/>
                  </a:lnTo>
                  <a:lnTo>
                    <a:pt x="211299" y="328032"/>
                  </a:lnTo>
                  <a:lnTo>
                    <a:pt x="216398" y="326502"/>
                  </a:lnTo>
                  <a:lnTo>
                    <a:pt x="221445" y="324812"/>
                  </a:lnTo>
                  <a:lnTo>
                    <a:pt x="226437" y="322961"/>
                  </a:lnTo>
                  <a:lnTo>
                    <a:pt x="231366" y="320952"/>
                  </a:lnTo>
                  <a:lnTo>
                    <a:pt x="236230" y="318787"/>
                  </a:lnTo>
                  <a:lnTo>
                    <a:pt x="241022" y="316469"/>
                  </a:lnTo>
                  <a:lnTo>
                    <a:pt x="245737" y="313999"/>
                  </a:lnTo>
                  <a:lnTo>
                    <a:pt x="250372" y="311380"/>
                  </a:lnTo>
                  <a:lnTo>
                    <a:pt x="254921" y="308615"/>
                  </a:lnTo>
                  <a:lnTo>
                    <a:pt x="259380" y="305707"/>
                  </a:lnTo>
                  <a:lnTo>
                    <a:pt x="263743" y="302658"/>
                  </a:lnTo>
                  <a:lnTo>
                    <a:pt x="268008" y="299472"/>
                  </a:lnTo>
                  <a:lnTo>
                    <a:pt x="272169" y="296151"/>
                  </a:lnTo>
                  <a:lnTo>
                    <a:pt x="276222" y="292700"/>
                  </a:lnTo>
                  <a:lnTo>
                    <a:pt x="280163" y="289121"/>
                  </a:lnTo>
                  <a:lnTo>
                    <a:pt x="283988" y="285419"/>
                  </a:lnTo>
                  <a:lnTo>
                    <a:pt x="287693" y="281597"/>
                  </a:lnTo>
                  <a:lnTo>
                    <a:pt x="291275" y="277659"/>
                  </a:lnTo>
                  <a:lnTo>
                    <a:pt x="294729" y="273608"/>
                  </a:lnTo>
                  <a:lnTo>
                    <a:pt x="298053" y="269450"/>
                  </a:lnTo>
                  <a:lnTo>
                    <a:pt x="301243" y="265188"/>
                  </a:lnTo>
                  <a:lnTo>
                    <a:pt x="304295" y="260827"/>
                  </a:lnTo>
                  <a:lnTo>
                    <a:pt x="307207" y="256371"/>
                  </a:lnTo>
                  <a:lnTo>
                    <a:pt x="309976" y="251824"/>
                  </a:lnTo>
                  <a:lnTo>
                    <a:pt x="312598" y="247191"/>
                  </a:lnTo>
                  <a:lnTo>
                    <a:pt x="315072" y="242477"/>
                  </a:lnTo>
                  <a:lnTo>
                    <a:pt x="317394" y="237687"/>
                  </a:lnTo>
                  <a:lnTo>
                    <a:pt x="319562" y="232826"/>
                  </a:lnTo>
                  <a:lnTo>
                    <a:pt x="321575" y="227897"/>
                  </a:lnTo>
                  <a:lnTo>
                    <a:pt x="323430" y="222908"/>
                  </a:lnTo>
                  <a:lnTo>
                    <a:pt x="325125" y="217861"/>
                  </a:lnTo>
                  <a:lnTo>
                    <a:pt x="326658" y="212764"/>
                  </a:lnTo>
                  <a:lnTo>
                    <a:pt x="328028" y="207620"/>
                  </a:lnTo>
                  <a:lnTo>
                    <a:pt x="329234" y="202435"/>
                  </a:lnTo>
                  <a:lnTo>
                    <a:pt x="330274" y="197214"/>
                  </a:lnTo>
                  <a:lnTo>
                    <a:pt x="331148" y="191963"/>
                  </a:lnTo>
                  <a:lnTo>
                    <a:pt x="331853" y="186686"/>
                  </a:lnTo>
                  <a:lnTo>
                    <a:pt x="332391" y="181390"/>
                  </a:lnTo>
                  <a:lnTo>
                    <a:pt x="332759" y="176079"/>
                  </a:lnTo>
                  <a:lnTo>
                    <a:pt x="332958" y="170760"/>
                  </a:lnTo>
                  <a:lnTo>
                    <a:pt x="332988" y="165437"/>
                  </a:lnTo>
                  <a:lnTo>
                    <a:pt x="332848" y="160115"/>
                  </a:lnTo>
                  <a:lnTo>
                    <a:pt x="332539" y="154801"/>
                  </a:lnTo>
                  <a:lnTo>
                    <a:pt x="332060" y="149499"/>
                  </a:lnTo>
                  <a:lnTo>
                    <a:pt x="331414" y="144215"/>
                  </a:lnTo>
                  <a:lnTo>
                    <a:pt x="330599" y="138954"/>
                  </a:lnTo>
                  <a:lnTo>
                    <a:pt x="329617" y="133722"/>
                  </a:lnTo>
                  <a:lnTo>
                    <a:pt x="328469" y="128524"/>
                  </a:lnTo>
                  <a:lnTo>
                    <a:pt x="327156" y="123365"/>
                  </a:lnTo>
                  <a:lnTo>
                    <a:pt x="325680" y="118251"/>
                  </a:lnTo>
                  <a:lnTo>
                    <a:pt x="324041" y="113186"/>
                  </a:lnTo>
                  <a:lnTo>
                    <a:pt x="322242" y="108176"/>
                  </a:lnTo>
                  <a:lnTo>
                    <a:pt x="320284" y="103225"/>
                  </a:lnTo>
                  <a:lnTo>
                    <a:pt x="318170" y="98340"/>
                  </a:lnTo>
                  <a:lnTo>
                    <a:pt x="315902" y="93524"/>
                  </a:lnTo>
                  <a:lnTo>
                    <a:pt x="313481" y="88783"/>
                  </a:lnTo>
                  <a:lnTo>
                    <a:pt x="310910" y="84122"/>
                  </a:lnTo>
                  <a:lnTo>
                    <a:pt x="308192" y="79544"/>
                  </a:lnTo>
                  <a:lnTo>
                    <a:pt x="305330" y="75056"/>
                  </a:lnTo>
                  <a:lnTo>
                    <a:pt x="302326" y="70661"/>
                  </a:lnTo>
                  <a:lnTo>
                    <a:pt x="299184" y="66363"/>
                  </a:lnTo>
                  <a:lnTo>
                    <a:pt x="295907" y="62168"/>
                  </a:lnTo>
                  <a:lnTo>
                    <a:pt x="292498" y="58080"/>
                  </a:lnTo>
                  <a:lnTo>
                    <a:pt x="288960" y="54102"/>
                  </a:lnTo>
                  <a:lnTo>
                    <a:pt x="285298" y="50239"/>
                  </a:lnTo>
                  <a:lnTo>
                    <a:pt x="281514" y="46494"/>
                  </a:lnTo>
                  <a:lnTo>
                    <a:pt x="277613" y="42872"/>
                  </a:lnTo>
                  <a:lnTo>
                    <a:pt x="273599" y="39376"/>
                  </a:lnTo>
                  <a:lnTo>
                    <a:pt x="269476" y="36009"/>
                  </a:lnTo>
                  <a:lnTo>
                    <a:pt x="265247" y="32775"/>
                  </a:lnTo>
                  <a:lnTo>
                    <a:pt x="260917" y="29678"/>
                  </a:lnTo>
                  <a:lnTo>
                    <a:pt x="256492" y="26720"/>
                  </a:lnTo>
                  <a:lnTo>
                    <a:pt x="251974" y="23905"/>
                  </a:lnTo>
                  <a:lnTo>
                    <a:pt x="247368" y="21234"/>
                  </a:lnTo>
                  <a:lnTo>
                    <a:pt x="242681" y="18712"/>
                  </a:lnTo>
                  <a:lnTo>
                    <a:pt x="237915" y="16340"/>
                  </a:lnTo>
                  <a:lnTo>
                    <a:pt x="233076" y="14122"/>
                  </a:lnTo>
                  <a:lnTo>
                    <a:pt x="228169" y="12058"/>
                  </a:lnTo>
                  <a:lnTo>
                    <a:pt x="223198" y="10152"/>
                  </a:lnTo>
                  <a:lnTo>
                    <a:pt x="218170" y="8405"/>
                  </a:lnTo>
                  <a:lnTo>
                    <a:pt x="213088" y="6819"/>
                  </a:lnTo>
                  <a:lnTo>
                    <a:pt x="207959" y="5395"/>
                  </a:lnTo>
                  <a:lnTo>
                    <a:pt x="202786" y="4136"/>
                  </a:lnTo>
                  <a:lnTo>
                    <a:pt x="197577" y="3042"/>
                  </a:lnTo>
                  <a:lnTo>
                    <a:pt x="192335" y="2114"/>
                  </a:lnTo>
                  <a:lnTo>
                    <a:pt x="187066" y="1354"/>
                  </a:lnTo>
                  <a:lnTo>
                    <a:pt x="181776" y="762"/>
                  </a:lnTo>
                  <a:lnTo>
                    <a:pt x="176469" y="338"/>
                  </a:lnTo>
                  <a:lnTo>
                    <a:pt x="171152" y="84"/>
                  </a:lnTo>
                  <a:lnTo>
                    <a:pt x="165829" y="0"/>
                  </a:lnTo>
                  <a:lnTo>
                    <a:pt x="1658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5823" y="5018213"/>
              <a:ext cx="2897" cy="167167"/>
            </a:xfrm>
            <a:custGeom>
              <a:avLst/>
              <a:pathLst>
                <a:path w="2897" h="167167">
                  <a:moveTo>
                    <a:pt x="2897" y="0"/>
                  </a:moveTo>
                  <a:lnTo>
                    <a:pt x="0" y="25"/>
                  </a:lnTo>
                  <a:lnTo>
                    <a:pt x="28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5823" y="5018238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321553" y="5018238"/>
              <a:ext cx="334334" cy="334291"/>
            </a:xfrm>
            <a:custGeom>
              <a:avLst/>
              <a:pathLst>
                <a:path w="334334" h="334291">
                  <a:moveTo>
                    <a:pt x="164270" y="0"/>
                  </a:moveTo>
                  <a:lnTo>
                    <a:pt x="158972" y="175"/>
                  </a:lnTo>
                  <a:lnTo>
                    <a:pt x="153683" y="519"/>
                  </a:lnTo>
                  <a:lnTo>
                    <a:pt x="148407" y="1030"/>
                  </a:lnTo>
                  <a:lnTo>
                    <a:pt x="143150" y="1709"/>
                  </a:lnTo>
                  <a:lnTo>
                    <a:pt x="137917" y="2553"/>
                  </a:lnTo>
                  <a:lnTo>
                    <a:pt x="132714" y="3563"/>
                  </a:lnTo>
                  <a:lnTo>
                    <a:pt x="127545" y="4738"/>
                  </a:lnTo>
                  <a:lnTo>
                    <a:pt x="122416" y="6076"/>
                  </a:lnTo>
                  <a:lnTo>
                    <a:pt x="117332" y="7575"/>
                  </a:lnTo>
                  <a:lnTo>
                    <a:pt x="112299" y="9235"/>
                  </a:lnTo>
                  <a:lnTo>
                    <a:pt x="107320" y="11054"/>
                  </a:lnTo>
                  <a:lnTo>
                    <a:pt x="102402" y="13030"/>
                  </a:lnTo>
                  <a:lnTo>
                    <a:pt x="97548" y="15161"/>
                  </a:lnTo>
                  <a:lnTo>
                    <a:pt x="92765" y="17445"/>
                  </a:lnTo>
                  <a:lnTo>
                    <a:pt x="88056" y="19879"/>
                  </a:lnTo>
                  <a:lnTo>
                    <a:pt x="83427" y="22461"/>
                  </a:lnTo>
                  <a:lnTo>
                    <a:pt x="78882" y="25188"/>
                  </a:lnTo>
                  <a:lnTo>
                    <a:pt x="74426" y="28059"/>
                  </a:lnTo>
                  <a:lnTo>
                    <a:pt x="70064" y="31069"/>
                  </a:lnTo>
                  <a:lnTo>
                    <a:pt x="65798" y="34216"/>
                  </a:lnTo>
                  <a:lnTo>
                    <a:pt x="61635" y="37496"/>
                  </a:lnTo>
                  <a:lnTo>
                    <a:pt x="57578" y="40907"/>
                  </a:lnTo>
                  <a:lnTo>
                    <a:pt x="53631" y="44445"/>
                  </a:lnTo>
                  <a:lnTo>
                    <a:pt x="49798" y="48106"/>
                  </a:lnTo>
                  <a:lnTo>
                    <a:pt x="46083" y="51887"/>
                  </a:lnTo>
                  <a:lnTo>
                    <a:pt x="42490" y="55784"/>
                  </a:lnTo>
                  <a:lnTo>
                    <a:pt x="39022" y="59792"/>
                  </a:lnTo>
                  <a:lnTo>
                    <a:pt x="35683" y="63909"/>
                  </a:lnTo>
                  <a:lnTo>
                    <a:pt x="32477" y="68129"/>
                  </a:lnTo>
                  <a:lnTo>
                    <a:pt x="29405" y="72449"/>
                  </a:lnTo>
                  <a:lnTo>
                    <a:pt x="26472" y="76865"/>
                  </a:lnTo>
                  <a:lnTo>
                    <a:pt x="23681" y="81370"/>
                  </a:lnTo>
                  <a:lnTo>
                    <a:pt x="21034" y="85963"/>
                  </a:lnTo>
                  <a:lnTo>
                    <a:pt x="18534" y="90636"/>
                  </a:lnTo>
                  <a:lnTo>
                    <a:pt x="16183" y="95387"/>
                  </a:lnTo>
                  <a:lnTo>
                    <a:pt x="13984" y="100210"/>
                  </a:lnTo>
                  <a:lnTo>
                    <a:pt x="11939" y="105100"/>
                  </a:lnTo>
                  <a:lnTo>
                    <a:pt x="10050" y="110052"/>
                  </a:lnTo>
                  <a:lnTo>
                    <a:pt x="8319" y="115062"/>
                  </a:lnTo>
                  <a:lnTo>
                    <a:pt x="6748" y="120125"/>
                  </a:lnTo>
                  <a:lnTo>
                    <a:pt x="5338" y="125234"/>
                  </a:lnTo>
                  <a:lnTo>
                    <a:pt x="4090" y="130386"/>
                  </a:lnTo>
                  <a:lnTo>
                    <a:pt x="3007" y="135574"/>
                  </a:lnTo>
                  <a:lnTo>
                    <a:pt x="2089" y="140795"/>
                  </a:lnTo>
                  <a:lnTo>
                    <a:pt x="1337" y="146041"/>
                  </a:lnTo>
                  <a:lnTo>
                    <a:pt x="751" y="151309"/>
                  </a:lnTo>
                  <a:lnTo>
                    <a:pt x="333" y="156593"/>
                  </a:lnTo>
                  <a:lnTo>
                    <a:pt x="82" y="161888"/>
                  </a:lnTo>
                  <a:lnTo>
                    <a:pt x="0" y="167188"/>
                  </a:lnTo>
                  <a:lnTo>
                    <a:pt x="85" y="172488"/>
                  </a:lnTo>
                  <a:lnTo>
                    <a:pt x="338" y="177782"/>
                  </a:lnTo>
                  <a:lnTo>
                    <a:pt x="760" y="183066"/>
                  </a:lnTo>
                  <a:lnTo>
                    <a:pt x="1348" y="188333"/>
                  </a:lnTo>
                  <a:lnTo>
                    <a:pt x="2103" y="193580"/>
                  </a:lnTo>
                  <a:lnTo>
                    <a:pt x="3025" y="198800"/>
                  </a:lnTo>
                  <a:lnTo>
                    <a:pt x="4111" y="203988"/>
                  </a:lnTo>
                  <a:lnTo>
                    <a:pt x="5361" y="209139"/>
                  </a:lnTo>
                  <a:lnTo>
                    <a:pt x="6774" y="214247"/>
                  </a:lnTo>
                  <a:lnTo>
                    <a:pt x="8348" y="219309"/>
                  </a:lnTo>
                  <a:lnTo>
                    <a:pt x="10081" y="224318"/>
                  </a:lnTo>
                  <a:lnTo>
                    <a:pt x="11973" y="229269"/>
                  </a:lnTo>
                  <a:lnTo>
                    <a:pt x="14021" y="234158"/>
                  </a:lnTo>
                  <a:lnTo>
                    <a:pt x="16222" y="238980"/>
                  </a:lnTo>
                  <a:lnTo>
                    <a:pt x="18576" y="243729"/>
                  </a:lnTo>
                  <a:lnTo>
                    <a:pt x="21079" y="248401"/>
                  </a:lnTo>
                  <a:lnTo>
                    <a:pt x="23728" y="252992"/>
                  </a:lnTo>
                  <a:lnTo>
                    <a:pt x="26522" y="257496"/>
                  </a:lnTo>
                  <a:lnTo>
                    <a:pt x="29457" y="261910"/>
                  </a:lnTo>
                  <a:lnTo>
                    <a:pt x="32531" y="266228"/>
                  </a:lnTo>
                  <a:lnTo>
                    <a:pt x="35740" y="270447"/>
                  </a:lnTo>
                  <a:lnTo>
                    <a:pt x="39081" y="274562"/>
                  </a:lnTo>
                  <a:lnTo>
                    <a:pt x="42551" y="278568"/>
                  </a:lnTo>
                  <a:lnTo>
                    <a:pt x="46147" y="282463"/>
                  </a:lnTo>
                  <a:lnTo>
                    <a:pt x="49864" y="286242"/>
                  </a:lnTo>
                  <a:lnTo>
                    <a:pt x="53698" y="289901"/>
                  </a:lnTo>
                  <a:lnTo>
                    <a:pt x="57647" y="293437"/>
                  </a:lnTo>
                  <a:lnTo>
                    <a:pt x="61706" y="296845"/>
                  </a:lnTo>
                  <a:lnTo>
                    <a:pt x="65872" y="300124"/>
                  </a:lnTo>
                  <a:lnTo>
                    <a:pt x="70138" y="303268"/>
                  </a:lnTo>
                  <a:lnTo>
                    <a:pt x="74503" y="306276"/>
                  </a:lnTo>
                  <a:lnTo>
                    <a:pt x="78961" y="309144"/>
                  </a:lnTo>
                  <a:lnTo>
                    <a:pt x="83507" y="311869"/>
                  </a:lnTo>
                  <a:lnTo>
                    <a:pt x="88137" y="314449"/>
                  </a:lnTo>
                  <a:lnTo>
                    <a:pt x="92847" y="316880"/>
                  </a:lnTo>
                  <a:lnTo>
                    <a:pt x="97632" y="319161"/>
                  </a:lnTo>
                  <a:lnTo>
                    <a:pt x="102486" y="321289"/>
                  </a:lnTo>
                  <a:lnTo>
                    <a:pt x="107406" y="323262"/>
                  </a:lnTo>
                  <a:lnTo>
                    <a:pt x="112385" y="325078"/>
                  </a:lnTo>
                  <a:lnTo>
                    <a:pt x="117420" y="326736"/>
                  </a:lnTo>
                  <a:lnTo>
                    <a:pt x="122505" y="328233"/>
                  </a:lnTo>
                  <a:lnTo>
                    <a:pt x="127635" y="329568"/>
                  </a:lnTo>
                  <a:lnTo>
                    <a:pt x="132804" y="330739"/>
                  </a:lnTo>
                  <a:lnTo>
                    <a:pt x="138008" y="331746"/>
                  </a:lnTo>
                  <a:lnTo>
                    <a:pt x="143241" y="332588"/>
                  </a:lnTo>
                  <a:lnTo>
                    <a:pt x="148498" y="333264"/>
                  </a:lnTo>
                  <a:lnTo>
                    <a:pt x="153774" y="333772"/>
                  </a:lnTo>
                  <a:lnTo>
                    <a:pt x="159064" y="334113"/>
                  </a:lnTo>
                  <a:lnTo>
                    <a:pt x="164361" y="334286"/>
                  </a:lnTo>
                  <a:lnTo>
                    <a:pt x="169662" y="334291"/>
                  </a:lnTo>
                  <a:lnTo>
                    <a:pt x="174960" y="334128"/>
                  </a:lnTo>
                  <a:lnTo>
                    <a:pt x="180250" y="333797"/>
                  </a:lnTo>
                  <a:lnTo>
                    <a:pt x="185527" y="333298"/>
                  </a:lnTo>
                  <a:lnTo>
                    <a:pt x="190786" y="332632"/>
                  </a:lnTo>
                  <a:lnTo>
                    <a:pt x="196020" y="331800"/>
                  </a:lnTo>
                  <a:lnTo>
                    <a:pt x="201226" y="330803"/>
                  </a:lnTo>
                  <a:lnTo>
                    <a:pt x="206398" y="329641"/>
                  </a:lnTo>
                  <a:lnTo>
                    <a:pt x="211530" y="328315"/>
                  </a:lnTo>
                  <a:lnTo>
                    <a:pt x="216617" y="326828"/>
                  </a:lnTo>
                  <a:lnTo>
                    <a:pt x="221655" y="325180"/>
                  </a:lnTo>
                  <a:lnTo>
                    <a:pt x="226638" y="323373"/>
                  </a:lnTo>
                  <a:lnTo>
                    <a:pt x="231561" y="321409"/>
                  </a:lnTo>
                  <a:lnTo>
                    <a:pt x="236420" y="319290"/>
                  </a:lnTo>
                  <a:lnTo>
                    <a:pt x="241208" y="317018"/>
                  </a:lnTo>
                  <a:lnTo>
                    <a:pt x="245923" y="314595"/>
                  </a:lnTo>
                  <a:lnTo>
                    <a:pt x="250558" y="312024"/>
                  </a:lnTo>
                  <a:lnTo>
                    <a:pt x="255109" y="309307"/>
                  </a:lnTo>
                  <a:lnTo>
                    <a:pt x="259572" y="306448"/>
                  </a:lnTo>
                  <a:lnTo>
                    <a:pt x="263942" y="303448"/>
                  </a:lnTo>
                  <a:lnTo>
                    <a:pt x="268215" y="300312"/>
                  </a:lnTo>
                  <a:lnTo>
                    <a:pt x="272386" y="297041"/>
                  </a:lnTo>
                  <a:lnTo>
                    <a:pt x="276452" y="293640"/>
                  </a:lnTo>
                  <a:lnTo>
                    <a:pt x="280407" y="290112"/>
                  </a:lnTo>
                  <a:lnTo>
                    <a:pt x="284249" y="286460"/>
                  </a:lnTo>
                  <a:lnTo>
                    <a:pt x="287973" y="282688"/>
                  </a:lnTo>
                  <a:lnTo>
                    <a:pt x="291575" y="278800"/>
                  </a:lnTo>
                  <a:lnTo>
                    <a:pt x="295053" y="274799"/>
                  </a:lnTo>
                  <a:lnTo>
                    <a:pt x="298402" y="270691"/>
                  </a:lnTo>
                  <a:lnTo>
                    <a:pt x="301619" y="266478"/>
                  </a:lnTo>
                  <a:lnTo>
                    <a:pt x="304700" y="262166"/>
                  </a:lnTo>
                  <a:lnTo>
                    <a:pt x="307644" y="257758"/>
                  </a:lnTo>
                  <a:lnTo>
                    <a:pt x="310446" y="253258"/>
                  </a:lnTo>
                  <a:lnTo>
                    <a:pt x="313104" y="248673"/>
                  </a:lnTo>
                  <a:lnTo>
                    <a:pt x="315616" y="244005"/>
                  </a:lnTo>
                  <a:lnTo>
                    <a:pt x="317978" y="239260"/>
                  </a:lnTo>
                  <a:lnTo>
                    <a:pt x="320188" y="234442"/>
                  </a:lnTo>
                  <a:lnTo>
                    <a:pt x="322245" y="229557"/>
                  </a:lnTo>
                  <a:lnTo>
                    <a:pt x="324146" y="224609"/>
                  </a:lnTo>
                  <a:lnTo>
                    <a:pt x="325889" y="219604"/>
                  </a:lnTo>
                  <a:lnTo>
                    <a:pt x="327473" y="214545"/>
                  </a:lnTo>
                  <a:lnTo>
                    <a:pt x="328895" y="209439"/>
                  </a:lnTo>
                  <a:lnTo>
                    <a:pt x="330154" y="204290"/>
                  </a:lnTo>
                  <a:lnTo>
                    <a:pt x="331250" y="199104"/>
                  </a:lnTo>
                  <a:lnTo>
                    <a:pt x="332181" y="193886"/>
                  </a:lnTo>
                  <a:lnTo>
                    <a:pt x="332946" y="188641"/>
                  </a:lnTo>
                  <a:lnTo>
                    <a:pt x="333544" y="183375"/>
                  </a:lnTo>
                  <a:lnTo>
                    <a:pt x="333975" y="178092"/>
                  </a:lnTo>
                  <a:lnTo>
                    <a:pt x="334239" y="172798"/>
                  </a:lnTo>
                  <a:lnTo>
                    <a:pt x="334334" y="167498"/>
                  </a:lnTo>
                  <a:lnTo>
                    <a:pt x="334261" y="162198"/>
                  </a:lnTo>
                  <a:lnTo>
                    <a:pt x="334021" y="156903"/>
                  </a:lnTo>
                  <a:lnTo>
                    <a:pt x="333612" y="151619"/>
                  </a:lnTo>
                  <a:lnTo>
                    <a:pt x="333036" y="146349"/>
                  </a:lnTo>
                  <a:lnTo>
                    <a:pt x="332294" y="141101"/>
                  </a:lnTo>
                  <a:lnTo>
                    <a:pt x="331385" y="135879"/>
                  </a:lnTo>
                  <a:lnTo>
                    <a:pt x="330311" y="130689"/>
                  </a:lnTo>
                  <a:lnTo>
                    <a:pt x="329074" y="125535"/>
                  </a:lnTo>
                  <a:lnTo>
                    <a:pt x="327673" y="120423"/>
                  </a:lnTo>
                  <a:lnTo>
                    <a:pt x="326111" y="115357"/>
                  </a:lnTo>
                  <a:lnTo>
                    <a:pt x="324390" y="110344"/>
                  </a:lnTo>
                  <a:lnTo>
                    <a:pt x="322510" y="105388"/>
                  </a:lnTo>
                  <a:lnTo>
                    <a:pt x="320474" y="100494"/>
                  </a:lnTo>
                  <a:lnTo>
                    <a:pt x="318284" y="95668"/>
                  </a:lnTo>
                  <a:lnTo>
                    <a:pt x="315942" y="90912"/>
                  </a:lnTo>
                  <a:lnTo>
                    <a:pt x="313451" y="86234"/>
                  </a:lnTo>
                  <a:lnTo>
                    <a:pt x="310812" y="81637"/>
                  </a:lnTo>
                  <a:lnTo>
                    <a:pt x="308029" y="77126"/>
                  </a:lnTo>
                  <a:lnTo>
                    <a:pt x="305104" y="72705"/>
                  </a:lnTo>
                  <a:lnTo>
                    <a:pt x="302041" y="68380"/>
                  </a:lnTo>
                  <a:lnTo>
                    <a:pt x="298842" y="64153"/>
                  </a:lnTo>
                  <a:lnTo>
                    <a:pt x="295511" y="60031"/>
                  </a:lnTo>
                  <a:lnTo>
                    <a:pt x="292050" y="56015"/>
                  </a:lnTo>
                  <a:lnTo>
                    <a:pt x="288465" y="52112"/>
                  </a:lnTo>
                  <a:lnTo>
                    <a:pt x="284757" y="48324"/>
                  </a:lnTo>
                  <a:lnTo>
                    <a:pt x="280931" y="44656"/>
                  </a:lnTo>
                  <a:lnTo>
                    <a:pt x="276990" y="41111"/>
                  </a:lnTo>
                  <a:lnTo>
                    <a:pt x="272939" y="37692"/>
                  </a:lnTo>
                  <a:lnTo>
                    <a:pt x="268782" y="34404"/>
                  </a:lnTo>
                  <a:lnTo>
                    <a:pt x="264523" y="31249"/>
                  </a:lnTo>
                  <a:lnTo>
                    <a:pt x="260166" y="28231"/>
                  </a:lnTo>
                  <a:lnTo>
                    <a:pt x="255715" y="25352"/>
                  </a:lnTo>
                  <a:lnTo>
                    <a:pt x="251175" y="22616"/>
                  </a:lnTo>
                  <a:lnTo>
                    <a:pt x="246551" y="20026"/>
                  </a:lnTo>
                  <a:lnTo>
                    <a:pt x="241847" y="17583"/>
                  </a:lnTo>
                  <a:lnTo>
                    <a:pt x="237068" y="15291"/>
                  </a:lnTo>
                  <a:lnTo>
                    <a:pt x="232218" y="13151"/>
                  </a:lnTo>
                  <a:lnTo>
                    <a:pt x="227304" y="11166"/>
                  </a:lnTo>
                  <a:lnTo>
                    <a:pt x="222328" y="9338"/>
                  </a:lnTo>
                  <a:lnTo>
                    <a:pt x="217298" y="7668"/>
                  </a:lnTo>
                  <a:lnTo>
                    <a:pt x="212217" y="6159"/>
                  </a:lnTo>
                  <a:lnTo>
                    <a:pt x="207090" y="4812"/>
                  </a:lnTo>
                  <a:lnTo>
                    <a:pt x="201924" y="3628"/>
                  </a:lnTo>
                  <a:lnTo>
                    <a:pt x="196722" y="2608"/>
                  </a:lnTo>
                  <a:lnTo>
                    <a:pt x="191491" y="1754"/>
                  </a:lnTo>
                  <a:lnTo>
                    <a:pt x="186235" y="1066"/>
                  </a:lnTo>
                  <a:lnTo>
                    <a:pt x="180961" y="544"/>
                  </a:lnTo>
                  <a:lnTo>
                    <a:pt x="175672" y="191"/>
                  </a:lnTo>
                  <a:lnTo>
                    <a:pt x="170375" y="5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488720" y="5018213"/>
              <a:ext cx="3207" cy="167167"/>
            </a:xfrm>
            <a:custGeom>
              <a:avLst/>
              <a:pathLst>
                <a:path w="3207" h="167167">
                  <a:moveTo>
                    <a:pt x="3207" y="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797342" y="5269756"/>
              <a:ext cx="167159" cy="190324"/>
            </a:xfrm>
            <a:custGeom>
              <a:avLst/>
              <a:pathLst>
                <a:path w="167159" h="190324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7" y="1389"/>
                  </a:lnTo>
                  <a:lnTo>
                    <a:pt x="140312" y="2169"/>
                  </a:lnTo>
                  <a:lnTo>
                    <a:pt x="135004" y="3121"/>
                  </a:lnTo>
                  <a:lnTo>
                    <a:pt x="129729" y="4244"/>
                  </a:lnTo>
                  <a:lnTo>
                    <a:pt x="124494" y="5536"/>
                  </a:lnTo>
                  <a:lnTo>
                    <a:pt x="119303" y="6996"/>
                  </a:lnTo>
                  <a:lnTo>
                    <a:pt x="114161" y="8623"/>
                  </a:lnTo>
                  <a:lnTo>
                    <a:pt x="109075" y="10415"/>
                  </a:lnTo>
                  <a:lnTo>
                    <a:pt x="104049" y="12370"/>
                  </a:lnTo>
                  <a:lnTo>
                    <a:pt x="99089" y="14486"/>
                  </a:lnTo>
                  <a:lnTo>
                    <a:pt x="94200" y="16761"/>
                  </a:lnTo>
                  <a:lnTo>
                    <a:pt x="89387" y="19192"/>
                  </a:lnTo>
                  <a:lnTo>
                    <a:pt x="84655" y="21778"/>
                  </a:lnTo>
                  <a:lnTo>
                    <a:pt x="80008" y="24514"/>
                  </a:lnTo>
                  <a:lnTo>
                    <a:pt x="75452" y="27400"/>
                  </a:lnTo>
                  <a:lnTo>
                    <a:pt x="70992" y="30430"/>
                  </a:lnTo>
                  <a:lnTo>
                    <a:pt x="66632" y="33603"/>
                  </a:lnTo>
                  <a:lnTo>
                    <a:pt x="62376" y="36915"/>
                  </a:lnTo>
                  <a:lnTo>
                    <a:pt x="58229" y="40363"/>
                  </a:lnTo>
                  <a:lnTo>
                    <a:pt x="54196" y="43942"/>
                  </a:lnTo>
                  <a:lnTo>
                    <a:pt x="50280" y="47650"/>
                  </a:lnTo>
                  <a:lnTo>
                    <a:pt x="46486" y="51482"/>
                  </a:lnTo>
                  <a:lnTo>
                    <a:pt x="42818" y="55434"/>
                  </a:lnTo>
                  <a:lnTo>
                    <a:pt x="39278" y="59503"/>
                  </a:lnTo>
                  <a:lnTo>
                    <a:pt x="35872" y="63683"/>
                  </a:lnTo>
                  <a:lnTo>
                    <a:pt x="32603" y="67972"/>
                  </a:lnTo>
                  <a:lnTo>
                    <a:pt x="29473" y="72363"/>
                  </a:lnTo>
                  <a:lnTo>
                    <a:pt x="26487" y="76854"/>
                  </a:lnTo>
                  <a:lnTo>
                    <a:pt x="23647" y="81438"/>
                  </a:lnTo>
                  <a:lnTo>
                    <a:pt x="20957" y="86111"/>
                  </a:lnTo>
                  <a:lnTo>
                    <a:pt x="18419" y="90869"/>
                  </a:lnTo>
                  <a:lnTo>
                    <a:pt x="16035" y="95706"/>
                  </a:lnTo>
                  <a:lnTo>
                    <a:pt x="13809" y="100618"/>
                  </a:lnTo>
                  <a:lnTo>
                    <a:pt x="11742" y="105599"/>
                  </a:lnTo>
                  <a:lnTo>
                    <a:pt x="9837" y="110643"/>
                  </a:lnTo>
                  <a:lnTo>
                    <a:pt x="8096" y="115747"/>
                  </a:lnTo>
                  <a:lnTo>
                    <a:pt x="6520" y="120904"/>
                  </a:lnTo>
                  <a:lnTo>
                    <a:pt x="5112" y="126110"/>
                  </a:lnTo>
                  <a:lnTo>
                    <a:pt x="3872" y="131358"/>
                  </a:lnTo>
                  <a:lnTo>
                    <a:pt x="2802" y="136643"/>
                  </a:lnTo>
                  <a:lnTo>
                    <a:pt x="1903" y="141960"/>
                  </a:lnTo>
                  <a:lnTo>
                    <a:pt x="1176" y="147303"/>
                  </a:lnTo>
                  <a:lnTo>
                    <a:pt x="621" y="152667"/>
                  </a:lnTo>
                  <a:lnTo>
                    <a:pt x="240" y="158046"/>
                  </a:lnTo>
                  <a:lnTo>
                    <a:pt x="33" y="163435"/>
                  </a:lnTo>
                  <a:lnTo>
                    <a:pt x="0" y="168828"/>
                  </a:lnTo>
                  <a:lnTo>
                    <a:pt x="140" y="174218"/>
                  </a:lnTo>
                  <a:lnTo>
                    <a:pt x="454" y="179602"/>
                  </a:lnTo>
                  <a:lnTo>
                    <a:pt x="942" y="184972"/>
                  </a:lnTo>
                  <a:lnTo>
                    <a:pt x="1603" y="19032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798945" y="5269756"/>
              <a:ext cx="332705" cy="334334"/>
            </a:xfrm>
            <a:custGeom>
              <a:avLst/>
              <a:pathLst>
                <a:path w="332705" h="334334">
                  <a:moveTo>
                    <a:pt x="0" y="190324"/>
                  </a:moveTo>
                  <a:lnTo>
                    <a:pt x="818" y="195569"/>
                  </a:lnTo>
                  <a:lnTo>
                    <a:pt x="1803" y="200786"/>
                  </a:lnTo>
                  <a:lnTo>
                    <a:pt x="2953" y="205969"/>
                  </a:lnTo>
                  <a:lnTo>
                    <a:pt x="4268" y="211113"/>
                  </a:lnTo>
                  <a:lnTo>
                    <a:pt x="5744" y="216212"/>
                  </a:lnTo>
                  <a:lnTo>
                    <a:pt x="7382" y="221262"/>
                  </a:lnTo>
                  <a:lnTo>
                    <a:pt x="9180" y="226258"/>
                  </a:lnTo>
                  <a:lnTo>
                    <a:pt x="11135" y="231194"/>
                  </a:lnTo>
                  <a:lnTo>
                    <a:pt x="13246" y="236065"/>
                  </a:lnTo>
                  <a:lnTo>
                    <a:pt x="15511" y="240867"/>
                  </a:lnTo>
                  <a:lnTo>
                    <a:pt x="17927" y="245594"/>
                  </a:lnTo>
                  <a:lnTo>
                    <a:pt x="20492" y="250242"/>
                  </a:lnTo>
                  <a:lnTo>
                    <a:pt x="23203" y="254807"/>
                  </a:lnTo>
                  <a:lnTo>
                    <a:pt x="26058" y="259283"/>
                  </a:lnTo>
                  <a:lnTo>
                    <a:pt x="29053" y="263666"/>
                  </a:lnTo>
                  <a:lnTo>
                    <a:pt x="32186" y="267952"/>
                  </a:lnTo>
                  <a:lnTo>
                    <a:pt x="35454" y="272136"/>
                  </a:lnTo>
                  <a:lnTo>
                    <a:pt x="38853" y="276215"/>
                  </a:lnTo>
                  <a:lnTo>
                    <a:pt x="42379" y="280183"/>
                  </a:lnTo>
                  <a:lnTo>
                    <a:pt x="46030" y="284037"/>
                  </a:lnTo>
                  <a:lnTo>
                    <a:pt x="49802" y="287774"/>
                  </a:lnTo>
                  <a:lnTo>
                    <a:pt x="53690" y="291389"/>
                  </a:lnTo>
                  <a:lnTo>
                    <a:pt x="57691" y="294878"/>
                  </a:lnTo>
                  <a:lnTo>
                    <a:pt x="61801" y="298239"/>
                  </a:lnTo>
                  <a:lnTo>
                    <a:pt x="66015" y="301468"/>
                  </a:lnTo>
                  <a:lnTo>
                    <a:pt x="70330" y="304561"/>
                  </a:lnTo>
                  <a:lnTo>
                    <a:pt x="74741" y="307515"/>
                  </a:lnTo>
                  <a:lnTo>
                    <a:pt x="79243" y="310328"/>
                  </a:lnTo>
                  <a:lnTo>
                    <a:pt x="83833" y="312997"/>
                  </a:lnTo>
                  <a:lnTo>
                    <a:pt x="88505" y="315519"/>
                  </a:lnTo>
                  <a:lnTo>
                    <a:pt x="93255" y="317890"/>
                  </a:lnTo>
                  <a:lnTo>
                    <a:pt x="98077" y="320110"/>
                  </a:lnTo>
                  <a:lnTo>
                    <a:pt x="102968" y="322176"/>
                  </a:lnTo>
                  <a:lnTo>
                    <a:pt x="107922" y="324085"/>
                  </a:lnTo>
                  <a:lnTo>
                    <a:pt x="112934" y="325836"/>
                  </a:lnTo>
                  <a:lnTo>
                    <a:pt x="117999" y="327427"/>
                  </a:lnTo>
                  <a:lnTo>
                    <a:pt x="123112" y="328856"/>
                  </a:lnTo>
                  <a:lnTo>
                    <a:pt x="128267" y="330123"/>
                  </a:lnTo>
                  <a:lnTo>
                    <a:pt x="133461" y="331225"/>
                  </a:lnTo>
                  <a:lnTo>
                    <a:pt x="138686" y="332161"/>
                  </a:lnTo>
                  <a:lnTo>
                    <a:pt x="143939" y="332931"/>
                  </a:lnTo>
                  <a:lnTo>
                    <a:pt x="149214" y="333534"/>
                  </a:lnTo>
                  <a:lnTo>
                    <a:pt x="154505" y="333969"/>
                  </a:lnTo>
                  <a:lnTo>
                    <a:pt x="159807" y="334236"/>
                  </a:lnTo>
                  <a:lnTo>
                    <a:pt x="165115" y="334334"/>
                  </a:lnTo>
                  <a:lnTo>
                    <a:pt x="170424" y="334263"/>
                  </a:lnTo>
                  <a:lnTo>
                    <a:pt x="175728" y="334025"/>
                  </a:lnTo>
                  <a:lnTo>
                    <a:pt x="181021" y="333617"/>
                  </a:lnTo>
                  <a:lnTo>
                    <a:pt x="186299" y="333042"/>
                  </a:lnTo>
                  <a:lnTo>
                    <a:pt x="191556" y="332300"/>
                  </a:lnTo>
                  <a:lnTo>
                    <a:pt x="196786" y="331391"/>
                  </a:lnTo>
                  <a:lnTo>
                    <a:pt x="201985" y="330317"/>
                  </a:lnTo>
                  <a:lnTo>
                    <a:pt x="207148" y="329078"/>
                  </a:lnTo>
                  <a:lnTo>
                    <a:pt x="212268" y="327675"/>
                  </a:lnTo>
                  <a:lnTo>
                    <a:pt x="217341" y="326111"/>
                  </a:lnTo>
                  <a:lnTo>
                    <a:pt x="222362" y="324386"/>
                  </a:lnTo>
                  <a:lnTo>
                    <a:pt x="227326" y="322503"/>
                  </a:lnTo>
                  <a:lnTo>
                    <a:pt x="232228" y="320463"/>
                  </a:lnTo>
                  <a:lnTo>
                    <a:pt x="237062" y="318269"/>
                  </a:lnTo>
                  <a:lnTo>
                    <a:pt x="241824" y="315922"/>
                  </a:lnTo>
                  <a:lnTo>
                    <a:pt x="246509" y="313425"/>
                  </a:lnTo>
                  <a:lnTo>
                    <a:pt x="251113" y="310781"/>
                  </a:lnTo>
                  <a:lnTo>
                    <a:pt x="255630" y="307991"/>
                  </a:lnTo>
                  <a:lnTo>
                    <a:pt x="260056" y="305060"/>
                  </a:lnTo>
                  <a:lnTo>
                    <a:pt x="264387" y="301990"/>
                  </a:lnTo>
                  <a:lnTo>
                    <a:pt x="268619" y="298783"/>
                  </a:lnTo>
                  <a:lnTo>
                    <a:pt x="272746" y="295444"/>
                  </a:lnTo>
                  <a:lnTo>
                    <a:pt x="276765" y="291976"/>
                  </a:lnTo>
                  <a:lnTo>
                    <a:pt x="280673" y="288381"/>
                  </a:lnTo>
                  <a:lnTo>
                    <a:pt x="284464" y="284665"/>
                  </a:lnTo>
                  <a:lnTo>
                    <a:pt x="288135" y="280830"/>
                  </a:lnTo>
                  <a:lnTo>
                    <a:pt x="291682" y="276880"/>
                  </a:lnTo>
                  <a:lnTo>
                    <a:pt x="295103" y="272819"/>
                  </a:lnTo>
                  <a:lnTo>
                    <a:pt x="298392" y="268652"/>
                  </a:lnTo>
                  <a:lnTo>
                    <a:pt x="301548" y="264383"/>
                  </a:lnTo>
                  <a:lnTo>
                    <a:pt x="304566" y="260016"/>
                  </a:lnTo>
                  <a:lnTo>
                    <a:pt x="307445" y="255555"/>
                  </a:lnTo>
                  <a:lnTo>
                    <a:pt x="310180" y="251004"/>
                  </a:lnTo>
                  <a:lnTo>
                    <a:pt x="312769" y="246370"/>
                  </a:lnTo>
                  <a:lnTo>
                    <a:pt x="315210" y="241655"/>
                  </a:lnTo>
                  <a:lnTo>
                    <a:pt x="317500" y="236865"/>
                  </a:lnTo>
                  <a:lnTo>
                    <a:pt x="319636" y="232005"/>
                  </a:lnTo>
                  <a:lnTo>
                    <a:pt x="321617" y="227080"/>
                  </a:lnTo>
                  <a:lnTo>
                    <a:pt x="323441" y="222094"/>
                  </a:lnTo>
                  <a:lnTo>
                    <a:pt x="325106" y="217053"/>
                  </a:lnTo>
                  <a:lnTo>
                    <a:pt x="326609" y="211961"/>
                  </a:lnTo>
                  <a:lnTo>
                    <a:pt x="327951" y="206824"/>
                  </a:lnTo>
                  <a:lnTo>
                    <a:pt x="329128" y="201647"/>
                  </a:lnTo>
                  <a:lnTo>
                    <a:pt x="330140" y="196436"/>
                  </a:lnTo>
                  <a:lnTo>
                    <a:pt x="330987" y="191195"/>
                  </a:lnTo>
                  <a:lnTo>
                    <a:pt x="331666" y="185929"/>
                  </a:lnTo>
                  <a:lnTo>
                    <a:pt x="332178" y="180645"/>
                  </a:lnTo>
                  <a:lnTo>
                    <a:pt x="332522" y="175347"/>
                  </a:lnTo>
                  <a:lnTo>
                    <a:pt x="332698" y="170041"/>
                  </a:lnTo>
                  <a:lnTo>
                    <a:pt x="332705" y="164732"/>
                  </a:lnTo>
                  <a:lnTo>
                    <a:pt x="332543" y="159426"/>
                  </a:lnTo>
                  <a:lnTo>
                    <a:pt x="332213" y="154127"/>
                  </a:lnTo>
                  <a:lnTo>
                    <a:pt x="331715" y="148842"/>
                  </a:lnTo>
                  <a:lnTo>
                    <a:pt x="331049" y="143574"/>
                  </a:lnTo>
                  <a:lnTo>
                    <a:pt x="330217" y="138331"/>
                  </a:lnTo>
                  <a:lnTo>
                    <a:pt x="329218" y="133117"/>
                  </a:lnTo>
                  <a:lnTo>
                    <a:pt x="328054" y="127937"/>
                  </a:lnTo>
                  <a:lnTo>
                    <a:pt x="326727" y="122797"/>
                  </a:lnTo>
                  <a:lnTo>
                    <a:pt x="325236" y="117701"/>
                  </a:lnTo>
                  <a:lnTo>
                    <a:pt x="323585" y="112656"/>
                  </a:lnTo>
                  <a:lnTo>
                    <a:pt x="321775" y="107665"/>
                  </a:lnTo>
                  <a:lnTo>
                    <a:pt x="319806" y="102734"/>
                  </a:lnTo>
                  <a:lnTo>
                    <a:pt x="317682" y="97869"/>
                  </a:lnTo>
                  <a:lnTo>
                    <a:pt x="315405" y="93073"/>
                  </a:lnTo>
                  <a:lnTo>
                    <a:pt x="312977" y="88352"/>
                  </a:lnTo>
                  <a:lnTo>
                    <a:pt x="310400" y="83710"/>
                  </a:lnTo>
                  <a:lnTo>
                    <a:pt x="307677" y="79153"/>
                  </a:lnTo>
                  <a:lnTo>
                    <a:pt x="304810" y="74684"/>
                  </a:lnTo>
                  <a:lnTo>
                    <a:pt x="301803" y="70309"/>
                  </a:lnTo>
                  <a:lnTo>
                    <a:pt x="298659" y="66031"/>
                  </a:lnTo>
                  <a:lnTo>
                    <a:pt x="295380" y="61856"/>
                  </a:lnTo>
                  <a:lnTo>
                    <a:pt x="291970" y="57786"/>
                  </a:lnTo>
                  <a:lnTo>
                    <a:pt x="288433" y="53827"/>
                  </a:lnTo>
                  <a:lnTo>
                    <a:pt x="284772" y="49982"/>
                  </a:lnTo>
                  <a:lnTo>
                    <a:pt x="280991" y="46256"/>
                  </a:lnTo>
                  <a:lnTo>
                    <a:pt x="277093" y="42651"/>
                  </a:lnTo>
                  <a:lnTo>
                    <a:pt x="273083" y="39172"/>
                  </a:lnTo>
                  <a:lnTo>
                    <a:pt x="268965" y="35822"/>
                  </a:lnTo>
                  <a:lnTo>
                    <a:pt x="264742" y="32605"/>
                  </a:lnTo>
                  <a:lnTo>
                    <a:pt x="260419" y="29523"/>
                  </a:lnTo>
                  <a:lnTo>
                    <a:pt x="256000" y="26580"/>
                  </a:lnTo>
                  <a:lnTo>
                    <a:pt x="251490" y="23779"/>
                  </a:lnTo>
                  <a:lnTo>
                    <a:pt x="246894" y="21122"/>
                  </a:lnTo>
                  <a:lnTo>
                    <a:pt x="242215" y="18613"/>
                  </a:lnTo>
                  <a:lnTo>
                    <a:pt x="237459" y="16254"/>
                  </a:lnTo>
                  <a:lnTo>
                    <a:pt x="232631" y="14047"/>
                  </a:lnTo>
                  <a:lnTo>
                    <a:pt x="227735" y="11994"/>
                  </a:lnTo>
                  <a:lnTo>
                    <a:pt x="222776" y="10098"/>
                  </a:lnTo>
                  <a:lnTo>
                    <a:pt x="217759" y="8360"/>
                  </a:lnTo>
                  <a:lnTo>
                    <a:pt x="212690" y="6782"/>
                  </a:lnTo>
                  <a:lnTo>
                    <a:pt x="207573" y="5366"/>
                  </a:lnTo>
                  <a:lnTo>
                    <a:pt x="202414" y="4114"/>
                  </a:lnTo>
                  <a:lnTo>
                    <a:pt x="197218" y="3025"/>
                  </a:lnTo>
                  <a:lnTo>
                    <a:pt x="191990" y="2103"/>
                  </a:lnTo>
                  <a:lnTo>
                    <a:pt x="186735" y="1347"/>
                  </a:lnTo>
                  <a:lnTo>
                    <a:pt x="181459" y="758"/>
                  </a:lnTo>
                  <a:lnTo>
                    <a:pt x="176167" y="337"/>
                  </a:lnTo>
                  <a:lnTo>
                    <a:pt x="170864" y="84"/>
                  </a:lnTo>
                  <a:lnTo>
                    <a:pt x="165555" y="0"/>
                  </a:lnTo>
                  <a:lnTo>
                    <a:pt x="1655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6291" y="5399291"/>
              <a:ext cx="19924" cy="167167"/>
            </a:xfrm>
            <a:custGeom>
              <a:avLst/>
              <a:pathLst>
                <a:path w="19924" h="167167">
                  <a:moveTo>
                    <a:pt x="19924" y="0"/>
                  </a:moveTo>
                  <a:lnTo>
                    <a:pt x="9944" y="298"/>
                  </a:lnTo>
                  <a:lnTo>
                    <a:pt x="0" y="1191"/>
                  </a:lnTo>
                  <a:lnTo>
                    <a:pt x="1992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66291" y="5400483"/>
              <a:ext cx="19924" cy="165975"/>
            </a:xfrm>
            <a:custGeom>
              <a:avLst/>
              <a:pathLst>
                <a:path w="19924" h="165975">
                  <a:moveTo>
                    <a:pt x="0" y="0"/>
                  </a:moveTo>
                  <a:lnTo>
                    <a:pt x="19924" y="165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319051" y="5400483"/>
              <a:ext cx="334330" cy="333132"/>
            </a:xfrm>
            <a:custGeom>
              <a:avLst/>
              <a:pathLst>
                <a:path w="334330" h="333132">
                  <a:moveTo>
                    <a:pt x="147239" y="0"/>
                  </a:moveTo>
                  <a:lnTo>
                    <a:pt x="141990" y="714"/>
                  </a:lnTo>
                  <a:lnTo>
                    <a:pt x="136766" y="1595"/>
                  </a:lnTo>
                  <a:lnTo>
                    <a:pt x="131573" y="2641"/>
                  </a:lnTo>
                  <a:lnTo>
                    <a:pt x="126415" y="3850"/>
                  </a:lnTo>
                  <a:lnTo>
                    <a:pt x="121299" y="5223"/>
                  </a:lnTo>
                  <a:lnTo>
                    <a:pt x="116228" y="6757"/>
                  </a:lnTo>
                  <a:lnTo>
                    <a:pt x="111209" y="8451"/>
                  </a:lnTo>
                  <a:lnTo>
                    <a:pt x="106245" y="10303"/>
                  </a:lnTo>
                  <a:lnTo>
                    <a:pt x="101343" y="12311"/>
                  </a:lnTo>
                  <a:lnTo>
                    <a:pt x="96507" y="14474"/>
                  </a:lnTo>
                  <a:lnTo>
                    <a:pt x="91742" y="16789"/>
                  </a:lnTo>
                  <a:lnTo>
                    <a:pt x="87053" y="19253"/>
                  </a:lnTo>
                  <a:lnTo>
                    <a:pt x="82444" y="21866"/>
                  </a:lnTo>
                  <a:lnTo>
                    <a:pt x="77921" y="24622"/>
                  </a:lnTo>
                  <a:lnTo>
                    <a:pt x="73487" y="27521"/>
                  </a:lnTo>
                  <a:lnTo>
                    <a:pt x="69147" y="30559"/>
                  </a:lnTo>
                  <a:lnTo>
                    <a:pt x="64905" y="33733"/>
                  </a:lnTo>
                  <a:lnTo>
                    <a:pt x="60766" y="37039"/>
                  </a:lnTo>
                  <a:lnTo>
                    <a:pt x="56734" y="40475"/>
                  </a:lnTo>
                  <a:lnTo>
                    <a:pt x="52813" y="44037"/>
                  </a:lnTo>
                  <a:lnTo>
                    <a:pt x="49007" y="47722"/>
                  </a:lnTo>
                  <a:lnTo>
                    <a:pt x="45319" y="51525"/>
                  </a:lnTo>
                  <a:lnTo>
                    <a:pt x="41754" y="55443"/>
                  </a:lnTo>
                  <a:lnTo>
                    <a:pt x="38314" y="59472"/>
                  </a:lnTo>
                  <a:lnTo>
                    <a:pt x="35004" y="63609"/>
                  </a:lnTo>
                  <a:lnTo>
                    <a:pt x="31827" y="67848"/>
                  </a:lnTo>
                  <a:lnTo>
                    <a:pt x="28786" y="72185"/>
                  </a:lnTo>
                  <a:lnTo>
                    <a:pt x="25883" y="76617"/>
                  </a:lnTo>
                  <a:lnTo>
                    <a:pt x="23123" y="81138"/>
                  </a:lnTo>
                  <a:lnTo>
                    <a:pt x="20507" y="85745"/>
                  </a:lnTo>
                  <a:lnTo>
                    <a:pt x="18039" y="90432"/>
                  </a:lnTo>
                  <a:lnTo>
                    <a:pt x="15720" y="95195"/>
                  </a:lnTo>
                  <a:lnTo>
                    <a:pt x="13553" y="100029"/>
                  </a:lnTo>
                  <a:lnTo>
                    <a:pt x="11541" y="104930"/>
                  </a:lnTo>
                  <a:lnTo>
                    <a:pt x="9685" y="109892"/>
                  </a:lnTo>
                  <a:lnTo>
                    <a:pt x="7987" y="114910"/>
                  </a:lnTo>
                  <a:lnTo>
                    <a:pt x="6449" y="119979"/>
                  </a:lnTo>
                  <a:lnTo>
                    <a:pt x="5072" y="125094"/>
                  </a:lnTo>
                  <a:lnTo>
                    <a:pt x="3858" y="130251"/>
                  </a:lnTo>
                  <a:lnTo>
                    <a:pt x="2808" y="135443"/>
                  </a:lnTo>
                  <a:lnTo>
                    <a:pt x="1923" y="140666"/>
                  </a:lnTo>
                  <a:lnTo>
                    <a:pt x="1204" y="145915"/>
                  </a:lnTo>
                  <a:lnTo>
                    <a:pt x="652" y="151184"/>
                  </a:lnTo>
                  <a:lnTo>
                    <a:pt x="267" y="156467"/>
                  </a:lnTo>
                  <a:lnTo>
                    <a:pt x="49" y="161760"/>
                  </a:lnTo>
                  <a:lnTo>
                    <a:pt x="0" y="167057"/>
                  </a:lnTo>
                  <a:lnTo>
                    <a:pt x="118" y="172354"/>
                  </a:lnTo>
                  <a:lnTo>
                    <a:pt x="404" y="177643"/>
                  </a:lnTo>
                  <a:lnTo>
                    <a:pt x="857" y="182922"/>
                  </a:lnTo>
                  <a:lnTo>
                    <a:pt x="1478" y="188183"/>
                  </a:lnTo>
                  <a:lnTo>
                    <a:pt x="2264" y="193421"/>
                  </a:lnTo>
                  <a:lnTo>
                    <a:pt x="3217" y="198633"/>
                  </a:lnTo>
                  <a:lnTo>
                    <a:pt x="4334" y="203811"/>
                  </a:lnTo>
                  <a:lnTo>
                    <a:pt x="5615" y="208951"/>
                  </a:lnTo>
                  <a:lnTo>
                    <a:pt x="7058" y="214049"/>
                  </a:lnTo>
                  <a:lnTo>
                    <a:pt x="8661" y="219098"/>
                  </a:lnTo>
                  <a:lnTo>
                    <a:pt x="10424" y="224093"/>
                  </a:lnTo>
                  <a:lnTo>
                    <a:pt x="12344" y="229030"/>
                  </a:lnTo>
                  <a:lnTo>
                    <a:pt x="14420" y="233904"/>
                  </a:lnTo>
                  <a:lnTo>
                    <a:pt x="16649" y="238710"/>
                  </a:lnTo>
                  <a:lnTo>
                    <a:pt x="19029" y="243443"/>
                  </a:lnTo>
                  <a:lnTo>
                    <a:pt x="21558" y="248098"/>
                  </a:lnTo>
                  <a:lnTo>
                    <a:pt x="24233" y="252670"/>
                  </a:lnTo>
                  <a:lnTo>
                    <a:pt x="27052" y="257155"/>
                  </a:lnTo>
                  <a:lnTo>
                    <a:pt x="30012" y="261549"/>
                  </a:lnTo>
                  <a:lnTo>
                    <a:pt x="33109" y="265847"/>
                  </a:lnTo>
                  <a:lnTo>
                    <a:pt x="36341" y="270044"/>
                  </a:lnTo>
                  <a:lnTo>
                    <a:pt x="39704" y="274137"/>
                  </a:lnTo>
                  <a:lnTo>
                    <a:pt x="43195" y="278122"/>
                  </a:lnTo>
                  <a:lnTo>
                    <a:pt x="46811" y="281994"/>
                  </a:lnTo>
                  <a:lnTo>
                    <a:pt x="50548" y="285749"/>
                  </a:lnTo>
                  <a:lnTo>
                    <a:pt x="54401" y="289384"/>
                  </a:lnTo>
                  <a:lnTo>
                    <a:pt x="58368" y="292895"/>
                  </a:lnTo>
                  <a:lnTo>
                    <a:pt x="62444" y="296278"/>
                  </a:lnTo>
                  <a:lnTo>
                    <a:pt x="66626" y="299531"/>
                  </a:lnTo>
                  <a:lnTo>
                    <a:pt x="70908" y="302650"/>
                  </a:lnTo>
                  <a:lnTo>
                    <a:pt x="75287" y="305631"/>
                  </a:lnTo>
                  <a:lnTo>
                    <a:pt x="79758" y="308472"/>
                  </a:lnTo>
                  <a:lnTo>
                    <a:pt x="84317" y="311170"/>
                  </a:lnTo>
                  <a:lnTo>
                    <a:pt x="88959" y="313722"/>
                  </a:lnTo>
                  <a:lnTo>
                    <a:pt x="93680" y="316126"/>
                  </a:lnTo>
                  <a:lnTo>
                    <a:pt x="98475" y="318379"/>
                  </a:lnTo>
                  <a:lnTo>
                    <a:pt x="103338" y="320479"/>
                  </a:lnTo>
                  <a:lnTo>
                    <a:pt x="108266" y="322423"/>
                  </a:lnTo>
                  <a:lnTo>
                    <a:pt x="113253" y="324211"/>
                  </a:lnTo>
                  <a:lnTo>
                    <a:pt x="118294" y="325840"/>
                  </a:lnTo>
                  <a:lnTo>
                    <a:pt x="123384" y="327308"/>
                  </a:lnTo>
                  <a:lnTo>
                    <a:pt x="128518" y="328614"/>
                  </a:lnTo>
                  <a:lnTo>
                    <a:pt x="133690" y="329757"/>
                  </a:lnTo>
                  <a:lnTo>
                    <a:pt x="138897" y="330736"/>
                  </a:lnTo>
                  <a:lnTo>
                    <a:pt x="144132" y="331548"/>
                  </a:lnTo>
                  <a:lnTo>
                    <a:pt x="149389" y="332195"/>
                  </a:lnTo>
                  <a:lnTo>
                    <a:pt x="154665" y="332675"/>
                  </a:lnTo>
                  <a:lnTo>
                    <a:pt x="159954" y="332987"/>
                  </a:lnTo>
                  <a:lnTo>
                    <a:pt x="165249" y="333132"/>
                  </a:lnTo>
                  <a:lnTo>
                    <a:pt x="170547" y="333109"/>
                  </a:lnTo>
                  <a:lnTo>
                    <a:pt x="175841" y="332917"/>
                  </a:lnTo>
                  <a:lnTo>
                    <a:pt x="181126" y="332559"/>
                  </a:lnTo>
                  <a:lnTo>
                    <a:pt x="186397" y="332033"/>
                  </a:lnTo>
                  <a:lnTo>
                    <a:pt x="191649" y="331340"/>
                  </a:lnTo>
                  <a:lnTo>
                    <a:pt x="196877" y="330481"/>
                  </a:lnTo>
                  <a:lnTo>
                    <a:pt x="202074" y="329457"/>
                  </a:lnTo>
                  <a:lnTo>
                    <a:pt x="207237" y="328268"/>
                  </a:lnTo>
                  <a:lnTo>
                    <a:pt x="212359" y="326917"/>
                  </a:lnTo>
                  <a:lnTo>
                    <a:pt x="217436" y="325404"/>
                  </a:lnTo>
                  <a:lnTo>
                    <a:pt x="222462" y="323731"/>
                  </a:lnTo>
                  <a:lnTo>
                    <a:pt x="227433" y="321900"/>
                  </a:lnTo>
                  <a:lnTo>
                    <a:pt x="232344" y="319912"/>
                  </a:lnTo>
                  <a:lnTo>
                    <a:pt x="237189" y="317769"/>
                  </a:lnTo>
                  <a:lnTo>
                    <a:pt x="241963" y="315474"/>
                  </a:lnTo>
                  <a:lnTo>
                    <a:pt x="246663" y="313029"/>
                  </a:lnTo>
                  <a:lnTo>
                    <a:pt x="251282" y="310436"/>
                  </a:lnTo>
                  <a:lnTo>
                    <a:pt x="255817" y="307698"/>
                  </a:lnTo>
                  <a:lnTo>
                    <a:pt x="260264" y="304818"/>
                  </a:lnTo>
                  <a:lnTo>
                    <a:pt x="264616" y="301798"/>
                  </a:lnTo>
                  <a:lnTo>
                    <a:pt x="268871" y="298642"/>
                  </a:lnTo>
                  <a:lnTo>
                    <a:pt x="273023" y="295353"/>
                  </a:lnTo>
                  <a:lnTo>
                    <a:pt x="277070" y="291934"/>
                  </a:lnTo>
                  <a:lnTo>
                    <a:pt x="281006" y="288388"/>
                  </a:lnTo>
                  <a:lnTo>
                    <a:pt x="284827" y="284719"/>
                  </a:lnTo>
                  <a:lnTo>
                    <a:pt x="288531" y="280932"/>
                  </a:lnTo>
                  <a:lnTo>
                    <a:pt x="292112" y="277028"/>
                  </a:lnTo>
                  <a:lnTo>
                    <a:pt x="295568" y="273013"/>
                  </a:lnTo>
                  <a:lnTo>
                    <a:pt x="298895" y="268891"/>
                  </a:lnTo>
                  <a:lnTo>
                    <a:pt x="302090" y="264665"/>
                  </a:lnTo>
                  <a:lnTo>
                    <a:pt x="305150" y="260340"/>
                  </a:lnTo>
                  <a:lnTo>
                    <a:pt x="308070" y="255921"/>
                  </a:lnTo>
                  <a:lnTo>
                    <a:pt x="310850" y="251411"/>
                  </a:lnTo>
                  <a:lnTo>
                    <a:pt x="313485" y="246815"/>
                  </a:lnTo>
                  <a:lnTo>
                    <a:pt x="315973" y="242138"/>
                  </a:lnTo>
                  <a:lnTo>
                    <a:pt x="318311" y="237385"/>
                  </a:lnTo>
                  <a:lnTo>
                    <a:pt x="320498" y="232560"/>
                  </a:lnTo>
                  <a:lnTo>
                    <a:pt x="322531" y="227668"/>
                  </a:lnTo>
                  <a:lnTo>
                    <a:pt x="324408" y="222714"/>
                  </a:lnTo>
                  <a:lnTo>
                    <a:pt x="326126" y="217703"/>
                  </a:lnTo>
                  <a:lnTo>
                    <a:pt x="327686" y="212640"/>
                  </a:lnTo>
                  <a:lnTo>
                    <a:pt x="329084" y="207530"/>
                  </a:lnTo>
                  <a:lnTo>
                    <a:pt x="330319" y="202379"/>
                  </a:lnTo>
                  <a:lnTo>
                    <a:pt x="331391" y="197191"/>
                  </a:lnTo>
                  <a:lnTo>
                    <a:pt x="332297" y="191971"/>
                  </a:lnTo>
                  <a:lnTo>
                    <a:pt x="333038" y="186726"/>
                  </a:lnTo>
                  <a:lnTo>
                    <a:pt x="333612" y="181460"/>
                  </a:lnTo>
                  <a:lnTo>
                    <a:pt x="334019" y="176178"/>
                  </a:lnTo>
                  <a:lnTo>
                    <a:pt x="334259" y="170886"/>
                  </a:lnTo>
                  <a:lnTo>
                    <a:pt x="334330" y="165589"/>
                  </a:lnTo>
                  <a:lnTo>
                    <a:pt x="334234" y="160292"/>
                  </a:lnTo>
                  <a:lnTo>
                    <a:pt x="333970" y="155001"/>
                  </a:lnTo>
                  <a:lnTo>
                    <a:pt x="333539" y="149721"/>
                  </a:lnTo>
                  <a:lnTo>
                    <a:pt x="332940" y="144457"/>
                  </a:lnTo>
                  <a:lnTo>
                    <a:pt x="332175" y="139216"/>
                  </a:lnTo>
                  <a:lnTo>
                    <a:pt x="331244" y="134000"/>
                  </a:lnTo>
                  <a:lnTo>
                    <a:pt x="330149" y="128817"/>
                  </a:lnTo>
                  <a:lnTo>
                    <a:pt x="328890" y="123672"/>
                  </a:lnTo>
                  <a:lnTo>
                    <a:pt x="327468" y="118569"/>
                  </a:lnTo>
                  <a:lnTo>
                    <a:pt x="325885" y="113513"/>
                  </a:lnTo>
                  <a:lnTo>
                    <a:pt x="324143" y="108510"/>
                  </a:lnTo>
                  <a:lnTo>
                    <a:pt x="322244" y="103565"/>
                  </a:lnTo>
                  <a:lnTo>
                    <a:pt x="320188" y="98682"/>
                  </a:lnTo>
                  <a:lnTo>
                    <a:pt x="317979" y="93867"/>
                  </a:lnTo>
                  <a:lnTo>
                    <a:pt x="315619" y="89125"/>
                  </a:lnTo>
                  <a:lnTo>
                    <a:pt x="313109" y="84459"/>
                  </a:lnTo>
                  <a:lnTo>
                    <a:pt x="310453" y="79876"/>
                  </a:lnTo>
                  <a:lnTo>
                    <a:pt x="307653" y="75379"/>
                  </a:lnTo>
                  <a:lnTo>
                    <a:pt x="304712" y="70973"/>
                  </a:lnTo>
                  <a:lnTo>
                    <a:pt x="301632" y="66662"/>
                  </a:lnTo>
                  <a:lnTo>
                    <a:pt x="298418" y="62451"/>
                  </a:lnTo>
                  <a:lnTo>
                    <a:pt x="295072" y="58344"/>
                  </a:lnTo>
                  <a:lnTo>
                    <a:pt x="291597" y="54346"/>
                  </a:lnTo>
                  <a:lnTo>
                    <a:pt x="287998" y="50459"/>
                  </a:lnTo>
                  <a:lnTo>
                    <a:pt x="284277" y="46688"/>
                  </a:lnTo>
                  <a:lnTo>
                    <a:pt x="280438" y="43037"/>
                  </a:lnTo>
                  <a:lnTo>
                    <a:pt x="276486" y="39510"/>
                  </a:lnTo>
                  <a:lnTo>
                    <a:pt x="272424" y="36109"/>
                  </a:lnTo>
                  <a:lnTo>
                    <a:pt x="268256" y="32839"/>
                  </a:lnTo>
                  <a:lnTo>
                    <a:pt x="263987" y="29703"/>
                  </a:lnTo>
                  <a:lnTo>
                    <a:pt x="259620" y="26703"/>
                  </a:lnTo>
                  <a:lnTo>
                    <a:pt x="255161" y="23844"/>
                  </a:lnTo>
                  <a:lnTo>
                    <a:pt x="250613" y="21127"/>
                  </a:lnTo>
                  <a:lnTo>
                    <a:pt x="245981" y="18555"/>
                  </a:lnTo>
                  <a:lnTo>
                    <a:pt x="241271" y="16132"/>
                  </a:lnTo>
                  <a:lnTo>
                    <a:pt x="236486" y="13859"/>
                  </a:lnTo>
                  <a:lnTo>
                    <a:pt x="231631" y="11739"/>
                  </a:lnTo>
                  <a:lnTo>
                    <a:pt x="226711" y="9773"/>
                  </a:lnTo>
                  <a:lnTo>
                    <a:pt x="221732" y="7965"/>
                  </a:lnTo>
                  <a:lnTo>
                    <a:pt x="216698" y="6315"/>
                  </a:lnTo>
                  <a:lnTo>
                    <a:pt x="211614" y="4826"/>
                  </a:lnTo>
                  <a:lnTo>
                    <a:pt x="206486" y="3498"/>
                  </a:lnTo>
                  <a:lnTo>
                    <a:pt x="201318" y="2334"/>
                  </a:lnTo>
                  <a:lnTo>
                    <a:pt x="196115" y="1334"/>
                  </a:lnTo>
                  <a:lnTo>
                    <a:pt x="190884" y="499"/>
                  </a:lnTo>
                  <a:lnTo>
                    <a:pt x="167163" y="165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486215" y="5399291"/>
              <a:ext cx="23720" cy="167167"/>
            </a:xfrm>
            <a:custGeom>
              <a:avLst/>
              <a:pathLst>
                <a:path w="23720" h="167167">
                  <a:moveTo>
                    <a:pt x="23720" y="1691"/>
                  </a:moveTo>
                  <a:lnTo>
                    <a:pt x="15843" y="752"/>
                  </a:lnTo>
                  <a:lnTo>
                    <a:pt x="7930" y="1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856391" y="5399291"/>
              <a:ext cx="167152" cy="222354"/>
            </a:xfrm>
            <a:custGeom>
              <a:avLst/>
              <a:pathLst>
                <a:path w="167152" h="222354">
                  <a:moveTo>
                    <a:pt x="167152" y="0"/>
                  </a:moveTo>
                  <a:lnTo>
                    <a:pt x="161749" y="87"/>
                  </a:lnTo>
                  <a:lnTo>
                    <a:pt x="156352" y="349"/>
                  </a:lnTo>
                  <a:lnTo>
                    <a:pt x="150966" y="785"/>
                  </a:lnTo>
                  <a:lnTo>
                    <a:pt x="145597" y="1395"/>
                  </a:lnTo>
                  <a:lnTo>
                    <a:pt x="140251" y="2178"/>
                  </a:lnTo>
                  <a:lnTo>
                    <a:pt x="134932" y="3134"/>
                  </a:lnTo>
                  <a:lnTo>
                    <a:pt x="129647" y="4261"/>
                  </a:lnTo>
                  <a:lnTo>
                    <a:pt x="124402" y="5558"/>
                  </a:lnTo>
                  <a:lnTo>
                    <a:pt x="119201" y="7025"/>
                  </a:lnTo>
                  <a:lnTo>
                    <a:pt x="114050" y="8658"/>
                  </a:lnTo>
                  <a:lnTo>
                    <a:pt x="108955" y="10457"/>
                  </a:lnTo>
                  <a:lnTo>
                    <a:pt x="103920" y="12420"/>
                  </a:lnTo>
                  <a:lnTo>
                    <a:pt x="98952" y="14545"/>
                  </a:lnTo>
                  <a:lnTo>
                    <a:pt x="94054" y="16829"/>
                  </a:lnTo>
                  <a:lnTo>
                    <a:pt x="89234" y="19270"/>
                  </a:lnTo>
                  <a:lnTo>
                    <a:pt x="84494" y="21865"/>
                  </a:lnTo>
                  <a:lnTo>
                    <a:pt x="79841" y="24613"/>
                  </a:lnTo>
                  <a:lnTo>
                    <a:pt x="75279" y="27509"/>
                  </a:lnTo>
                  <a:lnTo>
                    <a:pt x="70814" y="30552"/>
                  </a:lnTo>
                  <a:lnTo>
                    <a:pt x="66448" y="33737"/>
                  </a:lnTo>
                  <a:lnTo>
                    <a:pt x="62188" y="37061"/>
                  </a:lnTo>
                  <a:lnTo>
                    <a:pt x="58038" y="40522"/>
                  </a:lnTo>
                  <a:lnTo>
                    <a:pt x="54002" y="44114"/>
                  </a:lnTo>
                  <a:lnTo>
                    <a:pt x="50084" y="47836"/>
                  </a:lnTo>
                  <a:lnTo>
                    <a:pt x="46288" y="51682"/>
                  </a:lnTo>
                  <a:lnTo>
                    <a:pt x="42619" y="55649"/>
                  </a:lnTo>
                  <a:lnTo>
                    <a:pt x="39080" y="59732"/>
                  </a:lnTo>
                  <a:lnTo>
                    <a:pt x="35674" y="63927"/>
                  </a:lnTo>
                  <a:lnTo>
                    <a:pt x="32406" y="68231"/>
                  </a:lnTo>
                  <a:lnTo>
                    <a:pt x="29279" y="72637"/>
                  </a:lnTo>
                  <a:lnTo>
                    <a:pt x="26296" y="77143"/>
                  </a:lnTo>
                  <a:lnTo>
                    <a:pt x="23460" y="81743"/>
                  </a:lnTo>
                  <a:lnTo>
                    <a:pt x="20774" y="86431"/>
                  </a:lnTo>
                  <a:lnTo>
                    <a:pt x="18241" y="91205"/>
                  </a:lnTo>
                  <a:lnTo>
                    <a:pt x="15863" y="96057"/>
                  </a:lnTo>
                  <a:lnTo>
                    <a:pt x="13644" y="100984"/>
                  </a:lnTo>
                  <a:lnTo>
                    <a:pt x="11585" y="105980"/>
                  </a:lnTo>
                  <a:lnTo>
                    <a:pt x="9689" y="111040"/>
                  </a:lnTo>
                  <a:lnTo>
                    <a:pt x="7957" y="116159"/>
                  </a:lnTo>
                  <a:lnTo>
                    <a:pt x="6392" y="121331"/>
                  </a:lnTo>
                  <a:lnTo>
                    <a:pt x="4994" y="126550"/>
                  </a:lnTo>
                  <a:lnTo>
                    <a:pt x="3766" y="131813"/>
                  </a:lnTo>
                  <a:lnTo>
                    <a:pt x="2709" y="137112"/>
                  </a:lnTo>
                  <a:lnTo>
                    <a:pt x="1823" y="142442"/>
                  </a:lnTo>
                  <a:lnTo>
                    <a:pt x="1111" y="147799"/>
                  </a:lnTo>
                  <a:lnTo>
                    <a:pt x="572" y="153176"/>
                  </a:lnTo>
                  <a:lnTo>
                    <a:pt x="206" y="158567"/>
                  </a:lnTo>
                  <a:lnTo>
                    <a:pt x="16" y="163967"/>
                  </a:lnTo>
                  <a:lnTo>
                    <a:pt x="0" y="169371"/>
                  </a:lnTo>
                  <a:lnTo>
                    <a:pt x="158" y="174772"/>
                  </a:lnTo>
                  <a:lnTo>
                    <a:pt x="491" y="180165"/>
                  </a:lnTo>
                  <a:lnTo>
                    <a:pt x="998" y="185545"/>
                  </a:lnTo>
                  <a:lnTo>
                    <a:pt x="1679" y="190906"/>
                  </a:lnTo>
                  <a:lnTo>
                    <a:pt x="2533" y="196242"/>
                  </a:lnTo>
                  <a:lnTo>
                    <a:pt x="3558" y="201547"/>
                  </a:lnTo>
                  <a:lnTo>
                    <a:pt x="4755" y="206816"/>
                  </a:lnTo>
                  <a:lnTo>
                    <a:pt x="6121" y="212044"/>
                  </a:lnTo>
                  <a:lnTo>
                    <a:pt x="7656" y="217226"/>
                  </a:lnTo>
                  <a:lnTo>
                    <a:pt x="9357" y="22235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865749" y="5566459"/>
              <a:ext cx="157795" cy="55187"/>
            </a:xfrm>
            <a:custGeom>
              <a:avLst/>
              <a:pathLst>
                <a:path w="157795" h="55187">
                  <a:moveTo>
                    <a:pt x="0" y="55187"/>
                  </a:moveTo>
                  <a:lnTo>
                    <a:pt x="1577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865749" y="5566459"/>
              <a:ext cx="157795" cy="55187"/>
            </a:xfrm>
            <a:custGeom>
              <a:avLst/>
              <a:pathLst>
                <a:path w="157795" h="55187">
                  <a:moveTo>
                    <a:pt x="0" y="55187"/>
                  </a:moveTo>
                  <a:lnTo>
                    <a:pt x="1577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865749" y="5566459"/>
              <a:ext cx="157795" cy="55187"/>
            </a:xfrm>
            <a:custGeom>
              <a:avLst/>
              <a:pathLst>
                <a:path w="157795" h="55187">
                  <a:moveTo>
                    <a:pt x="0" y="55187"/>
                  </a:moveTo>
                  <a:lnTo>
                    <a:pt x="1577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865749" y="5566459"/>
              <a:ext cx="157795" cy="55187"/>
            </a:xfrm>
            <a:custGeom>
              <a:avLst/>
              <a:pathLst>
                <a:path w="157795" h="55187">
                  <a:moveTo>
                    <a:pt x="0" y="55187"/>
                  </a:moveTo>
                  <a:lnTo>
                    <a:pt x="1577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865749" y="5566459"/>
              <a:ext cx="157795" cy="55187"/>
            </a:xfrm>
            <a:custGeom>
              <a:avLst/>
              <a:pathLst>
                <a:path w="157795" h="55187">
                  <a:moveTo>
                    <a:pt x="0" y="55187"/>
                  </a:moveTo>
                  <a:lnTo>
                    <a:pt x="1577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865749" y="5566459"/>
              <a:ext cx="157795" cy="139199"/>
            </a:xfrm>
            <a:custGeom>
              <a:avLst/>
              <a:pathLst>
                <a:path w="157795" h="139199">
                  <a:moveTo>
                    <a:pt x="0" y="55187"/>
                  </a:moveTo>
                  <a:lnTo>
                    <a:pt x="1972" y="60531"/>
                  </a:lnTo>
                  <a:lnTo>
                    <a:pt x="4124" y="65806"/>
                  </a:lnTo>
                  <a:lnTo>
                    <a:pt x="6456" y="71003"/>
                  </a:lnTo>
                  <a:lnTo>
                    <a:pt x="8963" y="76119"/>
                  </a:lnTo>
                  <a:lnTo>
                    <a:pt x="11643" y="81146"/>
                  </a:lnTo>
                  <a:lnTo>
                    <a:pt x="14493" y="86078"/>
                  </a:lnTo>
                  <a:lnTo>
                    <a:pt x="17509" y="90911"/>
                  </a:lnTo>
                  <a:lnTo>
                    <a:pt x="20688" y="95638"/>
                  </a:lnTo>
                  <a:lnTo>
                    <a:pt x="24026" y="100254"/>
                  </a:lnTo>
                  <a:lnTo>
                    <a:pt x="27520" y="104754"/>
                  </a:lnTo>
                  <a:lnTo>
                    <a:pt x="31165" y="109132"/>
                  </a:lnTo>
                  <a:lnTo>
                    <a:pt x="34957" y="113383"/>
                  </a:lnTo>
                  <a:lnTo>
                    <a:pt x="38891" y="117503"/>
                  </a:lnTo>
                  <a:lnTo>
                    <a:pt x="42964" y="121486"/>
                  </a:lnTo>
                  <a:lnTo>
                    <a:pt x="47170" y="125328"/>
                  </a:lnTo>
                  <a:lnTo>
                    <a:pt x="51505" y="129024"/>
                  </a:lnTo>
                  <a:lnTo>
                    <a:pt x="55963" y="132571"/>
                  </a:lnTo>
                  <a:lnTo>
                    <a:pt x="60539" y="135964"/>
                  </a:lnTo>
                  <a:lnTo>
                    <a:pt x="65228" y="139199"/>
                  </a:lnTo>
                  <a:lnTo>
                    <a:pt x="1577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930977" y="5399291"/>
              <a:ext cx="259726" cy="334320"/>
            </a:xfrm>
            <a:custGeom>
              <a:avLst/>
              <a:pathLst>
                <a:path w="259726" h="334320">
                  <a:moveTo>
                    <a:pt x="0" y="306366"/>
                  </a:moveTo>
                  <a:lnTo>
                    <a:pt x="4482" y="309245"/>
                  </a:lnTo>
                  <a:lnTo>
                    <a:pt x="9053" y="311979"/>
                  </a:lnTo>
                  <a:lnTo>
                    <a:pt x="13709" y="314566"/>
                  </a:lnTo>
                  <a:lnTo>
                    <a:pt x="18446" y="317004"/>
                  </a:lnTo>
                  <a:lnTo>
                    <a:pt x="23258" y="319290"/>
                  </a:lnTo>
                  <a:lnTo>
                    <a:pt x="28140" y="321421"/>
                  </a:lnTo>
                  <a:lnTo>
                    <a:pt x="33087" y="323395"/>
                  </a:lnTo>
                  <a:lnTo>
                    <a:pt x="38095" y="325211"/>
                  </a:lnTo>
                  <a:lnTo>
                    <a:pt x="43158" y="326866"/>
                  </a:lnTo>
                  <a:lnTo>
                    <a:pt x="48272" y="328359"/>
                  </a:lnTo>
                  <a:lnTo>
                    <a:pt x="53430" y="329689"/>
                  </a:lnTo>
                  <a:lnTo>
                    <a:pt x="58628" y="330853"/>
                  </a:lnTo>
                  <a:lnTo>
                    <a:pt x="63860" y="331851"/>
                  </a:lnTo>
                  <a:lnTo>
                    <a:pt x="69122" y="332682"/>
                  </a:lnTo>
                  <a:lnTo>
                    <a:pt x="74408" y="333345"/>
                  </a:lnTo>
                  <a:lnTo>
                    <a:pt x="79712" y="333839"/>
                  </a:lnTo>
                  <a:lnTo>
                    <a:pt x="85029" y="334164"/>
                  </a:lnTo>
                  <a:lnTo>
                    <a:pt x="90353" y="334320"/>
                  </a:lnTo>
                  <a:lnTo>
                    <a:pt x="95680" y="334305"/>
                  </a:lnTo>
                  <a:lnTo>
                    <a:pt x="101004" y="334121"/>
                  </a:lnTo>
                  <a:lnTo>
                    <a:pt x="106319" y="333768"/>
                  </a:lnTo>
                  <a:lnTo>
                    <a:pt x="111620" y="333245"/>
                  </a:lnTo>
                  <a:lnTo>
                    <a:pt x="116902" y="332554"/>
                  </a:lnTo>
                  <a:lnTo>
                    <a:pt x="122159" y="331694"/>
                  </a:lnTo>
                  <a:lnTo>
                    <a:pt x="127386" y="330668"/>
                  </a:lnTo>
                  <a:lnTo>
                    <a:pt x="132578" y="329475"/>
                  </a:lnTo>
                  <a:lnTo>
                    <a:pt x="137729" y="328118"/>
                  </a:lnTo>
                  <a:lnTo>
                    <a:pt x="142834" y="326597"/>
                  </a:lnTo>
                  <a:lnTo>
                    <a:pt x="147888" y="324915"/>
                  </a:lnTo>
                  <a:lnTo>
                    <a:pt x="152886" y="323072"/>
                  </a:lnTo>
                  <a:lnTo>
                    <a:pt x="157823" y="321071"/>
                  </a:lnTo>
                  <a:lnTo>
                    <a:pt x="162694" y="318914"/>
                  </a:lnTo>
                  <a:lnTo>
                    <a:pt x="167493" y="316602"/>
                  </a:lnTo>
                  <a:lnTo>
                    <a:pt x="172216" y="314139"/>
                  </a:lnTo>
                  <a:lnTo>
                    <a:pt x="176858" y="311527"/>
                  </a:lnTo>
                  <a:lnTo>
                    <a:pt x="181415" y="308768"/>
                  </a:lnTo>
                  <a:lnTo>
                    <a:pt x="185882" y="305865"/>
                  </a:lnTo>
                  <a:lnTo>
                    <a:pt x="190253" y="302821"/>
                  </a:lnTo>
                  <a:lnTo>
                    <a:pt x="194526" y="299640"/>
                  </a:lnTo>
                  <a:lnTo>
                    <a:pt x="198695" y="296324"/>
                  </a:lnTo>
                  <a:lnTo>
                    <a:pt x="202756" y="292877"/>
                  </a:lnTo>
                  <a:lnTo>
                    <a:pt x="206706" y="289302"/>
                  </a:lnTo>
                  <a:lnTo>
                    <a:pt x="210539" y="285604"/>
                  </a:lnTo>
                  <a:lnTo>
                    <a:pt x="214253" y="281785"/>
                  </a:lnTo>
                  <a:lnTo>
                    <a:pt x="217843" y="277850"/>
                  </a:lnTo>
                  <a:lnTo>
                    <a:pt x="221306" y="273802"/>
                  </a:lnTo>
                  <a:lnTo>
                    <a:pt x="224638" y="269646"/>
                  </a:lnTo>
                  <a:lnTo>
                    <a:pt x="227836" y="265386"/>
                  </a:lnTo>
                  <a:lnTo>
                    <a:pt x="230897" y="261026"/>
                  </a:lnTo>
                  <a:lnTo>
                    <a:pt x="233817" y="256571"/>
                  </a:lnTo>
                  <a:lnTo>
                    <a:pt x="236594" y="252025"/>
                  </a:lnTo>
                  <a:lnTo>
                    <a:pt x="239225" y="247393"/>
                  </a:lnTo>
                  <a:lnTo>
                    <a:pt x="241706" y="242679"/>
                  </a:lnTo>
                  <a:lnTo>
                    <a:pt x="244036" y="237889"/>
                  </a:lnTo>
                  <a:lnTo>
                    <a:pt x="246213" y="233027"/>
                  </a:lnTo>
                  <a:lnTo>
                    <a:pt x="248233" y="228098"/>
                  </a:lnTo>
                  <a:lnTo>
                    <a:pt x="250096" y="223108"/>
                  </a:lnTo>
                  <a:lnTo>
                    <a:pt x="251798" y="218060"/>
                  </a:lnTo>
                  <a:lnTo>
                    <a:pt x="253339" y="212961"/>
                  </a:lnTo>
                  <a:lnTo>
                    <a:pt x="254716" y="207815"/>
                  </a:lnTo>
                  <a:lnTo>
                    <a:pt x="255929" y="202628"/>
                  </a:lnTo>
                  <a:lnTo>
                    <a:pt x="256976" y="197405"/>
                  </a:lnTo>
                  <a:lnTo>
                    <a:pt x="257856" y="192151"/>
                  </a:lnTo>
                  <a:lnTo>
                    <a:pt x="258568" y="186872"/>
                  </a:lnTo>
                  <a:lnTo>
                    <a:pt x="259112" y="181573"/>
                  </a:lnTo>
                  <a:lnTo>
                    <a:pt x="259486" y="176260"/>
                  </a:lnTo>
                  <a:lnTo>
                    <a:pt x="259691" y="170937"/>
                  </a:lnTo>
                  <a:lnTo>
                    <a:pt x="259726" y="165610"/>
                  </a:lnTo>
                  <a:lnTo>
                    <a:pt x="259592" y="160285"/>
                  </a:lnTo>
                  <a:lnTo>
                    <a:pt x="259288" y="154966"/>
                  </a:lnTo>
                  <a:lnTo>
                    <a:pt x="258814" y="149661"/>
                  </a:lnTo>
                  <a:lnTo>
                    <a:pt x="258172" y="144373"/>
                  </a:lnTo>
                  <a:lnTo>
                    <a:pt x="257362" y="139108"/>
                  </a:lnTo>
                  <a:lnTo>
                    <a:pt x="256384" y="133871"/>
                  </a:lnTo>
                  <a:lnTo>
                    <a:pt x="255240" y="128669"/>
                  </a:lnTo>
                  <a:lnTo>
                    <a:pt x="253931" y="123505"/>
                  </a:lnTo>
                  <a:lnTo>
                    <a:pt x="252458" y="118386"/>
                  </a:lnTo>
                  <a:lnTo>
                    <a:pt x="250822" y="113316"/>
                  </a:lnTo>
                  <a:lnTo>
                    <a:pt x="249026" y="108301"/>
                  </a:lnTo>
                  <a:lnTo>
                    <a:pt x="247071" y="103346"/>
                  </a:lnTo>
                  <a:lnTo>
                    <a:pt x="244959" y="98456"/>
                  </a:lnTo>
                  <a:lnTo>
                    <a:pt x="242693" y="93635"/>
                  </a:lnTo>
                  <a:lnTo>
                    <a:pt x="240274" y="88889"/>
                  </a:lnTo>
                  <a:lnTo>
                    <a:pt x="237705" y="84223"/>
                  </a:lnTo>
                  <a:lnTo>
                    <a:pt x="234988" y="79641"/>
                  </a:lnTo>
                  <a:lnTo>
                    <a:pt x="232127" y="75147"/>
                  </a:lnTo>
                  <a:lnTo>
                    <a:pt x="229124" y="70747"/>
                  </a:lnTo>
                  <a:lnTo>
                    <a:pt x="225983" y="66445"/>
                  </a:lnTo>
                  <a:lnTo>
                    <a:pt x="222706" y="62246"/>
                  </a:lnTo>
                  <a:lnTo>
                    <a:pt x="219297" y="58152"/>
                  </a:lnTo>
                  <a:lnTo>
                    <a:pt x="215759" y="54170"/>
                  </a:lnTo>
                  <a:lnTo>
                    <a:pt x="212097" y="50302"/>
                  </a:lnTo>
                  <a:lnTo>
                    <a:pt x="208312" y="46553"/>
                  </a:lnTo>
                  <a:lnTo>
                    <a:pt x="204411" y="42926"/>
                  </a:lnTo>
                  <a:lnTo>
                    <a:pt x="200395" y="39426"/>
                  </a:lnTo>
                  <a:lnTo>
                    <a:pt x="196271" y="36055"/>
                  </a:lnTo>
                  <a:lnTo>
                    <a:pt x="192041" y="32818"/>
                  </a:lnTo>
                  <a:lnTo>
                    <a:pt x="187709" y="29716"/>
                  </a:lnTo>
                  <a:lnTo>
                    <a:pt x="183282" y="26755"/>
                  </a:lnTo>
                  <a:lnTo>
                    <a:pt x="178762" y="23936"/>
                  </a:lnTo>
                  <a:lnTo>
                    <a:pt x="174155" y="21262"/>
                  </a:lnTo>
                  <a:lnTo>
                    <a:pt x="169464" y="18737"/>
                  </a:lnTo>
                  <a:lnTo>
                    <a:pt x="164696" y="16362"/>
                  </a:lnTo>
                  <a:lnTo>
                    <a:pt x="159855" y="14140"/>
                  </a:lnTo>
                  <a:lnTo>
                    <a:pt x="154945" y="12074"/>
                  </a:lnTo>
                  <a:lnTo>
                    <a:pt x="149972" y="10165"/>
                  </a:lnTo>
                  <a:lnTo>
                    <a:pt x="144940" y="8416"/>
                  </a:lnTo>
                  <a:lnTo>
                    <a:pt x="139856" y="6828"/>
                  </a:lnTo>
                  <a:lnTo>
                    <a:pt x="134723" y="5402"/>
                  </a:lnTo>
                  <a:lnTo>
                    <a:pt x="129547" y="4141"/>
                  </a:lnTo>
                  <a:lnTo>
                    <a:pt x="124334" y="3046"/>
                  </a:lnTo>
                  <a:lnTo>
                    <a:pt x="119089" y="2117"/>
                  </a:lnTo>
                  <a:lnTo>
                    <a:pt x="113817" y="1356"/>
                  </a:lnTo>
                  <a:lnTo>
                    <a:pt x="108523" y="763"/>
                  </a:lnTo>
                  <a:lnTo>
                    <a:pt x="103213" y="339"/>
                  </a:lnTo>
                  <a:lnTo>
                    <a:pt x="97892" y="84"/>
                  </a:lnTo>
                  <a:lnTo>
                    <a:pt x="92566" y="0"/>
                  </a:lnTo>
                  <a:lnTo>
                    <a:pt x="925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389811" y="5269756"/>
              <a:ext cx="155447" cy="167167"/>
            </a:xfrm>
            <a:custGeom>
              <a:avLst/>
              <a:pathLst>
                <a:path w="155447" h="167167">
                  <a:moveTo>
                    <a:pt x="155447" y="0"/>
                  </a:moveTo>
                  <a:lnTo>
                    <a:pt x="150053" y="87"/>
                  </a:lnTo>
                  <a:lnTo>
                    <a:pt x="144664" y="348"/>
                  </a:lnTo>
                  <a:lnTo>
                    <a:pt x="139287" y="782"/>
                  </a:lnTo>
                  <a:lnTo>
                    <a:pt x="133927" y="1390"/>
                  </a:lnTo>
                  <a:lnTo>
                    <a:pt x="128589" y="2171"/>
                  </a:lnTo>
                  <a:lnTo>
                    <a:pt x="123278" y="3124"/>
                  </a:lnTo>
                  <a:lnTo>
                    <a:pt x="118002" y="4247"/>
                  </a:lnTo>
                  <a:lnTo>
                    <a:pt x="112764" y="5540"/>
                  </a:lnTo>
                  <a:lnTo>
                    <a:pt x="107571" y="7002"/>
                  </a:lnTo>
                  <a:lnTo>
                    <a:pt x="102428" y="8630"/>
                  </a:lnTo>
                  <a:lnTo>
                    <a:pt x="97340" y="10423"/>
                  </a:lnTo>
                  <a:lnTo>
                    <a:pt x="92312" y="12380"/>
                  </a:lnTo>
                  <a:lnTo>
                    <a:pt x="87351" y="14498"/>
                  </a:lnTo>
                  <a:lnTo>
                    <a:pt x="82460" y="16775"/>
                  </a:lnTo>
                  <a:lnTo>
                    <a:pt x="77645" y="19208"/>
                  </a:lnTo>
                  <a:lnTo>
                    <a:pt x="72911" y="21796"/>
                  </a:lnTo>
                  <a:lnTo>
                    <a:pt x="68263" y="24535"/>
                  </a:lnTo>
                  <a:lnTo>
                    <a:pt x="63706" y="27422"/>
                  </a:lnTo>
                  <a:lnTo>
                    <a:pt x="59245" y="30455"/>
                  </a:lnTo>
                  <a:lnTo>
                    <a:pt x="54884" y="33630"/>
                  </a:lnTo>
                  <a:lnTo>
                    <a:pt x="50627" y="36945"/>
                  </a:lnTo>
                  <a:lnTo>
                    <a:pt x="46480" y="40395"/>
                  </a:lnTo>
                  <a:lnTo>
                    <a:pt x="42446" y="43977"/>
                  </a:lnTo>
                  <a:lnTo>
                    <a:pt x="38530" y="47688"/>
                  </a:lnTo>
                  <a:lnTo>
                    <a:pt x="34735" y="51523"/>
                  </a:lnTo>
                  <a:lnTo>
                    <a:pt x="31066" y="55478"/>
                  </a:lnTo>
                  <a:lnTo>
                    <a:pt x="27527" y="59549"/>
                  </a:lnTo>
                  <a:lnTo>
                    <a:pt x="24121" y="63733"/>
                  </a:lnTo>
                  <a:lnTo>
                    <a:pt x="20852" y="68025"/>
                  </a:lnTo>
                  <a:lnTo>
                    <a:pt x="17723" y="72419"/>
                  </a:lnTo>
                  <a:lnTo>
                    <a:pt x="14738" y="76913"/>
                  </a:lnTo>
                  <a:lnTo>
                    <a:pt x="11898" y="81500"/>
                  </a:lnTo>
                  <a:lnTo>
                    <a:pt x="9209" y="86177"/>
                  </a:lnTo>
                  <a:lnTo>
                    <a:pt x="6672" y="90938"/>
                  </a:lnTo>
                  <a:lnTo>
                    <a:pt x="4289" y="95778"/>
                  </a:lnTo>
                  <a:lnTo>
                    <a:pt x="2065" y="100693"/>
                  </a:lnTo>
                  <a:lnTo>
                    <a:pt x="0" y="105677"/>
                  </a:lnTo>
                  <a:lnTo>
                    <a:pt x="1554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389811" y="5375433"/>
              <a:ext cx="155447" cy="61490"/>
            </a:xfrm>
            <a:custGeom>
              <a:avLst/>
              <a:pathLst>
                <a:path w="155447" h="61490">
                  <a:moveTo>
                    <a:pt x="0" y="0"/>
                  </a:moveTo>
                  <a:lnTo>
                    <a:pt x="155447" y="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89811" y="5375433"/>
              <a:ext cx="155447" cy="61490"/>
            </a:xfrm>
            <a:custGeom>
              <a:avLst/>
              <a:pathLst>
                <a:path w="155447" h="61490">
                  <a:moveTo>
                    <a:pt x="0" y="0"/>
                  </a:moveTo>
                  <a:lnTo>
                    <a:pt x="155447" y="614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89811" y="5375433"/>
              <a:ext cx="155447" cy="61490"/>
            </a:xfrm>
            <a:custGeom>
              <a:avLst/>
              <a:pathLst>
                <a:path w="155447" h="61490">
                  <a:moveTo>
                    <a:pt x="0" y="0"/>
                  </a:moveTo>
                  <a:lnTo>
                    <a:pt x="155447" y="614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89811" y="5375433"/>
              <a:ext cx="155447" cy="61490"/>
            </a:xfrm>
            <a:custGeom>
              <a:avLst/>
              <a:pathLst>
                <a:path w="155447" h="61490">
                  <a:moveTo>
                    <a:pt x="0" y="0"/>
                  </a:moveTo>
                  <a:lnTo>
                    <a:pt x="155447" y="614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378111" y="5375433"/>
              <a:ext cx="167146" cy="76011"/>
            </a:xfrm>
            <a:custGeom>
              <a:avLst/>
              <a:pathLst>
                <a:path w="167146" h="76011">
                  <a:moveTo>
                    <a:pt x="11699" y="0"/>
                  </a:moveTo>
                  <a:lnTo>
                    <a:pt x="9605" y="5582"/>
                  </a:lnTo>
                  <a:lnTo>
                    <a:pt x="7712" y="11235"/>
                  </a:lnTo>
                  <a:lnTo>
                    <a:pt x="6021" y="16952"/>
                  </a:lnTo>
                  <a:lnTo>
                    <a:pt x="4536" y="22726"/>
                  </a:lnTo>
                  <a:lnTo>
                    <a:pt x="3257" y="28549"/>
                  </a:lnTo>
                  <a:lnTo>
                    <a:pt x="2186" y="34414"/>
                  </a:lnTo>
                  <a:lnTo>
                    <a:pt x="1326" y="40313"/>
                  </a:lnTo>
                  <a:lnTo>
                    <a:pt x="676" y="46239"/>
                  </a:lnTo>
                  <a:lnTo>
                    <a:pt x="238" y="52185"/>
                  </a:lnTo>
                  <a:lnTo>
                    <a:pt x="13" y="58143"/>
                  </a:lnTo>
                  <a:lnTo>
                    <a:pt x="0" y="64105"/>
                  </a:lnTo>
                  <a:lnTo>
                    <a:pt x="199" y="70063"/>
                  </a:lnTo>
                  <a:lnTo>
                    <a:pt x="611" y="76011"/>
                  </a:lnTo>
                  <a:lnTo>
                    <a:pt x="167146" y="614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378722" y="5269756"/>
              <a:ext cx="333688" cy="334332"/>
            </a:xfrm>
            <a:custGeom>
              <a:avLst/>
              <a:pathLst>
                <a:path w="333688" h="334332">
                  <a:moveTo>
                    <a:pt x="0" y="181688"/>
                  </a:moveTo>
                  <a:lnTo>
                    <a:pt x="543" y="186956"/>
                  </a:lnTo>
                  <a:lnTo>
                    <a:pt x="1253" y="192204"/>
                  </a:lnTo>
                  <a:lnTo>
                    <a:pt x="2129" y="197427"/>
                  </a:lnTo>
                  <a:lnTo>
                    <a:pt x="3170" y="202619"/>
                  </a:lnTo>
                  <a:lnTo>
                    <a:pt x="4375" y="207776"/>
                  </a:lnTo>
                  <a:lnTo>
                    <a:pt x="5743" y="212892"/>
                  </a:lnTo>
                  <a:lnTo>
                    <a:pt x="7272" y="217962"/>
                  </a:lnTo>
                  <a:lnTo>
                    <a:pt x="8961" y="222982"/>
                  </a:lnTo>
                  <a:lnTo>
                    <a:pt x="10808" y="227945"/>
                  </a:lnTo>
                  <a:lnTo>
                    <a:pt x="12811" y="232847"/>
                  </a:lnTo>
                  <a:lnTo>
                    <a:pt x="14969" y="237683"/>
                  </a:lnTo>
                  <a:lnTo>
                    <a:pt x="17278" y="242449"/>
                  </a:lnTo>
                  <a:lnTo>
                    <a:pt x="19738" y="247139"/>
                  </a:lnTo>
                  <a:lnTo>
                    <a:pt x="22345" y="251749"/>
                  </a:lnTo>
                  <a:lnTo>
                    <a:pt x="25096" y="256274"/>
                  </a:lnTo>
                  <a:lnTo>
                    <a:pt x="27990" y="260709"/>
                  </a:lnTo>
                  <a:lnTo>
                    <a:pt x="31022" y="265051"/>
                  </a:lnTo>
                  <a:lnTo>
                    <a:pt x="34191" y="269294"/>
                  </a:lnTo>
                  <a:lnTo>
                    <a:pt x="37492" y="273435"/>
                  </a:lnTo>
                  <a:lnTo>
                    <a:pt x="40923" y="277469"/>
                  </a:lnTo>
                  <a:lnTo>
                    <a:pt x="44480" y="281393"/>
                  </a:lnTo>
                  <a:lnTo>
                    <a:pt x="48159" y="285201"/>
                  </a:lnTo>
                  <a:lnTo>
                    <a:pt x="51958" y="288892"/>
                  </a:lnTo>
                  <a:lnTo>
                    <a:pt x="55871" y="292460"/>
                  </a:lnTo>
                  <a:lnTo>
                    <a:pt x="59895" y="295903"/>
                  </a:lnTo>
                  <a:lnTo>
                    <a:pt x="64026" y="299216"/>
                  </a:lnTo>
                  <a:lnTo>
                    <a:pt x="68260" y="302397"/>
                  </a:lnTo>
                  <a:lnTo>
                    <a:pt x="72593" y="305442"/>
                  </a:lnTo>
                  <a:lnTo>
                    <a:pt x="77020" y="308348"/>
                  </a:lnTo>
                  <a:lnTo>
                    <a:pt x="81537" y="311112"/>
                  </a:lnTo>
                  <a:lnTo>
                    <a:pt x="86139" y="313733"/>
                  </a:lnTo>
                  <a:lnTo>
                    <a:pt x="90822" y="316206"/>
                  </a:lnTo>
                  <a:lnTo>
                    <a:pt x="95581" y="318529"/>
                  </a:lnTo>
                  <a:lnTo>
                    <a:pt x="100411" y="320701"/>
                  </a:lnTo>
                  <a:lnTo>
                    <a:pt x="105308" y="322718"/>
                  </a:lnTo>
                  <a:lnTo>
                    <a:pt x="110266" y="324579"/>
                  </a:lnTo>
                  <a:lnTo>
                    <a:pt x="115280" y="326283"/>
                  </a:lnTo>
                  <a:lnTo>
                    <a:pt x="120346" y="327827"/>
                  </a:lnTo>
                  <a:lnTo>
                    <a:pt x="125458" y="329209"/>
                  </a:lnTo>
                  <a:lnTo>
                    <a:pt x="130611" y="330429"/>
                  </a:lnTo>
                  <a:lnTo>
                    <a:pt x="135801" y="331485"/>
                  </a:lnTo>
                  <a:lnTo>
                    <a:pt x="141021" y="332376"/>
                  </a:lnTo>
                  <a:lnTo>
                    <a:pt x="146267" y="333101"/>
                  </a:lnTo>
                  <a:lnTo>
                    <a:pt x="151533" y="333660"/>
                  </a:lnTo>
                  <a:lnTo>
                    <a:pt x="156815" y="334052"/>
                  </a:lnTo>
                  <a:lnTo>
                    <a:pt x="162106" y="334276"/>
                  </a:lnTo>
                  <a:lnTo>
                    <a:pt x="167401" y="334332"/>
                  </a:lnTo>
                  <a:lnTo>
                    <a:pt x="172696" y="334221"/>
                  </a:lnTo>
                  <a:lnTo>
                    <a:pt x="177984" y="333942"/>
                  </a:lnTo>
                  <a:lnTo>
                    <a:pt x="183261" y="333496"/>
                  </a:lnTo>
                  <a:lnTo>
                    <a:pt x="188521" y="332882"/>
                  </a:lnTo>
                  <a:lnTo>
                    <a:pt x="193759" y="332103"/>
                  </a:lnTo>
                  <a:lnTo>
                    <a:pt x="198970" y="331158"/>
                  </a:lnTo>
                  <a:lnTo>
                    <a:pt x="204149" y="330048"/>
                  </a:lnTo>
                  <a:lnTo>
                    <a:pt x="209289" y="328775"/>
                  </a:lnTo>
                  <a:lnTo>
                    <a:pt x="214387" y="327339"/>
                  </a:lnTo>
                  <a:lnTo>
                    <a:pt x="219436" y="325743"/>
                  </a:lnTo>
                  <a:lnTo>
                    <a:pt x="224433" y="323988"/>
                  </a:lnTo>
                  <a:lnTo>
                    <a:pt x="229371" y="322075"/>
                  </a:lnTo>
                  <a:lnTo>
                    <a:pt x="234246" y="320007"/>
                  </a:lnTo>
                  <a:lnTo>
                    <a:pt x="239054" y="317786"/>
                  </a:lnTo>
                  <a:lnTo>
                    <a:pt x="243788" y="315413"/>
                  </a:lnTo>
                  <a:lnTo>
                    <a:pt x="248445" y="312892"/>
                  </a:lnTo>
                  <a:lnTo>
                    <a:pt x="253020" y="310224"/>
                  </a:lnTo>
                  <a:lnTo>
                    <a:pt x="257508" y="307413"/>
                  </a:lnTo>
                  <a:lnTo>
                    <a:pt x="261905" y="304461"/>
                  </a:lnTo>
                  <a:lnTo>
                    <a:pt x="266206" y="301371"/>
                  </a:lnTo>
                  <a:lnTo>
                    <a:pt x="270407" y="298146"/>
                  </a:lnTo>
                  <a:lnTo>
                    <a:pt x="274503" y="294791"/>
                  </a:lnTo>
                  <a:lnTo>
                    <a:pt x="278492" y="291307"/>
                  </a:lnTo>
                  <a:lnTo>
                    <a:pt x="282368" y="287698"/>
                  </a:lnTo>
                  <a:lnTo>
                    <a:pt x="286128" y="283968"/>
                  </a:lnTo>
                  <a:lnTo>
                    <a:pt x="289767" y="280122"/>
                  </a:lnTo>
                  <a:lnTo>
                    <a:pt x="293283" y="276162"/>
                  </a:lnTo>
                  <a:lnTo>
                    <a:pt x="296672" y="272092"/>
                  </a:lnTo>
                  <a:lnTo>
                    <a:pt x="299931" y="267917"/>
                  </a:lnTo>
                  <a:lnTo>
                    <a:pt x="303055" y="263641"/>
                  </a:lnTo>
                  <a:lnTo>
                    <a:pt x="306042" y="259268"/>
                  </a:lnTo>
                  <a:lnTo>
                    <a:pt x="308890" y="254803"/>
                  </a:lnTo>
                  <a:lnTo>
                    <a:pt x="311594" y="250250"/>
                  </a:lnTo>
                  <a:lnTo>
                    <a:pt x="314153" y="245614"/>
                  </a:lnTo>
                  <a:lnTo>
                    <a:pt x="316564" y="240898"/>
                  </a:lnTo>
                  <a:lnTo>
                    <a:pt x="318824" y="236109"/>
                  </a:lnTo>
                  <a:lnTo>
                    <a:pt x="320931" y="231251"/>
                  </a:lnTo>
                  <a:lnTo>
                    <a:pt x="322884" y="226328"/>
                  </a:lnTo>
                  <a:lnTo>
                    <a:pt x="324679" y="221346"/>
                  </a:lnTo>
                  <a:lnTo>
                    <a:pt x="326316" y="216309"/>
                  </a:lnTo>
                  <a:lnTo>
                    <a:pt x="327793" y="211223"/>
                  </a:lnTo>
                  <a:lnTo>
                    <a:pt x="329107" y="206093"/>
                  </a:lnTo>
                  <a:lnTo>
                    <a:pt x="330259" y="200924"/>
                  </a:lnTo>
                  <a:lnTo>
                    <a:pt x="331246" y="195721"/>
                  </a:lnTo>
                  <a:lnTo>
                    <a:pt x="332068" y="190490"/>
                  </a:lnTo>
                  <a:lnTo>
                    <a:pt x="332723" y="185235"/>
                  </a:lnTo>
                  <a:lnTo>
                    <a:pt x="333212" y="179961"/>
                  </a:lnTo>
                  <a:lnTo>
                    <a:pt x="333534" y="174675"/>
                  </a:lnTo>
                  <a:lnTo>
                    <a:pt x="333688" y="169382"/>
                  </a:lnTo>
                  <a:lnTo>
                    <a:pt x="333674" y="164086"/>
                  </a:lnTo>
                  <a:lnTo>
                    <a:pt x="333493" y="158793"/>
                  </a:lnTo>
                  <a:lnTo>
                    <a:pt x="333144" y="153509"/>
                  </a:lnTo>
                  <a:lnTo>
                    <a:pt x="332627" y="148238"/>
                  </a:lnTo>
                  <a:lnTo>
                    <a:pt x="331945" y="142987"/>
                  </a:lnTo>
                  <a:lnTo>
                    <a:pt x="331096" y="137760"/>
                  </a:lnTo>
                  <a:lnTo>
                    <a:pt x="330082" y="132562"/>
                  </a:lnTo>
                  <a:lnTo>
                    <a:pt x="328903" y="127399"/>
                  </a:lnTo>
                  <a:lnTo>
                    <a:pt x="327562" y="122276"/>
                  </a:lnTo>
                  <a:lnTo>
                    <a:pt x="326059" y="117197"/>
                  </a:lnTo>
                  <a:lnTo>
                    <a:pt x="324397" y="112170"/>
                  </a:lnTo>
                  <a:lnTo>
                    <a:pt x="322575" y="107197"/>
                  </a:lnTo>
                  <a:lnTo>
                    <a:pt x="320597" y="102284"/>
                  </a:lnTo>
                  <a:lnTo>
                    <a:pt x="318465" y="97437"/>
                  </a:lnTo>
                  <a:lnTo>
                    <a:pt x="316180" y="92659"/>
                  </a:lnTo>
                  <a:lnTo>
                    <a:pt x="313745" y="87957"/>
                  </a:lnTo>
                  <a:lnTo>
                    <a:pt x="311162" y="83333"/>
                  </a:lnTo>
                  <a:lnTo>
                    <a:pt x="308434" y="78794"/>
                  </a:lnTo>
                  <a:lnTo>
                    <a:pt x="305563" y="74344"/>
                  </a:lnTo>
                  <a:lnTo>
                    <a:pt x="302553" y="69987"/>
                  </a:lnTo>
                  <a:lnTo>
                    <a:pt x="299407" y="65727"/>
                  </a:lnTo>
                  <a:lnTo>
                    <a:pt x="296127" y="61569"/>
                  </a:lnTo>
                  <a:lnTo>
                    <a:pt x="292717" y="57517"/>
                  </a:lnTo>
                  <a:lnTo>
                    <a:pt x="289180" y="53575"/>
                  </a:lnTo>
                  <a:lnTo>
                    <a:pt x="285521" y="49747"/>
                  </a:lnTo>
                  <a:lnTo>
                    <a:pt x="281742" y="46037"/>
                  </a:lnTo>
                  <a:lnTo>
                    <a:pt x="277847" y="42449"/>
                  </a:lnTo>
                  <a:lnTo>
                    <a:pt x="273841" y="38986"/>
                  </a:lnTo>
                  <a:lnTo>
                    <a:pt x="269727" y="35651"/>
                  </a:lnTo>
                  <a:lnTo>
                    <a:pt x="265509" y="32448"/>
                  </a:lnTo>
                  <a:lnTo>
                    <a:pt x="261192" y="29381"/>
                  </a:lnTo>
                  <a:lnTo>
                    <a:pt x="256780" y="26452"/>
                  </a:lnTo>
                  <a:lnTo>
                    <a:pt x="252278" y="23664"/>
                  </a:lnTo>
                  <a:lnTo>
                    <a:pt x="247689" y="21020"/>
                  </a:lnTo>
                  <a:lnTo>
                    <a:pt x="243019" y="18523"/>
                  </a:lnTo>
                  <a:lnTo>
                    <a:pt x="238272" y="16174"/>
                  </a:lnTo>
                  <a:lnTo>
                    <a:pt x="233453" y="13978"/>
                  </a:lnTo>
                  <a:lnTo>
                    <a:pt x="228567" y="11935"/>
                  </a:lnTo>
                  <a:lnTo>
                    <a:pt x="223619" y="10048"/>
                  </a:lnTo>
                  <a:lnTo>
                    <a:pt x="218614" y="8319"/>
                  </a:lnTo>
                  <a:lnTo>
                    <a:pt x="213556" y="6749"/>
                  </a:lnTo>
                  <a:lnTo>
                    <a:pt x="208451" y="5340"/>
                  </a:lnTo>
                  <a:lnTo>
                    <a:pt x="203304" y="4093"/>
                  </a:lnTo>
                  <a:lnTo>
                    <a:pt x="198120" y="3011"/>
                  </a:lnTo>
                  <a:lnTo>
                    <a:pt x="192905" y="2092"/>
                  </a:lnTo>
                  <a:lnTo>
                    <a:pt x="187662" y="1340"/>
                  </a:lnTo>
                  <a:lnTo>
                    <a:pt x="182399" y="754"/>
                  </a:lnTo>
                  <a:lnTo>
                    <a:pt x="177120" y="335"/>
                  </a:lnTo>
                  <a:lnTo>
                    <a:pt x="171830" y="83"/>
                  </a:lnTo>
                  <a:lnTo>
                    <a:pt x="166535" y="0"/>
                  </a:lnTo>
                  <a:lnTo>
                    <a:pt x="16653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901723" y="5018213"/>
              <a:ext cx="119315" cy="167167"/>
            </a:xfrm>
            <a:custGeom>
              <a:avLst/>
              <a:pathLst>
                <a:path w="119315" h="167167">
                  <a:moveTo>
                    <a:pt x="119315" y="0"/>
                  </a:moveTo>
                  <a:lnTo>
                    <a:pt x="113780" y="91"/>
                  </a:lnTo>
                  <a:lnTo>
                    <a:pt x="108251" y="366"/>
                  </a:lnTo>
                  <a:lnTo>
                    <a:pt x="102734" y="824"/>
                  </a:lnTo>
                  <a:lnTo>
                    <a:pt x="97235" y="1464"/>
                  </a:lnTo>
                  <a:lnTo>
                    <a:pt x="91760" y="2286"/>
                  </a:lnTo>
                  <a:lnTo>
                    <a:pt x="86316" y="3289"/>
                  </a:lnTo>
                  <a:lnTo>
                    <a:pt x="80907" y="4472"/>
                  </a:lnTo>
                  <a:lnTo>
                    <a:pt x="75541" y="5833"/>
                  </a:lnTo>
                  <a:lnTo>
                    <a:pt x="70223" y="7370"/>
                  </a:lnTo>
                  <a:lnTo>
                    <a:pt x="64959" y="9084"/>
                  </a:lnTo>
                  <a:lnTo>
                    <a:pt x="59754" y="10970"/>
                  </a:lnTo>
                  <a:lnTo>
                    <a:pt x="54615" y="13028"/>
                  </a:lnTo>
                  <a:lnTo>
                    <a:pt x="49546" y="15255"/>
                  </a:lnTo>
                  <a:lnTo>
                    <a:pt x="44555" y="17648"/>
                  </a:lnTo>
                  <a:lnTo>
                    <a:pt x="39645" y="20206"/>
                  </a:lnTo>
                  <a:lnTo>
                    <a:pt x="34822" y="22925"/>
                  </a:lnTo>
                  <a:lnTo>
                    <a:pt x="30092" y="25801"/>
                  </a:lnTo>
                  <a:lnTo>
                    <a:pt x="25460" y="28833"/>
                  </a:lnTo>
                  <a:lnTo>
                    <a:pt x="20931" y="32017"/>
                  </a:lnTo>
                  <a:lnTo>
                    <a:pt x="16510" y="35349"/>
                  </a:lnTo>
                  <a:lnTo>
                    <a:pt x="12202" y="38825"/>
                  </a:lnTo>
                  <a:lnTo>
                    <a:pt x="8011" y="42442"/>
                  </a:lnTo>
                  <a:lnTo>
                    <a:pt x="3942" y="46196"/>
                  </a:lnTo>
                  <a:lnTo>
                    <a:pt x="0" y="50083"/>
                  </a:lnTo>
                  <a:lnTo>
                    <a:pt x="1193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901723" y="5068296"/>
              <a:ext cx="119315" cy="117084"/>
            </a:xfrm>
            <a:custGeom>
              <a:avLst/>
              <a:pathLst>
                <a:path w="119315" h="117084">
                  <a:moveTo>
                    <a:pt x="0" y="0"/>
                  </a:moveTo>
                  <a:lnTo>
                    <a:pt x="119315" y="117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901723" y="5068296"/>
              <a:ext cx="119315" cy="117084"/>
            </a:xfrm>
            <a:custGeom>
              <a:avLst/>
              <a:pathLst>
                <a:path w="119315" h="117084">
                  <a:moveTo>
                    <a:pt x="0" y="0"/>
                  </a:moveTo>
                  <a:lnTo>
                    <a:pt x="119315" y="117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901723" y="5068296"/>
              <a:ext cx="119315" cy="117084"/>
            </a:xfrm>
            <a:custGeom>
              <a:avLst/>
              <a:pathLst>
                <a:path w="119315" h="117084">
                  <a:moveTo>
                    <a:pt x="0" y="0"/>
                  </a:moveTo>
                  <a:lnTo>
                    <a:pt x="119315" y="117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880340" y="5068296"/>
              <a:ext cx="140698" cy="117084"/>
            </a:xfrm>
            <a:custGeom>
              <a:avLst/>
              <a:pathLst>
                <a:path w="140698" h="117084">
                  <a:moveTo>
                    <a:pt x="21382" y="0"/>
                  </a:moveTo>
                  <a:lnTo>
                    <a:pt x="16672" y="5001"/>
                  </a:lnTo>
                  <a:lnTo>
                    <a:pt x="12171" y="10193"/>
                  </a:lnTo>
                  <a:lnTo>
                    <a:pt x="7887" y="15564"/>
                  </a:lnTo>
                  <a:lnTo>
                    <a:pt x="3828" y="21108"/>
                  </a:lnTo>
                  <a:lnTo>
                    <a:pt x="0" y="26813"/>
                  </a:lnTo>
                  <a:lnTo>
                    <a:pt x="140698" y="117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853871" y="5018213"/>
              <a:ext cx="334324" cy="334326"/>
            </a:xfrm>
            <a:custGeom>
              <a:avLst/>
              <a:pathLst>
                <a:path w="334324" h="334326">
                  <a:moveTo>
                    <a:pt x="26468" y="76896"/>
                  </a:moveTo>
                  <a:lnTo>
                    <a:pt x="23683" y="81392"/>
                  </a:lnTo>
                  <a:lnTo>
                    <a:pt x="21042" y="85973"/>
                  </a:lnTo>
                  <a:lnTo>
                    <a:pt x="18547" y="90635"/>
                  </a:lnTo>
                  <a:lnTo>
                    <a:pt x="16201" y="95374"/>
                  </a:lnTo>
                  <a:lnTo>
                    <a:pt x="14006" y="100185"/>
                  </a:lnTo>
                  <a:lnTo>
                    <a:pt x="11964" y="105062"/>
                  </a:lnTo>
                  <a:lnTo>
                    <a:pt x="10077" y="110002"/>
                  </a:lnTo>
                  <a:lnTo>
                    <a:pt x="8348" y="114999"/>
                  </a:lnTo>
                  <a:lnTo>
                    <a:pt x="6777" y="120049"/>
                  </a:lnTo>
                  <a:lnTo>
                    <a:pt x="5367" y="125145"/>
                  </a:lnTo>
                  <a:lnTo>
                    <a:pt x="4119" y="130284"/>
                  </a:lnTo>
                  <a:lnTo>
                    <a:pt x="3034" y="135459"/>
                  </a:lnTo>
                  <a:lnTo>
                    <a:pt x="2113" y="140666"/>
                  </a:lnTo>
                  <a:lnTo>
                    <a:pt x="1358" y="145900"/>
                  </a:lnTo>
                  <a:lnTo>
                    <a:pt x="768" y="151155"/>
                  </a:lnTo>
                  <a:lnTo>
                    <a:pt x="345" y="156426"/>
                  </a:lnTo>
                  <a:lnTo>
                    <a:pt x="89" y="161707"/>
                  </a:lnTo>
                  <a:lnTo>
                    <a:pt x="0" y="166994"/>
                  </a:lnTo>
                  <a:lnTo>
                    <a:pt x="78" y="172282"/>
                  </a:lnTo>
                  <a:lnTo>
                    <a:pt x="323" y="177564"/>
                  </a:lnTo>
                  <a:lnTo>
                    <a:pt x="735" y="182836"/>
                  </a:lnTo>
                  <a:lnTo>
                    <a:pt x="1314" y="188092"/>
                  </a:lnTo>
                  <a:lnTo>
                    <a:pt x="2059" y="193327"/>
                  </a:lnTo>
                  <a:lnTo>
                    <a:pt x="2969" y="198536"/>
                  </a:lnTo>
                  <a:lnTo>
                    <a:pt x="4043" y="203714"/>
                  </a:lnTo>
                  <a:lnTo>
                    <a:pt x="5281" y="208855"/>
                  </a:lnTo>
                  <a:lnTo>
                    <a:pt x="6680" y="213954"/>
                  </a:lnTo>
                  <a:lnTo>
                    <a:pt x="8240" y="219007"/>
                  </a:lnTo>
                  <a:lnTo>
                    <a:pt x="9960" y="224007"/>
                  </a:lnTo>
                  <a:lnTo>
                    <a:pt x="11836" y="228951"/>
                  </a:lnTo>
                  <a:lnTo>
                    <a:pt x="13868" y="233833"/>
                  </a:lnTo>
                  <a:lnTo>
                    <a:pt x="16053" y="238648"/>
                  </a:lnTo>
                  <a:lnTo>
                    <a:pt x="18390" y="243392"/>
                  </a:lnTo>
                  <a:lnTo>
                    <a:pt x="20875" y="248059"/>
                  </a:lnTo>
                  <a:lnTo>
                    <a:pt x="23507" y="252646"/>
                  </a:lnTo>
                  <a:lnTo>
                    <a:pt x="26282" y="257147"/>
                  </a:lnTo>
                  <a:lnTo>
                    <a:pt x="29198" y="261558"/>
                  </a:lnTo>
                  <a:lnTo>
                    <a:pt x="32253" y="265874"/>
                  </a:lnTo>
                  <a:lnTo>
                    <a:pt x="35442" y="270092"/>
                  </a:lnTo>
                  <a:lnTo>
                    <a:pt x="38764" y="274207"/>
                  </a:lnTo>
                  <a:lnTo>
                    <a:pt x="42213" y="278215"/>
                  </a:lnTo>
                  <a:lnTo>
                    <a:pt x="45788" y="282111"/>
                  </a:lnTo>
                  <a:lnTo>
                    <a:pt x="49484" y="285893"/>
                  </a:lnTo>
                  <a:lnTo>
                    <a:pt x="53298" y="289555"/>
                  </a:lnTo>
                  <a:lnTo>
                    <a:pt x="57226" y="293096"/>
                  </a:lnTo>
                  <a:lnTo>
                    <a:pt x="61264" y="296510"/>
                  </a:lnTo>
                  <a:lnTo>
                    <a:pt x="65408" y="299795"/>
                  </a:lnTo>
                  <a:lnTo>
                    <a:pt x="69654" y="302947"/>
                  </a:lnTo>
                  <a:lnTo>
                    <a:pt x="73997" y="305963"/>
                  </a:lnTo>
                  <a:lnTo>
                    <a:pt x="78434" y="308840"/>
                  </a:lnTo>
                  <a:lnTo>
                    <a:pt x="82959" y="311576"/>
                  </a:lnTo>
                  <a:lnTo>
                    <a:pt x="87568" y="314167"/>
                  </a:lnTo>
                  <a:lnTo>
                    <a:pt x="92258" y="316611"/>
                  </a:lnTo>
                  <a:lnTo>
                    <a:pt x="97022" y="318906"/>
                  </a:lnTo>
                  <a:lnTo>
                    <a:pt x="101856" y="321048"/>
                  </a:lnTo>
                  <a:lnTo>
                    <a:pt x="106756" y="323037"/>
                  </a:lnTo>
                  <a:lnTo>
                    <a:pt x="111716" y="324870"/>
                  </a:lnTo>
                  <a:lnTo>
                    <a:pt x="116732" y="326545"/>
                  </a:lnTo>
                  <a:lnTo>
                    <a:pt x="121798" y="328060"/>
                  </a:lnTo>
                  <a:lnTo>
                    <a:pt x="126909" y="329415"/>
                  </a:lnTo>
                  <a:lnTo>
                    <a:pt x="132061" y="330607"/>
                  </a:lnTo>
                  <a:lnTo>
                    <a:pt x="137248" y="331635"/>
                  </a:lnTo>
                  <a:lnTo>
                    <a:pt x="142465" y="332499"/>
                  </a:lnTo>
                  <a:lnTo>
                    <a:pt x="147706" y="333198"/>
                  </a:lnTo>
                  <a:lnTo>
                    <a:pt x="152967" y="333730"/>
                  </a:lnTo>
                  <a:lnTo>
                    <a:pt x="158243" y="334096"/>
                  </a:lnTo>
                  <a:lnTo>
                    <a:pt x="163527" y="334295"/>
                  </a:lnTo>
                  <a:lnTo>
                    <a:pt x="168814" y="334326"/>
                  </a:lnTo>
                  <a:lnTo>
                    <a:pt x="174101" y="334191"/>
                  </a:lnTo>
                  <a:lnTo>
                    <a:pt x="179380" y="333888"/>
                  </a:lnTo>
                  <a:lnTo>
                    <a:pt x="184647" y="333418"/>
                  </a:lnTo>
                  <a:lnTo>
                    <a:pt x="189896" y="332782"/>
                  </a:lnTo>
                  <a:lnTo>
                    <a:pt x="195123" y="331980"/>
                  </a:lnTo>
                  <a:lnTo>
                    <a:pt x="200322" y="331013"/>
                  </a:lnTo>
                  <a:lnTo>
                    <a:pt x="205488" y="329883"/>
                  </a:lnTo>
                  <a:lnTo>
                    <a:pt x="210615" y="328589"/>
                  </a:lnTo>
                  <a:lnTo>
                    <a:pt x="215699" y="327134"/>
                  </a:lnTo>
                  <a:lnTo>
                    <a:pt x="220734" y="325519"/>
                  </a:lnTo>
                  <a:lnTo>
                    <a:pt x="225716" y="323746"/>
                  </a:lnTo>
                  <a:lnTo>
                    <a:pt x="230639" y="321816"/>
                  </a:lnTo>
                  <a:lnTo>
                    <a:pt x="235498" y="319731"/>
                  </a:lnTo>
                  <a:lnTo>
                    <a:pt x="240289" y="317493"/>
                  </a:lnTo>
                  <a:lnTo>
                    <a:pt x="245007" y="315105"/>
                  </a:lnTo>
                  <a:lnTo>
                    <a:pt x="249647" y="312570"/>
                  </a:lnTo>
                  <a:lnTo>
                    <a:pt x="254205" y="309888"/>
                  </a:lnTo>
                  <a:lnTo>
                    <a:pt x="258676" y="307064"/>
                  </a:lnTo>
                  <a:lnTo>
                    <a:pt x="263054" y="304099"/>
                  </a:lnTo>
                  <a:lnTo>
                    <a:pt x="267337" y="300998"/>
                  </a:lnTo>
                  <a:lnTo>
                    <a:pt x="271520" y="297763"/>
                  </a:lnTo>
                  <a:lnTo>
                    <a:pt x="275599" y="294397"/>
                  </a:lnTo>
                  <a:lnTo>
                    <a:pt x="279568" y="290904"/>
                  </a:lnTo>
                  <a:lnTo>
                    <a:pt x="283426" y="287287"/>
                  </a:lnTo>
                  <a:lnTo>
                    <a:pt x="287167" y="283550"/>
                  </a:lnTo>
                  <a:lnTo>
                    <a:pt x="290788" y="279696"/>
                  </a:lnTo>
                  <a:lnTo>
                    <a:pt x="294285" y="275730"/>
                  </a:lnTo>
                  <a:lnTo>
                    <a:pt x="297655" y="271655"/>
                  </a:lnTo>
                  <a:lnTo>
                    <a:pt x="300895" y="267476"/>
                  </a:lnTo>
                  <a:lnTo>
                    <a:pt x="304000" y="263196"/>
                  </a:lnTo>
                  <a:lnTo>
                    <a:pt x="306969" y="258820"/>
                  </a:lnTo>
                  <a:lnTo>
                    <a:pt x="309798" y="254352"/>
                  </a:lnTo>
                  <a:lnTo>
                    <a:pt x="312484" y="249798"/>
                  </a:lnTo>
                  <a:lnTo>
                    <a:pt x="315025" y="245160"/>
                  </a:lnTo>
                  <a:lnTo>
                    <a:pt x="317418" y="240445"/>
                  </a:lnTo>
                  <a:lnTo>
                    <a:pt x="319660" y="235656"/>
                  </a:lnTo>
                  <a:lnTo>
                    <a:pt x="321750" y="230798"/>
                  </a:lnTo>
                  <a:lnTo>
                    <a:pt x="323685" y="225877"/>
                  </a:lnTo>
                  <a:lnTo>
                    <a:pt x="325464" y="220897"/>
                  </a:lnTo>
                  <a:lnTo>
                    <a:pt x="327084" y="215864"/>
                  </a:lnTo>
                  <a:lnTo>
                    <a:pt x="328544" y="210782"/>
                  </a:lnTo>
                  <a:lnTo>
                    <a:pt x="329843" y="205656"/>
                  </a:lnTo>
                  <a:lnTo>
                    <a:pt x="330979" y="200491"/>
                  </a:lnTo>
                  <a:lnTo>
                    <a:pt x="331951" y="195293"/>
                  </a:lnTo>
                  <a:lnTo>
                    <a:pt x="332758" y="190067"/>
                  </a:lnTo>
                  <a:lnTo>
                    <a:pt x="333400" y="184819"/>
                  </a:lnTo>
                  <a:lnTo>
                    <a:pt x="333875" y="179552"/>
                  </a:lnTo>
                  <a:lnTo>
                    <a:pt x="334183" y="174273"/>
                  </a:lnTo>
                  <a:lnTo>
                    <a:pt x="334324" y="168987"/>
                  </a:lnTo>
                  <a:lnTo>
                    <a:pt x="334298" y="163699"/>
                  </a:lnTo>
                  <a:lnTo>
                    <a:pt x="334105" y="158415"/>
                  </a:lnTo>
                  <a:lnTo>
                    <a:pt x="333745" y="153139"/>
                  </a:lnTo>
                  <a:lnTo>
                    <a:pt x="333218" y="147878"/>
                  </a:lnTo>
                  <a:lnTo>
                    <a:pt x="332525" y="142635"/>
                  </a:lnTo>
                  <a:lnTo>
                    <a:pt x="331666" y="137418"/>
                  </a:lnTo>
                  <a:lnTo>
                    <a:pt x="330643" y="132230"/>
                  </a:lnTo>
                  <a:lnTo>
                    <a:pt x="329456" y="127077"/>
                  </a:lnTo>
                  <a:lnTo>
                    <a:pt x="328107" y="121964"/>
                  </a:lnTo>
                  <a:lnTo>
                    <a:pt x="326596" y="116896"/>
                  </a:lnTo>
                  <a:lnTo>
                    <a:pt x="324927" y="111879"/>
                  </a:lnTo>
                  <a:lnTo>
                    <a:pt x="323099" y="106917"/>
                  </a:lnTo>
                  <a:lnTo>
                    <a:pt x="321116" y="102015"/>
                  </a:lnTo>
                  <a:lnTo>
                    <a:pt x="318978" y="97179"/>
                  </a:lnTo>
                  <a:lnTo>
                    <a:pt x="316688" y="92412"/>
                  </a:lnTo>
                  <a:lnTo>
                    <a:pt x="314249" y="87720"/>
                  </a:lnTo>
                  <a:lnTo>
                    <a:pt x="311663" y="83108"/>
                  </a:lnTo>
                  <a:lnTo>
                    <a:pt x="308932" y="78580"/>
                  </a:lnTo>
                  <a:lnTo>
                    <a:pt x="306059" y="74140"/>
                  </a:lnTo>
                  <a:lnTo>
                    <a:pt x="303047" y="69794"/>
                  </a:lnTo>
                  <a:lnTo>
                    <a:pt x="299899" y="65545"/>
                  </a:lnTo>
                  <a:lnTo>
                    <a:pt x="296619" y="61398"/>
                  </a:lnTo>
                  <a:lnTo>
                    <a:pt x="293209" y="57356"/>
                  </a:lnTo>
                  <a:lnTo>
                    <a:pt x="289673" y="53425"/>
                  </a:lnTo>
                  <a:lnTo>
                    <a:pt x="286014" y="49607"/>
                  </a:lnTo>
                  <a:lnTo>
                    <a:pt x="282236" y="45907"/>
                  </a:lnTo>
                  <a:lnTo>
                    <a:pt x="278343" y="42328"/>
                  </a:lnTo>
                  <a:lnTo>
                    <a:pt x="274339" y="38874"/>
                  </a:lnTo>
                  <a:lnTo>
                    <a:pt x="270228" y="35549"/>
                  </a:lnTo>
                  <a:lnTo>
                    <a:pt x="266014" y="32355"/>
                  </a:lnTo>
                  <a:lnTo>
                    <a:pt x="261700" y="29296"/>
                  </a:lnTo>
                  <a:lnTo>
                    <a:pt x="257292" y="26375"/>
                  </a:lnTo>
                  <a:lnTo>
                    <a:pt x="252794" y="23595"/>
                  </a:lnTo>
                  <a:lnTo>
                    <a:pt x="248210" y="20958"/>
                  </a:lnTo>
                  <a:lnTo>
                    <a:pt x="243545" y="18468"/>
                  </a:lnTo>
                  <a:lnTo>
                    <a:pt x="238804" y="16127"/>
                  </a:lnTo>
                  <a:lnTo>
                    <a:pt x="233991" y="13937"/>
                  </a:lnTo>
                  <a:lnTo>
                    <a:pt x="229111" y="11900"/>
                  </a:lnTo>
                  <a:lnTo>
                    <a:pt x="224169" y="10018"/>
                  </a:lnTo>
                  <a:lnTo>
                    <a:pt x="219171" y="8294"/>
                  </a:lnTo>
                  <a:lnTo>
                    <a:pt x="214120" y="6729"/>
                  </a:lnTo>
                  <a:lnTo>
                    <a:pt x="209022" y="5324"/>
                  </a:lnTo>
                  <a:lnTo>
                    <a:pt x="203882" y="4081"/>
                  </a:lnTo>
                  <a:lnTo>
                    <a:pt x="198705" y="3002"/>
                  </a:lnTo>
                  <a:lnTo>
                    <a:pt x="193497" y="2086"/>
                  </a:lnTo>
                  <a:lnTo>
                    <a:pt x="188263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256080" y="4659281"/>
              <a:ext cx="324604" cy="334331"/>
            </a:xfrm>
            <a:custGeom>
              <a:avLst/>
              <a:pathLst>
                <a:path w="324604" h="334331">
                  <a:moveTo>
                    <a:pt x="167154" y="0"/>
                  </a:moveTo>
                  <a:lnTo>
                    <a:pt x="161862" y="83"/>
                  </a:lnTo>
                  <a:lnTo>
                    <a:pt x="156574" y="335"/>
                  </a:lnTo>
                  <a:lnTo>
                    <a:pt x="151298" y="753"/>
                  </a:lnTo>
                  <a:lnTo>
                    <a:pt x="146037" y="1339"/>
                  </a:lnTo>
                  <a:lnTo>
                    <a:pt x="140798" y="2090"/>
                  </a:lnTo>
                  <a:lnTo>
                    <a:pt x="135585" y="3007"/>
                  </a:lnTo>
                  <a:lnTo>
                    <a:pt x="130403" y="4089"/>
                  </a:lnTo>
                  <a:lnTo>
                    <a:pt x="125259" y="5334"/>
                  </a:lnTo>
                  <a:lnTo>
                    <a:pt x="120156" y="6742"/>
                  </a:lnTo>
                  <a:lnTo>
                    <a:pt x="115101" y="8310"/>
                  </a:lnTo>
                  <a:lnTo>
                    <a:pt x="110098" y="10038"/>
                  </a:lnTo>
                  <a:lnTo>
                    <a:pt x="105151" y="11923"/>
                  </a:lnTo>
                  <a:lnTo>
                    <a:pt x="100268" y="13964"/>
                  </a:lnTo>
                  <a:lnTo>
                    <a:pt x="95451" y="16158"/>
                  </a:lnTo>
                  <a:lnTo>
                    <a:pt x="90706" y="18504"/>
                  </a:lnTo>
                  <a:lnTo>
                    <a:pt x="86038" y="20999"/>
                  </a:lnTo>
                  <a:lnTo>
                    <a:pt x="81451" y="23640"/>
                  </a:lnTo>
                  <a:lnTo>
                    <a:pt x="76950" y="26426"/>
                  </a:lnTo>
                  <a:lnTo>
                    <a:pt x="72539" y="29352"/>
                  </a:lnTo>
                  <a:lnTo>
                    <a:pt x="68223" y="32417"/>
                  </a:lnTo>
                  <a:lnTo>
                    <a:pt x="64007" y="35616"/>
                  </a:lnTo>
                  <a:lnTo>
                    <a:pt x="59894" y="38948"/>
                  </a:lnTo>
                  <a:lnTo>
                    <a:pt x="55888" y="42408"/>
                  </a:lnTo>
                  <a:lnTo>
                    <a:pt x="51994" y="45993"/>
                  </a:lnTo>
                  <a:lnTo>
                    <a:pt x="48215" y="49700"/>
                  </a:lnTo>
                  <a:lnTo>
                    <a:pt x="44556" y="53524"/>
                  </a:lnTo>
                  <a:lnTo>
                    <a:pt x="41020" y="57463"/>
                  </a:lnTo>
                  <a:lnTo>
                    <a:pt x="37610" y="61511"/>
                  </a:lnTo>
                  <a:lnTo>
                    <a:pt x="34330" y="65665"/>
                  </a:lnTo>
                  <a:lnTo>
                    <a:pt x="31183" y="69921"/>
                  </a:lnTo>
                  <a:lnTo>
                    <a:pt x="28172" y="74275"/>
                  </a:lnTo>
                  <a:lnTo>
                    <a:pt x="25301" y="78721"/>
                  </a:lnTo>
                  <a:lnTo>
                    <a:pt x="22572" y="83257"/>
                  </a:lnTo>
                  <a:lnTo>
                    <a:pt x="19988" y="87876"/>
                  </a:lnTo>
                  <a:lnTo>
                    <a:pt x="17551" y="92575"/>
                  </a:lnTo>
                  <a:lnTo>
                    <a:pt x="15265" y="97349"/>
                  </a:lnTo>
                  <a:lnTo>
                    <a:pt x="13130" y="102193"/>
                  </a:lnTo>
                  <a:lnTo>
                    <a:pt x="11150" y="107102"/>
                  </a:lnTo>
                  <a:lnTo>
                    <a:pt x="9327" y="112071"/>
                  </a:lnTo>
                  <a:lnTo>
                    <a:pt x="7662" y="117095"/>
                  </a:lnTo>
                  <a:lnTo>
                    <a:pt x="6156" y="122170"/>
                  </a:lnTo>
                  <a:lnTo>
                    <a:pt x="4813" y="127289"/>
                  </a:lnTo>
                  <a:lnTo>
                    <a:pt x="3631" y="132449"/>
                  </a:lnTo>
                  <a:lnTo>
                    <a:pt x="2614" y="137643"/>
                  </a:lnTo>
                  <a:lnTo>
                    <a:pt x="1762" y="142868"/>
                  </a:lnTo>
                  <a:lnTo>
                    <a:pt x="1076" y="148116"/>
                  </a:lnTo>
                  <a:lnTo>
                    <a:pt x="556" y="153383"/>
                  </a:lnTo>
                  <a:lnTo>
                    <a:pt x="203" y="158665"/>
                  </a:lnTo>
                  <a:lnTo>
                    <a:pt x="17" y="163955"/>
                  </a:lnTo>
                  <a:lnTo>
                    <a:pt x="0" y="169248"/>
                  </a:lnTo>
                  <a:lnTo>
                    <a:pt x="149" y="174539"/>
                  </a:lnTo>
                  <a:lnTo>
                    <a:pt x="466" y="179822"/>
                  </a:lnTo>
                  <a:lnTo>
                    <a:pt x="951" y="185093"/>
                  </a:lnTo>
                  <a:lnTo>
                    <a:pt x="1601" y="190346"/>
                  </a:lnTo>
                  <a:lnTo>
                    <a:pt x="2418" y="195576"/>
                  </a:lnTo>
                  <a:lnTo>
                    <a:pt x="3400" y="200777"/>
                  </a:lnTo>
                  <a:lnTo>
                    <a:pt x="4546" y="205945"/>
                  </a:lnTo>
                  <a:lnTo>
                    <a:pt x="5856" y="211073"/>
                  </a:lnTo>
                  <a:lnTo>
                    <a:pt x="7326" y="216158"/>
                  </a:lnTo>
                  <a:lnTo>
                    <a:pt x="8958" y="221194"/>
                  </a:lnTo>
                  <a:lnTo>
                    <a:pt x="10747" y="226175"/>
                  </a:lnTo>
                  <a:lnTo>
                    <a:pt x="12694" y="231097"/>
                  </a:lnTo>
                  <a:lnTo>
                    <a:pt x="14795" y="235955"/>
                  </a:lnTo>
                  <a:lnTo>
                    <a:pt x="17050" y="240744"/>
                  </a:lnTo>
                  <a:lnTo>
                    <a:pt x="19454" y="245460"/>
                  </a:lnTo>
                  <a:lnTo>
                    <a:pt x="22007" y="250097"/>
                  </a:lnTo>
                  <a:lnTo>
                    <a:pt x="24705" y="254650"/>
                  </a:lnTo>
                  <a:lnTo>
                    <a:pt x="27546" y="259116"/>
                  </a:lnTo>
                  <a:lnTo>
                    <a:pt x="30527" y="263490"/>
                  </a:lnTo>
                  <a:lnTo>
                    <a:pt x="33646" y="267767"/>
                  </a:lnTo>
                  <a:lnTo>
                    <a:pt x="36897" y="271944"/>
                  </a:lnTo>
                  <a:lnTo>
                    <a:pt x="40280" y="276015"/>
                  </a:lnTo>
                  <a:lnTo>
                    <a:pt x="43790" y="279977"/>
                  </a:lnTo>
                  <a:lnTo>
                    <a:pt x="47423" y="283826"/>
                  </a:lnTo>
                  <a:lnTo>
                    <a:pt x="51176" y="287559"/>
                  </a:lnTo>
                  <a:lnTo>
                    <a:pt x="55046" y="291170"/>
                  </a:lnTo>
                  <a:lnTo>
                    <a:pt x="59028" y="294657"/>
                  </a:lnTo>
                  <a:lnTo>
                    <a:pt x="63119" y="298016"/>
                  </a:lnTo>
                  <a:lnTo>
                    <a:pt x="67313" y="301245"/>
                  </a:lnTo>
                  <a:lnTo>
                    <a:pt x="71608" y="304338"/>
                  </a:lnTo>
                  <a:lnTo>
                    <a:pt x="75999" y="307294"/>
                  </a:lnTo>
                  <a:lnTo>
                    <a:pt x="80481" y="310110"/>
                  </a:lnTo>
                  <a:lnTo>
                    <a:pt x="85050" y="312783"/>
                  </a:lnTo>
                  <a:lnTo>
                    <a:pt x="89701" y="315309"/>
                  </a:lnTo>
                  <a:lnTo>
                    <a:pt x="94430" y="317687"/>
                  </a:lnTo>
                  <a:lnTo>
                    <a:pt x="99232" y="319914"/>
                  </a:lnTo>
                  <a:lnTo>
                    <a:pt x="104102" y="321988"/>
                  </a:lnTo>
                  <a:lnTo>
                    <a:pt x="109035" y="323906"/>
                  </a:lnTo>
                  <a:lnTo>
                    <a:pt x="114027" y="325668"/>
                  </a:lnTo>
                  <a:lnTo>
                    <a:pt x="119071" y="327270"/>
                  </a:lnTo>
                  <a:lnTo>
                    <a:pt x="124164" y="328712"/>
                  </a:lnTo>
                  <a:lnTo>
                    <a:pt x="129300" y="329992"/>
                  </a:lnTo>
                  <a:lnTo>
                    <a:pt x="134474" y="331109"/>
                  </a:lnTo>
                  <a:lnTo>
                    <a:pt x="139681" y="332061"/>
                  </a:lnTo>
                  <a:lnTo>
                    <a:pt x="144915" y="332849"/>
                  </a:lnTo>
                  <a:lnTo>
                    <a:pt x="150172" y="333470"/>
                  </a:lnTo>
                  <a:lnTo>
                    <a:pt x="155445" y="333924"/>
                  </a:lnTo>
                  <a:lnTo>
                    <a:pt x="160731" y="334211"/>
                  </a:lnTo>
                  <a:lnTo>
                    <a:pt x="166022" y="334331"/>
                  </a:lnTo>
                  <a:lnTo>
                    <a:pt x="171315" y="334283"/>
                  </a:lnTo>
                  <a:lnTo>
                    <a:pt x="176604" y="334067"/>
                  </a:lnTo>
                  <a:lnTo>
                    <a:pt x="181883" y="333684"/>
                  </a:lnTo>
                  <a:lnTo>
                    <a:pt x="187148" y="333134"/>
                  </a:lnTo>
                  <a:lnTo>
                    <a:pt x="192392" y="332418"/>
                  </a:lnTo>
                  <a:lnTo>
                    <a:pt x="197611" y="331536"/>
                  </a:lnTo>
                  <a:lnTo>
                    <a:pt x="202800" y="330490"/>
                  </a:lnTo>
                  <a:lnTo>
                    <a:pt x="207953" y="329279"/>
                  </a:lnTo>
                  <a:lnTo>
                    <a:pt x="213065" y="327906"/>
                  </a:lnTo>
                  <a:lnTo>
                    <a:pt x="218131" y="326372"/>
                  </a:lnTo>
                  <a:lnTo>
                    <a:pt x="223146" y="324679"/>
                  </a:lnTo>
                  <a:lnTo>
                    <a:pt x="228104" y="322827"/>
                  </a:lnTo>
                  <a:lnTo>
                    <a:pt x="233002" y="320819"/>
                  </a:lnTo>
                  <a:lnTo>
                    <a:pt x="237833" y="318657"/>
                  </a:lnTo>
                  <a:lnTo>
                    <a:pt x="242594" y="316344"/>
                  </a:lnTo>
                  <a:lnTo>
                    <a:pt x="247279" y="313881"/>
                  </a:lnTo>
                  <a:lnTo>
                    <a:pt x="251884" y="311270"/>
                  </a:lnTo>
                  <a:lnTo>
                    <a:pt x="256404" y="308516"/>
                  </a:lnTo>
                  <a:lnTo>
                    <a:pt x="260834" y="305619"/>
                  </a:lnTo>
                  <a:lnTo>
                    <a:pt x="265170" y="302584"/>
                  </a:lnTo>
                  <a:lnTo>
                    <a:pt x="269408" y="299413"/>
                  </a:lnTo>
                  <a:lnTo>
                    <a:pt x="273544" y="296109"/>
                  </a:lnTo>
                  <a:lnTo>
                    <a:pt x="277573" y="292676"/>
                  </a:lnTo>
                  <a:lnTo>
                    <a:pt x="281491" y="289118"/>
                  </a:lnTo>
                  <a:lnTo>
                    <a:pt x="285295" y="285437"/>
                  </a:lnTo>
                  <a:lnTo>
                    <a:pt x="288980" y="281637"/>
                  </a:lnTo>
                  <a:lnTo>
                    <a:pt x="292543" y="277723"/>
                  </a:lnTo>
                  <a:lnTo>
                    <a:pt x="295980" y="273697"/>
                  </a:lnTo>
                  <a:lnTo>
                    <a:pt x="299288" y="269565"/>
                  </a:lnTo>
                  <a:lnTo>
                    <a:pt x="302464" y="265331"/>
                  </a:lnTo>
                  <a:lnTo>
                    <a:pt x="305504" y="260998"/>
                  </a:lnTo>
                  <a:lnTo>
                    <a:pt x="308405" y="256571"/>
                  </a:lnTo>
                  <a:lnTo>
                    <a:pt x="311165" y="252054"/>
                  </a:lnTo>
                  <a:lnTo>
                    <a:pt x="313780" y="247452"/>
                  </a:lnTo>
                  <a:lnTo>
                    <a:pt x="316249" y="242770"/>
                  </a:lnTo>
                  <a:lnTo>
                    <a:pt x="318567" y="238011"/>
                  </a:lnTo>
                  <a:lnTo>
                    <a:pt x="320734" y="233182"/>
                  </a:lnTo>
                  <a:lnTo>
                    <a:pt x="322747" y="228287"/>
                  </a:lnTo>
                  <a:lnTo>
                    <a:pt x="324604" y="22333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826449"/>
              <a:ext cx="157450" cy="56163"/>
            </a:xfrm>
            <a:custGeom>
              <a:avLst/>
              <a:pathLst>
                <a:path w="157450" h="56163">
                  <a:moveTo>
                    <a:pt x="157450" y="561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826449"/>
              <a:ext cx="157450" cy="56163"/>
            </a:xfrm>
            <a:custGeom>
              <a:avLst/>
              <a:pathLst>
                <a:path w="157450" h="56163">
                  <a:moveTo>
                    <a:pt x="157450" y="5616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423235" y="4750073"/>
              <a:ext cx="167146" cy="132539"/>
            </a:xfrm>
            <a:custGeom>
              <a:avLst/>
              <a:pathLst>
                <a:path w="167146" h="132539">
                  <a:moveTo>
                    <a:pt x="157450" y="132539"/>
                  </a:moveTo>
                  <a:lnTo>
                    <a:pt x="159201" y="127363"/>
                  </a:lnTo>
                  <a:lnTo>
                    <a:pt x="160782" y="122134"/>
                  </a:lnTo>
                  <a:lnTo>
                    <a:pt x="162192" y="116855"/>
                  </a:lnTo>
                  <a:lnTo>
                    <a:pt x="163428" y="111533"/>
                  </a:lnTo>
                  <a:lnTo>
                    <a:pt x="164490" y="106174"/>
                  </a:lnTo>
                  <a:lnTo>
                    <a:pt x="165376" y="100782"/>
                  </a:lnTo>
                  <a:lnTo>
                    <a:pt x="166085" y="95365"/>
                  </a:lnTo>
                  <a:lnTo>
                    <a:pt x="166617" y="89927"/>
                  </a:lnTo>
                  <a:lnTo>
                    <a:pt x="166971" y="84475"/>
                  </a:lnTo>
                  <a:lnTo>
                    <a:pt x="167146" y="79014"/>
                  </a:lnTo>
                  <a:lnTo>
                    <a:pt x="167143" y="73551"/>
                  </a:lnTo>
                  <a:lnTo>
                    <a:pt x="166961" y="68090"/>
                  </a:lnTo>
                  <a:lnTo>
                    <a:pt x="166602" y="62638"/>
                  </a:lnTo>
                  <a:lnTo>
                    <a:pt x="166064" y="57201"/>
                  </a:lnTo>
                  <a:lnTo>
                    <a:pt x="165348" y="51785"/>
                  </a:lnTo>
                  <a:lnTo>
                    <a:pt x="164456" y="46394"/>
                  </a:lnTo>
                  <a:lnTo>
                    <a:pt x="163389" y="41036"/>
                  </a:lnTo>
                  <a:lnTo>
                    <a:pt x="162147" y="35716"/>
                  </a:lnTo>
                  <a:lnTo>
                    <a:pt x="160731" y="30438"/>
                  </a:lnTo>
                  <a:lnTo>
                    <a:pt x="159144" y="25210"/>
                  </a:lnTo>
                  <a:lnTo>
                    <a:pt x="157387" y="20037"/>
                  </a:lnTo>
                  <a:lnTo>
                    <a:pt x="155462" y="14924"/>
                  </a:lnTo>
                  <a:lnTo>
                    <a:pt x="153371" y="9876"/>
                  </a:lnTo>
                  <a:lnTo>
                    <a:pt x="151116" y="4900"/>
                  </a:lnTo>
                  <a:lnTo>
                    <a:pt x="148699" y="0"/>
                  </a:lnTo>
                  <a:lnTo>
                    <a:pt x="0" y="76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23235" y="4659281"/>
              <a:ext cx="148699" cy="167167"/>
            </a:xfrm>
            <a:custGeom>
              <a:avLst/>
              <a:pathLst>
                <a:path w="148699" h="167167">
                  <a:moveTo>
                    <a:pt x="148699" y="90791"/>
                  </a:moveTo>
                  <a:lnTo>
                    <a:pt x="146080" y="85894"/>
                  </a:lnTo>
                  <a:lnTo>
                    <a:pt x="143300" y="81087"/>
                  </a:lnTo>
                  <a:lnTo>
                    <a:pt x="140362" y="76374"/>
                  </a:lnTo>
                  <a:lnTo>
                    <a:pt x="137269" y="71762"/>
                  </a:lnTo>
                  <a:lnTo>
                    <a:pt x="134024" y="67255"/>
                  </a:lnTo>
                  <a:lnTo>
                    <a:pt x="130632" y="62859"/>
                  </a:lnTo>
                  <a:lnTo>
                    <a:pt x="127095" y="58577"/>
                  </a:lnTo>
                  <a:lnTo>
                    <a:pt x="123418" y="54416"/>
                  </a:lnTo>
                  <a:lnTo>
                    <a:pt x="119605" y="50379"/>
                  </a:lnTo>
                  <a:lnTo>
                    <a:pt x="115660" y="46470"/>
                  </a:lnTo>
                  <a:lnTo>
                    <a:pt x="111587" y="42695"/>
                  </a:lnTo>
                  <a:lnTo>
                    <a:pt x="107391" y="39058"/>
                  </a:lnTo>
                  <a:lnTo>
                    <a:pt x="103077" y="35561"/>
                  </a:lnTo>
                  <a:lnTo>
                    <a:pt x="98648" y="32210"/>
                  </a:lnTo>
                  <a:lnTo>
                    <a:pt x="94111" y="29008"/>
                  </a:lnTo>
                  <a:lnTo>
                    <a:pt x="89470" y="25958"/>
                  </a:lnTo>
                  <a:lnTo>
                    <a:pt x="84731" y="23064"/>
                  </a:lnTo>
                  <a:lnTo>
                    <a:pt x="79898" y="20329"/>
                  </a:lnTo>
                  <a:lnTo>
                    <a:pt x="74976" y="17757"/>
                  </a:lnTo>
                  <a:lnTo>
                    <a:pt x="69972" y="15349"/>
                  </a:lnTo>
                  <a:lnTo>
                    <a:pt x="64891" y="13108"/>
                  </a:lnTo>
                  <a:lnTo>
                    <a:pt x="59738" y="11038"/>
                  </a:lnTo>
                  <a:lnTo>
                    <a:pt x="54519" y="9140"/>
                  </a:lnTo>
                  <a:lnTo>
                    <a:pt x="49240" y="7416"/>
                  </a:lnTo>
                  <a:lnTo>
                    <a:pt x="43907" y="5869"/>
                  </a:lnTo>
                  <a:lnTo>
                    <a:pt x="38525" y="4499"/>
                  </a:lnTo>
                  <a:lnTo>
                    <a:pt x="33101" y="3309"/>
                  </a:lnTo>
                  <a:lnTo>
                    <a:pt x="27640" y="2300"/>
                  </a:lnTo>
                  <a:lnTo>
                    <a:pt x="22148" y="1473"/>
                  </a:lnTo>
                  <a:lnTo>
                    <a:pt x="16633" y="829"/>
                  </a:lnTo>
                  <a:lnTo>
                    <a:pt x="11098" y="368"/>
                  </a:lnTo>
                  <a:lnTo>
                    <a:pt x="555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561310" y="4213821"/>
              <a:ext cx="167162" cy="274042"/>
            </a:xfrm>
            <a:custGeom>
              <a:avLst/>
              <a:pathLst>
                <a:path w="167162" h="274042">
                  <a:moveTo>
                    <a:pt x="167162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1" y="764"/>
                  </a:lnTo>
                  <a:lnTo>
                    <a:pt x="145893" y="1358"/>
                  </a:lnTo>
                  <a:lnTo>
                    <a:pt x="140617" y="2120"/>
                  </a:lnTo>
                  <a:lnTo>
                    <a:pt x="135367" y="3051"/>
                  </a:lnTo>
                  <a:lnTo>
                    <a:pt x="130150" y="4148"/>
                  </a:lnTo>
                  <a:lnTo>
                    <a:pt x="124971" y="5411"/>
                  </a:lnTo>
                  <a:lnTo>
                    <a:pt x="119834" y="6839"/>
                  </a:lnTo>
                  <a:lnTo>
                    <a:pt x="114746" y="8430"/>
                  </a:lnTo>
                  <a:lnTo>
                    <a:pt x="109711" y="10182"/>
                  </a:lnTo>
                  <a:lnTo>
                    <a:pt x="104734" y="12094"/>
                  </a:lnTo>
                  <a:lnTo>
                    <a:pt x="99821" y="14163"/>
                  </a:lnTo>
                  <a:lnTo>
                    <a:pt x="94976" y="16388"/>
                  </a:lnTo>
                  <a:lnTo>
                    <a:pt x="90205" y="18767"/>
                  </a:lnTo>
                  <a:lnTo>
                    <a:pt x="85512" y="21296"/>
                  </a:lnTo>
                  <a:lnTo>
                    <a:pt x="80902" y="23974"/>
                  </a:lnTo>
                  <a:lnTo>
                    <a:pt x="76379" y="26798"/>
                  </a:lnTo>
                  <a:lnTo>
                    <a:pt x="71949" y="29764"/>
                  </a:lnTo>
                  <a:lnTo>
                    <a:pt x="67616" y="32870"/>
                  </a:lnTo>
                  <a:lnTo>
                    <a:pt x="63385" y="36112"/>
                  </a:lnTo>
                  <a:lnTo>
                    <a:pt x="59258" y="39488"/>
                  </a:lnTo>
                  <a:lnTo>
                    <a:pt x="55242" y="42994"/>
                  </a:lnTo>
                  <a:lnTo>
                    <a:pt x="51339" y="46626"/>
                  </a:lnTo>
                  <a:lnTo>
                    <a:pt x="47554" y="50381"/>
                  </a:lnTo>
                  <a:lnTo>
                    <a:pt x="43891" y="54254"/>
                  </a:lnTo>
                  <a:lnTo>
                    <a:pt x="40353" y="58242"/>
                  </a:lnTo>
                  <a:lnTo>
                    <a:pt x="36944" y="62341"/>
                  </a:lnTo>
                  <a:lnTo>
                    <a:pt x="33668" y="66547"/>
                  </a:lnTo>
                  <a:lnTo>
                    <a:pt x="30527" y="70855"/>
                  </a:lnTo>
                  <a:lnTo>
                    <a:pt x="27525" y="75261"/>
                  </a:lnTo>
                  <a:lnTo>
                    <a:pt x="24666" y="79761"/>
                  </a:lnTo>
                  <a:lnTo>
                    <a:pt x="21951" y="84349"/>
                  </a:lnTo>
                  <a:lnTo>
                    <a:pt x="19384" y="89021"/>
                  </a:lnTo>
                  <a:lnTo>
                    <a:pt x="16967" y="93774"/>
                  </a:lnTo>
                  <a:lnTo>
                    <a:pt x="14703" y="98600"/>
                  </a:lnTo>
                  <a:lnTo>
                    <a:pt x="12594" y="103497"/>
                  </a:lnTo>
                  <a:lnTo>
                    <a:pt x="10643" y="108458"/>
                  </a:lnTo>
                  <a:lnTo>
                    <a:pt x="8850" y="113479"/>
                  </a:lnTo>
                  <a:lnTo>
                    <a:pt x="7219" y="118554"/>
                  </a:lnTo>
                  <a:lnTo>
                    <a:pt x="5750" y="123679"/>
                  </a:lnTo>
                  <a:lnTo>
                    <a:pt x="4445" y="128848"/>
                  </a:lnTo>
                  <a:lnTo>
                    <a:pt x="3306" y="134057"/>
                  </a:lnTo>
                  <a:lnTo>
                    <a:pt x="2333" y="139298"/>
                  </a:lnTo>
                  <a:lnTo>
                    <a:pt x="1529" y="144569"/>
                  </a:lnTo>
                  <a:lnTo>
                    <a:pt x="892" y="149862"/>
                  </a:lnTo>
                  <a:lnTo>
                    <a:pt x="425" y="155173"/>
                  </a:lnTo>
                  <a:lnTo>
                    <a:pt x="127" y="160496"/>
                  </a:lnTo>
                  <a:lnTo>
                    <a:pt x="0" y="165825"/>
                  </a:lnTo>
                  <a:lnTo>
                    <a:pt x="42" y="171156"/>
                  </a:lnTo>
                  <a:lnTo>
                    <a:pt x="254" y="176484"/>
                  </a:lnTo>
                  <a:lnTo>
                    <a:pt x="636" y="181801"/>
                  </a:lnTo>
                  <a:lnTo>
                    <a:pt x="1187" y="187104"/>
                  </a:lnTo>
                  <a:lnTo>
                    <a:pt x="1907" y="192386"/>
                  </a:lnTo>
                  <a:lnTo>
                    <a:pt x="2796" y="197643"/>
                  </a:lnTo>
                  <a:lnTo>
                    <a:pt x="3851" y="202869"/>
                  </a:lnTo>
                  <a:lnTo>
                    <a:pt x="5073" y="208058"/>
                  </a:lnTo>
                  <a:lnTo>
                    <a:pt x="6459" y="213206"/>
                  </a:lnTo>
                  <a:lnTo>
                    <a:pt x="8009" y="218307"/>
                  </a:lnTo>
                  <a:lnTo>
                    <a:pt x="9720" y="223356"/>
                  </a:lnTo>
                  <a:lnTo>
                    <a:pt x="11592" y="228348"/>
                  </a:lnTo>
                  <a:lnTo>
                    <a:pt x="13622" y="233278"/>
                  </a:lnTo>
                  <a:lnTo>
                    <a:pt x="15809" y="238140"/>
                  </a:lnTo>
                  <a:lnTo>
                    <a:pt x="18149" y="242930"/>
                  </a:lnTo>
                  <a:lnTo>
                    <a:pt x="20640" y="247644"/>
                  </a:lnTo>
                  <a:lnTo>
                    <a:pt x="23281" y="252275"/>
                  </a:lnTo>
                  <a:lnTo>
                    <a:pt x="26068" y="256820"/>
                  </a:lnTo>
                  <a:lnTo>
                    <a:pt x="28999" y="261273"/>
                  </a:lnTo>
                  <a:lnTo>
                    <a:pt x="32070" y="265631"/>
                  </a:lnTo>
                  <a:lnTo>
                    <a:pt x="35278" y="269889"/>
                  </a:lnTo>
                  <a:lnTo>
                    <a:pt x="38621" y="274042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599931" y="4380988"/>
              <a:ext cx="128540" cy="106875"/>
            </a:xfrm>
            <a:custGeom>
              <a:avLst/>
              <a:pathLst>
                <a:path w="128540" h="106875">
                  <a:moveTo>
                    <a:pt x="0" y="106875"/>
                  </a:moveTo>
                  <a:lnTo>
                    <a:pt x="1285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599931" y="4380988"/>
              <a:ext cx="128540" cy="152234"/>
            </a:xfrm>
            <a:custGeom>
              <a:avLst/>
              <a:pathLst>
                <a:path w="128540" h="152234">
                  <a:moveTo>
                    <a:pt x="0" y="106875"/>
                  </a:moveTo>
                  <a:lnTo>
                    <a:pt x="3786" y="111271"/>
                  </a:lnTo>
                  <a:lnTo>
                    <a:pt x="7723" y="115534"/>
                  </a:lnTo>
                  <a:lnTo>
                    <a:pt x="11806" y="119658"/>
                  </a:lnTo>
                  <a:lnTo>
                    <a:pt x="16029" y="123637"/>
                  </a:lnTo>
                  <a:lnTo>
                    <a:pt x="20388" y="127467"/>
                  </a:lnTo>
                  <a:lnTo>
                    <a:pt x="24877" y="131144"/>
                  </a:lnTo>
                  <a:lnTo>
                    <a:pt x="29491" y="134663"/>
                  </a:lnTo>
                  <a:lnTo>
                    <a:pt x="34224" y="138019"/>
                  </a:lnTo>
                  <a:lnTo>
                    <a:pt x="39071" y="141210"/>
                  </a:lnTo>
                  <a:lnTo>
                    <a:pt x="44026" y="144230"/>
                  </a:lnTo>
                  <a:lnTo>
                    <a:pt x="49083" y="147076"/>
                  </a:lnTo>
                  <a:lnTo>
                    <a:pt x="54235" y="149745"/>
                  </a:lnTo>
                  <a:lnTo>
                    <a:pt x="59477" y="152234"/>
                  </a:lnTo>
                  <a:lnTo>
                    <a:pt x="12854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659409" y="4213821"/>
              <a:ext cx="236221" cy="334323"/>
            </a:xfrm>
            <a:custGeom>
              <a:avLst/>
              <a:pathLst>
                <a:path w="236221" h="334323">
                  <a:moveTo>
                    <a:pt x="0" y="319401"/>
                  </a:moveTo>
                  <a:lnTo>
                    <a:pt x="4883" y="321523"/>
                  </a:lnTo>
                  <a:lnTo>
                    <a:pt x="9831" y="323489"/>
                  </a:lnTo>
                  <a:lnTo>
                    <a:pt x="14840" y="325296"/>
                  </a:lnTo>
                  <a:lnTo>
                    <a:pt x="19903" y="326943"/>
                  </a:lnTo>
                  <a:lnTo>
                    <a:pt x="25016" y="328427"/>
                  </a:lnTo>
                  <a:lnTo>
                    <a:pt x="30174" y="329748"/>
                  </a:lnTo>
                  <a:lnTo>
                    <a:pt x="35372" y="330904"/>
                  </a:lnTo>
                  <a:lnTo>
                    <a:pt x="40604" y="331894"/>
                  </a:lnTo>
                  <a:lnTo>
                    <a:pt x="45864" y="332717"/>
                  </a:lnTo>
                  <a:lnTo>
                    <a:pt x="51148" y="333372"/>
                  </a:lnTo>
                  <a:lnTo>
                    <a:pt x="56450" y="333858"/>
                  </a:lnTo>
                  <a:lnTo>
                    <a:pt x="61765" y="334175"/>
                  </a:lnTo>
                  <a:lnTo>
                    <a:pt x="67088" y="334323"/>
                  </a:lnTo>
                  <a:lnTo>
                    <a:pt x="72412" y="334301"/>
                  </a:lnTo>
                  <a:lnTo>
                    <a:pt x="77733" y="334109"/>
                  </a:lnTo>
                  <a:lnTo>
                    <a:pt x="83046" y="333749"/>
                  </a:lnTo>
                  <a:lnTo>
                    <a:pt x="88344" y="333219"/>
                  </a:lnTo>
                  <a:lnTo>
                    <a:pt x="93622" y="332520"/>
                  </a:lnTo>
                  <a:lnTo>
                    <a:pt x="98876" y="331654"/>
                  </a:lnTo>
                  <a:lnTo>
                    <a:pt x="104099" y="330621"/>
                  </a:lnTo>
                  <a:lnTo>
                    <a:pt x="109287" y="329423"/>
                  </a:lnTo>
                  <a:lnTo>
                    <a:pt x="114434" y="328059"/>
                  </a:lnTo>
                  <a:lnTo>
                    <a:pt x="119535" y="326533"/>
                  </a:lnTo>
                  <a:lnTo>
                    <a:pt x="124585" y="324845"/>
                  </a:lnTo>
                  <a:lnTo>
                    <a:pt x="129578" y="322996"/>
                  </a:lnTo>
                  <a:lnTo>
                    <a:pt x="134510" y="320990"/>
                  </a:lnTo>
                  <a:lnTo>
                    <a:pt x="139376" y="318828"/>
                  </a:lnTo>
                  <a:lnTo>
                    <a:pt x="144170" y="316511"/>
                  </a:lnTo>
                  <a:lnTo>
                    <a:pt x="148888" y="314044"/>
                  </a:lnTo>
                  <a:lnTo>
                    <a:pt x="153525" y="311427"/>
                  </a:lnTo>
                  <a:lnTo>
                    <a:pt x="158077" y="308664"/>
                  </a:lnTo>
                  <a:lnTo>
                    <a:pt x="162538" y="305757"/>
                  </a:lnTo>
                  <a:lnTo>
                    <a:pt x="166904" y="302710"/>
                  </a:lnTo>
                  <a:lnTo>
                    <a:pt x="171171" y="299525"/>
                  </a:lnTo>
                  <a:lnTo>
                    <a:pt x="175335" y="296206"/>
                  </a:lnTo>
                  <a:lnTo>
                    <a:pt x="179390" y="292756"/>
                  </a:lnTo>
                  <a:lnTo>
                    <a:pt x="183334" y="289179"/>
                  </a:lnTo>
                  <a:lnTo>
                    <a:pt x="187162" y="285478"/>
                  </a:lnTo>
                  <a:lnTo>
                    <a:pt x="190870" y="281657"/>
                  </a:lnTo>
                  <a:lnTo>
                    <a:pt x="194454" y="277720"/>
                  </a:lnTo>
                  <a:lnTo>
                    <a:pt x="197911" y="273670"/>
                  </a:lnTo>
                  <a:lnTo>
                    <a:pt x="201238" y="269513"/>
                  </a:lnTo>
                  <a:lnTo>
                    <a:pt x="204430" y="265251"/>
                  </a:lnTo>
                  <a:lnTo>
                    <a:pt x="207485" y="260890"/>
                  </a:lnTo>
                  <a:lnTo>
                    <a:pt x="210400" y="256435"/>
                  </a:lnTo>
                  <a:lnTo>
                    <a:pt x="213171" y="251888"/>
                  </a:lnTo>
                  <a:lnTo>
                    <a:pt x="215796" y="247256"/>
                  </a:lnTo>
                  <a:lnTo>
                    <a:pt x="218272" y="242542"/>
                  </a:lnTo>
                  <a:lnTo>
                    <a:pt x="220597" y="237752"/>
                  </a:lnTo>
                  <a:lnTo>
                    <a:pt x="222768" y="232890"/>
                  </a:lnTo>
                  <a:lnTo>
                    <a:pt x="224783" y="227962"/>
                  </a:lnTo>
                  <a:lnTo>
                    <a:pt x="226640" y="222971"/>
                  </a:lnTo>
                  <a:lnTo>
                    <a:pt x="228338" y="217925"/>
                  </a:lnTo>
                  <a:lnTo>
                    <a:pt x="229873" y="212827"/>
                  </a:lnTo>
                  <a:lnTo>
                    <a:pt x="231246" y="207682"/>
                  </a:lnTo>
                  <a:lnTo>
                    <a:pt x="232454" y="202496"/>
                  </a:lnTo>
                  <a:lnTo>
                    <a:pt x="233496" y="197275"/>
                  </a:lnTo>
                  <a:lnTo>
                    <a:pt x="234372" y="192023"/>
                  </a:lnTo>
                  <a:lnTo>
                    <a:pt x="235079" y="186746"/>
                  </a:lnTo>
                  <a:lnTo>
                    <a:pt x="235619" y="181449"/>
                  </a:lnTo>
                  <a:lnTo>
                    <a:pt x="235989" y="176137"/>
                  </a:lnTo>
                  <a:lnTo>
                    <a:pt x="236190" y="170816"/>
                  </a:lnTo>
                  <a:lnTo>
                    <a:pt x="236221" y="165492"/>
                  </a:lnTo>
                  <a:lnTo>
                    <a:pt x="236083" y="160169"/>
                  </a:lnTo>
                  <a:lnTo>
                    <a:pt x="235776" y="154854"/>
                  </a:lnTo>
                  <a:lnTo>
                    <a:pt x="235299" y="149550"/>
                  </a:lnTo>
                  <a:lnTo>
                    <a:pt x="234654" y="144265"/>
                  </a:lnTo>
                  <a:lnTo>
                    <a:pt x="233840" y="139003"/>
                  </a:lnTo>
                  <a:lnTo>
                    <a:pt x="232860" y="133770"/>
                  </a:lnTo>
                  <a:lnTo>
                    <a:pt x="231713" y="128570"/>
                  </a:lnTo>
                  <a:lnTo>
                    <a:pt x="230401" y="123410"/>
                  </a:lnTo>
                  <a:lnTo>
                    <a:pt x="228926" y="118294"/>
                  </a:lnTo>
                  <a:lnTo>
                    <a:pt x="227288" y="113227"/>
                  </a:lnTo>
                  <a:lnTo>
                    <a:pt x="225490" y="108216"/>
                  </a:lnTo>
                  <a:lnTo>
                    <a:pt x="223534" y="103264"/>
                  </a:lnTo>
                  <a:lnTo>
                    <a:pt x="221420" y="98377"/>
                  </a:lnTo>
                  <a:lnTo>
                    <a:pt x="219152" y="93560"/>
                  </a:lnTo>
                  <a:lnTo>
                    <a:pt x="216732" y="88817"/>
                  </a:lnTo>
                  <a:lnTo>
                    <a:pt x="214162" y="84154"/>
                  </a:lnTo>
                  <a:lnTo>
                    <a:pt x="211444" y="79575"/>
                  </a:lnTo>
                  <a:lnTo>
                    <a:pt x="208582" y="75085"/>
                  </a:lnTo>
                  <a:lnTo>
                    <a:pt x="205579" y="70688"/>
                  </a:lnTo>
                  <a:lnTo>
                    <a:pt x="202437" y="66390"/>
                  </a:lnTo>
                  <a:lnTo>
                    <a:pt x="199160" y="62193"/>
                  </a:lnTo>
                  <a:lnTo>
                    <a:pt x="195751" y="58103"/>
                  </a:lnTo>
                  <a:lnTo>
                    <a:pt x="192213" y="54124"/>
                  </a:lnTo>
                  <a:lnTo>
                    <a:pt x="188551" y="50259"/>
                  </a:lnTo>
                  <a:lnTo>
                    <a:pt x="184767" y="46513"/>
                  </a:lnTo>
                  <a:lnTo>
                    <a:pt x="180866" y="42889"/>
                  </a:lnTo>
                  <a:lnTo>
                    <a:pt x="176851" y="39392"/>
                  </a:lnTo>
                  <a:lnTo>
                    <a:pt x="172727" y="36024"/>
                  </a:lnTo>
                  <a:lnTo>
                    <a:pt x="168498" y="32789"/>
                  </a:lnTo>
                  <a:lnTo>
                    <a:pt x="164168" y="29690"/>
                  </a:lnTo>
                  <a:lnTo>
                    <a:pt x="159742" y="26731"/>
                  </a:lnTo>
                  <a:lnTo>
                    <a:pt x="155223" y="23915"/>
                  </a:lnTo>
                  <a:lnTo>
                    <a:pt x="150617" y="21243"/>
                  </a:lnTo>
                  <a:lnTo>
                    <a:pt x="145929" y="18720"/>
                  </a:lnTo>
                  <a:lnTo>
                    <a:pt x="141162" y="16347"/>
                  </a:lnTo>
                  <a:lnTo>
                    <a:pt x="136322" y="14128"/>
                  </a:lnTo>
                  <a:lnTo>
                    <a:pt x="131414" y="12063"/>
                  </a:lnTo>
                  <a:lnTo>
                    <a:pt x="126443" y="10156"/>
                  </a:lnTo>
                  <a:lnTo>
                    <a:pt x="121414" y="8408"/>
                  </a:lnTo>
                  <a:lnTo>
                    <a:pt x="116331" y="6822"/>
                  </a:lnTo>
                  <a:lnTo>
                    <a:pt x="111201" y="5398"/>
                  </a:lnTo>
                  <a:lnTo>
                    <a:pt x="106027" y="4138"/>
                  </a:lnTo>
                  <a:lnTo>
                    <a:pt x="100816" y="3043"/>
                  </a:lnTo>
                  <a:lnTo>
                    <a:pt x="95573" y="2115"/>
                  </a:lnTo>
                  <a:lnTo>
                    <a:pt x="90304" y="1355"/>
                  </a:lnTo>
                  <a:lnTo>
                    <a:pt x="85012" y="762"/>
                  </a:lnTo>
                  <a:lnTo>
                    <a:pt x="79705" y="339"/>
                  </a:lnTo>
                  <a:lnTo>
                    <a:pt x="74386" y="84"/>
                  </a:lnTo>
                  <a:lnTo>
                    <a:pt x="69062" y="0"/>
                  </a:lnTo>
                  <a:lnTo>
                    <a:pt x="690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51863" y="3707720"/>
              <a:ext cx="188099" cy="334334"/>
            </a:xfrm>
            <a:custGeom>
              <a:avLst/>
              <a:pathLst>
                <a:path w="1880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4" y="1343"/>
                  </a:lnTo>
                  <a:lnTo>
                    <a:pt x="140745" y="2098"/>
                  </a:lnTo>
                  <a:lnTo>
                    <a:pt x="135523" y="3018"/>
                  </a:lnTo>
                  <a:lnTo>
                    <a:pt x="130333" y="4104"/>
                  </a:lnTo>
                  <a:lnTo>
                    <a:pt x="125180" y="5353"/>
                  </a:lnTo>
                  <a:lnTo>
                    <a:pt x="120069" y="6766"/>
                  </a:lnTo>
                  <a:lnTo>
                    <a:pt x="115005" y="8340"/>
                  </a:lnTo>
                  <a:lnTo>
                    <a:pt x="109994" y="10073"/>
                  </a:lnTo>
                  <a:lnTo>
                    <a:pt x="105041" y="11965"/>
                  </a:lnTo>
                  <a:lnTo>
                    <a:pt x="100150" y="14013"/>
                  </a:lnTo>
                  <a:lnTo>
                    <a:pt x="95326" y="16215"/>
                  </a:lnTo>
                  <a:lnTo>
                    <a:pt x="90574" y="18568"/>
                  </a:lnTo>
                  <a:lnTo>
                    <a:pt x="85900" y="21072"/>
                  </a:lnTo>
                  <a:lnTo>
                    <a:pt x="81307" y="23722"/>
                  </a:lnTo>
                  <a:lnTo>
                    <a:pt x="76801" y="26517"/>
                  </a:lnTo>
                  <a:lnTo>
                    <a:pt x="72386" y="29453"/>
                  </a:lnTo>
                  <a:lnTo>
                    <a:pt x="68066" y="32528"/>
                  </a:lnTo>
                  <a:lnTo>
                    <a:pt x="63845" y="35738"/>
                  </a:lnTo>
                  <a:lnTo>
                    <a:pt x="59729" y="39080"/>
                  </a:lnTo>
                  <a:lnTo>
                    <a:pt x="55721" y="42551"/>
                  </a:lnTo>
                  <a:lnTo>
                    <a:pt x="51825" y="46148"/>
                  </a:lnTo>
                  <a:lnTo>
                    <a:pt x="48044" y="49866"/>
                  </a:lnTo>
                  <a:lnTo>
                    <a:pt x="44384" y="53703"/>
                  </a:lnTo>
                  <a:lnTo>
                    <a:pt x="40847" y="57654"/>
                  </a:lnTo>
                  <a:lnTo>
                    <a:pt x="37437" y="61714"/>
                  </a:lnTo>
                  <a:lnTo>
                    <a:pt x="34158" y="65881"/>
                  </a:lnTo>
                  <a:lnTo>
                    <a:pt x="31013" y="70150"/>
                  </a:lnTo>
                  <a:lnTo>
                    <a:pt x="28004" y="74516"/>
                  </a:lnTo>
                  <a:lnTo>
                    <a:pt x="25136" y="78976"/>
                  </a:lnTo>
                  <a:lnTo>
                    <a:pt x="22410" y="83524"/>
                  </a:lnTo>
                  <a:lnTo>
                    <a:pt x="19830" y="88157"/>
                  </a:lnTo>
                  <a:lnTo>
                    <a:pt x="17399" y="92869"/>
                  </a:lnTo>
                  <a:lnTo>
                    <a:pt x="15117" y="97656"/>
                  </a:lnTo>
                  <a:lnTo>
                    <a:pt x="12989" y="102512"/>
                  </a:lnTo>
                  <a:lnTo>
                    <a:pt x="11016" y="107434"/>
                  </a:lnTo>
                  <a:lnTo>
                    <a:pt x="9200" y="112416"/>
                  </a:lnTo>
                  <a:lnTo>
                    <a:pt x="7543" y="117453"/>
                  </a:lnTo>
                  <a:lnTo>
                    <a:pt x="6047" y="122540"/>
                  </a:lnTo>
                  <a:lnTo>
                    <a:pt x="4713" y="127672"/>
                  </a:lnTo>
                  <a:lnTo>
                    <a:pt x="3542" y="132843"/>
                  </a:lnTo>
                  <a:lnTo>
                    <a:pt x="2535" y="138049"/>
                  </a:lnTo>
                  <a:lnTo>
                    <a:pt x="1695" y="143285"/>
                  </a:lnTo>
                  <a:lnTo>
                    <a:pt x="1021" y="148544"/>
                  </a:lnTo>
                  <a:lnTo>
                    <a:pt x="514" y="153822"/>
                  </a:lnTo>
                  <a:lnTo>
                    <a:pt x="174" y="159114"/>
                  </a:lnTo>
                  <a:lnTo>
                    <a:pt x="3" y="164414"/>
                  </a:lnTo>
                  <a:lnTo>
                    <a:pt x="0" y="169716"/>
                  </a:lnTo>
                  <a:lnTo>
                    <a:pt x="164" y="175016"/>
                  </a:lnTo>
                  <a:lnTo>
                    <a:pt x="497" y="180308"/>
                  </a:lnTo>
                  <a:lnTo>
                    <a:pt x="998" y="185587"/>
                  </a:lnTo>
                  <a:lnTo>
                    <a:pt x="1666" y="190847"/>
                  </a:lnTo>
                  <a:lnTo>
                    <a:pt x="2500" y="196084"/>
                  </a:lnTo>
                  <a:lnTo>
                    <a:pt x="3500" y="201291"/>
                  </a:lnTo>
                  <a:lnTo>
                    <a:pt x="4665" y="206464"/>
                  </a:lnTo>
                  <a:lnTo>
                    <a:pt x="5993" y="211598"/>
                  </a:lnTo>
                  <a:lnTo>
                    <a:pt x="7483" y="216686"/>
                  </a:lnTo>
                  <a:lnTo>
                    <a:pt x="9134" y="221725"/>
                  </a:lnTo>
                  <a:lnTo>
                    <a:pt x="10944" y="226709"/>
                  </a:lnTo>
                  <a:lnTo>
                    <a:pt x="12911" y="231633"/>
                  </a:lnTo>
                  <a:lnTo>
                    <a:pt x="15033" y="236493"/>
                  </a:lnTo>
                  <a:lnTo>
                    <a:pt x="17308" y="241282"/>
                  </a:lnTo>
                  <a:lnTo>
                    <a:pt x="19734" y="245997"/>
                  </a:lnTo>
                  <a:lnTo>
                    <a:pt x="22308" y="250633"/>
                  </a:lnTo>
                  <a:lnTo>
                    <a:pt x="25028" y="255185"/>
                  </a:lnTo>
                  <a:lnTo>
                    <a:pt x="27891" y="259648"/>
                  </a:lnTo>
                  <a:lnTo>
                    <a:pt x="30895" y="264018"/>
                  </a:lnTo>
                  <a:lnTo>
                    <a:pt x="34035" y="268290"/>
                  </a:lnTo>
                  <a:lnTo>
                    <a:pt x="37309" y="272461"/>
                  </a:lnTo>
                  <a:lnTo>
                    <a:pt x="40714" y="276526"/>
                  </a:lnTo>
                  <a:lnTo>
                    <a:pt x="44246" y="280481"/>
                  </a:lnTo>
                  <a:lnTo>
                    <a:pt x="47901" y="284322"/>
                  </a:lnTo>
                  <a:lnTo>
                    <a:pt x="51677" y="288045"/>
                  </a:lnTo>
                  <a:lnTo>
                    <a:pt x="55569" y="291646"/>
                  </a:lnTo>
                  <a:lnTo>
                    <a:pt x="59573" y="295123"/>
                  </a:lnTo>
                  <a:lnTo>
                    <a:pt x="63685" y="298470"/>
                  </a:lnTo>
                  <a:lnTo>
                    <a:pt x="67902" y="301685"/>
                  </a:lnTo>
                  <a:lnTo>
                    <a:pt x="72218" y="304765"/>
                  </a:lnTo>
                  <a:lnTo>
                    <a:pt x="76630" y="307707"/>
                  </a:lnTo>
                  <a:lnTo>
                    <a:pt x="81132" y="310507"/>
                  </a:lnTo>
                  <a:lnTo>
                    <a:pt x="85722" y="313163"/>
                  </a:lnTo>
                  <a:lnTo>
                    <a:pt x="90393" y="315672"/>
                  </a:lnTo>
                  <a:lnTo>
                    <a:pt x="95142" y="318032"/>
                  </a:lnTo>
                  <a:lnTo>
                    <a:pt x="99963" y="320239"/>
                  </a:lnTo>
                  <a:lnTo>
                    <a:pt x="104851" y="322293"/>
                  </a:lnTo>
                  <a:lnTo>
                    <a:pt x="109803" y="324191"/>
                  </a:lnTo>
                  <a:lnTo>
                    <a:pt x="114812" y="325931"/>
                  </a:lnTo>
                  <a:lnTo>
                    <a:pt x="119873" y="327511"/>
                  </a:lnTo>
                  <a:lnTo>
                    <a:pt x="124982" y="328929"/>
                  </a:lnTo>
                  <a:lnTo>
                    <a:pt x="130134" y="330185"/>
                  </a:lnTo>
                  <a:lnTo>
                    <a:pt x="135323" y="331277"/>
                  </a:lnTo>
                  <a:lnTo>
                    <a:pt x="140544" y="332204"/>
                  </a:lnTo>
                  <a:lnTo>
                    <a:pt x="145791" y="332965"/>
                  </a:lnTo>
                  <a:lnTo>
                    <a:pt x="151060" y="333559"/>
                  </a:lnTo>
                  <a:lnTo>
                    <a:pt x="156346" y="333985"/>
                  </a:lnTo>
                  <a:lnTo>
                    <a:pt x="161642" y="334244"/>
                  </a:lnTo>
                  <a:lnTo>
                    <a:pt x="166944" y="334334"/>
                  </a:lnTo>
                  <a:lnTo>
                    <a:pt x="172245" y="334257"/>
                  </a:lnTo>
                  <a:lnTo>
                    <a:pt x="177542" y="334011"/>
                  </a:lnTo>
                  <a:lnTo>
                    <a:pt x="182829" y="333597"/>
                  </a:lnTo>
                  <a:lnTo>
                    <a:pt x="188099" y="33301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919011" y="3707753"/>
              <a:ext cx="167157" cy="332983"/>
            </a:xfrm>
            <a:custGeom>
              <a:avLst/>
              <a:pathLst>
                <a:path w="167157" h="332983">
                  <a:moveTo>
                    <a:pt x="20951" y="332983"/>
                  </a:moveTo>
                  <a:lnTo>
                    <a:pt x="26226" y="332231"/>
                  </a:lnTo>
                  <a:lnTo>
                    <a:pt x="31474" y="331312"/>
                  </a:lnTo>
                  <a:lnTo>
                    <a:pt x="36690" y="330225"/>
                  </a:lnTo>
                  <a:lnTo>
                    <a:pt x="41869" y="328973"/>
                  </a:lnTo>
                  <a:lnTo>
                    <a:pt x="47005" y="327557"/>
                  </a:lnTo>
                  <a:lnTo>
                    <a:pt x="52093" y="325977"/>
                  </a:lnTo>
                  <a:lnTo>
                    <a:pt x="57129" y="324237"/>
                  </a:lnTo>
                  <a:lnTo>
                    <a:pt x="62107" y="322336"/>
                  </a:lnTo>
                  <a:lnTo>
                    <a:pt x="67021" y="320278"/>
                  </a:lnTo>
                  <a:lnTo>
                    <a:pt x="71867" y="318064"/>
                  </a:lnTo>
                  <a:lnTo>
                    <a:pt x="76641" y="315697"/>
                  </a:lnTo>
                  <a:lnTo>
                    <a:pt x="81336" y="313180"/>
                  </a:lnTo>
                  <a:lnTo>
                    <a:pt x="85949" y="310513"/>
                  </a:lnTo>
                  <a:lnTo>
                    <a:pt x="90475" y="307701"/>
                  </a:lnTo>
                  <a:lnTo>
                    <a:pt x="94909" y="304747"/>
                  </a:lnTo>
                  <a:lnTo>
                    <a:pt x="99246" y="301652"/>
                  </a:lnTo>
                  <a:lnTo>
                    <a:pt x="103482" y="298421"/>
                  </a:lnTo>
                  <a:lnTo>
                    <a:pt x="107614" y="295057"/>
                  </a:lnTo>
                  <a:lnTo>
                    <a:pt x="111636" y="291562"/>
                  </a:lnTo>
                  <a:lnTo>
                    <a:pt x="115544" y="287941"/>
                  </a:lnTo>
                  <a:lnTo>
                    <a:pt x="119335" y="284198"/>
                  </a:lnTo>
                  <a:lnTo>
                    <a:pt x="123005" y="280335"/>
                  </a:lnTo>
                  <a:lnTo>
                    <a:pt x="126550" y="276358"/>
                  </a:lnTo>
                  <a:lnTo>
                    <a:pt x="129967" y="272269"/>
                  </a:lnTo>
                  <a:lnTo>
                    <a:pt x="133251" y="268074"/>
                  </a:lnTo>
                  <a:lnTo>
                    <a:pt x="136400" y="263776"/>
                  </a:lnTo>
                  <a:lnTo>
                    <a:pt x="139411" y="259380"/>
                  </a:lnTo>
                  <a:lnTo>
                    <a:pt x="142280" y="254891"/>
                  </a:lnTo>
                  <a:lnTo>
                    <a:pt x="145004" y="250312"/>
                  </a:lnTo>
                  <a:lnTo>
                    <a:pt x="147581" y="245649"/>
                  </a:lnTo>
                  <a:lnTo>
                    <a:pt x="150009" y="240906"/>
                  </a:lnTo>
                  <a:lnTo>
                    <a:pt x="152283" y="236088"/>
                  </a:lnTo>
                  <a:lnTo>
                    <a:pt x="154403" y="231200"/>
                  </a:lnTo>
                  <a:lnTo>
                    <a:pt x="156367" y="226247"/>
                  </a:lnTo>
                  <a:lnTo>
                    <a:pt x="158171" y="221233"/>
                  </a:lnTo>
                  <a:lnTo>
                    <a:pt x="159815" y="216165"/>
                  </a:lnTo>
                  <a:lnTo>
                    <a:pt x="161296" y="211047"/>
                  </a:lnTo>
                  <a:lnTo>
                    <a:pt x="162614" y="205885"/>
                  </a:lnTo>
                  <a:lnTo>
                    <a:pt x="163766" y="200683"/>
                  </a:lnTo>
                  <a:lnTo>
                    <a:pt x="164752" y="195447"/>
                  </a:lnTo>
                  <a:lnTo>
                    <a:pt x="165570" y="190182"/>
                  </a:lnTo>
                  <a:lnTo>
                    <a:pt x="166221" y="184894"/>
                  </a:lnTo>
                  <a:lnTo>
                    <a:pt x="166702" y="179588"/>
                  </a:lnTo>
                  <a:lnTo>
                    <a:pt x="167015" y="174269"/>
                  </a:lnTo>
                  <a:lnTo>
                    <a:pt x="167157" y="168943"/>
                  </a:lnTo>
                  <a:lnTo>
                    <a:pt x="167130" y="163615"/>
                  </a:lnTo>
                  <a:lnTo>
                    <a:pt x="166933" y="158291"/>
                  </a:lnTo>
                  <a:lnTo>
                    <a:pt x="166566" y="152975"/>
                  </a:lnTo>
                  <a:lnTo>
                    <a:pt x="166030" y="147674"/>
                  </a:lnTo>
                  <a:lnTo>
                    <a:pt x="165326" y="142393"/>
                  </a:lnTo>
                  <a:lnTo>
                    <a:pt x="164453" y="137137"/>
                  </a:lnTo>
                  <a:lnTo>
                    <a:pt x="163414" y="131911"/>
                  </a:lnTo>
                  <a:lnTo>
                    <a:pt x="162209" y="126721"/>
                  </a:lnTo>
                  <a:lnTo>
                    <a:pt x="160838" y="121573"/>
                  </a:lnTo>
                  <a:lnTo>
                    <a:pt x="159305" y="116470"/>
                  </a:lnTo>
                  <a:lnTo>
                    <a:pt x="157609" y="111419"/>
                  </a:lnTo>
                  <a:lnTo>
                    <a:pt x="155754" y="106425"/>
                  </a:lnTo>
                  <a:lnTo>
                    <a:pt x="153740" y="101492"/>
                  </a:lnTo>
                  <a:lnTo>
                    <a:pt x="151570" y="96626"/>
                  </a:lnTo>
                  <a:lnTo>
                    <a:pt x="149246" y="91831"/>
                  </a:lnTo>
                  <a:lnTo>
                    <a:pt x="146770" y="87113"/>
                  </a:lnTo>
                  <a:lnTo>
                    <a:pt x="144145" y="82477"/>
                  </a:lnTo>
                  <a:lnTo>
                    <a:pt x="141374" y="77926"/>
                  </a:lnTo>
                  <a:lnTo>
                    <a:pt x="138460" y="73466"/>
                  </a:lnTo>
                  <a:lnTo>
                    <a:pt x="135404" y="69101"/>
                  </a:lnTo>
                  <a:lnTo>
                    <a:pt x="132211" y="64836"/>
                  </a:lnTo>
                  <a:lnTo>
                    <a:pt x="128884" y="60674"/>
                  </a:lnTo>
                  <a:lnTo>
                    <a:pt x="125426" y="56621"/>
                  </a:lnTo>
                  <a:lnTo>
                    <a:pt x="121840" y="52680"/>
                  </a:lnTo>
                  <a:lnTo>
                    <a:pt x="118131" y="48855"/>
                  </a:lnTo>
                  <a:lnTo>
                    <a:pt x="114302" y="45151"/>
                  </a:lnTo>
                  <a:lnTo>
                    <a:pt x="110356" y="41570"/>
                  </a:lnTo>
                  <a:lnTo>
                    <a:pt x="106299" y="38117"/>
                  </a:lnTo>
                  <a:lnTo>
                    <a:pt x="102133" y="34795"/>
                  </a:lnTo>
                  <a:lnTo>
                    <a:pt x="97864" y="31607"/>
                  </a:lnTo>
                  <a:lnTo>
                    <a:pt x="93495" y="28557"/>
                  </a:lnTo>
                  <a:lnTo>
                    <a:pt x="89032" y="25648"/>
                  </a:lnTo>
                  <a:lnTo>
                    <a:pt x="84477" y="22883"/>
                  </a:lnTo>
                  <a:lnTo>
                    <a:pt x="79838" y="20264"/>
                  </a:lnTo>
                  <a:lnTo>
                    <a:pt x="75116" y="17794"/>
                  </a:lnTo>
                  <a:lnTo>
                    <a:pt x="70319" y="15476"/>
                  </a:lnTo>
                  <a:lnTo>
                    <a:pt x="65450" y="13312"/>
                  </a:lnTo>
                  <a:lnTo>
                    <a:pt x="60515" y="11305"/>
                  </a:lnTo>
                  <a:lnTo>
                    <a:pt x="55518" y="9455"/>
                  </a:lnTo>
                  <a:lnTo>
                    <a:pt x="50465" y="7766"/>
                  </a:lnTo>
                  <a:lnTo>
                    <a:pt x="45361" y="6239"/>
                  </a:lnTo>
                  <a:lnTo>
                    <a:pt x="40210" y="4875"/>
                  </a:lnTo>
                  <a:lnTo>
                    <a:pt x="35019" y="3676"/>
                  </a:lnTo>
                  <a:lnTo>
                    <a:pt x="29792" y="2643"/>
                  </a:lnTo>
                  <a:lnTo>
                    <a:pt x="24535" y="1777"/>
                  </a:lnTo>
                  <a:lnTo>
                    <a:pt x="19253" y="1079"/>
                  </a:lnTo>
                  <a:lnTo>
                    <a:pt x="13951" y="550"/>
                  </a:lnTo>
                  <a:lnTo>
                    <a:pt x="8635" y="190"/>
                  </a:lnTo>
                  <a:lnTo>
                    <a:pt x="3311" y="0"/>
                  </a:lnTo>
                  <a:lnTo>
                    <a:pt x="0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919011" y="3707720"/>
              <a:ext cx="3311" cy="167167"/>
            </a:xfrm>
            <a:custGeom>
              <a:avLst/>
              <a:pathLst>
                <a:path w="3311" h="167167">
                  <a:moveTo>
                    <a:pt x="3311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tx9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2025-06-17T18:50:36Z</dcterms:modified>
  <cp:category/>
</cp:coreProperties>
</file>