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

<Relationships  xmlns="http://schemas.openxmlformats.org/package/2006/relationships">
<Relationship Id="rId3" Type="http://schemas.openxmlformats.org/package/2006/relationships/metadata/core-properties" Target="docProps/core.xml"/>
<Relationship Id="rId4" Type="http://schemas.openxmlformats.org/officeDocument/2006/relationships/extended-properties" Target="docProps/app.xml"/>
<Relationship Id="rId1" Type="http://schemas.openxmlformats.org/officeDocument/2006/relationships/officeDocument" Target="ppt/presentation.xml"/>
<Relationship Id="rId2" Type="http://schemas.openxmlformats.org/package/2006/relationships/metadata/thumbnail" Target="docProps/thumbnail.jpeg"/>
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
<Relationships  xmlns="http://schemas.openxmlformats.org/package/2006/relationships">
<Relationship Id="rId3" Type="http://schemas.openxmlformats.org/officeDocument/2006/relationships/tags" Target="tags/tag1.xml"/>
<Relationship Id="rId4" Type="http://schemas.openxmlformats.org/officeDocument/2006/relationships/presProps" Target="presProps.xml"/>
<Relationship Id="rId5" Type="http://schemas.openxmlformats.org/officeDocument/2006/relationships/viewProps" Target="viewProps.xml"/>
<Relationship Id="rId6" Type="http://schemas.openxmlformats.org/officeDocument/2006/relationships/theme" Target="theme/theme1.xml"/>
<Relationship Id="rId7" Type="http://schemas.openxmlformats.org/officeDocument/2006/relationships/tableStyles" Target="tableStyles.xml"/>
<Relationship Id="rId1" Type="http://schemas.openxmlformats.org/officeDocument/2006/relationships/slideMaster" Target="slideMasters/slideMaster1.xml"/>
<Relationship Id="rId2" Type="http://schemas.openxmlformats.org/officeDocument/2006/relationships/printerSettings" Target="printerSettings/printerSettings1.bin"/>
<Relationship Id="rId8" Type="http://schemas.openxmlformats.org/officeDocument/2006/relationships/slide" Target="slides/slide1.xml"/>
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7.xml"/>
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 rot="0">
            <a:off x="0" y="0"/>
            <a:ext cx="9144000" cy="6858000"/>
            <a:chOff x="0" y="0"/>
            <a:chExt cx="9144000" cy="6858000"/>
          </a:xfrm>
        </p:grpSpPr>
        <p:sp>
          <p:nvSpPr>
            <p:cNvPr id="3" name="rc3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tx4"/>
            <p:cNvSpPr/>
            <p:nvPr/>
          </p:nvSpPr>
          <p:spPr>
            <a:xfrm>
              <a:off x="4256737" y="271051"/>
              <a:ext cx="996285" cy="16930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3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39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2022_BLSE</a:t>
              </a:r>
            </a:p>
          </p:txBody>
        </p:sp>
        <p:sp>
          <p:nvSpPr>
            <p:cNvPr id="5" name="pl5"/>
            <p:cNvSpPr/>
            <p:nvPr/>
          </p:nvSpPr>
          <p:spPr>
            <a:xfrm>
              <a:off x="2746908" y="1549397"/>
              <a:ext cx="3117971" cy="1191175"/>
            </a:xfrm>
            <a:custGeom>
              <a:avLst/>
              <a:pathLst>
                <a:path w="3117971" h="1191175">
                  <a:moveTo>
                    <a:pt x="3117971" y="0"/>
                  </a:moveTo>
                  <a:lnTo>
                    <a:pt x="0" y="1191175"/>
                  </a:lnTo>
                </a:path>
              </a:pathLst>
            </a:custGeom>
            <a:ln w="38100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2673765" y="1567872"/>
              <a:ext cx="3199489" cy="1691555"/>
            </a:xfrm>
            <a:custGeom>
              <a:avLst/>
              <a:pathLst>
                <a:path w="3199489" h="1691555">
                  <a:moveTo>
                    <a:pt x="3199489" y="0"/>
                  </a:moveTo>
                  <a:lnTo>
                    <a:pt x="0" y="1691555"/>
                  </a:lnTo>
                </a:path>
              </a:pathLst>
            </a:custGeom>
            <a:ln w="33523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5063274" y="1652116"/>
              <a:ext cx="918033" cy="3751965"/>
            </a:xfrm>
            <a:custGeom>
              <a:avLst/>
              <a:pathLst>
                <a:path w="918033" h="3751965">
                  <a:moveTo>
                    <a:pt x="918033" y="0"/>
                  </a:moveTo>
                  <a:lnTo>
                    <a:pt x="0" y="3751965"/>
                  </a:lnTo>
                </a:path>
              </a:pathLst>
            </a:custGeom>
            <a:ln w="33677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2727998" y="1585171"/>
              <a:ext cx="3155790" cy="2194283"/>
            </a:xfrm>
            <a:custGeom>
              <a:avLst/>
              <a:pathLst>
                <a:path w="3155790" h="2194283">
                  <a:moveTo>
                    <a:pt x="3155790" y="0"/>
                  </a:moveTo>
                  <a:lnTo>
                    <a:pt x="0" y="2194283"/>
                  </a:lnTo>
                </a:path>
              </a:pathLst>
            </a:custGeom>
            <a:ln w="38100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2906010" y="1601045"/>
              <a:ext cx="2990305" cy="2668636"/>
            </a:xfrm>
            <a:custGeom>
              <a:avLst/>
              <a:pathLst>
                <a:path w="2990305" h="2668636">
                  <a:moveTo>
                    <a:pt x="2990305" y="0"/>
                  </a:moveTo>
                  <a:lnTo>
                    <a:pt x="0" y="2668636"/>
                  </a:lnTo>
                </a:path>
              </a:pathLst>
            </a:custGeom>
            <a:ln w="24939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3252455" y="1510034"/>
              <a:ext cx="2602652" cy="318340"/>
            </a:xfrm>
            <a:custGeom>
              <a:avLst/>
              <a:pathLst>
                <a:path w="2602652" h="318340">
                  <a:moveTo>
                    <a:pt x="2602652" y="0"/>
                  </a:moveTo>
                  <a:lnTo>
                    <a:pt x="0" y="318340"/>
                  </a:lnTo>
                </a:path>
              </a:pathLst>
            </a:custGeom>
            <a:ln w="16991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3196922" y="1615267"/>
              <a:ext cx="2713719" cy="3085653"/>
            </a:xfrm>
            <a:custGeom>
              <a:avLst/>
              <a:pathLst>
                <a:path w="2713719" h="3085653">
                  <a:moveTo>
                    <a:pt x="2713719" y="0"/>
                  </a:moveTo>
                  <a:lnTo>
                    <a:pt x="0" y="3085653"/>
                  </a:lnTo>
                </a:path>
              </a:pathLst>
            </a:custGeom>
            <a:ln w="27946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5565263" y="1655705"/>
              <a:ext cx="435770" cy="3615252"/>
            </a:xfrm>
            <a:custGeom>
              <a:avLst/>
              <a:pathLst>
                <a:path w="435770" h="3615252">
                  <a:moveTo>
                    <a:pt x="435770" y="0"/>
                  </a:moveTo>
                  <a:lnTo>
                    <a:pt x="0" y="3615252"/>
                  </a:lnTo>
                </a:path>
              </a:pathLst>
            </a:custGeom>
            <a:ln w="16991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6060769" y="1652116"/>
              <a:ext cx="627971" cy="2566494"/>
            </a:xfrm>
            <a:custGeom>
              <a:avLst/>
              <a:pathLst>
                <a:path w="627971" h="2566494">
                  <a:moveTo>
                    <a:pt x="0" y="0"/>
                  </a:moveTo>
                  <a:lnTo>
                    <a:pt x="627971" y="2566494"/>
                  </a:lnTo>
                </a:path>
              </a:pathLst>
            </a:custGeom>
            <a:ln w="38100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6021039" y="1656906"/>
              <a:ext cx="0" cy="3361306"/>
            </a:xfrm>
            <a:custGeom>
              <a:avLst/>
              <a:pathLst>
                <a:path w="0" h="3361306">
                  <a:moveTo>
                    <a:pt x="0" y="0"/>
                  </a:moveTo>
                  <a:lnTo>
                    <a:pt x="0" y="3361306"/>
                  </a:lnTo>
                </a:path>
              </a:pathLst>
            </a:custGeom>
            <a:ln w="38100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6041044" y="1655705"/>
              <a:ext cx="362185" cy="3004777"/>
            </a:xfrm>
            <a:custGeom>
              <a:avLst/>
              <a:pathLst>
                <a:path w="362185" h="3004777">
                  <a:moveTo>
                    <a:pt x="0" y="0"/>
                  </a:moveTo>
                  <a:lnTo>
                    <a:pt x="362185" y="3004777"/>
                  </a:lnTo>
                </a:path>
              </a:pathLst>
            </a:custGeom>
            <a:ln w="38100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5693042" y="1316329"/>
              <a:ext cx="180211" cy="95277"/>
            </a:xfrm>
            <a:custGeom>
              <a:avLst/>
              <a:pathLst>
                <a:path w="180211" h="95277">
                  <a:moveTo>
                    <a:pt x="180211" y="95277"/>
                  </a:moveTo>
                  <a:lnTo>
                    <a:pt x="0" y="0"/>
                  </a:lnTo>
                </a:path>
              </a:pathLst>
            </a:custGeom>
            <a:ln w="16991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2545985" y="2966197"/>
              <a:ext cx="24757" cy="205395"/>
            </a:xfrm>
            <a:custGeom>
              <a:avLst/>
              <a:pathLst>
                <a:path w="24757" h="205395">
                  <a:moveTo>
                    <a:pt x="24757" y="0"/>
                  </a:moveTo>
                  <a:lnTo>
                    <a:pt x="0" y="205395"/>
                  </a:lnTo>
                </a:path>
              </a:pathLst>
            </a:custGeom>
            <a:ln w="38100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2701146" y="2925760"/>
              <a:ext cx="2212000" cy="2515170"/>
            </a:xfrm>
            <a:custGeom>
              <a:avLst/>
              <a:pathLst>
                <a:path w="2212000" h="2515170">
                  <a:moveTo>
                    <a:pt x="0" y="0"/>
                  </a:moveTo>
                  <a:lnTo>
                    <a:pt x="2212000" y="2515170"/>
                  </a:lnTo>
                </a:path>
              </a:pathLst>
            </a:custGeom>
            <a:ln w="33500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2590748" y="2967399"/>
              <a:ext cx="0" cy="740321"/>
            </a:xfrm>
            <a:custGeom>
              <a:avLst/>
              <a:pathLst>
                <a:path w="0" h="740321">
                  <a:moveTo>
                    <a:pt x="0" y="0"/>
                  </a:moveTo>
                  <a:lnTo>
                    <a:pt x="0" y="740321"/>
                  </a:lnTo>
                </a:path>
              </a:pathLst>
            </a:custGeom>
            <a:ln w="27946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2610753" y="2966197"/>
              <a:ext cx="150529" cy="1248824"/>
            </a:xfrm>
            <a:custGeom>
              <a:avLst/>
              <a:pathLst>
                <a:path w="150529" h="1248824">
                  <a:moveTo>
                    <a:pt x="0" y="0"/>
                  </a:moveTo>
                  <a:lnTo>
                    <a:pt x="150529" y="1248824"/>
                  </a:lnTo>
                </a:path>
              </a:pathLst>
            </a:custGeom>
            <a:ln w="33500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2630479" y="2962609"/>
              <a:ext cx="416315" cy="1701462"/>
            </a:xfrm>
            <a:custGeom>
              <a:avLst/>
              <a:pathLst>
                <a:path w="416315" h="1701462">
                  <a:moveTo>
                    <a:pt x="0" y="0"/>
                  </a:moveTo>
                  <a:lnTo>
                    <a:pt x="416315" y="1701462"/>
                  </a:lnTo>
                </a:path>
              </a:pathLst>
            </a:custGeom>
            <a:ln w="24939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2715471" y="2911538"/>
              <a:ext cx="2705064" cy="2414078"/>
            </a:xfrm>
            <a:custGeom>
              <a:avLst/>
              <a:pathLst>
                <a:path w="2705064" h="2414078">
                  <a:moveTo>
                    <a:pt x="0" y="0"/>
                  </a:moveTo>
                  <a:lnTo>
                    <a:pt x="2705064" y="2414078"/>
                  </a:lnTo>
                </a:path>
              </a:pathLst>
            </a:custGeom>
            <a:ln w="38100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2746908" y="2859890"/>
              <a:ext cx="3825404" cy="1461440"/>
            </a:xfrm>
            <a:custGeom>
              <a:avLst/>
              <a:pathLst>
                <a:path w="3825404" h="1461440">
                  <a:moveTo>
                    <a:pt x="0" y="0"/>
                  </a:moveTo>
                  <a:lnTo>
                    <a:pt x="3825404" y="1461440"/>
                  </a:lnTo>
                </a:path>
              </a:pathLst>
            </a:custGeom>
            <a:ln w="29913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2727998" y="2895664"/>
              <a:ext cx="3155790" cy="2194283"/>
            </a:xfrm>
            <a:custGeom>
              <a:avLst/>
              <a:pathLst>
                <a:path w="3155790" h="2194283">
                  <a:moveTo>
                    <a:pt x="0" y="0"/>
                  </a:moveTo>
                  <a:lnTo>
                    <a:pt x="3155790" y="2194283"/>
                  </a:lnTo>
                </a:path>
              </a:pathLst>
            </a:custGeom>
            <a:ln w="29501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2738532" y="2878364"/>
              <a:ext cx="3536917" cy="1869951"/>
            </a:xfrm>
            <a:custGeom>
              <a:avLst/>
              <a:pathLst>
                <a:path w="3536917" h="1869951">
                  <a:moveTo>
                    <a:pt x="0" y="0"/>
                  </a:moveTo>
                  <a:lnTo>
                    <a:pt x="3536917" y="1869951"/>
                  </a:lnTo>
                </a:path>
              </a:pathLst>
            </a:custGeom>
            <a:ln w="24939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2650703" y="3448866"/>
              <a:ext cx="2248117" cy="2006286"/>
            </a:xfrm>
            <a:custGeom>
              <a:avLst/>
              <a:pathLst>
                <a:path w="2248117" h="2006286">
                  <a:moveTo>
                    <a:pt x="0" y="0"/>
                  </a:moveTo>
                  <a:lnTo>
                    <a:pt x="2248117" y="2006286"/>
                  </a:lnTo>
                </a:path>
              </a:pathLst>
            </a:custGeom>
            <a:ln w="38100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2545985" y="3503526"/>
              <a:ext cx="24757" cy="205395"/>
            </a:xfrm>
            <a:custGeom>
              <a:avLst/>
              <a:pathLst>
                <a:path w="24757" h="205395">
                  <a:moveTo>
                    <a:pt x="0" y="0"/>
                  </a:moveTo>
                  <a:lnTo>
                    <a:pt x="24757" y="205395"/>
                  </a:lnTo>
                </a:path>
              </a:pathLst>
            </a:custGeom>
            <a:ln w="38100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l28"/>
            <p:cNvSpPr/>
            <p:nvPr/>
          </p:nvSpPr>
          <p:spPr>
            <a:xfrm>
              <a:off x="2565711" y="3499937"/>
              <a:ext cx="175845" cy="718674"/>
            </a:xfrm>
            <a:custGeom>
              <a:avLst/>
              <a:pathLst>
                <a:path w="175845" h="718674">
                  <a:moveTo>
                    <a:pt x="0" y="0"/>
                  </a:moveTo>
                  <a:lnTo>
                    <a:pt x="175845" y="718674"/>
                  </a:lnTo>
                </a:path>
              </a:pathLst>
            </a:custGeom>
            <a:ln w="24939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l29"/>
            <p:cNvSpPr/>
            <p:nvPr/>
          </p:nvSpPr>
          <p:spPr>
            <a:xfrm>
              <a:off x="2584880" y="3494007"/>
              <a:ext cx="442744" cy="1175994"/>
            </a:xfrm>
            <a:custGeom>
              <a:avLst/>
              <a:pathLst>
                <a:path w="442744" h="1175994">
                  <a:moveTo>
                    <a:pt x="0" y="0"/>
                  </a:moveTo>
                  <a:lnTo>
                    <a:pt x="442744" y="1175994"/>
                  </a:lnTo>
                </a:path>
              </a:pathLst>
            </a:custGeom>
            <a:ln w="27461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l30"/>
            <p:cNvSpPr/>
            <p:nvPr/>
          </p:nvSpPr>
          <p:spPr>
            <a:xfrm>
              <a:off x="2663230" y="3432992"/>
              <a:ext cx="2744777" cy="1908498"/>
            </a:xfrm>
            <a:custGeom>
              <a:avLst/>
              <a:pathLst>
                <a:path w="2744777" h="1908498">
                  <a:moveTo>
                    <a:pt x="0" y="0"/>
                  </a:moveTo>
                  <a:lnTo>
                    <a:pt x="2744777" y="1908498"/>
                  </a:lnTo>
                </a:path>
              </a:pathLst>
            </a:custGeom>
            <a:ln w="32394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l31"/>
            <p:cNvSpPr/>
            <p:nvPr/>
          </p:nvSpPr>
          <p:spPr>
            <a:xfrm>
              <a:off x="2688222" y="3377842"/>
              <a:ext cx="3878008" cy="962863"/>
            </a:xfrm>
            <a:custGeom>
              <a:avLst/>
              <a:pathLst>
                <a:path w="3878008" h="962863">
                  <a:moveTo>
                    <a:pt x="0" y="0"/>
                  </a:moveTo>
                  <a:lnTo>
                    <a:pt x="3878008" y="962863"/>
                  </a:lnTo>
                </a:path>
              </a:pathLst>
            </a:custGeom>
            <a:ln w="37380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l32"/>
            <p:cNvSpPr/>
            <p:nvPr/>
          </p:nvSpPr>
          <p:spPr>
            <a:xfrm>
              <a:off x="2673765" y="3415692"/>
              <a:ext cx="3199489" cy="1691555"/>
            </a:xfrm>
            <a:custGeom>
              <a:avLst/>
              <a:pathLst>
                <a:path w="3199489" h="1691555">
                  <a:moveTo>
                    <a:pt x="0" y="0"/>
                  </a:moveTo>
                  <a:lnTo>
                    <a:pt x="3199489" y="1691555"/>
                  </a:lnTo>
                </a:path>
              </a:pathLst>
            </a:custGeom>
            <a:ln w="38100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pl33"/>
            <p:cNvSpPr/>
            <p:nvPr/>
          </p:nvSpPr>
          <p:spPr>
            <a:xfrm>
              <a:off x="2682140" y="3397218"/>
              <a:ext cx="3584935" cy="1369572"/>
            </a:xfrm>
            <a:custGeom>
              <a:avLst/>
              <a:pathLst>
                <a:path w="3584935" h="1369572">
                  <a:moveTo>
                    <a:pt x="0" y="0"/>
                  </a:moveTo>
                  <a:lnTo>
                    <a:pt x="3584935" y="1369572"/>
                  </a:lnTo>
                </a:path>
              </a:pathLst>
            </a:custGeom>
            <a:ln w="33523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l34"/>
            <p:cNvSpPr/>
            <p:nvPr/>
          </p:nvSpPr>
          <p:spPr>
            <a:xfrm>
              <a:off x="5185785" y="5477206"/>
              <a:ext cx="197231" cy="48970"/>
            </a:xfrm>
            <a:custGeom>
              <a:avLst/>
              <a:pathLst>
                <a:path w="197231" h="48970">
                  <a:moveTo>
                    <a:pt x="0" y="48970"/>
                  </a:moveTo>
                  <a:lnTo>
                    <a:pt x="197231" y="0"/>
                  </a:lnTo>
                </a:path>
              </a:pathLst>
            </a:custGeom>
            <a:ln w="33677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l35"/>
            <p:cNvSpPr/>
            <p:nvPr/>
          </p:nvSpPr>
          <p:spPr>
            <a:xfrm>
              <a:off x="5160794" y="4476421"/>
              <a:ext cx="1430428" cy="994605"/>
            </a:xfrm>
            <a:custGeom>
              <a:avLst/>
              <a:pathLst>
                <a:path w="1430428" h="994605">
                  <a:moveTo>
                    <a:pt x="0" y="994605"/>
                  </a:moveTo>
                  <a:lnTo>
                    <a:pt x="1430428" y="0"/>
                  </a:lnTo>
                </a:path>
              </a:pathLst>
            </a:custGeom>
            <a:ln w="36342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l36"/>
            <p:cNvSpPr/>
            <p:nvPr/>
          </p:nvSpPr>
          <p:spPr>
            <a:xfrm>
              <a:off x="5179703" y="5245039"/>
              <a:ext cx="685175" cy="261761"/>
            </a:xfrm>
            <a:custGeom>
              <a:avLst/>
              <a:pathLst>
                <a:path w="685175" h="261761">
                  <a:moveTo>
                    <a:pt x="0" y="261761"/>
                  </a:moveTo>
                  <a:lnTo>
                    <a:pt x="685175" y="0"/>
                  </a:lnTo>
                </a:path>
              </a:pathLst>
            </a:custGeom>
            <a:ln w="38100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" name="pl37"/>
            <p:cNvSpPr/>
            <p:nvPr/>
          </p:nvSpPr>
          <p:spPr>
            <a:xfrm>
              <a:off x="5171328" y="4904582"/>
              <a:ext cx="1104122" cy="583744"/>
            </a:xfrm>
            <a:custGeom>
              <a:avLst/>
              <a:pathLst>
                <a:path w="1104122" h="583744">
                  <a:moveTo>
                    <a:pt x="0" y="583744"/>
                  </a:moveTo>
                  <a:lnTo>
                    <a:pt x="1104122" y="0"/>
                  </a:lnTo>
                </a:path>
              </a:pathLst>
            </a:custGeom>
            <a:ln w="38100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" name="pl38"/>
            <p:cNvSpPr/>
            <p:nvPr/>
          </p:nvSpPr>
          <p:spPr>
            <a:xfrm>
              <a:off x="2727998" y="3970320"/>
              <a:ext cx="2158295" cy="1500705"/>
            </a:xfrm>
            <a:custGeom>
              <a:avLst/>
              <a:pathLst>
                <a:path w="2158295" h="1500705">
                  <a:moveTo>
                    <a:pt x="0" y="0"/>
                  </a:moveTo>
                  <a:lnTo>
                    <a:pt x="2158295" y="1500705"/>
                  </a:lnTo>
                </a:path>
              </a:pathLst>
            </a:custGeom>
            <a:ln w="38100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" name="pl39"/>
            <p:cNvSpPr/>
            <p:nvPr/>
          </p:nvSpPr>
          <p:spPr>
            <a:xfrm>
              <a:off x="2649648" y="4031335"/>
              <a:ext cx="72739" cy="193206"/>
            </a:xfrm>
            <a:custGeom>
              <a:avLst/>
              <a:pathLst>
                <a:path w="72739" h="193206">
                  <a:moveTo>
                    <a:pt x="0" y="0"/>
                  </a:moveTo>
                  <a:lnTo>
                    <a:pt x="72739" y="193206"/>
                  </a:lnTo>
                </a:path>
              </a:pathLst>
            </a:custGeom>
            <a:ln w="33523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" name="pl40"/>
            <p:cNvSpPr/>
            <p:nvPr/>
          </p:nvSpPr>
          <p:spPr>
            <a:xfrm>
              <a:off x="2667989" y="4023140"/>
              <a:ext cx="341293" cy="655056"/>
            </a:xfrm>
            <a:custGeom>
              <a:avLst/>
              <a:pathLst>
                <a:path w="341293" h="655056">
                  <a:moveTo>
                    <a:pt x="0" y="0"/>
                  </a:moveTo>
                  <a:lnTo>
                    <a:pt x="341293" y="655056"/>
                  </a:lnTo>
                </a:path>
              </a:pathLst>
            </a:custGeom>
            <a:ln w="33677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" name="pl41"/>
            <p:cNvSpPr/>
            <p:nvPr/>
          </p:nvSpPr>
          <p:spPr>
            <a:xfrm>
              <a:off x="2738532" y="3953021"/>
              <a:ext cx="2658941" cy="1405769"/>
            </a:xfrm>
            <a:custGeom>
              <a:avLst/>
              <a:pathLst>
                <a:path w="2658941" h="1405769">
                  <a:moveTo>
                    <a:pt x="0" y="0"/>
                  </a:moveTo>
                  <a:lnTo>
                    <a:pt x="2658941" y="1405769"/>
                  </a:lnTo>
                </a:path>
              </a:pathLst>
            </a:custGeom>
            <a:ln w="38100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" name="pl42"/>
            <p:cNvSpPr/>
            <p:nvPr/>
          </p:nvSpPr>
          <p:spPr>
            <a:xfrm>
              <a:off x="2756679" y="3895183"/>
              <a:ext cx="3805862" cy="465509"/>
            </a:xfrm>
            <a:custGeom>
              <a:avLst/>
              <a:pathLst>
                <a:path w="3805862" h="465509">
                  <a:moveTo>
                    <a:pt x="0" y="0"/>
                  </a:moveTo>
                  <a:lnTo>
                    <a:pt x="3805862" y="465509"/>
                  </a:lnTo>
                </a:path>
              </a:pathLst>
            </a:custGeom>
            <a:ln w="38100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" name="pl43"/>
            <p:cNvSpPr/>
            <p:nvPr/>
          </p:nvSpPr>
          <p:spPr>
            <a:xfrm>
              <a:off x="2746908" y="3934546"/>
              <a:ext cx="3117971" cy="1191175"/>
            </a:xfrm>
            <a:custGeom>
              <a:avLst/>
              <a:pathLst>
                <a:path w="3117971" h="1191175">
                  <a:moveTo>
                    <a:pt x="0" y="0"/>
                  </a:moveTo>
                  <a:lnTo>
                    <a:pt x="3117971" y="1191175"/>
                  </a:lnTo>
                </a:path>
              </a:pathLst>
            </a:custGeom>
            <a:ln w="38100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" name="pl44"/>
            <p:cNvSpPr/>
            <p:nvPr/>
          </p:nvSpPr>
          <p:spPr>
            <a:xfrm>
              <a:off x="2752989" y="3915170"/>
              <a:ext cx="3508003" cy="870995"/>
            </a:xfrm>
            <a:custGeom>
              <a:avLst/>
              <a:pathLst>
                <a:path w="3508003" h="870995">
                  <a:moveTo>
                    <a:pt x="0" y="0"/>
                  </a:moveTo>
                  <a:lnTo>
                    <a:pt x="3508003" y="870995"/>
                  </a:lnTo>
                </a:path>
              </a:pathLst>
            </a:custGeom>
            <a:ln w="38100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" name="pl45"/>
            <p:cNvSpPr/>
            <p:nvPr/>
          </p:nvSpPr>
          <p:spPr>
            <a:xfrm>
              <a:off x="2929072" y="4459121"/>
              <a:ext cx="1946687" cy="1029204"/>
            </a:xfrm>
            <a:custGeom>
              <a:avLst/>
              <a:pathLst>
                <a:path w="1946687" h="1029204">
                  <a:moveTo>
                    <a:pt x="0" y="0"/>
                  </a:moveTo>
                  <a:lnTo>
                    <a:pt x="1946687" y="1029204"/>
                  </a:lnTo>
                </a:path>
              </a:pathLst>
            </a:custGeom>
            <a:ln w="33523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" name="pl46"/>
            <p:cNvSpPr/>
            <p:nvPr/>
          </p:nvSpPr>
          <p:spPr>
            <a:xfrm>
              <a:off x="2875779" y="4518888"/>
              <a:ext cx="116254" cy="169660"/>
            </a:xfrm>
            <a:custGeom>
              <a:avLst/>
              <a:pathLst>
                <a:path w="116254" h="169660">
                  <a:moveTo>
                    <a:pt x="0" y="0"/>
                  </a:moveTo>
                  <a:lnTo>
                    <a:pt x="116254" y="169660"/>
                  </a:lnTo>
                </a:path>
              </a:pathLst>
            </a:custGeom>
            <a:ln w="33677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" name="pl47"/>
            <p:cNvSpPr/>
            <p:nvPr/>
          </p:nvSpPr>
          <p:spPr>
            <a:xfrm>
              <a:off x="2937447" y="4440647"/>
              <a:ext cx="2451651" cy="936617"/>
            </a:xfrm>
            <a:custGeom>
              <a:avLst/>
              <a:pathLst>
                <a:path w="2451651" h="936617">
                  <a:moveTo>
                    <a:pt x="0" y="0"/>
                  </a:moveTo>
                  <a:lnTo>
                    <a:pt x="2451651" y="936617"/>
                  </a:lnTo>
                </a:path>
              </a:pathLst>
            </a:custGeom>
            <a:ln w="29913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" name="pl48"/>
            <p:cNvSpPr/>
            <p:nvPr/>
          </p:nvSpPr>
          <p:spPr>
            <a:xfrm>
              <a:off x="2948455" y="4380988"/>
              <a:ext cx="3612849" cy="0"/>
            </a:xfrm>
            <a:custGeom>
              <a:avLst/>
              <a:pathLst>
                <a:path w="3612849" h="0">
                  <a:moveTo>
                    <a:pt x="0" y="0"/>
                  </a:moveTo>
                  <a:lnTo>
                    <a:pt x="3612849" y="0"/>
                  </a:lnTo>
                </a:path>
              </a:pathLst>
            </a:custGeom>
            <a:ln w="26197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" name="pl49"/>
            <p:cNvSpPr/>
            <p:nvPr/>
          </p:nvSpPr>
          <p:spPr>
            <a:xfrm>
              <a:off x="2943529" y="4421271"/>
              <a:ext cx="2915268" cy="723826"/>
            </a:xfrm>
            <a:custGeom>
              <a:avLst/>
              <a:pathLst>
                <a:path w="2915268" h="723826">
                  <a:moveTo>
                    <a:pt x="0" y="0"/>
                  </a:moveTo>
                  <a:lnTo>
                    <a:pt x="2915268" y="723826"/>
                  </a:lnTo>
                </a:path>
              </a:pathLst>
            </a:custGeom>
            <a:ln w="19297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" name="pl50"/>
            <p:cNvSpPr/>
            <p:nvPr/>
          </p:nvSpPr>
          <p:spPr>
            <a:xfrm>
              <a:off x="2947218" y="4401284"/>
              <a:ext cx="3310085" cy="404869"/>
            </a:xfrm>
            <a:custGeom>
              <a:avLst/>
              <a:pathLst>
                <a:path w="3310085" h="404869">
                  <a:moveTo>
                    <a:pt x="0" y="0"/>
                  </a:moveTo>
                  <a:lnTo>
                    <a:pt x="3310085" y="404869"/>
                  </a:lnTo>
                </a:path>
              </a:pathLst>
            </a:custGeom>
            <a:ln w="38100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" name="pl51"/>
            <p:cNvSpPr/>
            <p:nvPr/>
          </p:nvSpPr>
          <p:spPr>
            <a:xfrm>
              <a:off x="2584880" y="2005117"/>
              <a:ext cx="442744" cy="1175994"/>
            </a:xfrm>
            <a:custGeom>
              <a:avLst/>
              <a:pathLst>
                <a:path w="442744" h="1175994">
                  <a:moveTo>
                    <a:pt x="442744" y="0"/>
                  </a:moveTo>
                  <a:lnTo>
                    <a:pt x="0" y="1175994"/>
                  </a:lnTo>
                </a:path>
              </a:pathLst>
            </a:custGeom>
            <a:ln w="33523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" name="pl52"/>
            <p:cNvSpPr/>
            <p:nvPr/>
          </p:nvSpPr>
          <p:spPr>
            <a:xfrm>
              <a:off x="3163766" y="1996922"/>
              <a:ext cx="1782536" cy="3421284"/>
            </a:xfrm>
            <a:custGeom>
              <a:avLst/>
              <a:pathLst>
                <a:path w="1782536" h="3421284">
                  <a:moveTo>
                    <a:pt x="0" y="0"/>
                  </a:moveTo>
                  <a:lnTo>
                    <a:pt x="1782536" y="3421284"/>
                  </a:lnTo>
                </a:path>
              </a:pathLst>
            </a:custGeom>
            <a:ln w="33677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" name="pl53"/>
            <p:cNvSpPr/>
            <p:nvPr/>
          </p:nvSpPr>
          <p:spPr>
            <a:xfrm>
              <a:off x="2630479" y="2011048"/>
              <a:ext cx="416315" cy="1701462"/>
            </a:xfrm>
            <a:custGeom>
              <a:avLst/>
              <a:pathLst>
                <a:path w="416315" h="1701462">
                  <a:moveTo>
                    <a:pt x="416315" y="0"/>
                  </a:moveTo>
                  <a:lnTo>
                    <a:pt x="0" y="1701462"/>
                  </a:lnTo>
                </a:path>
              </a:pathLst>
            </a:custGeom>
            <a:ln w="38100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" name="pl54"/>
            <p:cNvSpPr/>
            <p:nvPr/>
          </p:nvSpPr>
          <p:spPr>
            <a:xfrm>
              <a:off x="2801292" y="2014636"/>
              <a:ext cx="265227" cy="2200385"/>
            </a:xfrm>
            <a:custGeom>
              <a:avLst/>
              <a:pathLst>
                <a:path w="265227" h="2200385">
                  <a:moveTo>
                    <a:pt x="265227" y="0"/>
                  </a:moveTo>
                  <a:lnTo>
                    <a:pt x="0" y="2200385"/>
                  </a:lnTo>
                </a:path>
              </a:pathLst>
            </a:custGeom>
            <a:ln w="38100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" name="pl55"/>
            <p:cNvSpPr/>
            <p:nvPr/>
          </p:nvSpPr>
          <p:spPr>
            <a:xfrm>
              <a:off x="3086524" y="2015838"/>
              <a:ext cx="0" cy="2643443"/>
            </a:xfrm>
            <a:custGeom>
              <a:avLst/>
              <a:pathLst>
                <a:path w="0" h="2643443">
                  <a:moveTo>
                    <a:pt x="0" y="0"/>
                  </a:moveTo>
                  <a:lnTo>
                    <a:pt x="0" y="2643443"/>
                  </a:lnTo>
                </a:path>
              </a:pathLst>
            </a:custGeom>
            <a:ln w="37225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" name="pl56"/>
            <p:cNvSpPr/>
            <p:nvPr/>
          </p:nvSpPr>
          <p:spPr>
            <a:xfrm>
              <a:off x="3181016" y="1986570"/>
              <a:ext cx="2269750" cy="3312453"/>
            </a:xfrm>
            <a:custGeom>
              <a:avLst/>
              <a:pathLst>
                <a:path w="2269750" h="3312453">
                  <a:moveTo>
                    <a:pt x="0" y="0"/>
                  </a:moveTo>
                  <a:lnTo>
                    <a:pt x="2269750" y="3312453"/>
                  </a:lnTo>
                </a:path>
              </a:pathLst>
            </a:custGeom>
            <a:ln w="38100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" name="pl57"/>
            <p:cNvSpPr/>
            <p:nvPr/>
          </p:nvSpPr>
          <p:spPr>
            <a:xfrm>
              <a:off x="3196922" y="1974199"/>
              <a:ext cx="2713719" cy="3085653"/>
            </a:xfrm>
            <a:custGeom>
              <a:avLst/>
              <a:pathLst>
                <a:path w="2713719" h="3085653">
                  <a:moveTo>
                    <a:pt x="0" y="0"/>
                  </a:moveTo>
                  <a:lnTo>
                    <a:pt x="2713719" y="3085653"/>
                  </a:lnTo>
                </a:path>
              </a:pathLst>
            </a:custGeom>
            <a:ln w="33523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" name="pl58"/>
            <p:cNvSpPr/>
            <p:nvPr/>
          </p:nvSpPr>
          <p:spPr>
            <a:xfrm>
              <a:off x="3242684" y="4886107"/>
              <a:ext cx="1624699" cy="620692"/>
            </a:xfrm>
            <a:custGeom>
              <a:avLst/>
              <a:pathLst>
                <a:path w="1624699" h="620692">
                  <a:moveTo>
                    <a:pt x="0" y="0"/>
                  </a:moveTo>
                  <a:lnTo>
                    <a:pt x="1624699" y="620692"/>
                  </a:lnTo>
                </a:path>
              </a:pathLst>
            </a:custGeom>
            <a:ln w="33677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" name="pl59"/>
            <p:cNvSpPr/>
            <p:nvPr/>
          </p:nvSpPr>
          <p:spPr>
            <a:xfrm>
              <a:off x="3248766" y="4866731"/>
              <a:ext cx="2134250" cy="529909"/>
            </a:xfrm>
            <a:custGeom>
              <a:avLst/>
              <a:pathLst>
                <a:path w="2134250" h="529909">
                  <a:moveTo>
                    <a:pt x="0" y="0"/>
                  </a:moveTo>
                  <a:lnTo>
                    <a:pt x="2134250" y="529909"/>
                  </a:lnTo>
                </a:path>
              </a:pathLst>
            </a:custGeom>
            <a:ln w="38100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" name="pl60"/>
            <p:cNvSpPr/>
            <p:nvPr/>
          </p:nvSpPr>
          <p:spPr>
            <a:xfrm>
              <a:off x="3252455" y="4401284"/>
              <a:ext cx="3310085" cy="404869"/>
            </a:xfrm>
            <a:custGeom>
              <a:avLst/>
              <a:pathLst>
                <a:path w="3310085" h="404869">
                  <a:moveTo>
                    <a:pt x="0" y="404869"/>
                  </a:moveTo>
                  <a:lnTo>
                    <a:pt x="3310085" y="0"/>
                  </a:lnTo>
                </a:path>
              </a:pathLst>
            </a:custGeom>
            <a:ln w="38100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" name="pl61"/>
            <p:cNvSpPr/>
            <p:nvPr/>
          </p:nvSpPr>
          <p:spPr>
            <a:xfrm>
              <a:off x="3252455" y="4846744"/>
              <a:ext cx="2602652" cy="318340"/>
            </a:xfrm>
            <a:custGeom>
              <a:avLst/>
              <a:pathLst>
                <a:path w="2602652" h="318340">
                  <a:moveTo>
                    <a:pt x="0" y="0"/>
                  </a:moveTo>
                  <a:lnTo>
                    <a:pt x="2602652" y="318340"/>
                  </a:lnTo>
                </a:path>
              </a:pathLst>
            </a:custGeom>
            <a:ln w="38100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" name="pl62"/>
            <p:cNvSpPr/>
            <p:nvPr/>
          </p:nvSpPr>
          <p:spPr>
            <a:xfrm>
              <a:off x="3253692" y="4826449"/>
              <a:ext cx="3002375" cy="0"/>
            </a:xfrm>
            <a:custGeom>
              <a:avLst/>
              <a:pathLst>
                <a:path w="3002375" h="0">
                  <a:moveTo>
                    <a:pt x="0" y="0"/>
                  </a:moveTo>
                  <a:lnTo>
                    <a:pt x="3002375" y="0"/>
                  </a:lnTo>
                </a:path>
              </a:pathLst>
            </a:custGeom>
            <a:ln w="38100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" name="pl63"/>
            <p:cNvSpPr/>
            <p:nvPr/>
          </p:nvSpPr>
          <p:spPr>
            <a:xfrm>
              <a:off x="5669981" y="4492295"/>
              <a:ext cx="933767" cy="833321"/>
            </a:xfrm>
            <a:custGeom>
              <a:avLst/>
              <a:pathLst>
                <a:path w="933767" h="833321">
                  <a:moveTo>
                    <a:pt x="0" y="833321"/>
                  </a:moveTo>
                  <a:lnTo>
                    <a:pt x="933767" y="0"/>
                  </a:lnTo>
                </a:path>
              </a:pathLst>
            </a:custGeom>
            <a:ln w="33523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" name="pl64"/>
            <p:cNvSpPr/>
            <p:nvPr/>
          </p:nvSpPr>
          <p:spPr>
            <a:xfrm>
              <a:off x="5693042" y="5263513"/>
              <a:ext cx="180211" cy="95277"/>
            </a:xfrm>
            <a:custGeom>
              <a:avLst/>
              <a:pathLst>
                <a:path w="180211" h="95277">
                  <a:moveTo>
                    <a:pt x="0" y="95277"/>
                  </a:moveTo>
                  <a:lnTo>
                    <a:pt x="180211" y="0"/>
                  </a:lnTo>
                </a:path>
              </a:pathLst>
            </a:custGeom>
            <a:ln w="33677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" name="pl65"/>
            <p:cNvSpPr/>
            <p:nvPr/>
          </p:nvSpPr>
          <p:spPr>
            <a:xfrm>
              <a:off x="5682508" y="4921881"/>
              <a:ext cx="603476" cy="419609"/>
            </a:xfrm>
            <a:custGeom>
              <a:avLst/>
              <a:pathLst>
                <a:path w="603476" h="419609">
                  <a:moveTo>
                    <a:pt x="0" y="419609"/>
                  </a:moveTo>
                  <a:lnTo>
                    <a:pt x="603476" y="0"/>
                  </a:lnTo>
                </a:path>
              </a:pathLst>
            </a:custGeom>
            <a:ln w="38100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" name="pl66"/>
            <p:cNvSpPr/>
            <p:nvPr/>
          </p:nvSpPr>
          <p:spPr>
            <a:xfrm>
              <a:off x="6517726" y="4518888"/>
              <a:ext cx="116254" cy="169660"/>
            </a:xfrm>
            <a:custGeom>
              <a:avLst/>
              <a:pathLst>
                <a:path w="116254" h="169660">
                  <a:moveTo>
                    <a:pt x="0" y="169660"/>
                  </a:moveTo>
                  <a:lnTo>
                    <a:pt x="116254" y="0"/>
                  </a:lnTo>
                </a:path>
              </a:pathLst>
            </a:custGeom>
            <a:ln w="38100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" name="pl67"/>
            <p:cNvSpPr/>
            <p:nvPr/>
          </p:nvSpPr>
          <p:spPr>
            <a:xfrm>
              <a:off x="2738532" y="1316329"/>
              <a:ext cx="2658941" cy="1405769"/>
            </a:xfrm>
            <a:custGeom>
              <a:avLst/>
              <a:pathLst>
                <a:path w="2658941" h="1405769">
                  <a:moveTo>
                    <a:pt x="2658941" y="0"/>
                  </a:moveTo>
                  <a:lnTo>
                    <a:pt x="0" y="1405769"/>
                  </a:lnTo>
                </a:path>
              </a:pathLst>
            </a:custGeom>
            <a:ln w="38100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" name="pl68"/>
            <p:cNvSpPr/>
            <p:nvPr/>
          </p:nvSpPr>
          <p:spPr>
            <a:xfrm>
              <a:off x="2663230" y="1333628"/>
              <a:ext cx="2744777" cy="1908498"/>
            </a:xfrm>
            <a:custGeom>
              <a:avLst/>
              <a:pathLst>
                <a:path w="2744777" h="1908498">
                  <a:moveTo>
                    <a:pt x="2744777" y="0"/>
                  </a:moveTo>
                  <a:lnTo>
                    <a:pt x="0" y="1908498"/>
                  </a:lnTo>
                </a:path>
              </a:pathLst>
            </a:custGeom>
            <a:ln w="38100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" name="pl69"/>
            <p:cNvSpPr/>
            <p:nvPr/>
          </p:nvSpPr>
          <p:spPr>
            <a:xfrm>
              <a:off x="5043549" y="1404162"/>
              <a:ext cx="481704" cy="3996330"/>
            </a:xfrm>
            <a:custGeom>
              <a:avLst/>
              <a:pathLst>
                <a:path w="481704" h="3996330">
                  <a:moveTo>
                    <a:pt x="481704" y="0"/>
                  </a:moveTo>
                  <a:lnTo>
                    <a:pt x="0" y="3996330"/>
                  </a:lnTo>
                </a:path>
              </a:pathLst>
            </a:custGeom>
            <a:ln w="33523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" name="pl70"/>
            <p:cNvSpPr/>
            <p:nvPr/>
          </p:nvSpPr>
          <p:spPr>
            <a:xfrm>
              <a:off x="2715471" y="1349502"/>
              <a:ext cx="2705064" cy="2414078"/>
            </a:xfrm>
            <a:custGeom>
              <a:avLst/>
              <a:pathLst>
                <a:path w="2705064" h="2414078">
                  <a:moveTo>
                    <a:pt x="2705064" y="0"/>
                  </a:moveTo>
                  <a:lnTo>
                    <a:pt x="0" y="2414078"/>
                  </a:lnTo>
                </a:path>
              </a:pathLst>
            </a:custGeom>
            <a:ln w="33677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" name="pl71"/>
            <p:cNvSpPr/>
            <p:nvPr/>
          </p:nvSpPr>
          <p:spPr>
            <a:xfrm>
              <a:off x="2891685" y="1363724"/>
              <a:ext cx="2543175" cy="2891736"/>
            </a:xfrm>
            <a:custGeom>
              <a:avLst/>
              <a:pathLst>
                <a:path w="2543175" h="2891736">
                  <a:moveTo>
                    <a:pt x="2543175" y="0"/>
                  </a:moveTo>
                  <a:lnTo>
                    <a:pt x="0" y="2891736"/>
                  </a:lnTo>
                </a:path>
              </a:pathLst>
            </a:custGeom>
            <a:ln w="38100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" name="pl72"/>
            <p:cNvSpPr/>
            <p:nvPr/>
          </p:nvSpPr>
          <p:spPr>
            <a:xfrm>
              <a:off x="3248766" y="1278478"/>
              <a:ext cx="2134250" cy="529909"/>
            </a:xfrm>
            <a:custGeom>
              <a:avLst/>
              <a:pathLst>
                <a:path w="2134250" h="529909">
                  <a:moveTo>
                    <a:pt x="2134250" y="0"/>
                  </a:moveTo>
                  <a:lnTo>
                    <a:pt x="0" y="529909"/>
                  </a:lnTo>
                </a:path>
              </a:pathLst>
            </a:custGeom>
            <a:ln w="38100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" name="pl73"/>
            <p:cNvSpPr/>
            <p:nvPr/>
          </p:nvSpPr>
          <p:spPr>
            <a:xfrm>
              <a:off x="3181016" y="1376096"/>
              <a:ext cx="2269750" cy="3312453"/>
            </a:xfrm>
            <a:custGeom>
              <a:avLst/>
              <a:pathLst>
                <a:path w="2269750" h="3312453">
                  <a:moveTo>
                    <a:pt x="2269750" y="0"/>
                  </a:moveTo>
                  <a:lnTo>
                    <a:pt x="0" y="3312453"/>
                  </a:lnTo>
                </a:path>
              </a:pathLst>
            </a:custGeom>
            <a:ln w="38100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" name="pl74"/>
            <p:cNvSpPr/>
            <p:nvPr/>
          </p:nvSpPr>
          <p:spPr>
            <a:xfrm>
              <a:off x="5545258" y="1405363"/>
              <a:ext cx="0" cy="3864392"/>
            </a:xfrm>
            <a:custGeom>
              <a:avLst/>
              <a:pathLst>
                <a:path w="0" h="3864392">
                  <a:moveTo>
                    <a:pt x="0" y="0"/>
                  </a:moveTo>
                  <a:lnTo>
                    <a:pt x="0" y="3864392"/>
                  </a:lnTo>
                </a:path>
              </a:pathLst>
            </a:custGeom>
            <a:ln w="38100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" name="pl75"/>
            <p:cNvSpPr/>
            <p:nvPr/>
          </p:nvSpPr>
          <p:spPr>
            <a:xfrm>
              <a:off x="5604158" y="1394643"/>
              <a:ext cx="1065413" cy="2829898"/>
            </a:xfrm>
            <a:custGeom>
              <a:avLst/>
              <a:pathLst>
                <a:path w="1065413" h="2829898">
                  <a:moveTo>
                    <a:pt x="0" y="0"/>
                  </a:moveTo>
                  <a:lnTo>
                    <a:pt x="1065413" y="2829898"/>
                  </a:lnTo>
                </a:path>
              </a:pathLst>
            </a:custGeom>
            <a:ln w="33523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" name="pl76"/>
            <p:cNvSpPr/>
            <p:nvPr/>
          </p:nvSpPr>
          <p:spPr>
            <a:xfrm>
              <a:off x="5565263" y="1404162"/>
              <a:ext cx="435770" cy="3615252"/>
            </a:xfrm>
            <a:custGeom>
              <a:avLst/>
              <a:pathLst>
                <a:path w="435770" h="3615252">
                  <a:moveTo>
                    <a:pt x="0" y="0"/>
                  </a:moveTo>
                  <a:lnTo>
                    <a:pt x="435770" y="3615252"/>
                  </a:lnTo>
                </a:path>
              </a:pathLst>
            </a:custGeom>
            <a:ln w="33677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" name="pl77"/>
            <p:cNvSpPr/>
            <p:nvPr/>
          </p:nvSpPr>
          <p:spPr>
            <a:xfrm>
              <a:off x="5584989" y="1400573"/>
              <a:ext cx="798515" cy="3263498"/>
            </a:xfrm>
            <a:custGeom>
              <a:avLst/>
              <a:pathLst>
                <a:path w="798515" h="3263498">
                  <a:moveTo>
                    <a:pt x="0" y="0"/>
                  </a:moveTo>
                  <a:lnTo>
                    <a:pt x="798515" y="3263498"/>
                  </a:lnTo>
                </a:path>
              </a:pathLst>
            </a:custGeom>
            <a:ln w="36342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" name="pg78"/>
            <p:cNvSpPr/>
            <p:nvPr/>
          </p:nvSpPr>
          <p:spPr>
            <a:xfrm>
              <a:off x="6925072" y="3170392"/>
              <a:ext cx="58706" cy="167167"/>
            </a:xfrm>
            <a:custGeom>
              <a:avLst/>
              <a:pathLst>
                <a:path w="58706" h="167167">
                  <a:moveTo>
                    <a:pt x="58706" y="0"/>
                  </a:moveTo>
                  <a:lnTo>
                    <a:pt x="52709" y="107"/>
                  </a:lnTo>
                  <a:lnTo>
                    <a:pt x="46720" y="430"/>
                  </a:lnTo>
                  <a:lnTo>
                    <a:pt x="40745" y="967"/>
                  </a:lnTo>
                  <a:lnTo>
                    <a:pt x="34794" y="1719"/>
                  </a:lnTo>
                  <a:lnTo>
                    <a:pt x="28874" y="2683"/>
                  </a:lnTo>
                  <a:lnTo>
                    <a:pt x="22992" y="3859"/>
                  </a:lnTo>
                  <a:lnTo>
                    <a:pt x="17156" y="5246"/>
                  </a:lnTo>
                  <a:lnTo>
                    <a:pt x="11374" y="6840"/>
                  </a:lnTo>
                  <a:lnTo>
                    <a:pt x="5653" y="8642"/>
                  </a:lnTo>
                  <a:lnTo>
                    <a:pt x="0" y="10647"/>
                  </a:lnTo>
                  <a:lnTo>
                    <a:pt x="58706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" name="pg79"/>
            <p:cNvSpPr/>
            <p:nvPr/>
          </p:nvSpPr>
          <p:spPr>
            <a:xfrm>
              <a:off x="6925072" y="3181040"/>
              <a:ext cx="58706" cy="156519"/>
            </a:xfrm>
            <a:custGeom>
              <a:avLst/>
              <a:pathLst>
                <a:path w="58706" h="156519">
                  <a:moveTo>
                    <a:pt x="0" y="0"/>
                  </a:moveTo>
                  <a:lnTo>
                    <a:pt x="58706" y="156519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" name="pg80"/>
            <p:cNvSpPr/>
            <p:nvPr/>
          </p:nvSpPr>
          <p:spPr>
            <a:xfrm>
              <a:off x="6925072" y="3181040"/>
              <a:ext cx="58706" cy="156519"/>
            </a:xfrm>
            <a:custGeom>
              <a:avLst/>
              <a:pathLst>
                <a:path w="58706" h="156519">
                  <a:moveTo>
                    <a:pt x="0" y="0"/>
                  </a:moveTo>
                  <a:lnTo>
                    <a:pt x="58706" y="156519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" name="pg81"/>
            <p:cNvSpPr/>
            <p:nvPr/>
          </p:nvSpPr>
          <p:spPr>
            <a:xfrm>
              <a:off x="6925072" y="3181040"/>
              <a:ext cx="58706" cy="156519"/>
            </a:xfrm>
            <a:custGeom>
              <a:avLst/>
              <a:pathLst>
                <a:path w="58706" h="156519">
                  <a:moveTo>
                    <a:pt x="0" y="0"/>
                  </a:moveTo>
                  <a:lnTo>
                    <a:pt x="58706" y="156519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" name="pg82"/>
            <p:cNvSpPr/>
            <p:nvPr/>
          </p:nvSpPr>
          <p:spPr>
            <a:xfrm>
              <a:off x="6925072" y="3181040"/>
              <a:ext cx="58706" cy="156519"/>
            </a:xfrm>
            <a:custGeom>
              <a:avLst/>
              <a:pathLst>
                <a:path w="58706" h="156519">
                  <a:moveTo>
                    <a:pt x="0" y="0"/>
                  </a:moveTo>
                  <a:lnTo>
                    <a:pt x="58706" y="156519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" name="pg83"/>
            <p:cNvSpPr/>
            <p:nvPr/>
          </p:nvSpPr>
          <p:spPr>
            <a:xfrm>
              <a:off x="6925072" y="3181040"/>
              <a:ext cx="58706" cy="156519"/>
            </a:xfrm>
            <a:custGeom>
              <a:avLst/>
              <a:pathLst>
                <a:path w="58706" h="156519">
                  <a:moveTo>
                    <a:pt x="0" y="0"/>
                  </a:moveTo>
                  <a:lnTo>
                    <a:pt x="58706" y="156519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" name="pg84"/>
            <p:cNvSpPr/>
            <p:nvPr/>
          </p:nvSpPr>
          <p:spPr>
            <a:xfrm>
              <a:off x="6925072" y="3181040"/>
              <a:ext cx="58706" cy="156519"/>
            </a:xfrm>
            <a:custGeom>
              <a:avLst/>
              <a:pathLst>
                <a:path w="58706" h="156519">
                  <a:moveTo>
                    <a:pt x="0" y="0"/>
                  </a:moveTo>
                  <a:lnTo>
                    <a:pt x="58706" y="156519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" name="pg85"/>
            <p:cNvSpPr/>
            <p:nvPr/>
          </p:nvSpPr>
          <p:spPr>
            <a:xfrm>
              <a:off x="6925072" y="3181040"/>
              <a:ext cx="58706" cy="156519"/>
            </a:xfrm>
            <a:custGeom>
              <a:avLst/>
              <a:pathLst>
                <a:path w="58706" h="156519">
                  <a:moveTo>
                    <a:pt x="0" y="0"/>
                  </a:moveTo>
                  <a:lnTo>
                    <a:pt x="58706" y="156519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" name="pg86"/>
            <p:cNvSpPr/>
            <p:nvPr/>
          </p:nvSpPr>
          <p:spPr>
            <a:xfrm>
              <a:off x="6925072" y="3181040"/>
              <a:ext cx="58706" cy="156519"/>
            </a:xfrm>
            <a:custGeom>
              <a:avLst/>
              <a:pathLst>
                <a:path w="58706" h="156519">
                  <a:moveTo>
                    <a:pt x="0" y="0"/>
                  </a:moveTo>
                  <a:lnTo>
                    <a:pt x="58706" y="156519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" name="pg87"/>
            <p:cNvSpPr/>
            <p:nvPr/>
          </p:nvSpPr>
          <p:spPr>
            <a:xfrm>
              <a:off x="6925072" y="3181040"/>
              <a:ext cx="58706" cy="156519"/>
            </a:xfrm>
            <a:custGeom>
              <a:avLst/>
              <a:pathLst>
                <a:path w="58706" h="156519">
                  <a:moveTo>
                    <a:pt x="0" y="0"/>
                  </a:moveTo>
                  <a:lnTo>
                    <a:pt x="58706" y="156519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" name="pg88"/>
            <p:cNvSpPr/>
            <p:nvPr/>
          </p:nvSpPr>
          <p:spPr>
            <a:xfrm>
              <a:off x="6925072" y="3181040"/>
              <a:ext cx="58706" cy="156519"/>
            </a:xfrm>
            <a:custGeom>
              <a:avLst/>
              <a:pathLst>
                <a:path w="58706" h="156519">
                  <a:moveTo>
                    <a:pt x="0" y="0"/>
                  </a:moveTo>
                  <a:lnTo>
                    <a:pt x="58706" y="156519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" name="pg89"/>
            <p:cNvSpPr/>
            <p:nvPr/>
          </p:nvSpPr>
          <p:spPr>
            <a:xfrm>
              <a:off x="6925072" y="3181040"/>
              <a:ext cx="58706" cy="156519"/>
            </a:xfrm>
            <a:custGeom>
              <a:avLst/>
              <a:pathLst>
                <a:path w="58706" h="156519">
                  <a:moveTo>
                    <a:pt x="0" y="0"/>
                  </a:moveTo>
                  <a:lnTo>
                    <a:pt x="58706" y="156519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" name="pg90"/>
            <p:cNvSpPr/>
            <p:nvPr/>
          </p:nvSpPr>
          <p:spPr>
            <a:xfrm>
              <a:off x="6925072" y="3181040"/>
              <a:ext cx="58706" cy="156519"/>
            </a:xfrm>
            <a:custGeom>
              <a:avLst/>
              <a:pathLst>
                <a:path w="58706" h="156519">
                  <a:moveTo>
                    <a:pt x="0" y="0"/>
                  </a:moveTo>
                  <a:lnTo>
                    <a:pt x="58706" y="15651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" name="pg91"/>
            <p:cNvSpPr/>
            <p:nvPr/>
          </p:nvSpPr>
          <p:spPr>
            <a:xfrm>
              <a:off x="6925072" y="3181040"/>
              <a:ext cx="58706" cy="156519"/>
            </a:xfrm>
            <a:custGeom>
              <a:avLst/>
              <a:pathLst>
                <a:path w="58706" h="156519">
                  <a:moveTo>
                    <a:pt x="0" y="0"/>
                  </a:moveTo>
                  <a:lnTo>
                    <a:pt x="58706" y="15651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" name="pg92"/>
            <p:cNvSpPr/>
            <p:nvPr/>
          </p:nvSpPr>
          <p:spPr>
            <a:xfrm>
              <a:off x="6925072" y="3181040"/>
              <a:ext cx="58706" cy="156519"/>
            </a:xfrm>
            <a:custGeom>
              <a:avLst/>
              <a:pathLst>
                <a:path w="58706" h="156519">
                  <a:moveTo>
                    <a:pt x="0" y="0"/>
                  </a:moveTo>
                  <a:lnTo>
                    <a:pt x="58706" y="15651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" name="pg93"/>
            <p:cNvSpPr/>
            <p:nvPr/>
          </p:nvSpPr>
          <p:spPr>
            <a:xfrm>
              <a:off x="6925072" y="3181040"/>
              <a:ext cx="58706" cy="156519"/>
            </a:xfrm>
            <a:custGeom>
              <a:avLst/>
              <a:pathLst>
                <a:path w="58706" h="156519">
                  <a:moveTo>
                    <a:pt x="0" y="0"/>
                  </a:moveTo>
                  <a:lnTo>
                    <a:pt x="58706" y="15651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" name="pg94"/>
            <p:cNvSpPr/>
            <p:nvPr/>
          </p:nvSpPr>
          <p:spPr>
            <a:xfrm>
              <a:off x="6925072" y="3181040"/>
              <a:ext cx="58706" cy="156519"/>
            </a:xfrm>
            <a:custGeom>
              <a:avLst/>
              <a:pathLst>
                <a:path w="58706" h="156519">
                  <a:moveTo>
                    <a:pt x="0" y="0"/>
                  </a:moveTo>
                  <a:lnTo>
                    <a:pt x="58706" y="156519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" name="pg95"/>
            <p:cNvSpPr/>
            <p:nvPr/>
          </p:nvSpPr>
          <p:spPr>
            <a:xfrm>
              <a:off x="6925072" y="3181040"/>
              <a:ext cx="58706" cy="156519"/>
            </a:xfrm>
            <a:custGeom>
              <a:avLst/>
              <a:pathLst>
                <a:path w="58706" h="156519">
                  <a:moveTo>
                    <a:pt x="0" y="0"/>
                  </a:moveTo>
                  <a:lnTo>
                    <a:pt x="58706" y="156519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" name="pg96"/>
            <p:cNvSpPr/>
            <p:nvPr/>
          </p:nvSpPr>
          <p:spPr>
            <a:xfrm>
              <a:off x="6925072" y="3181040"/>
              <a:ext cx="58706" cy="156519"/>
            </a:xfrm>
            <a:custGeom>
              <a:avLst/>
              <a:pathLst>
                <a:path w="58706" h="156519">
                  <a:moveTo>
                    <a:pt x="0" y="0"/>
                  </a:moveTo>
                  <a:lnTo>
                    <a:pt x="58706" y="156519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" name="pg97"/>
            <p:cNvSpPr/>
            <p:nvPr/>
          </p:nvSpPr>
          <p:spPr>
            <a:xfrm>
              <a:off x="6925072" y="3181040"/>
              <a:ext cx="58706" cy="156519"/>
            </a:xfrm>
            <a:custGeom>
              <a:avLst/>
              <a:pathLst>
                <a:path w="58706" h="156519">
                  <a:moveTo>
                    <a:pt x="0" y="0"/>
                  </a:moveTo>
                  <a:lnTo>
                    <a:pt x="58706" y="156519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" name="pg98"/>
            <p:cNvSpPr/>
            <p:nvPr/>
          </p:nvSpPr>
          <p:spPr>
            <a:xfrm>
              <a:off x="6925072" y="3181040"/>
              <a:ext cx="58706" cy="156519"/>
            </a:xfrm>
            <a:custGeom>
              <a:avLst/>
              <a:pathLst>
                <a:path w="58706" h="156519">
                  <a:moveTo>
                    <a:pt x="0" y="0"/>
                  </a:moveTo>
                  <a:lnTo>
                    <a:pt x="58706" y="15651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" name="pg99"/>
            <p:cNvSpPr/>
            <p:nvPr/>
          </p:nvSpPr>
          <p:spPr>
            <a:xfrm>
              <a:off x="6925072" y="3181040"/>
              <a:ext cx="58706" cy="156519"/>
            </a:xfrm>
            <a:custGeom>
              <a:avLst/>
              <a:pathLst>
                <a:path w="58706" h="156519">
                  <a:moveTo>
                    <a:pt x="0" y="0"/>
                  </a:moveTo>
                  <a:lnTo>
                    <a:pt x="58706" y="15651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" name="pg100"/>
            <p:cNvSpPr/>
            <p:nvPr/>
          </p:nvSpPr>
          <p:spPr>
            <a:xfrm>
              <a:off x="6925072" y="3181040"/>
              <a:ext cx="58706" cy="156519"/>
            </a:xfrm>
            <a:custGeom>
              <a:avLst/>
              <a:pathLst>
                <a:path w="58706" h="156519">
                  <a:moveTo>
                    <a:pt x="0" y="0"/>
                  </a:moveTo>
                  <a:lnTo>
                    <a:pt x="58706" y="15651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" name="pg101"/>
            <p:cNvSpPr/>
            <p:nvPr/>
          </p:nvSpPr>
          <p:spPr>
            <a:xfrm>
              <a:off x="6925072" y="3181040"/>
              <a:ext cx="58706" cy="156519"/>
            </a:xfrm>
            <a:custGeom>
              <a:avLst/>
              <a:pathLst>
                <a:path w="58706" h="156519">
                  <a:moveTo>
                    <a:pt x="0" y="0"/>
                  </a:moveTo>
                  <a:lnTo>
                    <a:pt x="58706" y="15651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" name="pg102"/>
            <p:cNvSpPr/>
            <p:nvPr/>
          </p:nvSpPr>
          <p:spPr>
            <a:xfrm>
              <a:off x="6925072" y="3181040"/>
              <a:ext cx="58706" cy="156519"/>
            </a:xfrm>
            <a:custGeom>
              <a:avLst/>
              <a:pathLst>
                <a:path w="58706" h="156519">
                  <a:moveTo>
                    <a:pt x="0" y="0"/>
                  </a:moveTo>
                  <a:lnTo>
                    <a:pt x="58706" y="156519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" name="pg103"/>
            <p:cNvSpPr/>
            <p:nvPr/>
          </p:nvSpPr>
          <p:spPr>
            <a:xfrm>
              <a:off x="6925072" y="3181040"/>
              <a:ext cx="58706" cy="156519"/>
            </a:xfrm>
            <a:custGeom>
              <a:avLst/>
              <a:pathLst>
                <a:path w="58706" h="156519">
                  <a:moveTo>
                    <a:pt x="0" y="0"/>
                  </a:moveTo>
                  <a:lnTo>
                    <a:pt x="58706" y="156519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" name="pg104"/>
            <p:cNvSpPr/>
            <p:nvPr/>
          </p:nvSpPr>
          <p:spPr>
            <a:xfrm>
              <a:off x="6816616" y="3170458"/>
              <a:ext cx="334320" cy="334264"/>
            </a:xfrm>
            <a:custGeom>
              <a:avLst/>
              <a:pathLst>
                <a:path w="334320" h="334264">
                  <a:moveTo>
                    <a:pt x="108455" y="10581"/>
                  </a:moveTo>
                  <a:lnTo>
                    <a:pt x="103524" y="12520"/>
                  </a:lnTo>
                  <a:lnTo>
                    <a:pt x="98657" y="14615"/>
                  </a:lnTo>
                  <a:lnTo>
                    <a:pt x="93858" y="16863"/>
                  </a:lnTo>
                  <a:lnTo>
                    <a:pt x="89133" y="19262"/>
                  </a:lnTo>
                  <a:lnTo>
                    <a:pt x="84487" y="21809"/>
                  </a:lnTo>
                  <a:lnTo>
                    <a:pt x="79923" y="24502"/>
                  </a:lnTo>
                  <a:lnTo>
                    <a:pt x="75447" y="27339"/>
                  </a:lnTo>
                  <a:lnTo>
                    <a:pt x="71064" y="30316"/>
                  </a:lnTo>
                  <a:lnTo>
                    <a:pt x="66777" y="33431"/>
                  </a:lnTo>
                  <a:lnTo>
                    <a:pt x="62591" y="36680"/>
                  </a:lnTo>
                  <a:lnTo>
                    <a:pt x="58509" y="40059"/>
                  </a:lnTo>
                  <a:lnTo>
                    <a:pt x="54537" y="43567"/>
                  </a:lnTo>
                  <a:lnTo>
                    <a:pt x="50679" y="47199"/>
                  </a:lnTo>
                  <a:lnTo>
                    <a:pt x="46937" y="50951"/>
                  </a:lnTo>
                  <a:lnTo>
                    <a:pt x="43316" y="54820"/>
                  </a:lnTo>
                  <a:lnTo>
                    <a:pt x="39820" y="58801"/>
                  </a:lnTo>
                  <a:lnTo>
                    <a:pt x="36451" y="62892"/>
                  </a:lnTo>
                  <a:lnTo>
                    <a:pt x="33214" y="67087"/>
                  </a:lnTo>
                  <a:lnTo>
                    <a:pt x="30111" y="71383"/>
                  </a:lnTo>
                  <a:lnTo>
                    <a:pt x="27146" y="75775"/>
                  </a:lnTo>
                  <a:lnTo>
                    <a:pt x="24322" y="80258"/>
                  </a:lnTo>
                  <a:lnTo>
                    <a:pt x="21641" y="84829"/>
                  </a:lnTo>
                  <a:lnTo>
                    <a:pt x="19107" y="89483"/>
                  </a:lnTo>
                  <a:lnTo>
                    <a:pt x="16721" y="94214"/>
                  </a:lnTo>
                  <a:lnTo>
                    <a:pt x="14487" y="99019"/>
                  </a:lnTo>
                  <a:lnTo>
                    <a:pt x="12406" y="103892"/>
                  </a:lnTo>
                  <a:lnTo>
                    <a:pt x="10480" y="108829"/>
                  </a:lnTo>
                  <a:lnTo>
                    <a:pt x="8712" y="113824"/>
                  </a:lnTo>
                  <a:lnTo>
                    <a:pt x="7103" y="118873"/>
                  </a:lnTo>
                  <a:lnTo>
                    <a:pt x="5655" y="123971"/>
                  </a:lnTo>
                  <a:lnTo>
                    <a:pt x="4369" y="129111"/>
                  </a:lnTo>
                  <a:lnTo>
                    <a:pt x="3247" y="134290"/>
                  </a:lnTo>
                  <a:lnTo>
                    <a:pt x="2289" y="139502"/>
                  </a:lnTo>
                  <a:lnTo>
                    <a:pt x="1497" y="144741"/>
                  </a:lnTo>
                  <a:lnTo>
                    <a:pt x="872" y="150003"/>
                  </a:lnTo>
                  <a:lnTo>
                    <a:pt x="413" y="155282"/>
                  </a:lnTo>
                  <a:lnTo>
                    <a:pt x="122" y="160573"/>
                  </a:lnTo>
                  <a:lnTo>
                    <a:pt x="0" y="165871"/>
                  </a:lnTo>
                  <a:lnTo>
                    <a:pt x="45" y="171170"/>
                  </a:lnTo>
                  <a:lnTo>
                    <a:pt x="257" y="176464"/>
                  </a:lnTo>
                  <a:lnTo>
                    <a:pt x="638" y="181750"/>
                  </a:lnTo>
                  <a:lnTo>
                    <a:pt x="1186" y="187020"/>
                  </a:lnTo>
                  <a:lnTo>
                    <a:pt x="1901" y="192271"/>
                  </a:lnTo>
                  <a:lnTo>
                    <a:pt x="2782" y="197496"/>
                  </a:lnTo>
                  <a:lnTo>
                    <a:pt x="3827" y="202691"/>
                  </a:lnTo>
                  <a:lnTo>
                    <a:pt x="5038" y="207850"/>
                  </a:lnTo>
                  <a:lnTo>
                    <a:pt x="6411" y="212968"/>
                  </a:lnTo>
                  <a:lnTo>
                    <a:pt x="7945" y="218040"/>
                  </a:lnTo>
                  <a:lnTo>
                    <a:pt x="9640" y="223060"/>
                  </a:lnTo>
                  <a:lnTo>
                    <a:pt x="11492" y="228025"/>
                  </a:lnTo>
                  <a:lnTo>
                    <a:pt x="13501" y="232928"/>
                  </a:lnTo>
                  <a:lnTo>
                    <a:pt x="15665" y="237765"/>
                  </a:lnTo>
                  <a:lnTo>
                    <a:pt x="17981" y="242532"/>
                  </a:lnTo>
                  <a:lnTo>
                    <a:pt x="20447" y="247222"/>
                  </a:lnTo>
                  <a:lnTo>
                    <a:pt x="23060" y="251832"/>
                  </a:lnTo>
                  <a:lnTo>
                    <a:pt x="25818" y="256357"/>
                  </a:lnTo>
                  <a:lnTo>
                    <a:pt x="28718" y="260792"/>
                  </a:lnTo>
                  <a:lnTo>
                    <a:pt x="31757" y="265133"/>
                  </a:lnTo>
                  <a:lnTo>
                    <a:pt x="34932" y="269375"/>
                  </a:lnTo>
                  <a:lnTo>
                    <a:pt x="38240" y="273515"/>
                  </a:lnTo>
                  <a:lnTo>
                    <a:pt x="41677" y="277547"/>
                  </a:lnTo>
                  <a:lnTo>
                    <a:pt x="45241" y="281469"/>
                  </a:lnTo>
                  <a:lnTo>
                    <a:pt x="48927" y="285276"/>
                  </a:lnTo>
                  <a:lnTo>
                    <a:pt x="52732" y="288964"/>
                  </a:lnTo>
                  <a:lnTo>
                    <a:pt x="56652" y="292529"/>
                  </a:lnTo>
                  <a:lnTo>
                    <a:pt x="60683" y="295969"/>
                  </a:lnTo>
                  <a:lnTo>
                    <a:pt x="64821" y="299279"/>
                  </a:lnTo>
                  <a:lnTo>
                    <a:pt x="69061" y="302456"/>
                  </a:lnTo>
                  <a:lnTo>
                    <a:pt x="73401" y="305498"/>
                  </a:lnTo>
                  <a:lnTo>
                    <a:pt x="77834" y="308400"/>
                  </a:lnTo>
                  <a:lnTo>
                    <a:pt x="82358" y="311160"/>
                  </a:lnTo>
                  <a:lnTo>
                    <a:pt x="86966" y="313776"/>
                  </a:lnTo>
                  <a:lnTo>
                    <a:pt x="91655" y="316244"/>
                  </a:lnTo>
                  <a:lnTo>
                    <a:pt x="96420" y="318562"/>
                  </a:lnTo>
                  <a:lnTo>
                    <a:pt x="101256" y="320728"/>
                  </a:lnTo>
                  <a:lnTo>
                    <a:pt x="106159" y="322740"/>
                  </a:lnTo>
                  <a:lnTo>
                    <a:pt x="111122" y="324595"/>
                  </a:lnTo>
                  <a:lnTo>
                    <a:pt x="116142" y="326292"/>
                  </a:lnTo>
                  <a:lnTo>
                    <a:pt x="121213" y="327829"/>
                  </a:lnTo>
                  <a:lnTo>
                    <a:pt x="126331" y="329205"/>
                  </a:lnTo>
                  <a:lnTo>
                    <a:pt x="131489" y="330417"/>
                  </a:lnTo>
                  <a:lnTo>
                    <a:pt x="136683" y="331466"/>
                  </a:lnTo>
                  <a:lnTo>
                    <a:pt x="141908" y="332350"/>
                  </a:lnTo>
                  <a:lnTo>
                    <a:pt x="147158" y="333067"/>
                  </a:lnTo>
                  <a:lnTo>
                    <a:pt x="152429" y="333618"/>
                  </a:lnTo>
                  <a:lnTo>
                    <a:pt x="157714" y="334001"/>
                  </a:lnTo>
                  <a:lnTo>
                    <a:pt x="163008" y="334217"/>
                  </a:lnTo>
                  <a:lnTo>
                    <a:pt x="168307" y="334264"/>
                  </a:lnTo>
                  <a:lnTo>
                    <a:pt x="173605" y="334144"/>
                  </a:lnTo>
                  <a:lnTo>
                    <a:pt x="178896" y="333856"/>
                  </a:lnTo>
                  <a:lnTo>
                    <a:pt x="184175" y="333400"/>
                  </a:lnTo>
                  <a:lnTo>
                    <a:pt x="189437" y="332777"/>
                  </a:lnTo>
                  <a:lnTo>
                    <a:pt x="194677" y="331988"/>
                  </a:lnTo>
                  <a:lnTo>
                    <a:pt x="199890" y="331033"/>
                  </a:lnTo>
                  <a:lnTo>
                    <a:pt x="205069" y="329914"/>
                  </a:lnTo>
                  <a:lnTo>
                    <a:pt x="210210" y="328630"/>
                  </a:lnTo>
                  <a:lnTo>
                    <a:pt x="215308" y="327185"/>
                  </a:lnTo>
                  <a:lnTo>
                    <a:pt x="220358" y="325579"/>
                  </a:lnTo>
                  <a:lnTo>
                    <a:pt x="225354" y="323813"/>
                  </a:lnTo>
                  <a:lnTo>
                    <a:pt x="230292" y="321890"/>
                  </a:lnTo>
                  <a:lnTo>
                    <a:pt x="235166" y="319811"/>
                  </a:lnTo>
                  <a:lnTo>
                    <a:pt x="239972" y="317579"/>
                  </a:lnTo>
                  <a:lnTo>
                    <a:pt x="244705" y="315196"/>
                  </a:lnTo>
                  <a:lnTo>
                    <a:pt x="249360" y="312664"/>
                  </a:lnTo>
                  <a:lnTo>
                    <a:pt x="253932" y="309985"/>
                  </a:lnTo>
                  <a:lnTo>
                    <a:pt x="258417" y="307163"/>
                  </a:lnTo>
                  <a:lnTo>
                    <a:pt x="262810" y="304201"/>
                  </a:lnTo>
                  <a:lnTo>
                    <a:pt x="267108" y="301100"/>
                  </a:lnTo>
                  <a:lnTo>
                    <a:pt x="271304" y="297865"/>
                  </a:lnTo>
                  <a:lnTo>
                    <a:pt x="275397" y="294499"/>
                  </a:lnTo>
                  <a:lnTo>
                    <a:pt x="279380" y="291004"/>
                  </a:lnTo>
                  <a:lnTo>
                    <a:pt x="283251" y="287385"/>
                  </a:lnTo>
                  <a:lnTo>
                    <a:pt x="287005" y="283646"/>
                  </a:lnTo>
                  <a:lnTo>
                    <a:pt x="290639" y="279789"/>
                  </a:lnTo>
                  <a:lnTo>
                    <a:pt x="294148" y="275819"/>
                  </a:lnTo>
                  <a:lnTo>
                    <a:pt x="297530" y="271739"/>
                  </a:lnTo>
                  <a:lnTo>
                    <a:pt x="300781" y="267555"/>
                  </a:lnTo>
                  <a:lnTo>
                    <a:pt x="303898" y="263269"/>
                  </a:lnTo>
                  <a:lnTo>
                    <a:pt x="306877" y="258887"/>
                  </a:lnTo>
                  <a:lnTo>
                    <a:pt x="309716" y="254413"/>
                  </a:lnTo>
                  <a:lnTo>
                    <a:pt x="312412" y="249851"/>
                  </a:lnTo>
                  <a:lnTo>
                    <a:pt x="314962" y="245205"/>
                  </a:lnTo>
                  <a:lnTo>
                    <a:pt x="317363" y="240482"/>
                  </a:lnTo>
                  <a:lnTo>
                    <a:pt x="319613" y="235684"/>
                  </a:lnTo>
                  <a:lnTo>
                    <a:pt x="321710" y="230818"/>
                  </a:lnTo>
                  <a:lnTo>
                    <a:pt x="323652" y="225888"/>
                  </a:lnTo>
                  <a:lnTo>
                    <a:pt x="325437" y="220898"/>
                  </a:lnTo>
                  <a:lnTo>
                    <a:pt x="327062" y="215855"/>
                  </a:lnTo>
                  <a:lnTo>
                    <a:pt x="328527" y="210762"/>
                  </a:lnTo>
                  <a:lnTo>
                    <a:pt x="329830" y="205626"/>
                  </a:lnTo>
                  <a:lnTo>
                    <a:pt x="330969" y="200451"/>
                  </a:lnTo>
                  <a:lnTo>
                    <a:pt x="331944" y="195242"/>
                  </a:lnTo>
                  <a:lnTo>
                    <a:pt x="332753" y="190005"/>
                  </a:lnTo>
                  <a:lnTo>
                    <a:pt x="333396" y="184746"/>
                  </a:lnTo>
                  <a:lnTo>
                    <a:pt x="333872" y="179468"/>
                  </a:lnTo>
                  <a:lnTo>
                    <a:pt x="334180" y="174178"/>
                  </a:lnTo>
                  <a:lnTo>
                    <a:pt x="334320" y="168881"/>
                  </a:lnTo>
                  <a:lnTo>
                    <a:pt x="334293" y="163582"/>
                  </a:lnTo>
                  <a:lnTo>
                    <a:pt x="334097" y="158287"/>
                  </a:lnTo>
                  <a:lnTo>
                    <a:pt x="333734" y="153000"/>
                  </a:lnTo>
                  <a:lnTo>
                    <a:pt x="333203" y="147728"/>
                  </a:lnTo>
                  <a:lnTo>
                    <a:pt x="332506" y="142475"/>
                  </a:lnTo>
                  <a:lnTo>
                    <a:pt x="331642" y="137247"/>
                  </a:lnTo>
                  <a:lnTo>
                    <a:pt x="330614" y="132048"/>
                  </a:lnTo>
                  <a:lnTo>
                    <a:pt x="329421" y="126886"/>
                  </a:lnTo>
                  <a:lnTo>
                    <a:pt x="328064" y="121763"/>
                  </a:lnTo>
                  <a:lnTo>
                    <a:pt x="326547" y="116686"/>
                  </a:lnTo>
                  <a:lnTo>
                    <a:pt x="324869" y="111660"/>
                  </a:lnTo>
                  <a:lnTo>
                    <a:pt x="323032" y="106689"/>
                  </a:lnTo>
                  <a:lnTo>
                    <a:pt x="321039" y="101779"/>
                  </a:lnTo>
                  <a:lnTo>
                    <a:pt x="318892" y="96935"/>
                  </a:lnTo>
                  <a:lnTo>
                    <a:pt x="316591" y="92161"/>
                  </a:lnTo>
                  <a:lnTo>
                    <a:pt x="314141" y="87463"/>
                  </a:lnTo>
                  <a:lnTo>
                    <a:pt x="311543" y="82844"/>
                  </a:lnTo>
                  <a:lnTo>
                    <a:pt x="308800" y="78311"/>
                  </a:lnTo>
                  <a:lnTo>
                    <a:pt x="305915" y="73866"/>
                  </a:lnTo>
                  <a:lnTo>
                    <a:pt x="302890" y="69515"/>
                  </a:lnTo>
                  <a:lnTo>
                    <a:pt x="299729" y="65262"/>
                  </a:lnTo>
                  <a:lnTo>
                    <a:pt x="296435" y="61112"/>
                  </a:lnTo>
                  <a:lnTo>
                    <a:pt x="293010" y="57068"/>
                  </a:lnTo>
                  <a:lnTo>
                    <a:pt x="289460" y="53134"/>
                  </a:lnTo>
                  <a:lnTo>
                    <a:pt x="285786" y="49315"/>
                  </a:lnTo>
                  <a:lnTo>
                    <a:pt x="281993" y="45615"/>
                  </a:lnTo>
                  <a:lnTo>
                    <a:pt x="278085" y="42036"/>
                  </a:lnTo>
                  <a:lnTo>
                    <a:pt x="274066" y="38584"/>
                  </a:lnTo>
                  <a:lnTo>
                    <a:pt x="269939" y="35260"/>
                  </a:lnTo>
                  <a:lnTo>
                    <a:pt x="265708" y="32069"/>
                  </a:lnTo>
                  <a:lnTo>
                    <a:pt x="261379" y="29013"/>
                  </a:lnTo>
                  <a:lnTo>
                    <a:pt x="256955" y="26096"/>
                  </a:lnTo>
                  <a:lnTo>
                    <a:pt x="252441" y="23321"/>
                  </a:lnTo>
                  <a:lnTo>
                    <a:pt x="247841" y="20691"/>
                  </a:lnTo>
                  <a:lnTo>
                    <a:pt x="243160" y="18207"/>
                  </a:lnTo>
                  <a:lnTo>
                    <a:pt x="238403" y="15873"/>
                  </a:lnTo>
                  <a:lnTo>
                    <a:pt x="233574" y="13691"/>
                  </a:lnTo>
                  <a:lnTo>
                    <a:pt x="228678" y="11663"/>
                  </a:lnTo>
                  <a:lnTo>
                    <a:pt x="223721" y="9792"/>
                  </a:lnTo>
                  <a:lnTo>
                    <a:pt x="218706" y="8078"/>
                  </a:lnTo>
                  <a:lnTo>
                    <a:pt x="213640" y="6524"/>
                  </a:lnTo>
                  <a:lnTo>
                    <a:pt x="208527" y="5132"/>
                  </a:lnTo>
                  <a:lnTo>
                    <a:pt x="203373" y="3902"/>
                  </a:lnTo>
                  <a:lnTo>
                    <a:pt x="198182" y="2837"/>
                  </a:lnTo>
                  <a:lnTo>
                    <a:pt x="192961" y="1936"/>
                  </a:lnTo>
                  <a:lnTo>
                    <a:pt x="187713" y="1201"/>
                  </a:lnTo>
                  <a:lnTo>
                    <a:pt x="182444" y="633"/>
                  </a:lnTo>
                  <a:lnTo>
                    <a:pt x="177160" y="233"/>
                  </a:lnTo>
                  <a:lnTo>
                    <a:pt x="171867" y="0"/>
                  </a:lnTo>
                  <a:lnTo>
                    <a:pt x="167162" y="167101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" name="pg105"/>
            <p:cNvSpPr/>
            <p:nvPr/>
          </p:nvSpPr>
          <p:spPr>
            <a:xfrm>
              <a:off x="6983779" y="3170392"/>
              <a:ext cx="4704" cy="167167"/>
            </a:xfrm>
            <a:custGeom>
              <a:avLst/>
              <a:pathLst>
                <a:path w="4704" h="167167">
                  <a:moveTo>
                    <a:pt x="4704" y="66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" name="pg106"/>
            <p:cNvSpPr/>
            <p:nvPr/>
          </p:nvSpPr>
          <p:spPr>
            <a:xfrm>
              <a:off x="6919011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" name="pg107"/>
            <p:cNvSpPr/>
            <p:nvPr/>
          </p:nvSpPr>
          <p:spPr>
            <a:xfrm>
              <a:off x="6751856" y="2633064"/>
              <a:ext cx="167155" cy="201328"/>
            </a:xfrm>
            <a:custGeom>
              <a:avLst/>
              <a:pathLst>
                <a:path w="167155" h="201328">
                  <a:moveTo>
                    <a:pt x="167155" y="0"/>
                  </a:moveTo>
                  <a:lnTo>
                    <a:pt x="161756" y="87"/>
                  </a:lnTo>
                  <a:lnTo>
                    <a:pt x="156363" y="348"/>
                  </a:lnTo>
                  <a:lnTo>
                    <a:pt x="150981" y="784"/>
                  </a:lnTo>
                  <a:lnTo>
                    <a:pt x="145616" y="1393"/>
                  </a:lnTo>
                  <a:lnTo>
                    <a:pt x="140273" y="2175"/>
                  </a:lnTo>
                  <a:lnTo>
                    <a:pt x="134958" y="3129"/>
                  </a:lnTo>
                  <a:lnTo>
                    <a:pt x="129677" y="4255"/>
                  </a:lnTo>
                  <a:lnTo>
                    <a:pt x="124436" y="5550"/>
                  </a:lnTo>
                  <a:lnTo>
                    <a:pt x="119238" y="7014"/>
                  </a:lnTo>
                  <a:lnTo>
                    <a:pt x="114091" y="8645"/>
                  </a:lnTo>
                  <a:lnTo>
                    <a:pt x="108999" y="10442"/>
                  </a:lnTo>
                  <a:lnTo>
                    <a:pt x="103968" y="12402"/>
                  </a:lnTo>
                  <a:lnTo>
                    <a:pt x="99002" y="14523"/>
                  </a:lnTo>
                  <a:lnTo>
                    <a:pt x="94108" y="16804"/>
                  </a:lnTo>
                  <a:lnTo>
                    <a:pt x="89290" y="19241"/>
                  </a:lnTo>
                  <a:lnTo>
                    <a:pt x="84553" y="21833"/>
                  </a:lnTo>
                  <a:lnTo>
                    <a:pt x="79902" y="24577"/>
                  </a:lnTo>
                  <a:lnTo>
                    <a:pt x="75343" y="27469"/>
                  </a:lnTo>
                  <a:lnTo>
                    <a:pt x="70879" y="30507"/>
                  </a:lnTo>
                  <a:lnTo>
                    <a:pt x="66516" y="33688"/>
                  </a:lnTo>
                  <a:lnTo>
                    <a:pt x="62257" y="37008"/>
                  </a:lnTo>
                  <a:lnTo>
                    <a:pt x="58108" y="40463"/>
                  </a:lnTo>
                  <a:lnTo>
                    <a:pt x="54073" y="44051"/>
                  </a:lnTo>
                  <a:lnTo>
                    <a:pt x="50156" y="47768"/>
                  </a:lnTo>
                  <a:lnTo>
                    <a:pt x="46361" y="51608"/>
                  </a:lnTo>
                  <a:lnTo>
                    <a:pt x="42692" y="55570"/>
                  </a:lnTo>
                  <a:lnTo>
                    <a:pt x="39153" y="59648"/>
                  </a:lnTo>
                  <a:lnTo>
                    <a:pt x="35747" y="63838"/>
                  </a:lnTo>
                  <a:lnTo>
                    <a:pt x="32478" y="68136"/>
                  </a:lnTo>
                  <a:lnTo>
                    <a:pt x="29350" y="72537"/>
                  </a:lnTo>
                  <a:lnTo>
                    <a:pt x="26366" y="77037"/>
                  </a:lnTo>
                  <a:lnTo>
                    <a:pt x="23529" y="81631"/>
                  </a:lnTo>
                  <a:lnTo>
                    <a:pt x="20841" y="86314"/>
                  </a:lnTo>
                  <a:lnTo>
                    <a:pt x="18306" y="91082"/>
                  </a:lnTo>
                  <a:lnTo>
                    <a:pt x="15926" y="95929"/>
                  </a:lnTo>
                  <a:lnTo>
                    <a:pt x="13705" y="100850"/>
                  </a:lnTo>
                  <a:lnTo>
                    <a:pt x="11643" y="105840"/>
                  </a:lnTo>
                  <a:lnTo>
                    <a:pt x="9743" y="110895"/>
                  </a:lnTo>
                  <a:lnTo>
                    <a:pt x="8008" y="116008"/>
                  </a:lnTo>
                  <a:lnTo>
                    <a:pt x="6439" y="121174"/>
                  </a:lnTo>
                  <a:lnTo>
                    <a:pt x="5037" y="126389"/>
                  </a:lnTo>
                  <a:lnTo>
                    <a:pt x="3805" y="131646"/>
                  </a:lnTo>
                  <a:lnTo>
                    <a:pt x="2743" y="136940"/>
                  </a:lnTo>
                  <a:lnTo>
                    <a:pt x="1853" y="142266"/>
                  </a:lnTo>
                  <a:lnTo>
                    <a:pt x="1135" y="147617"/>
                  </a:lnTo>
                  <a:lnTo>
                    <a:pt x="590" y="152989"/>
                  </a:lnTo>
                  <a:lnTo>
                    <a:pt x="219" y="158376"/>
                  </a:lnTo>
                  <a:lnTo>
                    <a:pt x="22" y="163772"/>
                  </a:lnTo>
                  <a:lnTo>
                    <a:pt x="0" y="169172"/>
                  </a:lnTo>
                  <a:lnTo>
                    <a:pt x="151" y="174569"/>
                  </a:lnTo>
                  <a:lnTo>
                    <a:pt x="478" y="179959"/>
                  </a:lnTo>
                  <a:lnTo>
                    <a:pt x="978" y="185335"/>
                  </a:lnTo>
                  <a:lnTo>
                    <a:pt x="1651" y="190693"/>
                  </a:lnTo>
                  <a:lnTo>
                    <a:pt x="2497" y="196026"/>
                  </a:lnTo>
                  <a:lnTo>
                    <a:pt x="3515" y="201328"/>
                  </a:lnTo>
                  <a:lnTo>
                    <a:pt x="167155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" name="pg108"/>
            <p:cNvSpPr/>
            <p:nvPr/>
          </p:nvSpPr>
          <p:spPr>
            <a:xfrm>
              <a:off x="6755371" y="2800231"/>
              <a:ext cx="163639" cy="34161"/>
            </a:xfrm>
            <a:custGeom>
              <a:avLst/>
              <a:pathLst>
                <a:path w="163639" h="34161">
                  <a:moveTo>
                    <a:pt x="0" y="34161"/>
                  </a:moveTo>
                  <a:lnTo>
                    <a:pt x="163639" y="0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" name="pg109"/>
            <p:cNvSpPr/>
            <p:nvPr/>
          </p:nvSpPr>
          <p:spPr>
            <a:xfrm>
              <a:off x="6755371" y="2800231"/>
              <a:ext cx="163639" cy="34161"/>
            </a:xfrm>
            <a:custGeom>
              <a:avLst/>
              <a:pathLst>
                <a:path w="163639" h="34161">
                  <a:moveTo>
                    <a:pt x="0" y="34161"/>
                  </a:moveTo>
                  <a:lnTo>
                    <a:pt x="163639" y="0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" name="pg110"/>
            <p:cNvSpPr/>
            <p:nvPr/>
          </p:nvSpPr>
          <p:spPr>
            <a:xfrm>
              <a:off x="6755371" y="2800231"/>
              <a:ext cx="163639" cy="34161"/>
            </a:xfrm>
            <a:custGeom>
              <a:avLst/>
              <a:pathLst>
                <a:path w="163639" h="34161">
                  <a:moveTo>
                    <a:pt x="0" y="34161"/>
                  </a:moveTo>
                  <a:lnTo>
                    <a:pt x="163639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" name="pg111"/>
            <p:cNvSpPr/>
            <p:nvPr/>
          </p:nvSpPr>
          <p:spPr>
            <a:xfrm>
              <a:off x="6755371" y="2800231"/>
              <a:ext cx="163639" cy="34161"/>
            </a:xfrm>
            <a:custGeom>
              <a:avLst/>
              <a:pathLst>
                <a:path w="163639" h="34161">
                  <a:moveTo>
                    <a:pt x="0" y="34161"/>
                  </a:moveTo>
                  <a:lnTo>
                    <a:pt x="163639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" name="pg112"/>
            <p:cNvSpPr/>
            <p:nvPr/>
          </p:nvSpPr>
          <p:spPr>
            <a:xfrm>
              <a:off x="6755371" y="2800231"/>
              <a:ext cx="163639" cy="34161"/>
            </a:xfrm>
            <a:custGeom>
              <a:avLst/>
              <a:pathLst>
                <a:path w="163639" h="34161">
                  <a:moveTo>
                    <a:pt x="0" y="34161"/>
                  </a:moveTo>
                  <a:lnTo>
                    <a:pt x="163639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" name="pg113"/>
            <p:cNvSpPr/>
            <p:nvPr/>
          </p:nvSpPr>
          <p:spPr>
            <a:xfrm>
              <a:off x="6755371" y="2800231"/>
              <a:ext cx="163639" cy="34161"/>
            </a:xfrm>
            <a:custGeom>
              <a:avLst/>
              <a:pathLst>
                <a:path w="163639" h="34161">
                  <a:moveTo>
                    <a:pt x="0" y="34161"/>
                  </a:moveTo>
                  <a:lnTo>
                    <a:pt x="163639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" name="pg114"/>
            <p:cNvSpPr/>
            <p:nvPr/>
          </p:nvSpPr>
          <p:spPr>
            <a:xfrm>
              <a:off x="6755371" y="2800231"/>
              <a:ext cx="163639" cy="34161"/>
            </a:xfrm>
            <a:custGeom>
              <a:avLst/>
              <a:pathLst>
                <a:path w="163639" h="34161">
                  <a:moveTo>
                    <a:pt x="0" y="34161"/>
                  </a:moveTo>
                  <a:lnTo>
                    <a:pt x="163639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" name="pg115"/>
            <p:cNvSpPr/>
            <p:nvPr/>
          </p:nvSpPr>
          <p:spPr>
            <a:xfrm>
              <a:off x="6755371" y="2800231"/>
              <a:ext cx="163639" cy="34161"/>
            </a:xfrm>
            <a:custGeom>
              <a:avLst/>
              <a:pathLst>
                <a:path w="163639" h="34161">
                  <a:moveTo>
                    <a:pt x="0" y="34161"/>
                  </a:moveTo>
                  <a:lnTo>
                    <a:pt x="163639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" name="pg116"/>
            <p:cNvSpPr/>
            <p:nvPr/>
          </p:nvSpPr>
          <p:spPr>
            <a:xfrm>
              <a:off x="6755371" y="2800231"/>
              <a:ext cx="163639" cy="34161"/>
            </a:xfrm>
            <a:custGeom>
              <a:avLst/>
              <a:pathLst>
                <a:path w="163639" h="34161">
                  <a:moveTo>
                    <a:pt x="0" y="34161"/>
                  </a:moveTo>
                  <a:lnTo>
                    <a:pt x="163639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" name="pg117"/>
            <p:cNvSpPr/>
            <p:nvPr/>
          </p:nvSpPr>
          <p:spPr>
            <a:xfrm>
              <a:off x="6755371" y="2800231"/>
              <a:ext cx="163639" cy="34161"/>
            </a:xfrm>
            <a:custGeom>
              <a:avLst/>
              <a:pathLst>
                <a:path w="163639" h="34161">
                  <a:moveTo>
                    <a:pt x="0" y="34161"/>
                  </a:moveTo>
                  <a:lnTo>
                    <a:pt x="163639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" name="pg118"/>
            <p:cNvSpPr/>
            <p:nvPr/>
          </p:nvSpPr>
          <p:spPr>
            <a:xfrm>
              <a:off x="6755371" y="2800231"/>
              <a:ext cx="163639" cy="34161"/>
            </a:xfrm>
            <a:custGeom>
              <a:avLst/>
              <a:pathLst>
                <a:path w="163639" h="34161">
                  <a:moveTo>
                    <a:pt x="0" y="34161"/>
                  </a:moveTo>
                  <a:lnTo>
                    <a:pt x="163639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" name="pg119"/>
            <p:cNvSpPr/>
            <p:nvPr/>
          </p:nvSpPr>
          <p:spPr>
            <a:xfrm>
              <a:off x="6755371" y="2800231"/>
              <a:ext cx="163639" cy="34161"/>
            </a:xfrm>
            <a:custGeom>
              <a:avLst/>
              <a:pathLst>
                <a:path w="163639" h="34161">
                  <a:moveTo>
                    <a:pt x="0" y="34161"/>
                  </a:moveTo>
                  <a:lnTo>
                    <a:pt x="163639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" name="pg120"/>
            <p:cNvSpPr/>
            <p:nvPr/>
          </p:nvSpPr>
          <p:spPr>
            <a:xfrm>
              <a:off x="6755371" y="2800231"/>
              <a:ext cx="163639" cy="34161"/>
            </a:xfrm>
            <a:custGeom>
              <a:avLst/>
              <a:pathLst>
                <a:path w="163639" h="34161">
                  <a:moveTo>
                    <a:pt x="0" y="34161"/>
                  </a:moveTo>
                  <a:lnTo>
                    <a:pt x="163639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" name="pg121"/>
            <p:cNvSpPr/>
            <p:nvPr/>
          </p:nvSpPr>
          <p:spPr>
            <a:xfrm>
              <a:off x="6755371" y="2800231"/>
              <a:ext cx="163639" cy="34161"/>
            </a:xfrm>
            <a:custGeom>
              <a:avLst/>
              <a:pathLst>
                <a:path w="163639" h="34161">
                  <a:moveTo>
                    <a:pt x="0" y="34161"/>
                  </a:moveTo>
                  <a:lnTo>
                    <a:pt x="163639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" name="pg122"/>
            <p:cNvSpPr/>
            <p:nvPr/>
          </p:nvSpPr>
          <p:spPr>
            <a:xfrm>
              <a:off x="6755371" y="2800231"/>
              <a:ext cx="163639" cy="34161"/>
            </a:xfrm>
            <a:custGeom>
              <a:avLst/>
              <a:pathLst>
                <a:path w="163639" h="34161">
                  <a:moveTo>
                    <a:pt x="0" y="34161"/>
                  </a:moveTo>
                  <a:lnTo>
                    <a:pt x="163639" y="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" name="pg123"/>
            <p:cNvSpPr/>
            <p:nvPr/>
          </p:nvSpPr>
          <p:spPr>
            <a:xfrm>
              <a:off x="6755371" y="2800231"/>
              <a:ext cx="163639" cy="34161"/>
            </a:xfrm>
            <a:custGeom>
              <a:avLst/>
              <a:pathLst>
                <a:path w="163639" h="34161">
                  <a:moveTo>
                    <a:pt x="0" y="34161"/>
                  </a:moveTo>
                  <a:lnTo>
                    <a:pt x="163639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" name="pg124"/>
            <p:cNvSpPr/>
            <p:nvPr/>
          </p:nvSpPr>
          <p:spPr>
            <a:xfrm>
              <a:off x="6755371" y="2800231"/>
              <a:ext cx="163639" cy="34161"/>
            </a:xfrm>
            <a:custGeom>
              <a:avLst/>
              <a:pathLst>
                <a:path w="163639" h="34161">
                  <a:moveTo>
                    <a:pt x="0" y="34161"/>
                  </a:moveTo>
                  <a:lnTo>
                    <a:pt x="163639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" name="pg125"/>
            <p:cNvSpPr/>
            <p:nvPr/>
          </p:nvSpPr>
          <p:spPr>
            <a:xfrm>
              <a:off x="6755371" y="2800231"/>
              <a:ext cx="163639" cy="34161"/>
            </a:xfrm>
            <a:custGeom>
              <a:avLst/>
              <a:pathLst>
                <a:path w="163639" h="34161">
                  <a:moveTo>
                    <a:pt x="0" y="34161"/>
                  </a:moveTo>
                  <a:lnTo>
                    <a:pt x="163639" y="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" name="pg126"/>
            <p:cNvSpPr/>
            <p:nvPr/>
          </p:nvSpPr>
          <p:spPr>
            <a:xfrm>
              <a:off x="6755371" y="2800231"/>
              <a:ext cx="163639" cy="34161"/>
            </a:xfrm>
            <a:custGeom>
              <a:avLst/>
              <a:pathLst>
                <a:path w="163639" h="34161">
                  <a:moveTo>
                    <a:pt x="0" y="34161"/>
                  </a:moveTo>
                  <a:lnTo>
                    <a:pt x="163639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" name="pg127"/>
            <p:cNvSpPr/>
            <p:nvPr/>
          </p:nvSpPr>
          <p:spPr>
            <a:xfrm>
              <a:off x="6755371" y="2800231"/>
              <a:ext cx="163639" cy="34161"/>
            </a:xfrm>
            <a:custGeom>
              <a:avLst/>
              <a:pathLst>
                <a:path w="163639" h="34161">
                  <a:moveTo>
                    <a:pt x="0" y="34161"/>
                  </a:moveTo>
                  <a:lnTo>
                    <a:pt x="163639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" name="pg128"/>
            <p:cNvSpPr/>
            <p:nvPr/>
          </p:nvSpPr>
          <p:spPr>
            <a:xfrm>
              <a:off x="6755371" y="2800231"/>
              <a:ext cx="163639" cy="34161"/>
            </a:xfrm>
            <a:custGeom>
              <a:avLst/>
              <a:pathLst>
                <a:path w="163639" h="34161">
                  <a:moveTo>
                    <a:pt x="0" y="34161"/>
                  </a:moveTo>
                  <a:lnTo>
                    <a:pt x="163639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9" name="pg129"/>
            <p:cNvSpPr/>
            <p:nvPr/>
          </p:nvSpPr>
          <p:spPr>
            <a:xfrm>
              <a:off x="6755371" y="2800231"/>
              <a:ext cx="163639" cy="34161"/>
            </a:xfrm>
            <a:custGeom>
              <a:avLst/>
              <a:pathLst>
                <a:path w="163639" h="34161">
                  <a:moveTo>
                    <a:pt x="0" y="34161"/>
                  </a:moveTo>
                  <a:lnTo>
                    <a:pt x="163639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0" name="pg130"/>
            <p:cNvSpPr/>
            <p:nvPr/>
          </p:nvSpPr>
          <p:spPr>
            <a:xfrm>
              <a:off x="6755371" y="2800231"/>
              <a:ext cx="163639" cy="34161"/>
            </a:xfrm>
            <a:custGeom>
              <a:avLst/>
              <a:pathLst>
                <a:path w="163639" h="34161">
                  <a:moveTo>
                    <a:pt x="0" y="34161"/>
                  </a:moveTo>
                  <a:lnTo>
                    <a:pt x="163639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1" name="pg131"/>
            <p:cNvSpPr/>
            <p:nvPr/>
          </p:nvSpPr>
          <p:spPr>
            <a:xfrm>
              <a:off x="6755371" y="2800231"/>
              <a:ext cx="163639" cy="34161"/>
            </a:xfrm>
            <a:custGeom>
              <a:avLst/>
              <a:pathLst>
                <a:path w="163639" h="34161">
                  <a:moveTo>
                    <a:pt x="0" y="34161"/>
                  </a:moveTo>
                  <a:lnTo>
                    <a:pt x="163639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" name="pg132"/>
            <p:cNvSpPr/>
            <p:nvPr/>
          </p:nvSpPr>
          <p:spPr>
            <a:xfrm>
              <a:off x="6755371" y="2649985"/>
              <a:ext cx="330800" cy="317412"/>
            </a:xfrm>
            <a:custGeom>
              <a:avLst/>
              <a:pathLst>
                <a:path w="330800" h="317412">
                  <a:moveTo>
                    <a:pt x="0" y="184407"/>
                  </a:moveTo>
                  <a:lnTo>
                    <a:pt x="1163" y="189570"/>
                  </a:lnTo>
                  <a:lnTo>
                    <a:pt x="2489" y="194694"/>
                  </a:lnTo>
                  <a:lnTo>
                    <a:pt x="3977" y="199773"/>
                  </a:lnTo>
                  <a:lnTo>
                    <a:pt x="5625" y="204803"/>
                  </a:lnTo>
                  <a:lnTo>
                    <a:pt x="7431" y="209778"/>
                  </a:lnTo>
                  <a:lnTo>
                    <a:pt x="9394" y="214693"/>
                  </a:lnTo>
                  <a:lnTo>
                    <a:pt x="11512" y="219544"/>
                  </a:lnTo>
                  <a:lnTo>
                    <a:pt x="13782" y="224325"/>
                  </a:lnTo>
                  <a:lnTo>
                    <a:pt x="16202" y="229032"/>
                  </a:lnTo>
                  <a:lnTo>
                    <a:pt x="18770" y="233660"/>
                  </a:lnTo>
                  <a:lnTo>
                    <a:pt x="21483" y="238204"/>
                  </a:lnTo>
                  <a:lnTo>
                    <a:pt x="24339" y="242660"/>
                  </a:lnTo>
                  <a:lnTo>
                    <a:pt x="27334" y="247024"/>
                  </a:lnTo>
                  <a:lnTo>
                    <a:pt x="30466" y="251290"/>
                  </a:lnTo>
                  <a:lnTo>
                    <a:pt x="33732" y="255455"/>
                  </a:lnTo>
                  <a:lnTo>
                    <a:pt x="37128" y="259515"/>
                  </a:lnTo>
                  <a:lnTo>
                    <a:pt x="40650" y="263465"/>
                  </a:lnTo>
                  <a:lnTo>
                    <a:pt x="44296" y="267302"/>
                  </a:lnTo>
                  <a:lnTo>
                    <a:pt x="48061" y="271021"/>
                  </a:lnTo>
                  <a:lnTo>
                    <a:pt x="51943" y="274620"/>
                  </a:lnTo>
                  <a:lnTo>
                    <a:pt x="55936" y="278093"/>
                  </a:lnTo>
                  <a:lnTo>
                    <a:pt x="60037" y="281439"/>
                  </a:lnTo>
                  <a:lnTo>
                    <a:pt x="64242" y="284653"/>
                  </a:lnTo>
                  <a:lnTo>
                    <a:pt x="68547" y="287732"/>
                  </a:lnTo>
                  <a:lnTo>
                    <a:pt x="72947" y="290673"/>
                  </a:lnTo>
                  <a:lnTo>
                    <a:pt x="77438" y="293474"/>
                  </a:lnTo>
                  <a:lnTo>
                    <a:pt x="82015" y="296131"/>
                  </a:lnTo>
                  <a:lnTo>
                    <a:pt x="86675" y="298642"/>
                  </a:lnTo>
                  <a:lnTo>
                    <a:pt x="91411" y="301004"/>
                  </a:lnTo>
                  <a:lnTo>
                    <a:pt x="96220" y="303215"/>
                  </a:lnTo>
                  <a:lnTo>
                    <a:pt x="101096" y="305272"/>
                  </a:lnTo>
                  <a:lnTo>
                    <a:pt x="106035" y="307175"/>
                  </a:lnTo>
                  <a:lnTo>
                    <a:pt x="111032" y="308920"/>
                  </a:lnTo>
                  <a:lnTo>
                    <a:pt x="116081" y="310505"/>
                  </a:lnTo>
                  <a:lnTo>
                    <a:pt x="121178" y="311931"/>
                  </a:lnTo>
                  <a:lnTo>
                    <a:pt x="126318" y="313194"/>
                  </a:lnTo>
                  <a:lnTo>
                    <a:pt x="131495" y="314294"/>
                  </a:lnTo>
                  <a:lnTo>
                    <a:pt x="136705" y="315229"/>
                  </a:lnTo>
                  <a:lnTo>
                    <a:pt x="141941" y="315999"/>
                  </a:lnTo>
                  <a:lnTo>
                    <a:pt x="147199" y="316603"/>
                  </a:lnTo>
                  <a:lnTo>
                    <a:pt x="152474" y="317040"/>
                  </a:lnTo>
                  <a:lnTo>
                    <a:pt x="157759" y="317310"/>
                  </a:lnTo>
                  <a:lnTo>
                    <a:pt x="163051" y="317412"/>
                  </a:lnTo>
                  <a:lnTo>
                    <a:pt x="168343" y="317347"/>
                  </a:lnTo>
                  <a:lnTo>
                    <a:pt x="173631" y="317114"/>
                  </a:lnTo>
                  <a:lnTo>
                    <a:pt x="178908" y="316714"/>
                  </a:lnTo>
                  <a:lnTo>
                    <a:pt x="184171" y="316148"/>
                  </a:lnTo>
                  <a:lnTo>
                    <a:pt x="189412" y="315414"/>
                  </a:lnTo>
                  <a:lnTo>
                    <a:pt x="194628" y="314516"/>
                  </a:lnTo>
                  <a:lnTo>
                    <a:pt x="199813" y="313452"/>
                  </a:lnTo>
                  <a:lnTo>
                    <a:pt x="204961" y="312225"/>
                  </a:lnTo>
                  <a:lnTo>
                    <a:pt x="210068" y="310836"/>
                  </a:lnTo>
                  <a:lnTo>
                    <a:pt x="215129" y="309286"/>
                  </a:lnTo>
                  <a:lnTo>
                    <a:pt x="220138" y="307576"/>
                  </a:lnTo>
                  <a:lnTo>
                    <a:pt x="225090" y="305709"/>
                  </a:lnTo>
                  <a:lnTo>
                    <a:pt x="229981" y="303685"/>
                  </a:lnTo>
                  <a:lnTo>
                    <a:pt x="234805" y="301508"/>
                  </a:lnTo>
                  <a:lnTo>
                    <a:pt x="239558" y="299180"/>
                  </a:lnTo>
                  <a:lnTo>
                    <a:pt x="244235" y="296702"/>
                  </a:lnTo>
                  <a:lnTo>
                    <a:pt x="248831" y="294077"/>
                  </a:lnTo>
                  <a:lnTo>
                    <a:pt x="253341" y="291308"/>
                  </a:lnTo>
                  <a:lnTo>
                    <a:pt x="257762" y="288398"/>
                  </a:lnTo>
                  <a:lnTo>
                    <a:pt x="262088" y="285349"/>
                  </a:lnTo>
                  <a:lnTo>
                    <a:pt x="266316" y="282164"/>
                  </a:lnTo>
                  <a:lnTo>
                    <a:pt x="270440" y="278848"/>
                  </a:lnTo>
                  <a:lnTo>
                    <a:pt x="274458" y="275402"/>
                  </a:lnTo>
                  <a:lnTo>
                    <a:pt x="278364" y="271831"/>
                  </a:lnTo>
                  <a:lnTo>
                    <a:pt x="282156" y="268139"/>
                  </a:lnTo>
                  <a:lnTo>
                    <a:pt x="285829" y="264328"/>
                  </a:lnTo>
                  <a:lnTo>
                    <a:pt x="289379" y="260402"/>
                  </a:lnTo>
                  <a:lnTo>
                    <a:pt x="292803" y="256367"/>
                  </a:lnTo>
                  <a:lnTo>
                    <a:pt x="296098" y="252225"/>
                  </a:lnTo>
                  <a:lnTo>
                    <a:pt x="299260" y="247980"/>
                  </a:lnTo>
                  <a:lnTo>
                    <a:pt x="302286" y="243638"/>
                  </a:lnTo>
                  <a:lnTo>
                    <a:pt x="305173" y="239202"/>
                  </a:lnTo>
                  <a:lnTo>
                    <a:pt x="307918" y="234677"/>
                  </a:lnTo>
                  <a:lnTo>
                    <a:pt x="310518" y="230067"/>
                  </a:lnTo>
                  <a:lnTo>
                    <a:pt x="312972" y="225377"/>
                  </a:lnTo>
                  <a:lnTo>
                    <a:pt x="315275" y="220612"/>
                  </a:lnTo>
                  <a:lnTo>
                    <a:pt x="317427" y="215777"/>
                  </a:lnTo>
                  <a:lnTo>
                    <a:pt x="319424" y="210875"/>
                  </a:lnTo>
                  <a:lnTo>
                    <a:pt x="321266" y="205913"/>
                  </a:lnTo>
                  <a:lnTo>
                    <a:pt x="322949" y="200896"/>
                  </a:lnTo>
                  <a:lnTo>
                    <a:pt x="324472" y="195827"/>
                  </a:lnTo>
                  <a:lnTo>
                    <a:pt x="325835" y="190713"/>
                  </a:lnTo>
                  <a:lnTo>
                    <a:pt x="327034" y="185558"/>
                  </a:lnTo>
                  <a:lnTo>
                    <a:pt x="328070" y="180367"/>
                  </a:lnTo>
                  <a:lnTo>
                    <a:pt x="328942" y="175147"/>
                  </a:lnTo>
                  <a:lnTo>
                    <a:pt x="329647" y="169901"/>
                  </a:lnTo>
                  <a:lnTo>
                    <a:pt x="330186" y="164636"/>
                  </a:lnTo>
                  <a:lnTo>
                    <a:pt x="330558" y="159357"/>
                  </a:lnTo>
                  <a:lnTo>
                    <a:pt x="330763" y="154068"/>
                  </a:lnTo>
                  <a:lnTo>
                    <a:pt x="330800" y="148776"/>
                  </a:lnTo>
                  <a:lnTo>
                    <a:pt x="330670" y="143484"/>
                  </a:lnTo>
                  <a:lnTo>
                    <a:pt x="330372" y="138200"/>
                  </a:lnTo>
                  <a:lnTo>
                    <a:pt x="329907" y="132928"/>
                  </a:lnTo>
                  <a:lnTo>
                    <a:pt x="329276" y="127673"/>
                  </a:lnTo>
                  <a:lnTo>
                    <a:pt x="328478" y="122441"/>
                  </a:lnTo>
                  <a:lnTo>
                    <a:pt x="327515" y="117237"/>
                  </a:lnTo>
                  <a:lnTo>
                    <a:pt x="326388" y="112065"/>
                  </a:lnTo>
                  <a:lnTo>
                    <a:pt x="325098" y="106932"/>
                  </a:lnTo>
                  <a:lnTo>
                    <a:pt x="323646" y="101843"/>
                  </a:lnTo>
                  <a:lnTo>
                    <a:pt x="322033" y="96802"/>
                  </a:lnTo>
                  <a:lnTo>
                    <a:pt x="320262" y="91814"/>
                  </a:lnTo>
                  <a:lnTo>
                    <a:pt x="318334" y="86885"/>
                  </a:lnTo>
                  <a:lnTo>
                    <a:pt x="316250" y="82020"/>
                  </a:lnTo>
                  <a:lnTo>
                    <a:pt x="314014" y="77223"/>
                  </a:lnTo>
                  <a:lnTo>
                    <a:pt x="311627" y="72499"/>
                  </a:lnTo>
                  <a:lnTo>
                    <a:pt x="309092" y="67853"/>
                  </a:lnTo>
                  <a:lnTo>
                    <a:pt x="306410" y="63290"/>
                  </a:lnTo>
                  <a:lnTo>
                    <a:pt x="303586" y="58814"/>
                  </a:lnTo>
                  <a:lnTo>
                    <a:pt x="300622" y="54429"/>
                  </a:lnTo>
                  <a:lnTo>
                    <a:pt x="297520" y="50141"/>
                  </a:lnTo>
                  <a:lnTo>
                    <a:pt x="294284" y="45953"/>
                  </a:lnTo>
                  <a:lnTo>
                    <a:pt x="290917" y="41869"/>
                  </a:lnTo>
                  <a:lnTo>
                    <a:pt x="287422" y="37894"/>
                  </a:lnTo>
                  <a:lnTo>
                    <a:pt x="283803" y="34032"/>
                  </a:lnTo>
                  <a:lnTo>
                    <a:pt x="280064" y="30286"/>
                  </a:lnTo>
                  <a:lnTo>
                    <a:pt x="276208" y="26661"/>
                  </a:lnTo>
                  <a:lnTo>
                    <a:pt x="272239" y="23159"/>
                  </a:lnTo>
                  <a:lnTo>
                    <a:pt x="268162" y="19785"/>
                  </a:lnTo>
                  <a:lnTo>
                    <a:pt x="263979" y="16542"/>
                  </a:lnTo>
                  <a:lnTo>
                    <a:pt x="259696" y="13432"/>
                  </a:lnTo>
                  <a:lnTo>
                    <a:pt x="255317" y="10460"/>
                  </a:lnTo>
                  <a:lnTo>
                    <a:pt x="250846" y="7628"/>
                  </a:lnTo>
                  <a:lnTo>
                    <a:pt x="246287" y="4938"/>
                  </a:lnTo>
                  <a:lnTo>
                    <a:pt x="241646" y="2395"/>
                  </a:lnTo>
                  <a:lnTo>
                    <a:pt x="236926" y="0"/>
                  </a:lnTo>
                  <a:lnTo>
                    <a:pt x="163639" y="150246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" name="pg133"/>
            <p:cNvSpPr/>
            <p:nvPr/>
          </p:nvSpPr>
          <p:spPr>
            <a:xfrm>
              <a:off x="6919011" y="2633064"/>
              <a:ext cx="73287" cy="167167"/>
            </a:xfrm>
            <a:custGeom>
              <a:avLst/>
              <a:pathLst>
                <a:path w="73287" h="167167">
                  <a:moveTo>
                    <a:pt x="73287" y="16921"/>
                  </a:moveTo>
                  <a:lnTo>
                    <a:pt x="67998" y="14454"/>
                  </a:lnTo>
                  <a:lnTo>
                    <a:pt x="62627" y="12174"/>
                  </a:lnTo>
                  <a:lnTo>
                    <a:pt x="57179" y="10083"/>
                  </a:lnTo>
                  <a:lnTo>
                    <a:pt x="51661" y="8183"/>
                  </a:lnTo>
                  <a:lnTo>
                    <a:pt x="46081" y="6476"/>
                  </a:lnTo>
                  <a:lnTo>
                    <a:pt x="40444" y="4966"/>
                  </a:lnTo>
                  <a:lnTo>
                    <a:pt x="34759" y="3653"/>
                  </a:lnTo>
                  <a:lnTo>
                    <a:pt x="29030" y="2540"/>
                  </a:lnTo>
                  <a:lnTo>
                    <a:pt x="23267" y="1627"/>
                  </a:lnTo>
                  <a:lnTo>
                    <a:pt x="17475" y="915"/>
                  </a:lnTo>
                  <a:lnTo>
                    <a:pt x="11662" y="407"/>
                  </a:lnTo>
                  <a:lnTo>
                    <a:pt x="5834" y="101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4" name="pg134"/>
            <p:cNvSpPr/>
            <p:nvPr/>
          </p:nvSpPr>
          <p:spPr>
            <a:xfrm>
              <a:off x="6728472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5" name="pg135"/>
            <p:cNvSpPr/>
            <p:nvPr/>
          </p:nvSpPr>
          <p:spPr>
            <a:xfrm>
              <a:off x="6728472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6" name="pg136"/>
            <p:cNvSpPr/>
            <p:nvPr/>
          </p:nvSpPr>
          <p:spPr>
            <a:xfrm>
              <a:off x="6652553" y="2126963"/>
              <a:ext cx="75918" cy="167167"/>
            </a:xfrm>
            <a:custGeom>
              <a:avLst/>
              <a:pathLst>
                <a:path w="75918" h="167167">
                  <a:moveTo>
                    <a:pt x="75918" y="0"/>
                  </a:moveTo>
                  <a:lnTo>
                    <a:pt x="70290" y="94"/>
                  </a:lnTo>
                  <a:lnTo>
                    <a:pt x="64669" y="378"/>
                  </a:lnTo>
                  <a:lnTo>
                    <a:pt x="59060" y="852"/>
                  </a:lnTo>
                  <a:lnTo>
                    <a:pt x="53470" y="1514"/>
                  </a:lnTo>
                  <a:lnTo>
                    <a:pt x="47906" y="2363"/>
                  </a:lnTo>
                  <a:lnTo>
                    <a:pt x="42374" y="3400"/>
                  </a:lnTo>
                  <a:lnTo>
                    <a:pt x="36879" y="4622"/>
                  </a:lnTo>
                  <a:lnTo>
                    <a:pt x="31429" y="6028"/>
                  </a:lnTo>
                  <a:lnTo>
                    <a:pt x="26030" y="7617"/>
                  </a:lnTo>
                  <a:lnTo>
                    <a:pt x="20686" y="9387"/>
                  </a:lnTo>
                  <a:lnTo>
                    <a:pt x="15406" y="11336"/>
                  </a:lnTo>
                  <a:lnTo>
                    <a:pt x="10194" y="13462"/>
                  </a:lnTo>
                  <a:lnTo>
                    <a:pt x="5057" y="15762"/>
                  </a:lnTo>
                  <a:lnTo>
                    <a:pt x="0" y="18233"/>
                  </a:lnTo>
                  <a:lnTo>
                    <a:pt x="75918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" name="pg137"/>
            <p:cNvSpPr/>
            <p:nvPr/>
          </p:nvSpPr>
          <p:spPr>
            <a:xfrm>
              <a:off x="6652553" y="2145197"/>
              <a:ext cx="75918" cy="148933"/>
            </a:xfrm>
            <a:custGeom>
              <a:avLst/>
              <a:pathLst>
                <a:path w="75918" h="148933">
                  <a:moveTo>
                    <a:pt x="0" y="0"/>
                  </a:moveTo>
                  <a:lnTo>
                    <a:pt x="75918" y="148933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8" name="pg138"/>
            <p:cNvSpPr/>
            <p:nvPr/>
          </p:nvSpPr>
          <p:spPr>
            <a:xfrm>
              <a:off x="6652553" y="2145197"/>
              <a:ext cx="75918" cy="148933"/>
            </a:xfrm>
            <a:custGeom>
              <a:avLst/>
              <a:pathLst>
                <a:path w="75918" h="148933">
                  <a:moveTo>
                    <a:pt x="0" y="0"/>
                  </a:moveTo>
                  <a:lnTo>
                    <a:pt x="75918" y="148933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" name="pg139"/>
            <p:cNvSpPr/>
            <p:nvPr/>
          </p:nvSpPr>
          <p:spPr>
            <a:xfrm>
              <a:off x="6652553" y="2145197"/>
              <a:ext cx="75918" cy="148933"/>
            </a:xfrm>
            <a:custGeom>
              <a:avLst/>
              <a:pathLst>
                <a:path w="75918" h="148933">
                  <a:moveTo>
                    <a:pt x="0" y="0"/>
                  </a:moveTo>
                  <a:lnTo>
                    <a:pt x="75918" y="148933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" name="pg140"/>
            <p:cNvSpPr/>
            <p:nvPr/>
          </p:nvSpPr>
          <p:spPr>
            <a:xfrm>
              <a:off x="6652553" y="2145197"/>
              <a:ext cx="75918" cy="148933"/>
            </a:xfrm>
            <a:custGeom>
              <a:avLst/>
              <a:pathLst>
                <a:path w="75918" h="148933">
                  <a:moveTo>
                    <a:pt x="0" y="0"/>
                  </a:moveTo>
                  <a:lnTo>
                    <a:pt x="75918" y="148933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" name="pg141"/>
            <p:cNvSpPr/>
            <p:nvPr/>
          </p:nvSpPr>
          <p:spPr>
            <a:xfrm>
              <a:off x="6652553" y="2145197"/>
              <a:ext cx="75918" cy="148933"/>
            </a:xfrm>
            <a:custGeom>
              <a:avLst/>
              <a:pathLst>
                <a:path w="75918" h="148933">
                  <a:moveTo>
                    <a:pt x="0" y="0"/>
                  </a:moveTo>
                  <a:lnTo>
                    <a:pt x="75918" y="148933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" name="pg142"/>
            <p:cNvSpPr/>
            <p:nvPr/>
          </p:nvSpPr>
          <p:spPr>
            <a:xfrm>
              <a:off x="6652553" y="2145197"/>
              <a:ext cx="75918" cy="148933"/>
            </a:xfrm>
            <a:custGeom>
              <a:avLst/>
              <a:pathLst>
                <a:path w="75918" h="148933">
                  <a:moveTo>
                    <a:pt x="0" y="0"/>
                  </a:moveTo>
                  <a:lnTo>
                    <a:pt x="75918" y="148933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" name="pg143"/>
            <p:cNvSpPr/>
            <p:nvPr/>
          </p:nvSpPr>
          <p:spPr>
            <a:xfrm>
              <a:off x="6652553" y="2145197"/>
              <a:ext cx="75918" cy="148933"/>
            </a:xfrm>
            <a:custGeom>
              <a:avLst/>
              <a:pathLst>
                <a:path w="75918" h="148933">
                  <a:moveTo>
                    <a:pt x="0" y="0"/>
                  </a:moveTo>
                  <a:lnTo>
                    <a:pt x="75918" y="148933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" name="pg144"/>
            <p:cNvSpPr/>
            <p:nvPr/>
          </p:nvSpPr>
          <p:spPr>
            <a:xfrm>
              <a:off x="6652553" y="2145197"/>
              <a:ext cx="75918" cy="148933"/>
            </a:xfrm>
            <a:custGeom>
              <a:avLst/>
              <a:pathLst>
                <a:path w="75918" h="148933">
                  <a:moveTo>
                    <a:pt x="0" y="0"/>
                  </a:moveTo>
                  <a:lnTo>
                    <a:pt x="75918" y="148933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" name="pg145"/>
            <p:cNvSpPr/>
            <p:nvPr/>
          </p:nvSpPr>
          <p:spPr>
            <a:xfrm>
              <a:off x="6652553" y="2145197"/>
              <a:ext cx="75918" cy="148933"/>
            </a:xfrm>
            <a:custGeom>
              <a:avLst/>
              <a:pathLst>
                <a:path w="75918" h="148933">
                  <a:moveTo>
                    <a:pt x="0" y="0"/>
                  </a:moveTo>
                  <a:lnTo>
                    <a:pt x="75918" y="148933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" name="pg146"/>
            <p:cNvSpPr/>
            <p:nvPr/>
          </p:nvSpPr>
          <p:spPr>
            <a:xfrm>
              <a:off x="6652553" y="2145197"/>
              <a:ext cx="75918" cy="148933"/>
            </a:xfrm>
            <a:custGeom>
              <a:avLst/>
              <a:pathLst>
                <a:path w="75918" h="148933">
                  <a:moveTo>
                    <a:pt x="0" y="0"/>
                  </a:moveTo>
                  <a:lnTo>
                    <a:pt x="75918" y="14893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" name="pg147"/>
            <p:cNvSpPr/>
            <p:nvPr/>
          </p:nvSpPr>
          <p:spPr>
            <a:xfrm>
              <a:off x="6652553" y="2145197"/>
              <a:ext cx="75918" cy="148933"/>
            </a:xfrm>
            <a:custGeom>
              <a:avLst/>
              <a:pathLst>
                <a:path w="75918" h="148933">
                  <a:moveTo>
                    <a:pt x="0" y="0"/>
                  </a:moveTo>
                  <a:lnTo>
                    <a:pt x="75918" y="14893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" name="pg148"/>
            <p:cNvSpPr/>
            <p:nvPr/>
          </p:nvSpPr>
          <p:spPr>
            <a:xfrm>
              <a:off x="6652553" y="2145197"/>
              <a:ext cx="75918" cy="148933"/>
            </a:xfrm>
            <a:custGeom>
              <a:avLst/>
              <a:pathLst>
                <a:path w="75918" h="148933">
                  <a:moveTo>
                    <a:pt x="0" y="0"/>
                  </a:moveTo>
                  <a:lnTo>
                    <a:pt x="75918" y="14893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" name="pg149"/>
            <p:cNvSpPr/>
            <p:nvPr/>
          </p:nvSpPr>
          <p:spPr>
            <a:xfrm>
              <a:off x="6652553" y="2145197"/>
              <a:ext cx="75918" cy="148933"/>
            </a:xfrm>
            <a:custGeom>
              <a:avLst/>
              <a:pathLst>
                <a:path w="75918" h="148933">
                  <a:moveTo>
                    <a:pt x="0" y="0"/>
                  </a:moveTo>
                  <a:lnTo>
                    <a:pt x="75918" y="14893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" name="pg150"/>
            <p:cNvSpPr/>
            <p:nvPr/>
          </p:nvSpPr>
          <p:spPr>
            <a:xfrm>
              <a:off x="6652553" y="2145197"/>
              <a:ext cx="75918" cy="148933"/>
            </a:xfrm>
            <a:custGeom>
              <a:avLst/>
              <a:pathLst>
                <a:path w="75918" h="148933">
                  <a:moveTo>
                    <a:pt x="0" y="0"/>
                  </a:moveTo>
                  <a:lnTo>
                    <a:pt x="75918" y="148933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" name="pg151"/>
            <p:cNvSpPr/>
            <p:nvPr/>
          </p:nvSpPr>
          <p:spPr>
            <a:xfrm>
              <a:off x="6652553" y="2145197"/>
              <a:ext cx="75918" cy="148933"/>
            </a:xfrm>
            <a:custGeom>
              <a:avLst/>
              <a:pathLst>
                <a:path w="75918" h="148933">
                  <a:moveTo>
                    <a:pt x="0" y="0"/>
                  </a:moveTo>
                  <a:lnTo>
                    <a:pt x="75918" y="148933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" name="pg152"/>
            <p:cNvSpPr/>
            <p:nvPr/>
          </p:nvSpPr>
          <p:spPr>
            <a:xfrm>
              <a:off x="6652553" y="2145197"/>
              <a:ext cx="75918" cy="148933"/>
            </a:xfrm>
            <a:custGeom>
              <a:avLst/>
              <a:pathLst>
                <a:path w="75918" h="148933">
                  <a:moveTo>
                    <a:pt x="0" y="0"/>
                  </a:moveTo>
                  <a:lnTo>
                    <a:pt x="75918" y="148933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" name="pg153"/>
            <p:cNvSpPr/>
            <p:nvPr/>
          </p:nvSpPr>
          <p:spPr>
            <a:xfrm>
              <a:off x="6652553" y="2145197"/>
              <a:ext cx="75918" cy="148933"/>
            </a:xfrm>
            <a:custGeom>
              <a:avLst/>
              <a:pathLst>
                <a:path w="75918" h="148933">
                  <a:moveTo>
                    <a:pt x="0" y="0"/>
                  </a:moveTo>
                  <a:lnTo>
                    <a:pt x="75918" y="148933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" name="pg154"/>
            <p:cNvSpPr/>
            <p:nvPr/>
          </p:nvSpPr>
          <p:spPr>
            <a:xfrm>
              <a:off x="6652553" y="2145197"/>
              <a:ext cx="75918" cy="148933"/>
            </a:xfrm>
            <a:custGeom>
              <a:avLst/>
              <a:pathLst>
                <a:path w="75918" h="148933">
                  <a:moveTo>
                    <a:pt x="0" y="0"/>
                  </a:moveTo>
                  <a:lnTo>
                    <a:pt x="75918" y="14893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" name="pg155"/>
            <p:cNvSpPr/>
            <p:nvPr/>
          </p:nvSpPr>
          <p:spPr>
            <a:xfrm>
              <a:off x="6652553" y="2145197"/>
              <a:ext cx="75918" cy="148933"/>
            </a:xfrm>
            <a:custGeom>
              <a:avLst/>
              <a:pathLst>
                <a:path w="75918" h="148933">
                  <a:moveTo>
                    <a:pt x="0" y="0"/>
                  </a:moveTo>
                  <a:lnTo>
                    <a:pt x="75918" y="14893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" name="pg156"/>
            <p:cNvSpPr/>
            <p:nvPr/>
          </p:nvSpPr>
          <p:spPr>
            <a:xfrm>
              <a:off x="6652553" y="2145197"/>
              <a:ext cx="75918" cy="148933"/>
            </a:xfrm>
            <a:custGeom>
              <a:avLst/>
              <a:pathLst>
                <a:path w="75918" h="148933">
                  <a:moveTo>
                    <a:pt x="0" y="0"/>
                  </a:moveTo>
                  <a:lnTo>
                    <a:pt x="75918" y="14893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" name="pg157"/>
            <p:cNvSpPr/>
            <p:nvPr/>
          </p:nvSpPr>
          <p:spPr>
            <a:xfrm>
              <a:off x="6652553" y="2145197"/>
              <a:ext cx="75918" cy="148933"/>
            </a:xfrm>
            <a:custGeom>
              <a:avLst/>
              <a:pathLst>
                <a:path w="75918" h="148933">
                  <a:moveTo>
                    <a:pt x="0" y="0"/>
                  </a:moveTo>
                  <a:lnTo>
                    <a:pt x="75918" y="14893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" name="pg158"/>
            <p:cNvSpPr/>
            <p:nvPr/>
          </p:nvSpPr>
          <p:spPr>
            <a:xfrm>
              <a:off x="6652553" y="2145197"/>
              <a:ext cx="75918" cy="148933"/>
            </a:xfrm>
            <a:custGeom>
              <a:avLst/>
              <a:pathLst>
                <a:path w="75918" h="148933">
                  <a:moveTo>
                    <a:pt x="0" y="0"/>
                  </a:moveTo>
                  <a:lnTo>
                    <a:pt x="75918" y="148933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" name="pg159"/>
            <p:cNvSpPr/>
            <p:nvPr/>
          </p:nvSpPr>
          <p:spPr>
            <a:xfrm>
              <a:off x="6652553" y="2145197"/>
              <a:ext cx="75918" cy="148933"/>
            </a:xfrm>
            <a:custGeom>
              <a:avLst/>
              <a:pathLst>
                <a:path w="75918" h="148933">
                  <a:moveTo>
                    <a:pt x="0" y="0"/>
                  </a:moveTo>
                  <a:lnTo>
                    <a:pt x="75918" y="148933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" name="pg160"/>
            <p:cNvSpPr/>
            <p:nvPr/>
          </p:nvSpPr>
          <p:spPr>
            <a:xfrm>
              <a:off x="6561316" y="2145197"/>
              <a:ext cx="167155" cy="287744"/>
            </a:xfrm>
            <a:custGeom>
              <a:avLst/>
              <a:pathLst>
                <a:path w="167155" h="287744">
                  <a:moveTo>
                    <a:pt x="91237" y="0"/>
                  </a:moveTo>
                  <a:lnTo>
                    <a:pt x="86512" y="2504"/>
                  </a:lnTo>
                  <a:lnTo>
                    <a:pt x="81871" y="5158"/>
                  </a:lnTo>
                  <a:lnTo>
                    <a:pt x="77316" y="7959"/>
                  </a:lnTo>
                  <a:lnTo>
                    <a:pt x="72853" y="10904"/>
                  </a:lnTo>
                  <a:lnTo>
                    <a:pt x="68487" y="13991"/>
                  </a:lnTo>
                  <a:lnTo>
                    <a:pt x="64222" y="17215"/>
                  </a:lnTo>
                  <a:lnTo>
                    <a:pt x="60062" y="20574"/>
                  </a:lnTo>
                  <a:lnTo>
                    <a:pt x="56012" y="24065"/>
                  </a:lnTo>
                  <a:lnTo>
                    <a:pt x="52075" y="27684"/>
                  </a:lnTo>
                  <a:lnTo>
                    <a:pt x="48256" y="31426"/>
                  </a:lnTo>
                  <a:lnTo>
                    <a:pt x="44559" y="35289"/>
                  </a:lnTo>
                  <a:lnTo>
                    <a:pt x="40987" y="39268"/>
                  </a:lnTo>
                  <a:lnTo>
                    <a:pt x="37545" y="43359"/>
                  </a:lnTo>
                  <a:lnTo>
                    <a:pt x="34234" y="47558"/>
                  </a:lnTo>
                  <a:lnTo>
                    <a:pt x="31060" y="51861"/>
                  </a:lnTo>
                  <a:lnTo>
                    <a:pt x="28025" y="56263"/>
                  </a:lnTo>
                  <a:lnTo>
                    <a:pt x="25133" y="60760"/>
                  </a:lnTo>
                  <a:lnTo>
                    <a:pt x="22386" y="65347"/>
                  </a:lnTo>
                  <a:lnTo>
                    <a:pt x="19786" y="70020"/>
                  </a:lnTo>
                  <a:lnTo>
                    <a:pt x="17338" y="74773"/>
                  </a:lnTo>
                  <a:lnTo>
                    <a:pt x="15043" y="79603"/>
                  </a:lnTo>
                  <a:lnTo>
                    <a:pt x="12903" y="84503"/>
                  </a:lnTo>
                  <a:lnTo>
                    <a:pt x="10922" y="89469"/>
                  </a:lnTo>
                  <a:lnTo>
                    <a:pt x="9100" y="94496"/>
                  </a:lnTo>
                  <a:lnTo>
                    <a:pt x="7440" y="99579"/>
                  </a:lnTo>
                  <a:lnTo>
                    <a:pt x="5943" y="104712"/>
                  </a:lnTo>
                  <a:lnTo>
                    <a:pt x="4611" y="109890"/>
                  </a:lnTo>
                  <a:lnTo>
                    <a:pt x="3446" y="115109"/>
                  </a:lnTo>
                  <a:lnTo>
                    <a:pt x="2448" y="120362"/>
                  </a:lnTo>
                  <a:lnTo>
                    <a:pt x="1618" y="125644"/>
                  </a:lnTo>
                  <a:lnTo>
                    <a:pt x="958" y="130950"/>
                  </a:lnTo>
                  <a:lnTo>
                    <a:pt x="468" y="136274"/>
                  </a:lnTo>
                  <a:lnTo>
                    <a:pt x="148" y="141612"/>
                  </a:lnTo>
                  <a:lnTo>
                    <a:pt x="0" y="146957"/>
                  </a:lnTo>
                  <a:lnTo>
                    <a:pt x="22" y="152303"/>
                  </a:lnTo>
                  <a:lnTo>
                    <a:pt x="215" y="157647"/>
                  </a:lnTo>
                  <a:lnTo>
                    <a:pt x="579" y="162981"/>
                  </a:lnTo>
                  <a:lnTo>
                    <a:pt x="1114" y="168302"/>
                  </a:lnTo>
                  <a:lnTo>
                    <a:pt x="1818" y="173602"/>
                  </a:lnTo>
                  <a:lnTo>
                    <a:pt x="2691" y="178877"/>
                  </a:lnTo>
                  <a:lnTo>
                    <a:pt x="3733" y="184122"/>
                  </a:lnTo>
                  <a:lnTo>
                    <a:pt x="4942" y="189330"/>
                  </a:lnTo>
                  <a:lnTo>
                    <a:pt x="6317" y="194497"/>
                  </a:lnTo>
                  <a:lnTo>
                    <a:pt x="7857" y="199618"/>
                  </a:lnTo>
                  <a:lnTo>
                    <a:pt x="9559" y="204686"/>
                  </a:lnTo>
                  <a:lnTo>
                    <a:pt x="11423" y="209698"/>
                  </a:lnTo>
                  <a:lnTo>
                    <a:pt x="13446" y="214647"/>
                  </a:lnTo>
                  <a:lnTo>
                    <a:pt x="15626" y="219530"/>
                  </a:lnTo>
                  <a:lnTo>
                    <a:pt x="17961" y="224340"/>
                  </a:lnTo>
                  <a:lnTo>
                    <a:pt x="20449" y="229073"/>
                  </a:lnTo>
                  <a:lnTo>
                    <a:pt x="23087" y="233724"/>
                  </a:lnTo>
                  <a:lnTo>
                    <a:pt x="25873" y="238288"/>
                  </a:lnTo>
                  <a:lnTo>
                    <a:pt x="28803" y="242760"/>
                  </a:lnTo>
                  <a:lnTo>
                    <a:pt x="31874" y="247137"/>
                  </a:lnTo>
                  <a:lnTo>
                    <a:pt x="35084" y="251413"/>
                  </a:lnTo>
                  <a:lnTo>
                    <a:pt x="38429" y="255585"/>
                  </a:lnTo>
                  <a:lnTo>
                    <a:pt x="41906" y="259647"/>
                  </a:lnTo>
                  <a:lnTo>
                    <a:pt x="45511" y="263596"/>
                  </a:lnTo>
                  <a:lnTo>
                    <a:pt x="49240" y="267428"/>
                  </a:lnTo>
                  <a:lnTo>
                    <a:pt x="53090" y="271138"/>
                  </a:lnTo>
                  <a:lnTo>
                    <a:pt x="57056" y="274724"/>
                  </a:lnTo>
                  <a:lnTo>
                    <a:pt x="61136" y="278181"/>
                  </a:lnTo>
                  <a:lnTo>
                    <a:pt x="65323" y="281505"/>
                  </a:lnTo>
                  <a:lnTo>
                    <a:pt x="69615" y="284694"/>
                  </a:lnTo>
                  <a:lnTo>
                    <a:pt x="74007" y="287744"/>
                  </a:lnTo>
                  <a:lnTo>
                    <a:pt x="167155" y="148933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" name="pg161"/>
            <p:cNvSpPr/>
            <p:nvPr/>
          </p:nvSpPr>
          <p:spPr>
            <a:xfrm>
              <a:off x="6635324" y="2126963"/>
              <a:ext cx="260310" cy="334315"/>
            </a:xfrm>
            <a:custGeom>
              <a:avLst/>
              <a:pathLst>
                <a:path w="260310" h="334315">
                  <a:moveTo>
                    <a:pt x="0" y="305978"/>
                  </a:moveTo>
                  <a:lnTo>
                    <a:pt x="4475" y="308878"/>
                  </a:lnTo>
                  <a:lnTo>
                    <a:pt x="9040" y="311634"/>
                  </a:lnTo>
                  <a:lnTo>
                    <a:pt x="13691" y="314244"/>
                  </a:lnTo>
                  <a:lnTo>
                    <a:pt x="18423" y="316703"/>
                  </a:lnTo>
                  <a:lnTo>
                    <a:pt x="23230" y="319011"/>
                  </a:lnTo>
                  <a:lnTo>
                    <a:pt x="28109" y="321164"/>
                  </a:lnTo>
                  <a:lnTo>
                    <a:pt x="33055" y="323160"/>
                  </a:lnTo>
                  <a:lnTo>
                    <a:pt x="38061" y="324997"/>
                  </a:lnTo>
                  <a:lnTo>
                    <a:pt x="43123" y="326674"/>
                  </a:lnTo>
                  <a:lnTo>
                    <a:pt x="48237" y="328189"/>
                  </a:lnTo>
                  <a:lnTo>
                    <a:pt x="53396" y="329539"/>
                  </a:lnTo>
                  <a:lnTo>
                    <a:pt x="58595" y="330725"/>
                  </a:lnTo>
                  <a:lnTo>
                    <a:pt x="63830" y="331743"/>
                  </a:lnTo>
                  <a:lnTo>
                    <a:pt x="69094" y="332595"/>
                  </a:lnTo>
                  <a:lnTo>
                    <a:pt x="74383" y="333278"/>
                  </a:lnTo>
                  <a:lnTo>
                    <a:pt x="79691" y="333792"/>
                  </a:lnTo>
                  <a:lnTo>
                    <a:pt x="85013" y="334136"/>
                  </a:lnTo>
                  <a:lnTo>
                    <a:pt x="90343" y="334311"/>
                  </a:lnTo>
                  <a:lnTo>
                    <a:pt x="95676" y="334315"/>
                  </a:lnTo>
                  <a:lnTo>
                    <a:pt x="101006" y="334150"/>
                  </a:lnTo>
                  <a:lnTo>
                    <a:pt x="106328" y="333814"/>
                  </a:lnTo>
                  <a:lnTo>
                    <a:pt x="111637" y="333309"/>
                  </a:lnTo>
                  <a:lnTo>
                    <a:pt x="116927" y="332634"/>
                  </a:lnTo>
                  <a:lnTo>
                    <a:pt x="122193" y="331792"/>
                  </a:lnTo>
                  <a:lnTo>
                    <a:pt x="127430" y="330781"/>
                  </a:lnTo>
                  <a:lnTo>
                    <a:pt x="132631" y="329605"/>
                  </a:lnTo>
                  <a:lnTo>
                    <a:pt x="137792" y="328263"/>
                  </a:lnTo>
                  <a:lnTo>
                    <a:pt x="142908" y="326757"/>
                  </a:lnTo>
                  <a:lnTo>
                    <a:pt x="147973" y="325088"/>
                  </a:lnTo>
                  <a:lnTo>
                    <a:pt x="152983" y="323259"/>
                  </a:lnTo>
                  <a:lnTo>
                    <a:pt x="157931" y="321271"/>
                  </a:lnTo>
                  <a:lnTo>
                    <a:pt x="162814" y="319126"/>
                  </a:lnTo>
                  <a:lnTo>
                    <a:pt x="167625" y="316827"/>
                  </a:lnTo>
                  <a:lnTo>
                    <a:pt x="172361" y="314375"/>
                  </a:lnTo>
                  <a:lnTo>
                    <a:pt x="177016" y="311773"/>
                  </a:lnTo>
                  <a:lnTo>
                    <a:pt x="181586" y="309025"/>
                  </a:lnTo>
                  <a:lnTo>
                    <a:pt x="186066" y="306131"/>
                  </a:lnTo>
                  <a:lnTo>
                    <a:pt x="190451" y="303097"/>
                  </a:lnTo>
                  <a:lnTo>
                    <a:pt x="194738" y="299924"/>
                  </a:lnTo>
                  <a:lnTo>
                    <a:pt x="198921" y="296616"/>
                  </a:lnTo>
                  <a:lnTo>
                    <a:pt x="202996" y="293176"/>
                  </a:lnTo>
                  <a:lnTo>
                    <a:pt x="206959" y="289608"/>
                  </a:lnTo>
                  <a:lnTo>
                    <a:pt x="210807" y="285916"/>
                  </a:lnTo>
                  <a:lnTo>
                    <a:pt x="214535" y="282102"/>
                  </a:lnTo>
                  <a:lnTo>
                    <a:pt x="218139" y="278172"/>
                  </a:lnTo>
                  <a:lnTo>
                    <a:pt x="221616" y="274128"/>
                  </a:lnTo>
                  <a:lnTo>
                    <a:pt x="224963" y="269976"/>
                  </a:lnTo>
                  <a:lnTo>
                    <a:pt x="228175" y="265719"/>
                  </a:lnTo>
                  <a:lnTo>
                    <a:pt x="231250" y="261362"/>
                  </a:lnTo>
                  <a:lnTo>
                    <a:pt x="234184" y="256909"/>
                  </a:lnTo>
                  <a:lnTo>
                    <a:pt x="236975" y="252365"/>
                  </a:lnTo>
                  <a:lnTo>
                    <a:pt x="239619" y="247734"/>
                  </a:lnTo>
                  <a:lnTo>
                    <a:pt x="242115" y="243021"/>
                  </a:lnTo>
                  <a:lnTo>
                    <a:pt x="244458" y="238230"/>
                  </a:lnTo>
                  <a:lnTo>
                    <a:pt x="246648" y="233368"/>
                  </a:lnTo>
                  <a:lnTo>
                    <a:pt x="248682" y="228438"/>
                  </a:lnTo>
                  <a:lnTo>
                    <a:pt x="250557" y="223446"/>
                  </a:lnTo>
                  <a:lnTo>
                    <a:pt x="252272" y="218396"/>
                  </a:lnTo>
                  <a:lnTo>
                    <a:pt x="253825" y="213294"/>
                  </a:lnTo>
                  <a:lnTo>
                    <a:pt x="255215" y="208146"/>
                  </a:lnTo>
                  <a:lnTo>
                    <a:pt x="256439" y="202955"/>
                  </a:lnTo>
                  <a:lnTo>
                    <a:pt x="257498" y="197729"/>
                  </a:lnTo>
                  <a:lnTo>
                    <a:pt x="258389" y="192471"/>
                  </a:lnTo>
                  <a:lnTo>
                    <a:pt x="259112" y="187187"/>
                  </a:lnTo>
                  <a:lnTo>
                    <a:pt x="259666" y="181883"/>
                  </a:lnTo>
                  <a:lnTo>
                    <a:pt x="260051" y="176564"/>
                  </a:lnTo>
                  <a:lnTo>
                    <a:pt x="260266" y="171235"/>
                  </a:lnTo>
                  <a:lnTo>
                    <a:pt x="260310" y="165903"/>
                  </a:lnTo>
                  <a:lnTo>
                    <a:pt x="260185" y="160571"/>
                  </a:lnTo>
                  <a:lnTo>
                    <a:pt x="259890" y="155247"/>
                  </a:lnTo>
                  <a:lnTo>
                    <a:pt x="259424" y="149934"/>
                  </a:lnTo>
                  <a:lnTo>
                    <a:pt x="258790" y="144639"/>
                  </a:lnTo>
                  <a:lnTo>
                    <a:pt x="257987" y="139367"/>
                  </a:lnTo>
                  <a:lnTo>
                    <a:pt x="257017" y="134123"/>
                  </a:lnTo>
                  <a:lnTo>
                    <a:pt x="255879" y="128913"/>
                  </a:lnTo>
                  <a:lnTo>
                    <a:pt x="254576" y="123742"/>
                  </a:lnTo>
                  <a:lnTo>
                    <a:pt x="253109" y="118615"/>
                  </a:lnTo>
                  <a:lnTo>
                    <a:pt x="251479" y="113537"/>
                  </a:lnTo>
                  <a:lnTo>
                    <a:pt x="249688" y="108514"/>
                  </a:lnTo>
                  <a:lnTo>
                    <a:pt x="247737" y="103551"/>
                  </a:lnTo>
                  <a:lnTo>
                    <a:pt x="245629" y="98652"/>
                  </a:lnTo>
                  <a:lnTo>
                    <a:pt x="243366" y="93823"/>
                  </a:lnTo>
                  <a:lnTo>
                    <a:pt x="240950" y="89069"/>
                  </a:lnTo>
                  <a:lnTo>
                    <a:pt x="238384" y="84394"/>
                  </a:lnTo>
                  <a:lnTo>
                    <a:pt x="235670" y="79804"/>
                  </a:lnTo>
                  <a:lnTo>
                    <a:pt x="232811" y="75302"/>
                  </a:lnTo>
                  <a:lnTo>
                    <a:pt x="229809" y="70894"/>
                  </a:lnTo>
                  <a:lnTo>
                    <a:pt x="226669" y="66584"/>
                  </a:lnTo>
                  <a:lnTo>
                    <a:pt x="223393" y="62376"/>
                  </a:lnTo>
                  <a:lnTo>
                    <a:pt x="219984" y="58275"/>
                  </a:lnTo>
                  <a:lnTo>
                    <a:pt x="216446" y="54284"/>
                  </a:lnTo>
                  <a:lnTo>
                    <a:pt x="212783" y="50409"/>
                  </a:lnTo>
                  <a:lnTo>
                    <a:pt x="208998" y="46652"/>
                  </a:lnTo>
                  <a:lnTo>
                    <a:pt x="205094" y="43018"/>
                  </a:lnTo>
                  <a:lnTo>
                    <a:pt x="201078" y="39511"/>
                  </a:lnTo>
                  <a:lnTo>
                    <a:pt x="196951" y="36133"/>
                  </a:lnTo>
                  <a:lnTo>
                    <a:pt x="192718" y="32889"/>
                  </a:lnTo>
                  <a:lnTo>
                    <a:pt x="188384" y="29781"/>
                  </a:lnTo>
                  <a:lnTo>
                    <a:pt x="183954" y="26813"/>
                  </a:lnTo>
                  <a:lnTo>
                    <a:pt x="179431" y="23988"/>
                  </a:lnTo>
                  <a:lnTo>
                    <a:pt x="174820" y="21309"/>
                  </a:lnTo>
                  <a:lnTo>
                    <a:pt x="170126" y="18778"/>
                  </a:lnTo>
                  <a:lnTo>
                    <a:pt x="165353" y="16398"/>
                  </a:lnTo>
                  <a:lnTo>
                    <a:pt x="160507" y="14171"/>
                  </a:lnTo>
                  <a:lnTo>
                    <a:pt x="155593" y="12101"/>
                  </a:lnTo>
                  <a:lnTo>
                    <a:pt x="150615" y="10188"/>
                  </a:lnTo>
                  <a:lnTo>
                    <a:pt x="145579" y="8435"/>
                  </a:lnTo>
                  <a:lnTo>
                    <a:pt x="140489" y="6843"/>
                  </a:lnTo>
                  <a:lnTo>
                    <a:pt x="135351" y="5415"/>
                  </a:lnTo>
                  <a:lnTo>
                    <a:pt x="130170" y="4151"/>
                  </a:lnTo>
                  <a:lnTo>
                    <a:pt x="124951" y="3053"/>
                  </a:lnTo>
                  <a:lnTo>
                    <a:pt x="119700" y="2122"/>
                  </a:lnTo>
                  <a:lnTo>
                    <a:pt x="114422" y="1359"/>
                  </a:lnTo>
                  <a:lnTo>
                    <a:pt x="109123" y="765"/>
                  </a:lnTo>
                  <a:lnTo>
                    <a:pt x="103807" y="340"/>
                  </a:lnTo>
                  <a:lnTo>
                    <a:pt x="98480" y="85"/>
                  </a:lnTo>
                  <a:lnTo>
                    <a:pt x="93148" y="0"/>
                  </a:lnTo>
                  <a:lnTo>
                    <a:pt x="93148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" name="pg162"/>
            <p:cNvSpPr/>
            <p:nvPr/>
          </p:nvSpPr>
          <p:spPr>
            <a:xfrm>
              <a:off x="6423235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3" name="pg163"/>
            <p:cNvSpPr/>
            <p:nvPr/>
          </p:nvSpPr>
          <p:spPr>
            <a:xfrm>
              <a:off x="6423235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4" name="pg164"/>
            <p:cNvSpPr/>
            <p:nvPr/>
          </p:nvSpPr>
          <p:spPr>
            <a:xfrm>
              <a:off x="6423235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5" name="pg165"/>
            <p:cNvSpPr/>
            <p:nvPr/>
          </p:nvSpPr>
          <p:spPr>
            <a:xfrm>
              <a:off x="6382482" y="1681503"/>
              <a:ext cx="40752" cy="167167"/>
            </a:xfrm>
            <a:custGeom>
              <a:avLst/>
              <a:pathLst>
                <a:path w="40752" h="167167">
                  <a:moveTo>
                    <a:pt x="40752" y="0"/>
                  </a:moveTo>
                  <a:lnTo>
                    <a:pt x="33892" y="140"/>
                  </a:lnTo>
                  <a:lnTo>
                    <a:pt x="27045" y="562"/>
                  </a:lnTo>
                  <a:lnTo>
                    <a:pt x="20220" y="1265"/>
                  </a:lnTo>
                  <a:lnTo>
                    <a:pt x="13430" y="2247"/>
                  </a:lnTo>
                  <a:lnTo>
                    <a:pt x="6686" y="3507"/>
                  </a:lnTo>
                  <a:lnTo>
                    <a:pt x="0" y="5043"/>
                  </a:lnTo>
                  <a:lnTo>
                    <a:pt x="40752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6" name="pg166"/>
            <p:cNvSpPr/>
            <p:nvPr/>
          </p:nvSpPr>
          <p:spPr>
            <a:xfrm>
              <a:off x="6382482" y="1686546"/>
              <a:ext cx="40752" cy="162124"/>
            </a:xfrm>
            <a:custGeom>
              <a:avLst/>
              <a:pathLst>
                <a:path w="40752" h="162124">
                  <a:moveTo>
                    <a:pt x="0" y="0"/>
                  </a:moveTo>
                  <a:lnTo>
                    <a:pt x="40752" y="162124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7" name="pg167"/>
            <p:cNvSpPr/>
            <p:nvPr/>
          </p:nvSpPr>
          <p:spPr>
            <a:xfrm>
              <a:off x="6382482" y="1686546"/>
              <a:ext cx="40752" cy="162124"/>
            </a:xfrm>
            <a:custGeom>
              <a:avLst/>
              <a:pathLst>
                <a:path w="40752" h="162124">
                  <a:moveTo>
                    <a:pt x="0" y="0"/>
                  </a:moveTo>
                  <a:lnTo>
                    <a:pt x="40752" y="162124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8" name="pg168"/>
            <p:cNvSpPr/>
            <p:nvPr/>
          </p:nvSpPr>
          <p:spPr>
            <a:xfrm>
              <a:off x="6382482" y="1686546"/>
              <a:ext cx="40752" cy="162124"/>
            </a:xfrm>
            <a:custGeom>
              <a:avLst/>
              <a:pathLst>
                <a:path w="40752" h="162124">
                  <a:moveTo>
                    <a:pt x="0" y="0"/>
                  </a:moveTo>
                  <a:lnTo>
                    <a:pt x="40752" y="162124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9" name="pg169"/>
            <p:cNvSpPr/>
            <p:nvPr/>
          </p:nvSpPr>
          <p:spPr>
            <a:xfrm>
              <a:off x="6382482" y="1686546"/>
              <a:ext cx="40752" cy="162124"/>
            </a:xfrm>
            <a:custGeom>
              <a:avLst/>
              <a:pathLst>
                <a:path w="40752" h="162124">
                  <a:moveTo>
                    <a:pt x="0" y="0"/>
                  </a:moveTo>
                  <a:lnTo>
                    <a:pt x="40752" y="162124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0" name="pg170"/>
            <p:cNvSpPr/>
            <p:nvPr/>
          </p:nvSpPr>
          <p:spPr>
            <a:xfrm>
              <a:off x="6382482" y="1686546"/>
              <a:ext cx="40752" cy="162124"/>
            </a:xfrm>
            <a:custGeom>
              <a:avLst/>
              <a:pathLst>
                <a:path w="40752" h="162124">
                  <a:moveTo>
                    <a:pt x="0" y="0"/>
                  </a:moveTo>
                  <a:lnTo>
                    <a:pt x="40752" y="162124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1" name="pg171"/>
            <p:cNvSpPr/>
            <p:nvPr/>
          </p:nvSpPr>
          <p:spPr>
            <a:xfrm>
              <a:off x="6382482" y="1686546"/>
              <a:ext cx="40752" cy="162124"/>
            </a:xfrm>
            <a:custGeom>
              <a:avLst/>
              <a:pathLst>
                <a:path w="40752" h="162124">
                  <a:moveTo>
                    <a:pt x="0" y="0"/>
                  </a:moveTo>
                  <a:lnTo>
                    <a:pt x="40752" y="162124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2" name="pg172"/>
            <p:cNvSpPr/>
            <p:nvPr/>
          </p:nvSpPr>
          <p:spPr>
            <a:xfrm>
              <a:off x="6382482" y="1686546"/>
              <a:ext cx="40752" cy="162124"/>
            </a:xfrm>
            <a:custGeom>
              <a:avLst/>
              <a:pathLst>
                <a:path w="40752" h="162124">
                  <a:moveTo>
                    <a:pt x="0" y="0"/>
                  </a:moveTo>
                  <a:lnTo>
                    <a:pt x="40752" y="162124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3" name="pg173"/>
            <p:cNvSpPr/>
            <p:nvPr/>
          </p:nvSpPr>
          <p:spPr>
            <a:xfrm>
              <a:off x="6382482" y="1686546"/>
              <a:ext cx="40752" cy="162124"/>
            </a:xfrm>
            <a:custGeom>
              <a:avLst/>
              <a:pathLst>
                <a:path w="40752" h="162124">
                  <a:moveTo>
                    <a:pt x="0" y="0"/>
                  </a:moveTo>
                  <a:lnTo>
                    <a:pt x="40752" y="162124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4" name="pg174"/>
            <p:cNvSpPr/>
            <p:nvPr/>
          </p:nvSpPr>
          <p:spPr>
            <a:xfrm>
              <a:off x="6382482" y="1686546"/>
              <a:ext cx="40752" cy="162124"/>
            </a:xfrm>
            <a:custGeom>
              <a:avLst/>
              <a:pathLst>
                <a:path w="40752" h="162124">
                  <a:moveTo>
                    <a:pt x="0" y="0"/>
                  </a:moveTo>
                  <a:lnTo>
                    <a:pt x="40752" y="16212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5" name="pg175"/>
            <p:cNvSpPr/>
            <p:nvPr/>
          </p:nvSpPr>
          <p:spPr>
            <a:xfrm>
              <a:off x="6382482" y="1686546"/>
              <a:ext cx="40752" cy="162124"/>
            </a:xfrm>
            <a:custGeom>
              <a:avLst/>
              <a:pathLst>
                <a:path w="40752" h="162124">
                  <a:moveTo>
                    <a:pt x="0" y="0"/>
                  </a:moveTo>
                  <a:lnTo>
                    <a:pt x="40752" y="16212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6" name="pg176"/>
            <p:cNvSpPr/>
            <p:nvPr/>
          </p:nvSpPr>
          <p:spPr>
            <a:xfrm>
              <a:off x="6382482" y="1686546"/>
              <a:ext cx="40752" cy="162124"/>
            </a:xfrm>
            <a:custGeom>
              <a:avLst/>
              <a:pathLst>
                <a:path w="40752" h="162124">
                  <a:moveTo>
                    <a:pt x="0" y="0"/>
                  </a:moveTo>
                  <a:lnTo>
                    <a:pt x="40752" y="16212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7" name="pg177"/>
            <p:cNvSpPr/>
            <p:nvPr/>
          </p:nvSpPr>
          <p:spPr>
            <a:xfrm>
              <a:off x="6382482" y="1686546"/>
              <a:ext cx="40752" cy="162124"/>
            </a:xfrm>
            <a:custGeom>
              <a:avLst/>
              <a:pathLst>
                <a:path w="40752" h="162124">
                  <a:moveTo>
                    <a:pt x="0" y="0"/>
                  </a:moveTo>
                  <a:lnTo>
                    <a:pt x="40752" y="16212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8" name="pg178"/>
            <p:cNvSpPr/>
            <p:nvPr/>
          </p:nvSpPr>
          <p:spPr>
            <a:xfrm>
              <a:off x="6382482" y="1686546"/>
              <a:ext cx="40752" cy="162124"/>
            </a:xfrm>
            <a:custGeom>
              <a:avLst/>
              <a:pathLst>
                <a:path w="40752" h="162124">
                  <a:moveTo>
                    <a:pt x="0" y="0"/>
                  </a:moveTo>
                  <a:lnTo>
                    <a:pt x="40752" y="162124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9" name="pg179"/>
            <p:cNvSpPr/>
            <p:nvPr/>
          </p:nvSpPr>
          <p:spPr>
            <a:xfrm>
              <a:off x="6382482" y="1686546"/>
              <a:ext cx="40752" cy="162124"/>
            </a:xfrm>
            <a:custGeom>
              <a:avLst/>
              <a:pathLst>
                <a:path w="40752" h="162124">
                  <a:moveTo>
                    <a:pt x="0" y="0"/>
                  </a:moveTo>
                  <a:lnTo>
                    <a:pt x="40752" y="162124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0" name="pg180"/>
            <p:cNvSpPr/>
            <p:nvPr/>
          </p:nvSpPr>
          <p:spPr>
            <a:xfrm>
              <a:off x="6382482" y="1686546"/>
              <a:ext cx="40752" cy="162124"/>
            </a:xfrm>
            <a:custGeom>
              <a:avLst/>
              <a:pathLst>
                <a:path w="40752" h="162124">
                  <a:moveTo>
                    <a:pt x="0" y="0"/>
                  </a:moveTo>
                  <a:lnTo>
                    <a:pt x="40752" y="162124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1" name="pg181"/>
            <p:cNvSpPr/>
            <p:nvPr/>
          </p:nvSpPr>
          <p:spPr>
            <a:xfrm>
              <a:off x="6382482" y="1686546"/>
              <a:ext cx="40752" cy="162124"/>
            </a:xfrm>
            <a:custGeom>
              <a:avLst/>
              <a:pathLst>
                <a:path w="40752" h="162124">
                  <a:moveTo>
                    <a:pt x="0" y="0"/>
                  </a:moveTo>
                  <a:lnTo>
                    <a:pt x="40752" y="162124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2" name="pg182"/>
            <p:cNvSpPr/>
            <p:nvPr/>
          </p:nvSpPr>
          <p:spPr>
            <a:xfrm>
              <a:off x="6382482" y="1686546"/>
              <a:ext cx="40752" cy="162124"/>
            </a:xfrm>
            <a:custGeom>
              <a:avLst/>
              <a:pathLst>
                <a:path w="40752" h="162124">
                  <a:moveTo>
                    <a:pt x="0" y="0"/>
                  </a:moveTo>
                  <a:lnTo>
                    <a:pt x="40752" y="16212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3" name="pg183"/>
            <p:cNvSpPr/>
            <p:nvPr/>
          </p:nvSpPr>
          <p:spPr>
            <a:xfrm>
              <a:off x="6382482" y="1686546"/>
              <a:ext cx="40752" cy="162124"/>
            </a:xfrm>
            <a:custGeom>
              <a:avLst/>
              <a:pathLst>
                <a:path w="40752" h="162124">
                  <a:moveTo>
                    <a:pt x="0" y="0"/>
                  </a:moveTo>
                  <a:lnTo>
                    <a:pt x="40752" y="16212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4" name="pg184"/>
            <p:cNvSpPr/>
            <p:nvPr/>
          </p:nvSpPr>
          <p:spPr>
            <a:xfrm>
              <a:off x="6382482" y="1686546"/>
              <a:ext cx="40752" cy="162124"/>
            </a:xfrm>
            <a:custGeom>
              <a:avLst/>
              <a:pathLst>
                <a:path w="40752" h="162124">
                  <a:moveTo>
                    <a:pt x="0" y="0"/>
                  </a:moveTo>
                  <a:lnTo>
                    <a:pt x="40752" y="16212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5" name="pg185"/>
            <p:cNvSpPr/>
            <p:nvPr/>
          </p:nvSpPr>
          <p:spPr>
            <a:xfrm>
              <a:off x="6382482" y="1686546"/>
              <a:ext cx="40752" cy="162124"/>
            </a:xfrm>
            <a:custGeom>
              <a:avLst/>
              <a:pathLst>
                <a:path w="40752" h="162124">
                  <a:moveTo>
                    <a:pt x="0" y="0"/>
                  </a:moveTo>
                  <a:lnTo>
                    <a:pt x="40752" y="16212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6" name="pg186"/>
            <p:cNvSpPr/>
            <p:nvPr/>
          </p:nvSpPr>
          <p:spPr>
            <a:xfrm>
              <a:off x="6382482" y="1686546"/>
              <a:ext cx="40752" cy="162124"/>
            </a:xfrm>
            <a:custGeom>
              <a:avLst/>
              <a:pathLst>
                <a:path w="40752" h="162124">
                  <a:moveTo>
                    <a:pt x="0" y="0"/>
                  </a:moveTo>
                  <a:lnTo>
                    <a:pt x="40752" y="162124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7" name="pg187"/>
            <p:cNvSpPr/>
            <p:nvPr/>
          </p:nvSpPr>
          <p:spPr>
            <a:xfrm>
              <a:off x="6382482" y="1686546"/>
              <a:ext cx="40752" cy="162124"/>
            </a:xfrm>
            <a:custGeom>
              <a:avLst/>
              <a:pathLst>
                <a:path w="40752" h="162124">
                  <a:moveTo>
                    <a:pt x="0" y="0"/>
                  </a:moveTo>
                  <a:lnTo>
                    <a:pt x="40752" y="162124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8" name="pg188"/>
            <p:cNvSpPr/>
            <p:nvPr/>
          </p:nvSpPr>
          <p:spPr>
            <a:xfrm>
              <a:off x="6256068" y="1686546"/>
              <a:ext cx="334325" cy="329279"/>
            </a:xfrm>
            <a:custGeom>
              <a:avLst/>
              <a:pathLst>
                <a:path w="334325" h="329279">
                  <a:moveTo>
                    <a:pt x="126414" y="0"/>
                  </a:moveTo>
                  <a:lnTo>
                    <a:pt x="121312" y="1368"/>
                  </a:lnTo>
                  <a:lnTo>
                    <a:pt x="116256" y="2897"/>
                  </a:lnTo>
                  <a:lnTo>
                    <a:pt x="111250" y="4585"/>
                  </a:lnTo>
                  <a:lnTo>
                    <a:pt x="106301" y="6431"/>
                  </a:lnTo>
                  <a:lnTo>
                    <a:pt x="101412" y="8431"/>
                  </a:lnTo>
                  <a:lnTo>
                    <a:pt x="96589" y="10586"/>
                  </a:lnTo>
                  <a:lnTo>
                    <a:pt x="91836" y="12891"/>
                  </a:lnTo>
                  <a:lnTo>
                    <a:pt x="87158" y="15346"/>
                  </a:lnTo>
                  <a:lnTo>
                    <a:pt x="82561" y="17947"/>
                  </a:lnTo>
                  <a:lnTo>
                    <a:pt x="78048" y="20692"/>
                  </a:lnTo>
                  <a:lnTo>
                    <a:pt x="73623" y="23579"/>
                  </a:lnTo>
                  <a:lnTo>
                    <a:pt x="69293" y="26604"/>
                  </a:lnTo>
                  <a:lnTo>
                    <a:pt x="65060" y="29764"/>
                  </a:lnTo>
                  <a:lnTo>
                    <a:pt x="60929" y="33056"/>
                  </a:lnTo>
                  <a:lnTo>
                    <a:pt x="56904" y="36477"/>
                  </a:lnTo>
                  <a:lnTo>
                    <a:pt x="52989" y="40024"/>
                  </a:lnTo>
                  <a:lnTo>
                    <a:pt x="49188" y="43692"/>
                  </a:lnTo>
                  <a:lnTo>
                    <a:pt x="45505" y="47479"/>
                  </a:lnTo>
                  <a:lnTo>
                    <a:pt x="41943" y="51380"/>
                  </a:lnTo>
                  <a:lnTo>
                    <a:pt x="38507" y="55392"/>
                  </a:lnTo>
                  <a:lnTo>
                    <a:pt x="35199" y="59510"/>
                  </a:lnTo>
                  <a:lnTo>
                    <a:pt x="32022" y="63731"/>
                  </a:lnTo>
                  <a:lnTo>
                    <a:pt x="28981" y="68050"/>
                  </a:lnTo>
                  <a:lnTo>
                    <a:pt x="26078" y="72463"/>
                  </a:lnTo>
                  <a:lnTo>
                    <a:pt x="23315" y="76966"/>
                  </a:lnTo>
                  <a:lnTo>
                    <a:pt x="20696" y="81554"/>
                  </a:lnTo>
                  <a:lnTo>
                    <a:pt x="18224" y="86222"/>
                  </a:lnTo>
                  <a:lnTo>
                    <a:pt x="15900" y="90965"/>
                  </a:lnTo>
                  <a:lnTo>
                    <a:pt x="13727" y="95780"/>
                  </a:lnTo>
                  <a:lnTo>
                    <a:pt x="11708" y="100662"/>
                  </a:lnTo>
                  <a:lnTo>
                    <a:pt x="9843" y="105604"/>
                  </a:lnTo>
                  <a:lnTo>
                    <a:pt x="8136" y="110603"/>
                  </a:lnTo>
                  <a:lnTo>
                    <a:pt x="6588" y="115654"/>
                  </a:lnTo>
                  <a:lnTo>
                    <a:pt x="5200" y="120750"/>
                  </a:lnTo>
                  <a:lnTo>
                    <a:pt x="3973" y="125889"/>
                  </a:lnTo>
                  <a:lnTo>
                    <a:pt x="2910" y="131063"/>
                  </a:lnTo>
                  <a:lnTo>
                    <a:pt x="2010" y="136268"/>
                  </a:lnTo>
                  <a:lnTo>
                    <a:pt x="1276" y="141499"/>
                  </a:lnTo>
                  <a:lnTo>
                    <a:pt x="707" y="146751"/>
                  </a:lnTo>
                  <a:lnTo>
                    <a:pt x="305" y="152018"/>
                  </a:lnTo>
                  <a:lnTo>
                    <a:pt x="69" y="157295"/>
                  </a:lnTo>
                  <a:lnTo>
                    <a:pt x="0" y="162577"/>
                  </a:lnTo>
                  <a:lnTo>
                    <a:pt x="97" y="167859"/>
                  </a:lnTo>
                  <a:lnTo>
                    <a:pt x="362" y="173135"/>
                  </a:lnTo>
                  <a:lnTo>
                    <a:pt x="793" y="178400"/>
                  </a:lnTo>
                  <a:lnTo>
                    <a:pt x="1390" y="183648"/>
                  </a:lnTo>
                  <a:lnTo>
                    <a:pt x="2153" y="188875"/>
                  </a:lnTo>
                  <a:lnTo>
                    <a:pt x="3081" y="194076"/>
                  </a:lnTo>
                  <a:lnTo>
                    <a:pt x="4172" y="199244"/>
                  </a:lnTo>
                  <a:lnTo>
                    <a:pt x="5427" y="204376"/>
                  </a:lnTo>
                  <a:lnTo>
                    <a:pt x="6842" y="209465"/>
                  </a:lnTo>
                  <a:lnTo>
                    <a:pt x="8418" y="214507"/>
                  </a:lnTo>
                  <a:lnTo>
                    <a:pt x="10153" y="219496"/>
                  </a:lnTo>
                  <a:lnTo>
                    <a:pt x="12044" y="224429"/>
                  </a:lnTo>
                  <a:lnTo>
                    <a:pt x="14090" y="229299"/>
                  </a:lnTo>
                  <a:lnTo>
                    <a:pt x="16289" y="234102"/>
                  </a:lnTo>
                  <a:lnTo>
                    <a:pt x="18638" y="238833"/>
                  </a:lnTo>
                  <a:lnTo>
                    <a:pt x="21136" y="243488"/>
                  </a:lnTo>
                  <a:lnTo>
                    <a:pt x="23780" y="248061"/>
                  </a:lnTo>
                  <a:lnTo>
                    <a:pt x="26567" y="252549"/>
                  </a:lnTo>
                  <a:lnTo>
                    <a:pt x="29494" y="256946"/>
                  </a:lnTo>
                  <a:lnTo>
                    <a:pt x="32559" y="261248"/>
                  </a:lnTo>
                  <a:lnTo>
                    <a:pt x="35758" y="265452"/>
                  </a:lnTo>
                  <a:lnTo>
                    <a:pt x="39088" y="269552"/>
                  </a:lnTo>
                  <a:lnTo>
                    <a:pt x="42546" y="273545"/>
                  </a:lnTo>
                  <a:lnTo>
                    <a:pt x="46129" y="277427"/>
                  </a:lnTo>
                  <a:lnTo>
                    <a:pt x="49833" y="281194"/>
                  </a:lnTo>
                  <a:lnTo>
                    <a:pt x="53653" y="284842"/>
                  </a:lnTo>
                  <a:lnTo>
                    <a:pt x="57587" y="288367"/>
                  </a:lnTo>
                  <a:lnTo>
                    <a:pt x="61631" y="291766"/>
                  </a:lnTo>
                  <a:lnTo>
                    <a:pt x="65780" y="295036"/>
                  </a:lnTo>
                  <a:lnTo>
                    <a:pt x="70030" y="298173"/>
                  </a:lnTo>
                  <a:lnTo>
                    <a:pt x="74377" y="301174"/>
                  </a:lnTo>
                  <a:lnTo>
                    <a:pt x="78817" y="304037"/>
                  </a:lnTo>
                  <a:lnTo>
                    <a:pt x="83345" y="306757"/>
                  </a:lnTo>
                  <a:lnTo>
                    <a:pt x="87956" y="309333"/>
                  </a:lnTo>
                  <a:lnTo>
                    <a:pt x="92647" y="311763"/>
                  </a:lnTo>
                  <a:lnTo>
                    <a:pt x="97412" y="314042"/>
                  </a:lnTo>
                  <a:lnTo>
                    <a:pt x="102247" y="316171"/>
                  </a:lnTo>
                  <a:lnTo>
                    <a:pt x="107147" y="318145"/>
                  </a:lnTo>
                  <a:lnTo>
                    <a:pt x="112107" y="319963"/>
                  </a:lnTo>
                  <a:lnTo>
                    <a:pt x="117121" y="321624"/>
                  </a:lnTo>
                  <a:lnTo>
                    <a:pt x="122186" y="323126"/>
                  </a:lnTo>
                  <a:lnTo>
                    <a:pt x="127295" y="324467"/>
                  </a:lnTo>
                  <a:lnTo>
                    <a:pt x="132444" y="325645"/>
                  </a:lnTo>
                  <a:lnTo>
                    <a:pt x="137628" y="326661"/>
                  </a:lnTo>
                  <a:lnTo>
                    <a:pt x="142842" y="327512"/>
                  </a:lnTo>
                  <a:lnTo>
                    <a:pt x="148080" y="328198"/>
                  </a:lnTo>
                  <a:lnTo>
                    <a:pt x="153336" y="328718"/>
                  </a:lnTo>
                  <a:lnTo>
                    <a:pt x="158607" y="329072"/>
                  </a:lnTo>
                  <a:lnTo>
                    <a:pt x="163886" y="329259"/>
                  </a:lnTo>
                  <a:lnTo>
                    <a:pt x="169169" y="329279"/>
                  </a:lnTo>
                  <a:lnTo>
                    <a:pt x="174449" y="329132"/>
                  </a:lnTo>
                  <a:lnTo>
                    <a:pt x="179722" y="328819"/>
                  </a:lnTo>
                  <a:lnTo>
                    <a:pt x="184983" y="328339"/>
                  </a:lnTo>
                  <a:lnTo>
                    <a:pt x="190226" y="327693"/>
                  </a:lnTo>
                  <a:lnTo>
                    <a:pt x="195445" y="326882"/>
                  </a:lnTo>
                  <a:lnTo>
                    <a:pt x="200637" y="325906"/>
                  </a:lnTo>
                  <a:lnTo>
                    <a:pt x="205795" y="324767"/>
                  </a:lnTo>
                  <a:lnTo>
                    <a:pt x="210915" y="323465"/>
                  </a:lnTo>
                  <a:lnTo>
                    <a:pt x="215991" y="322002"/>
                  </a:lnTo>
                  <a:lnTo>
                    <a:pt x="221018" y="320380"/>
                  </a:lnTo>
                  <a:lnTo>
                    <a:pt x="225991" y="318599"/>
                  </a:lnTo>
                  <a:lnTo>
                    <a:pt x="230906" y="316662"/>
                  </a:lnTo>
                  <a:lnTo>
                    <a:pt x="235757" y="314571"/>
                  </a:lnTo>
                  <a:lnTo>
                    <a:pt x="240539" y="312328"/>
                  </a:lnTo>
                  <a:lnTo>
                    <a:pt x="245248" y="309935"/>
                  </a:lnTo>
                  <a:lnTo>
                    <a:pt x="249880" y="307394"/>
                  </a:lnTo>
                  <a:lnTo>
                    <a:pt x="254428" y="304708"/>
                  </a:lnTo>
                  <a:lnTo>
                    <a:pt x="258890" y="301880"/>
                  </a:lnTo>
                  <a:lnTo>
                    <a:pt x="263260" y="298912"/>
                  </a:lnTo>
                  <a:lnTo>
                    <a:pt x="267534" y="295807"/>
                  </a:lnTo>
                  <a:lnTo>
                    <a:pt x="271707" y="292569"/>
                  </a:lnTo>
                  <a:lnTo>
                    <a:pt x="275777" y="289201"/>
                  </a:lnTo>
                  <a:lnTo>
                    <a:pt x="279738" y="285706"/>
                  </a:lnTo>
                  <a:lnTo>
                    <a:pt x="283586" y="282088"/>
                  </a:lnTo>
                  <a:lnTo>
                    <a:pt x="287318" y="278349"/>
                  </a:lnTo>
                  <a:lnTo>
                    <a:pt x="290931" y="274495"/>
                  </a:lnTo>
                  <a:lnTo>
                    <a:pt x="294419" y="270528"/>
                  </a:lnTo>
                  <a:lnTo>
                    <a:pt x="297781" y="266454"/>
                  </a:lnTo>
                  <a:lnTo>
                    <a:pt x="301012" y="262275"/>
                  </a:lnTo>
                  <a:lnTo>
                    <a:pt x="304110" y="257996"/>
                  </a:lnTo>
                  <a:lnTo>
                    <a:pt x="307071" y="253621"/>
                  </a:lnTo>
                  <a:lnTo>
                    <a:pt x="309892" y="249155"/>
                  </a:lnTo>
                  <a:lnTo>
                    <a:pt x="312570" y="244602"/>
                  </a:lnTo>
                  <a:lnTo>
                    <a:pt x="315104" y="239967"/>
                  </a:lnTo>
                  <a:lnTo>
                    <a:pt x="317489" y="235253"/>
                  </a:lnTo>
                  <a:lnTo>
                    <a:pt x="319725" y="230467"/>
                  </a:lnTo>
                  <a:lnTo>
                    <a:pt x="321808" y="225613"/>
                  </a:lnTo>
                  <a:lnTo>
                    <a:pt x="323737" y="220695"/>
                  </a:lnTo>
                  <a:lnTo>
                    <a:pt x="325509" y="215719"/>
                  </a:lnTo>
                  <a:lnTo>
                    <a:pt x="327124" y="210689"/>
                  </a:lnTo>
                  <a:lnTo>
                    <a:pt x="328578" y="205611"/>
                  </a:lnTo>
                  <a:lnTo>
                    <a:pt x="329872" y="200489"/>
                  </a:lnTo>
                  <a:lnTo>
                    <a:pt x="331003" y="195329"/>
                  </a:lnTo>
                  <a:lnTo>
                    <a:pt x="331970" y="190136"/>
                  </a:lnTo>
                  <a:lnTo>
                    <a:pt x="332773" y="184915"/>
                  </a:lnTo>
                  <a:lnTo>
                    <a:pt x="333410" y="179671"/>
                  </a:lnTo>
                  <a:lnTo>
                    <a:pt x="333882" y="174410"/>
                  </a:lnTo>
                  <a:lnTo>
                    <a:pt x="334187" y="169136"/>
                  </a:lnTo>
                  <a:lnTo>
                    <a:pt x="334325" y="163856"/>
                  </a:lnTo>
                  <a:lnTo>
                    <a:pt x="334296" y="158573"/>
                  </a:lnTo>
                  <a:lnTo>
                    <a:pt x="334100" y="153294"/>
                  </a:lnTo>
                  <a:lnTo>
                    <a:pt x="333738" y="148024"/>
                  </a:lnTo>
                  <a:lnTo>
                    <a:pt x="333209" y="142768"/>
                  </a:lnTo>
                  <a:lnTo>
                    <a:pt x="332515" y="137532"/>
                  </a:lnTo>
                  <a:lnTo>
                    <a:pt x="331655" y="132320"/>
                  </a:lnTo>
                  <a:lnTo>
                    <a:pt x="330632" y="127137"/>
                  </a:lnTo>
                  <a:lnTo>
                    <a:pt x="329445" y="121990"/>
                  </a:lnTo>
                  <a:lnTo>
                    <a:pt x="328096" y="116883"/>
                  </a:lnTo>
                  <a:lnTo>
                    <a:pt x="326586" y="111821"/>
                  </a:lnTo>
                  <a:lnTo>
                    <a:pt x="324917" y="106809"/>
                  </a:lnTo>
                  <a:lnTo>
                    <a:pt x="323090" y="101852"/>
                  </a:lnTo>
                  <a:lnTo>
                    <a:pt x="321108" y="96956"/>
                  </a:lnTo>
                  <a:lnTo>
                    <a:pt x="318972" y="92124"/>
                  </a:lnTo>
                  <a:lnTo>
                    <a:pt x="316685" y="87363"/>
                  </a:lnTo>
                  <a:lnTo>
                    <a:pt x="314248" y="82676"/>
                  </a:lnTo>
                  <a:lnTo>
                    <a:pt x="311664" y="78068"/>
                  </a:lnTo>
                  <a:lnTo>
                    <a:pt x="308936" y="73545"/>
                  </a:lnTo>
                  <a:lnTo>
                    <a:pt x="306067" y="69110"/>
                  </a:lnTo>
                  <a:lnTo>
                    <a:pt x="303059" y="64767"/>
                  </a:lnTo>
                  <a:lnTo>
                    <a:pt x="299915" y="60522"/>
                  </a:lnTo>
                  <a:lnTo>
                    <a:pt x="296638" y="56379"/>
                  </a:lnTo>
                  <a:lnTo>
                    <a:pt x="293232" y="52341"/>
                  </a:lnTo>
                  <a:lnTo>
                    <a:pt x="289701" y="48412"/>
                  </a:lnTo>
                  <a:lnTo>
                    <a:pt x="286047" y="44598"/>
                  </a:lnTo>
                  <a:lnTo>
                    <a:pt x="282274" y="40900"/>
                  </a:lnTo>
                  <a:lnTo>
                    <a:pt x="278387" y="37324"/>
                  </a:lnTo>
                  <a:lnTo>
                    <a:pt x="274388" y="33872"/>
                  </a:lnTo>
                  <a:lnTo>
                    <a:pt x="270282" y="30548"/>
                  </a:lnTo>
                  <a:lnTo>
                    <a:pt x="266073" y="27356"/>
                  </a:lnTo>
                  <a:lnTo>
                    <a:pt x="261766" y="24298"/>
                  </a:lnTo>
                  <a:lnTo>
                    <a:pt x="257364" y="21378"/>
                  </a:lnTo>
                  <a:lnTo>
                    <a:pt x="167166" y="162124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9" name="pg189"/>
            <p:cNvSpPr/>
            <p:nvPr/>
          </p:nvSpPr>
          <p:spPr>
            <a:xfrm>
              <a:off x="6423235" y="1681503"/>
              <a:ext cx="90197" cy="167167"/>
            </a:xfrm>
            <a:custGeom>
              <a:avLst/>
              <a:pathLst>
                <a:path w="90197" h="167167">
                  <a:moveTo>
                    <a:pt x="90197" y="26421"/>
                  </a:moveTo>
                  <a:lnTo>
                    <a:pt x="85429" y="23477"/>
                  </a:lnTo>
                  <a:lnTo>
                    <a:pt x="80565" y="20694"/>
                  </a:lnTo>
                  <a:lnTo>
                    <a:pt x="75610" y="18076"/>
                  </a:lnTo>
                  <a:lnTo>
                    <a:pt x="70570" y="15626"/>
                  </a:lnTo>
                  <a:lnTo>
                    <a:pt x="65451" y="13345"/>
                  </a:lnTo>
                  <a:lnTo>
                    <a:pt x="60258" y="11238"/>
                  </a:lnTo>
                  <a:lnTo>
                    <a:pt x="54998" y="9306"/>
                  </a:lnTo>
                  <a:lnTo>
                    <a:pt x="49676" y="7551"/>
                  </a:lnTo>
                  <a:lnTo>
                    <a:pt x="44298" y="5976"/>
                  </a:lnTo>
                  <a:lnTo>
                    <a:pt x="38870" y="4581"/>
                  </a:lnTo>
                  <a:lnTo>
                    <a:pt x="33399" y="3370"/>
                  </a:lnTo>
                  <a:lnTo>
                    <a:pt x="27890" y="2343"/>
                  </a:lnTo>
                  <a:lnTo>
                    <a:pt x="22349" y="1500"/>
                  </a:lnTo>
                  <a:lnTo>
                    <a:pt x="16784" y="844"/>
                  </a:lnTo>
                  <a:lnTo>
                    <a:pt x="11200" y="375"/>
                  </a:lnTo>
                  <a:lnTo>
                    <a:pt x="5603" y="93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0" name="pg190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1" name="pg191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2" name="pg192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3" name="pg193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4" name="pg194"/>
            <p:cNvSpPr/>
            <p:nvPr/>
          </p:nvSpPr>
          <p:spPr>
            <a:xfrm>
              <a:off x="5853882" y="1322571"/>
              <a:ext cx="334323" cy="334328"/>
            </a:xfrm>
            <a:custGeom>
              <a:avLst/>
              <a:pathLst>
                <a:path w="334323" h="334328">
                  <a:moveTo>
                    <a:pt x="167156" y="0"/>
                  </a:moveTo>
                  <a:lnTo>
                    <a:pt x="161867" y="83"/>
                  </a:lnTo>
                  <a:lnTo>
                    <a:pt x="156583" y="334"/>
                  </a:lnTo>
                  <a:lnTo>
                    <a:pt x="151310" y="752"/>
                  </a:lnTo>
                  <a:lnTo>
                    <a:pt x="146053" y="1337"/>
                  </a:lnTo>
                  <a:lnTo>
                    <a:pt x="140817" y="2088"/>
                  </a:lnTo>
                  <a:lnTo>
                    <a:pt x="135607" y="3004"/>
                  </a:lnTo>
                  <a:lnTo>
                    <a:pt x="130429" y="4084"/>
                  </a:lnTo>
                  <a:lnTo>
                    <a:pt x="125287" y="5328"/>
                  </a:lnTo>
                  <a:lnTo>
                    <a:pt x="120188" y="6733"/>
                  </a:lnTo>
                  <a:lnTo>
                    <a:pt x="115135" y="8300"/>
                  </a:lnTo>
                  <a:lnTo>
                    <a:pt x="110135" y="10025"/>
                  </a:lnTo>
                  <a:lnTo>
                    <a:pt x="105192" y="11908"/>
                  </a:lnTo>
                  <a:lnTo>
                    <a:pt x="100311" y="13946"/>
                  </a:lnTo>
                  <a:lnTo>
                    <a:pt x="95496" y="16138"/>
                  </a:lnTo>
                  <a:lnTo>
                    <a:pt x="90754" y="18481"/>
                  </a:lnTo>
                  <a:lnTo>
                    <a:pt x="86088" y="20972"/>
                  </a:lnTo>
                  <a:lnTo>
                    <a:pt x="81503" y="23610"/>
                  </a:lnTo>
                  <a:lnTo>
                    <a:pt x="77004" y="26392"/>
                  </a:lnTo>
                  <a:lnTo>
                    <a:pt x="72595" y="29315"/>
                  </a:lnTo>
                  <a:lnTo>
                    <a:pt x="68281" y="32376"/>
                  </a:lnTo>
                  <a:lnTo>
                    <a:pt x="64066" y="35572"/>
                  </a:lnTo>
                  <a:lnTo>
                    <a:pt x="59954" y="38899"/>
                  </a:lnTo>
                  <a:lnTo>
                    <a:pt x="55949" y="42355"/>
                  </a:lnTo>
                  <a:lnTo>
                    <a:pt x="52056" y="45936"/>
                  </a:lnTo>
                  <a:lnTo>
                    <a:pt x="48278" y="49639"/>
                  </a:lnTo>
                  <a:lnTo>
                    <a:pt x="44619" y="53459"/>
                  </a:lnTo>
                  <a:lnTo>
                    <a:pt x="41083" y="57393"/>
                  </a:lnTo>
                  <a:lnTo>
                    <a:pt x="37672" y="61436"/>
                  </a:lnTo>
                  <a:lnTo>
                    <a:pt x="34392" y="65586"/>
                  </a:lnTo>
                  <a:lnTo>
                    <a:pt x="31245" y="69837"/>
                  </a:lnTo>
                  <a:lnTo>
                    <a:pt x="28233" y="74186"/>
                  </a:lnTo>
                  <a:lnTo>
                    <a:pt x="25361" y="78628"/>
                  </a:lnTo>
                  <a:lnTo>
                    <a:pt x="22631" y="83159"/>
                  </a:lnTo>
                  <a:lnTo>
                    <a:pt x="20045" y="87773"/>
                  </a:lnTo>
                  <a:lnTo>
                    <a:pt x="17607" y="92468"/>
                  </a:lnTo>
                  <a:lnTo>
                    <a:pt x="15318" y="97237"/>
                  </a:lnTo>
                  <a:lnTo>
                    <a:pt x="13182" y="102076"/>
                  </a:lnTo>
                  <a:lnTo>
                    <a:pt x="11199" y="106980"/>
                  </a:lnTo>
                  <a:lnTo>
                    <a:pt x="9373" y="111944"/>
                  </a:lnTo>
                  <a:lnTo>
                    <a:pt x="7705" y="116964"/>
                  </a:lnTo>
                  <a:lnTo>
                    <a:pt x="6197" y="122034"/>
                  </a:lnTo>
                  <a:lnTo>
                    <a:pt x="4849" y="127149"/>
                  </a:lnTo>
                  <a:lnTo>
                    <a:pt x="3664" y="132304"/>
                  </a:lnTo>
                  <a:lnTo>
                    <a:pt x="2643" y="137495"/>
                  </a:lnTo>
                  <a:lnTo>
                    <a:pt x="1787" y="142715"/>
                  </a:lnTo>
                  <a:lnTo>
                    <a:pt x="1096" y="147959"/>
                  </a:lnTo>
                  <a:lnTo>
                    <a:pt x="571" y="153223"/>
                  </a:lnTo>
                  <a:lnTo>
                    <a:pt x="213" y="158500"/>
                  </a:lnTo>
                  <a:lnTo>
                    <a:pt x="23" y="163786"/>
                  </a:lnTo>
                  <a:lnTo>
                    <a:pt x="0" y="169076"/>
                  </a:lnTo>
                  <a:lnTo>
                    <a:pt x="144" y="174364"/>
                  </a:lnTo>
                  <a:lnTo>
                    <a:pt x="455" y="179644"/>
                  </a:lnTo>
                  <a:lnTo>
                    <a:pt x="933" y="184912"/>
                  </a:lnTo>
                  <a:lnTo>
                    <a:pt x="1578" y="190162"/>
                  </a:lnTo>
                  <a:lnTo>
                    <a:pt x="2388" y="195390"/>
                  </a:lnTo>
                  <a:lnTo>
                    <a:pt x="3364" y="200589"/>
                  </a:lnTo>
                  <a:lnTo>
                    <a:pt x="4503" y="205754"/>
                  </a:lnTo>
                  <a:lnTo>
                    <a:pt x="5805" y="210881"/>
                  </a:lnTo>
                  <a:lnTo>
                    <a:pt x="7269" y="215964"/>
                  </a:lnTo>
                  <a:lnTo>
                    <a:pt x="8893" y="220998"/>
                  </a:lnTo>
                  <a:lnTo>
                    <a:pt x="10676" y="225979"/>
                  </a:lnTo>
                  <a:lnTo>
                    <a:pt x="12615" y="230900"/>
                  </a:lnTo>
                  <a:lnTo>
                    <a:pt x="14709" y="235758"/>
                  </a:lnTo>
                  <a:lnTo>
                    <a:pt x="16955" y="240547"/>
                  </a:lnTo>
                  <a:lnTo>
                    <a:pt x="19352" y="245262"/>
                  </a:lnTo>
                  <a:lnTo>
                    <a:pt x="21897" y="249900"/>
                  </a:lnTo>
                  <a:lnTo>
                    <a:pt x="24587" y="254454"/>
                  </a:lnTo>
                  <a:lnTo>
                    <a:pt x="27420" y="258921"/>
                  </a:lnTo>
                  <a:lnTo>
                    <a:pt x="30393" y="263296"/>
                  </a:lnTo>
                  <a:lnTo>
                    <a:pt x="33503" y="267575"/>
                  </a:lnTo>
                  <a:lnTo>
                    <a:pt x="36747" y="271754"/>
                  </a:lnTo>
                  <a:lnTo>
                    <a:pt x="40121" y="275827"/>
                  </a:lnTo>
                  <a:lnTo>
                    <a:pt x="43622" y="279792"/>
                  </a:lnTo>
                  <a:lnTo>
                    <a:pt x="47248" y="283644"/>
                  </a:lnTo>
                  <a:lnTo>
                    <a:pt x="50993" y="287380"/>
                  </a:lnTo>
                  <a:lnTo>
                    <a:pt x="54855" y="290995"/>
                  </a:lnTo>
                  <a:lnTo>
                    <a:pt x="58829" y="294486"/>
                  </a:lnTo>
                  <a:lnTo>
                    <a:pt x="62911" y="297849"/>
                  </a:lnTo>
                  <a:lnTo>
                    <a:pt x="67098" y="301082"/>
                  </a:lnTo>
                  <a:lnTo>
                    <a:pt x="71385" y="304181"/>
                  </a:lnTo>
                  <a:lnTo>
                    <a:pt x="75768" y="307142"/>
                  </a:lnTo>
                  <a:lnTo>
                    <a:pt x="80242" y="309964"/>
                  </a:lnTo>
                  <a:lnTo>
                    <a:pt x="84804" y="312642"/>
                  </a:lnTo>
                  <a:lnTo>
                    <a:pt x="89448" y="315175"/>
                  </a:lnTo>
                  <a:lnTo>
                    <a:pt x="94169" y="317559"/>
                  </a:lnTo>
                  <a:lnTo>
                    <a:pt x="98964" y="319793"/>
                  </a:lnTo>
                  <a:lnTo>
                    <a:pt x="103827" y="321875"/>
                  </a:lnTo>
                  <a:lnTo>
                    <a:pt x="108754" y="323801"/>
                  </a:lnTo>
                  <a:lnTo>
                    <a:pt x="113739" y="325570"/>
                  </a:lnTo>
                  <a:lnTo>
                    <a:pt x="118777" y="327181"/>
                  </a:lnTo>
                  <a:lnTo>
                    <a:pt x="123864" y="328631"/>
                  </a:lnTo>
                  <a:lnTo>
                    <a:pt x="128994" y="329920"/>
                  </a:lnTo>
                  <a:lnTo>
                    <a:pt x="134163" y="331046"/>
                  </a:lnTo>
                  <a:lnTo>
                    <a:pt x="139364" y="332008"/>
                  </a:lnTo>
                  <a:lnTo>
                    <a:pt x="144594" y="332805"/>
                  </a:lnTo>
                  <a:lnTo>
                    <a:pt x="149846" y="333436"/>
                  </a:lnTo>
                  <a:lnTo>
                    <a:pt x="155115" y="333900"/>
                  </a:lnTo>
                  <a:lnTo>
                    <a:pt x="160396" y="334198"/>
                  </a:lnTo>
                  <a:lnTo>
                    <a:pt x="165684" y="334328"/>
                  </a:lnTo>
                  <a:lnTo>
                    <a:pt x="170974" y="334291"/>
                  </a:lnTo>
                  <a:lnTo>
                    <a:pt x="176260" y="334086"/>
                  </a:lnTo>
                  <a:lnTo>
                    <a:pt x="181536" y="333715"/>
                  </a:lnTo>
                  <a:lnTo>
                    <a:pt x="186798" y="333176"/>
                  </a:lnTo>
                  <a:lnTo>
                    <a:pt x="192041" y="332472"/>
                  </a:lnTo>
                  <a:lnTo>
                    <a:pt x="197259" y="331602"/>
                  </a:lnTo>
                  <a:lnTo>
                    <a:pt x="202446" y="330567"/>
                  </a:lnTo>
                  <a:lnTo>
                    <a:pt x="207598" y="329369"/>
                  </a:lnTo>
                  <a:lnTo>
                    <a:pt x="212710" y="328008"/>
                  </a:lnTo>
                  <a:lnTo>
                    <a:pt x="217776" y="326486"/>
                  </a:lnTo>
                  <a:lnTo>
                    <a:pt x="222791" y="324805"/>
                  </a:lnTo>
                  <a:lnTo>
                    <a:pt x="227751" y="322966"/>
                  </a:lnTo>
                  <a:lnTo>
                    <a:pt x="232650" y="320970"/>
                  </a:lnTo>
                  <a:lnTo>
                    <a:pt x="237483" y="318821"/>
                  </a:lnTo>
                  <a:lnTo>
                    <a:pt x="242246" y="316520"/>
                  </a:lnTo>
                  <a:lnTo>
                    <a:pt x="246934" y="314070"/>
                  </a:lnTo>
                  <a:lnTo>
                    <a:pt x="251542" y="311472"/>
                  </a:lnTo>
                  <a:lnTo>
                    <a:pt x="256066" y="308730"/>
                  </a:lnTo>
                  <a:lnTo>
                    <a:pt x="260500" y="305846"/>
                  </a:lnTo>
                  <a:lnTo>
                    <a:pt x="264841" y="302823"/>
                  </a:lnTo>
                  <a:lnTo>
                    <a:pt x="269084" y="299665"/>
                  </a:lnTo>
                  <a:lnTo>
                    <a:pt x="273225" y="296373"/>
                  </a:lnTo>
                  <a:lnTo>
                    <a:pt x="277260" y="292953"/>
                  </a:lnTo>
                  <a:lnTo>
                    <a:pt x="281185" y="289406"/>
                  </a:lnTo>
                  <a:lnTo>
                    <a:pt x="284995" y="285737"/>
                  </a:lnTo>
                  <a:lnTo>
                    <a:pt x="288687" y="281950"/>
                  </a:lnTo>
                  <a:lnTo>
                    <a:pt x="292258" y="278047"/>
                  </a:lnTo>
                  <a:lnTo>
                    <a:pt x="295704" y="274033"/>
                  </a:lnTo>
                  <a:lnTo>
                    <a:pt x="299021" y="269913"/>
                  </a:lnTo>
                  <a:lnTo>
                    <a:pt x="302205" y="265689"/>
                  </a:lnTo>
                  <a:lnTo>
                    <a:pt x="305255" y="261367"/>
                  </a:lnTo>
                  <a:lnTo>
                    <a:pt x="308166" y="256951"/>
                  </a:lnTo>
                  <a:lnTo>
                    <a:pt x="310936" y="252444"/>
                  </a:lnTo>
                  <a:lnTo>
                    <a:pt x="313562" y="247853"/>
                  </a:lnTo>
                  <a:lnTo>
                    <a:pt x="316042" y="243180"/>
                  </a:lnTo>
                  <a:lnTo>
                    <a:pt x="318372" y="238431"/>
                  </a:lnTo>
                  <a:lnTo>
                    <a:pt x="320551" y="233611"/>
                  </a:lnTo>
                  <a:lnTo>
                    <a:pt x="322577" y="228725"/>
                  </a:lnTo>
                  <a:lnTo>
                    <a:pt x="324447" y="223777"/>
                  </a:lnTo>
                  <a:lnTo>
                    <a:pt x="326159" y="218772"/>
                  </a:lnTo>
                  <a:lnTo>
                    <a:pt x="327712" y="213715"/>
                  </a:lnTo>
                  <a:lnTo>
                    <a:pt x="329104" y="208612"/>
                  </a:lnTo>
                  <a:lnTo>
                    <a:pt x="330335" y="203467"/>
                  </a:lnTo>
                  <a:lnTo>
                    <a:pt x="331401" y="198286"/>
                  </a:lnTo>
                  <a:lnTo>
                    <a:pt x="332304" y="193074"/>
                  </a:lnTo>
                  <a:lnTo>
                    <a:pt x="333041" y="187836"/>
                  </a:lnTo>
                  <a:lnTo>
                    <a:pt x="333612" y="182577"/>
                  </a:lnTo>
                  <a:lnTo>
                    <a:pt x="334016" y="177303"/>
                  </a:lnTo>
                  <a:lnTo>
                    <a:pt x="334253" y="172019"/>
                  </a:lnTo>
                  <a:lnTo>
                    <a:pt x="334323" y="166730"/>
                  </a:lnTo>
                  <a:lnTo>
                    <a:pt x="334225" y="161441"/>
                  </a:lnTo>
                  <a:lnTo>
                    <a:pt x="333961" y="156158"/>
                  </a:lnTo>
                  <a:lnTo>
                    <a:pt x="333529" y="150886"/>
                  </a:lnTo>
                  <a:lnTo>
                    <a:pt x="332930" y="145630"/>
                  </a:lnTo>
                  <a:lnTo>
                    <a:pt x="332166" y="140396"/>
                  </a:lnTo>
                  <a:lnTo>
                    <a:pt x="331236" y="135189"/>
                  </a:lnTo>
                  <a:lnTo>
                    <a:pt x="330142" y="130013"/>
                  </a:lnTo>
                  <a:lnTo>
                    <a:pt x="328885" y="124875"/>
                  </a:lnTo>
                  <a:lnTo>
                    <a:pt x="327466" y="119779"/>
                  </a:lnTo>
                  <a:lnTo>
                    <a:pt x="325887" y="114731"/>
                  </a:lnTo>
                  <a:lnTo>
                    <a:pt x="324148" y="109735"/>
                  </a:lnTo>
                  <a:lnTo>
                    <a:pt x="322253" y="104797"/>
                  </a:lnTo>
                  <a:lnTo>
                    <a:pt x="320202" y="99921"/>
                  </a:lnTo>
                  <a:lnTo>
                    <a:pt x="317997" y="95112"/>
                  </a:lnTo>
                  <a:lnTo>
                    <a:pt x="315642" y="90376"/>
                  </a:lnTo>
                  <a:lnTo>
                    <a:pt x="313138" y="85716"/>
                  </a:lnTo>
                  <a:lnTo>
                    <a:pt x="310488" y="81138"/>
                  </a:lnTo>
                  <a:lnTo>
                    <a:pt x="307694" y="76647"/>
                  </a:lnTo>
                  <a:lnTo>
                    <a:pt x="304760" y="72245"/>
                  </a:lnTo>
                  <a:lnTo>
                    <a:pt x="301688" y="67939"/>
                  </a:lnTo>
                  <a:lnTo>
                    <a:pt x="298481" y="63733"/>
                  </a:lnTo>
                  <a:lnTo>
                    <a:pt x="295143" y="59629"/>
                  </a:lnTo>
                  <a:lnTo>
                    <a:pt x="291676" y="55634"/>
                  </a:lnTo>
                  <a:lnTo>
                    <a:pt x="288085" y="51750"/>
                  </a:lnTo>
                  <a:lnTo>
                    <a:pt x="284373" y="47982"/>
                  </a:lnTo>
                  <a:lnTo>
                    <a:pt x="280543" y="44333"/>
                  </a:lnTo>
                  <a:lnTo>
                    <a:pt x="276600" y="40807"/>
                  </a:lnTo>
                  <a:lnTo>
                    <a:pt x="272548" y="37407"/>
                  </a:lnTo>
                  <a:lnTo>
                    <a:pt x="268389" y="34138"/>
                  </a:lnTo>
                  <a:lnTo>
                    <a:pt x="264130" y="31001"/>
                  </a:lnTo>
                  <a:lnTo>
                    <a:pt x="259773" y="28001"/>
                  </a:lnTo>
                  <a:lnTo>
                    <a:pt x="255324" y="25141"/>
                  </a:lnTo>
                  <a:lnTo>
                    <a:pt x="250786" y="22422"/>
                  </a:lnTo>
                  <a:lnTo>
                    <a:pt x="246164" y="19849"/>
                  </a:lnTo>
                  <a:lnTo>
                    <a:pt x="241464" y="17423"/>
                  </a:lnTo>
                  <a:lnTo>
                    <a:pt x="236689" y="15147"/>
                  </a:lnTo>
                  <a:lnTo>
                    <a:pt x="231844" y="13023"/>
                  </a:lnTo>
                  <a:lnTo>
                    <a:pt x="226935" y="11053"/>
                  </a:lnTo>
                  <a:lnTo>
                    <a:pt x="221966" y="9240"/>
                  </a:lnTo>
                  <a:lnTo>
                    <a:pt x="216942" y="7585"/>
                  </a:lnTo>
                  <a:lnTo>
                    <a:pt x="211868" y="6090"/>
                  </a:lnTo>
                  <a:lnTo>
                    <a:pt x="206749" y="4756"/>
                  </a:lnTo>
                  <a:lnTo>
                    <a:pt x="201591" y="3585"/>
                  </a:lnTo>
                  <a:lnTo>
                    <a:pt x="196398" y="2577"/>
                  </a:lnTo>
                  <a:lnTo>
                    <a:pt x="191176" y="1734"/>
                  </a:lnTo>
                  <a:lnTo>
                    <a:pt x="185930" y="1057"/>
                  </a:lnTo>
                  <a:lnTo>
                    <a:pt x="180665" y="546"/>
                  </a:lnTo>
                  <a:lnTo>
                    <a:pt x="175386" y="202"/>
                  </a:lnTo>
                  <a:lnTo>
                    <a:pt x="167156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5" name="pg195"/>
            <p:cNvSpPr/>
            <p:nvPr/>
          </p:nvSpPr>
          <p:spPr>
            <a:xfrm>
              <a:off x="6021039" y="1322774"/>
              <a:ext cx="8230" cy="166964"/>
            </a:xfrm>
            <a:custGeom>
              <a:avLst/>
              <a:pathLst>
                <a:path w="8230" h="166964">
                  <a:moveTo>
                    <a:pt x="8230" y="0"/>
                  </a:moveTo>
                  <a:lnTo>
                    <a:pt x="0" y="166964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6" name="pg196"/>
            <p:cNvSpPr/>
            <p:nvPr/>
          </p:nvSpPr>
          <p:spPr>
            <a:xfrm>
              <a:off x="6021039" y="1322774"/>
              <a:ext cx="8230" cy="166964"/>
            </a:xfrm>
            <a:custGeom>
              <a:avLst/>
              <a:pathLst>
                <a:path w="8230" h="166964">
                  <a:moveTo>
                    <a:pt x="8230" y="0"/>
                  </a:moveTo>
                  <a:lnTo>
                    <a:pt x="0" y="166964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7" name="pg197"/>
            <p:cNvSpPr/>
            <p:nvPr/>
          </p:nvSpPr>
          <p:spPr>
            <a:xfrm>
              <a:off x="6021039" y="1322774"/>
              <a:ext cx="8230" cy="166964"/>
            </a:xfrm>
            <a:custGeom>
              <a:avLst/>
              <a:pathLst>
                <a:path w="8230" h="166964">
                  <a:moveTo>
                    <a:pt x="8230" y="0"/>
                  </a:moveTo>
                  <a:lnTo>
                    <a:pt x="0" y="166964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8" name="pg198"/>
            <p:cNvSpPr/>
            <p:nvPr/>
          </p:nvSpPr>
          <p:spPr>
            <a:xfrm>
              <a:off x="6021039" y="1322774"/>
              <a:ext cx="8230" cy="166964"/>
            </a:xfrm>
            <a:custGeom>
              <a:avLst/>
              <a:pathLst>
                <a:path w="8230" h="166964">
                  <a:moveTo>
                    <a:pt x="8230" y="0"/>
                  </a:moveTo>
                  <a:lnTo>
                    <a:pt x="0" y="166964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9" name="pg199"/>
            <p:cNvSpPr/>
            <p:nvPr/>
          </p:nvSpPr>
          <p:spPr>
            <a:xfrm>
              <a:off x="6021039" y="1322774"/>
              <a:ext cx="8230" cy="166964"/>
            </a:xfrm>
            <a:custGeom>
              <a:avLst/>
              <a:pathLst>
                <a:path w="8230" h="166964">
                  <a:moveTo>
                    <a:pt x="8230" y="0"/>
                  </a:moveTo>
                  <a:lnTo>
                    <a:pt x="0" y="166964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0" name="pg200"/>
            <p:cNvSpPr/>
            <p:nvPr/>
          </p:nvSpPr>
          <p:spPr>
            <a:xfrm>
              <a:off x="6021039" y="1322774"/>
              <a:ext cx="8230" cy="166964"/>
            </a:xfrm>
            <a:custGeom>
              <a:avLst/>
              <a:pathLst>
                <a:path w="8230" h="166964">
                  <a:moveTo>
                    <a:pt x="8230" y="0"/>
                  </a:moveTo>
                  <a:lnTo>
                    <a:pt x="0" y="166964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1" name="pg201"/>
            <p:cNvSpPr/>
            <p:nvPr/>
          </p:nvSpPr>
          <p:spPr>
            <a:xfrm>
              <a:off x="6021039" y="1322774"/>
              <a:ext cx="8230" cy="166964"/>
            </a:xfrm>
            <a:custGeom>
              <a:avLst/>
              <a:pathLst>
                <a:path w="8230" h="166964">
                  <a:moveTo>
                    <a:pt x="8230" y="0"/>
                  </a:moveTo>
                  <a:lnTo>
                    <a:pt x="0" y="166964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2" name="pg202"/>
            <p:cNvSpPr/>
            <p:nvPr/>
          </p:nvSpPr>
          <p:spPr>
            <a:xfrm>
              <a:off x="6021039" y="1322774"/>
              <a:ext cx="8230" cy="166964"/>
            </a:xfrm>
            <a:custGeom>
              <a:avLst/>
              <a:pathLst>
                <a:path w="8230" h="166964">
                  <a:moveTo>
                    <a:pt x="8230" y="0"/>
                  </a:moveTo>
                  <a:lnTo>
                    <a:pt x="0" y="16696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3" name="pg203"/>
            <p:cNvSpPr/>
            <p:nvPr/>
          </p:nvSpPr>
          <p:spPr>
            <a:xfrm>
              <a:off x="6021039" y="1322774"/>
              <a:ext cx="8230" cy="166964"/>
            </a:xfrm>
            <a:custGeom>
              <a:avLst/>
              <a:pathLst>
                <a:path w="8230" h="166964">
                  <a:moveTo>
                    <a:pt x="8230" y="0"/>
                  </a:moveTo>
                  <a:lnTo>
                    <a:pt x="0" y="16696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4" name="pg204"/>
            <p:cNvSpPr/>
            <p:nvPr/>
          </p:nvSpPr>
          <p:spPr>
            <a:xfrm>
              <a:off x="6021039" y="1322774"/>
              <a:ext cx="8230" cy="166964"/>
            </a:xfrm>
            <a:custGeom>
              <a:avLst/>
              <a:pathLst>
                <a:path w="8230" h="166964">
                  <a:moveTo>
                    <a:pt x="8230" y="0"/>
                  </a:moveTo>
                  <a:lnTo>
                    <a:pt x="0" y="16696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5" name="pg205"/>
            <p:cNvSpPr/>
            <p:nvPr/>
          </p:nvSpPr>
          <p:spPr>
            <a:xfrm>
              <a:off x="6021039" y="1322774"/>
              <a:ext cx="8230" cy="166964"/>
            </a:xfrm>
            <a:custGeom>
              <a:avLst/>
              <a:pathLst>
                <a:path w="8230" h="166964">
                  <a:moveTo>
                    <a:pt x="8230" y="0"/>
                  </a:moveTo>
                  <a:lnTo>
                    <a:pt x="0" y="16696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6" name="pg206"/>
            <p:cNvSpPr/>
            <p:nvPr/>
          </p:nvSpPr>
          <p:spPr>
            <a:xfrm>
              <a:off x="6021039" y="1322774"/>
              <a:ext cx="8230" cy="166964"/>
            </a:xfrm>
            <a:custGeom>
              <a:avLst/>
              <a:pathLst>
                <a:path w="8230" h="166964">
                  <a:moveTo>
                    <a:pt x="8230" y="0"/>
                  </a:moveTo>
                  <a:lnTo>
                    <a:pt x="0" y="166964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7" name="pg207"/>
            <p:cNvSpPr/>
            <p:nvPr/>
          </p:nvSpPr>
          <p:spPr>
            <a:xfrm>
              <a:off x="6021039" y="1322774"/>
              <a:ext cx="8230" cy="166964"/>
            </a:xfrm>
            <a:custGeom>
              <a:avLst/>
              <a:pathLst>
                <a:path w="8230" h="166964">
                  <a:moveTo>
                    <a:pt x="8230" y="0"/>
                  </a:moveTo>
                  <a:lnTo>
                    <a:pt x="0" y="166964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8" name="pg208"/>
            <p:cNvSpPr/>
            <p:nvPr/>
          </p:nvSpPr>
          <p:spPr>
            <a:xfrm>
              <a:off x="6021039" y="1322774"/>
              <a:ext cx="8230" cy="166964"/>
            </a:xfrm>
            <a:custGeom>
              <a:avLst/>
              <a:pathLst>
                <a:path w="8230" h="166964">
                  <a:moveTo>
                    <a:pt x="8230" y="0"/>
                  </a:moveTo>
                  <a:lnTo>
                    <a:pt x="0" y="166964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9" name="pg209"/>
            <p:cNvSpPr/>
            <p:nvPr/>
          </p:nvSpPr>
          <p:spPr>
            <a:xfrm>
              <a:off x="6021039" y="1322774"/>
              <a:ext cx="8230" cy="166964"/>
            </a:xfrm>
            <a:custGeom>
              <a:avLst/>
              <a:pathLst>
                <a:path w="8230" h="166964">
                  <a:moveTo>
                    <a:pt x="8230" y="0"/>
                  </a:moveTo>
                  <a:lnTo>
                    <a:pt x="0" y="166964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0" name="pg210"/>
            <p:cNvSpPr/>
            <p:nvPr/>
          </p:nvSpPr>
          <p:spPr>
            <a:xfrm>
              <a:off x="6021039" y="1322774"/>
              <a:ext cx="8230" cy="166964"/>
            </a:xfrm>
            <a:custGeom>
              <a:avLst/>
              <a:pathLst>
                <a:path w="8230" h="166964">
                  <a:moveTo>
                    <a:pt x="8230" y="0"/>
                  </a:moveTo>
                  <a:lnTo>
                    <a:pt x="0" y="16696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1" name="pg211"/>
            <p:cNvSpPr/>
            <p:nvPr/>
          </p:nvSpPr>
          <p:spPr>
            <a:xfrm>
              <a:off x="6021039" y="1322774"/>
              <a:ext cx="8230" cy="166964"/>
            </a:xfrm>
            <a:custGeom>
              <a:avLst/>
              <a:pathLst>
                <a:path w="8230" h="166964">
                  <a:moveTo>
                    <a:pt x="8230" y="0"/>
                  </a:moveTo>
                  <a:lnTo>
                    <a:pt x="0" y="16696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2" name="pg212"/>
            <p:cNvSpPr/>
            <p:nvPr/>
          </p:nvSpPr>
          <p:spPr>
            <a:xfrm>
              <a:off x="6021039" y="1322774"/>
              <a:ext cx="8230" cy="166964"/>
            </a:xfrm>
            <a:custGeom>
              <a:avLst/>
              <a:pathLst>
                <a:path w="8230" h="166964">
                  <a:moveTo>
                    <a:pt x="8230" y="0"/>
                  </a:moveTo>
                  <a:lnTo>
                    <a:pt x="0" y="16696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3" name="pg213"/>
            <p:cNvSpPr/>
            <p:nvPr/>
          </p:nvSpPr>
          <p:spPr>
            <a:xfrm>
              <a:off x="6021039" y="1322774"/>
              <a:ext cx="8230" cy="166964"/>
            </a:xfrm>
            <a:custGeom>
              <a:avLst/>
              <a:pathLst>
                <a:path w="8230" h="166964">
                  <a:moveTo>
                    <a:pt x="8230" y="0"/>
                  </a:moveTo>
                  <a:lnTo>
                    <a:pt x="0" y="16696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4" name="pg214"/>
            <p:cNvSpPr/>
            <p:nvPr/>
          </p:nvSpPr>
          <p:spPr>
            <a:xfrm>
              <a:off x="6021039" y="1322774"/>
              <a:ext cx="8230" cy="166964"/>
            </a:xfrm>
            <a:custGeom>
              <a:avLst/>
              <a:pathLst>
                <a:path w="8230" h="166964">
                  <a:moveTo>
                    <a:pt x="8230" y="0"/>
                  </a:moveTo>
                  <a:lnTo>
                    <a:pt x="0" y="166964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5" name="pg215"/>
            <p:cNvSpPr/>
            <p:nvPr/>
          </p:nvSpPr>
          <p:spPr>
            <a:xfrm>
              <a:off x="6021039" y="1322774"/>
              <a:ext cx="8230" cy="166964"/>
            </a:xfrm>
            <a:custGeom>
              <a:avLst/>
              <a:pathLst>
                <a:path w="8230" h="166964">
                  <a:moveTo>
                    <a:pt x="8230" y="0"/>
                  </a:moveTo>
                  <a:lnTo>
                    <a:pt x="0" y="166964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6" name="pg216"/>
            <p:cNvSpPr/>
            <p:nvPr/>
          </p:nvSpPr>
          <p:spPr>
            <a:xfrm>
              <a:off x="6021039" y="1322774"/>
              <a:ext cx="8230" cy="166964"/>
            </a:xfrm>
            <a:custGeom>
              <a:avLst/>
              <a:pathLst>
                <a:path w="8230" h="166964">
                  <a:moveTo>
                    <a:pt x="8230" y="0"/>
                  </a:moveTo>
                  <a:lnTo>
                    <a:pt x="0" y="166964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7" name="pg217"/>
            <p:cNvSpPr/>
            <p:nvPr/>
          </p:nvSpPr>
          <p:spPr>
            <a:xfrm>
              <a:off x="6021039" y="1322571"/>
              <a:ext cx="8230" cy="167167"/>
            </a:xfrm>
            <a:custGeom>
              <a:avLst/>
              <a:pathLst>
                <a:path w="8230" h="167167">
                  <a:moveTo>
                    <a:pt x="8230" y="202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8" name="pg218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9" name="pg219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0" name="pg220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1" name="pg221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2" name="pg222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3" name="pg223"/>
            <p:cNvSpPr/>
            <p:nvPr/>
          </p:nvSpPr>
          <p:spPr>
            <a:xfrm>
              <a:off x="5378099" y="1071028"/>
              <a:ext cx="334326" cy="334324"/>
            </a:xfrm>
            <a:custGeom>
              <a:avLst/>
              <a:pathLst>
                <a:path w="334326" h="334324">
                  <a:moveTo>
                    <a:pt x="167158" y="0"/>
                  </a:moveTo>
                  <a:lnTo>
                    <a:pt x="161873" y="83"/>
                  </a:lnTo>
                  <a:lnTo>
                    <a:pt x="156594" y="334"/>
                  </a:lnTo>
                  <a:lnTo>
                    <a:pt x="151325" y="751"/>
                  </a:lnTo>
                  <a:lnTo>
                    <a:pt x="146071" y="1335"/>
                  </a:lnTo>
                  <a:lnTo>
                    <a:pt x="140839" y="2084"/>
                  </a:lnTo>
                  <a:lnTo>
                    <a:pt x="135633" y="2999"/>
                  </a:lnTo>
                  <a:lnTo>
                    <a:pt x="130459" y="4078"/>
                  </a:lnTo>
                  <a:lnTo>
                    <a:pt x="125321" y="5319"/>
                  </a:lnTo>
                  <a:lnTo>
                    <a:pt x="120226" y="6723"/>
                  </a:lnTo>
                  <a:lnTo>
                    <a:pt x="115177" y="8287"/>
                  </a:lnTo>
                  <a:lnTo>
                    <a:pt x="110180" y="10010"/>
                  </a:lnTo>
                  <a:lnTo>
                    <a:pt x="105240" y="11890"/>
                  </a:lnTo>
                  <a:lnTo>
                    <a:pt x="100362" y="13925"/>
                  </a:lnTo>
                  <a:lnTo>
                    <a:pt x="95550" y="16113"/>
                  </a:lnTo>
                  <a:lnTo>
                    <a:pt x="90811" y="18452"/>
                  </a:lnTo>
                  <a:lnTo>
                    <a:pt x="86147" y="20940"/>
                  </a:lnTo>
                  <a:lnTo>
                    <a:pt x="81565" y="23575"/>
                  </a:lnTo>
                  <a:lnTo>
                    <a:pt x="77068" y="26352"/>
                  </a:lnTo>
                  <a:lnTo>
                    <a:pt x="72661" y="29271"/>
                  </a:lnTo>
                  <a:lnTo>
                    <a:pt x="68349" y="32327"/>
                  </a:lnTo>
                  <a:lnTo>
                    <a:pt x="64136" y="35519"/>
                  </a:lnTo>
                  <a:lnTo>
                    <a:pt x="60025" y="38841"/>
                  </a:lnTo>
                  <a:lnTo>
                    <a:pt x="56022" y="42293"/>
                  </a:lnTo>
                  <a:lnTo>
                    <a:pt x="52129" y="45869"/>
                  </a:lnTo>
                  <a:lnTo>
                    <a:pt x="48352" y="49566"/>
                  </a:lnTo>
                  <a:lnTo>
                    <a:pt x="44694" y="53381"/>
                  </a:lnTo>
                  <a:lnTo>
                    <a:pt x="41157" y="57309"/>
                  </a:lnTo>
                  <a:lnTo>
                    <a:pt x="37747" y="61347"/>
                  </a:lnTo>
                  <a:lnTo>
                    <a:pt x="34467" y="65492"/>
                  </a:lnTo>
                  <a:lnTo>
                    <a:pt x="31319" y="69737"/>
                  </a:lnTo>
                  <a:lnTo>
                    <a:pt x="28306" y="74081"/>
                  </a:lnTo>
                  <a:lnTo>
                    <a:pt x="25433" y="78517"/>
                  </a:lnTo>
                  <a:lnTo>
                    <a:pt x="22701" y="83042"/>
                  </a:lnTo>
                  <a:lnTo>
                    <a:pt x="20114" y="87651"/>
                  </a:lnTo>
                  <a:lnTo>
                    <a:pt x="17673" y="92339"/>
                  </a:lnTo>
                  <a:lnTo>
                    <a:pt x="15382" y="97103"/>
                  </a:lnTo>
                  <a:lnTo>
                    <a:pt x="13243" y="101936"/>
                  </a:lnTo>
                  <a:lnTo>
                    <a:pt x="11258" y="106834"/>
                  </a:lnTo>
                  <a:lnTo>
                    <a:pt x="9428" y="111793"/>
                  </a:lnTo>
                  <a:lnTo>
                    <a:pt x="7757" y="116808"/>
                  </a:lnTo>
                  <a:lnTo>
                    <a:pt x="6244" y="121872"/>
                  </a:lnTo>
                  <a:lnTo>
                    <a:pt x="4893" y="126982"/>
                  </a:lnTo>
                  <a:lnTo>
                    <a:pt x="3703" y="132132"/>
                  </a:lnTo>
                  <a:lnTo>
                    <a:pt x="2677" y="137317"/>
                  </a:lnTo>
                  <a:lnTo>
                    <a:pt x="1816" y="142532"/>
                  </a:lnTo>
                  <a:lnTo>
                    <a:pt x="1120" y="147772"/>
                  </a:lnTo>
                  <a:lnTo>
                    <a:pt x="590" y="153031"/>
                  </a:lnTo>
                  <a:lnTo>
                    <a:pt x="226" y="158304"/>
                  </a:lnTo>
                  <a:lnTo>
                    <a:pt x="29" y="163585"/>
                  </a:lnTo>
                  <a:lnTo>
                    <a:pt x="0" y="168871"/>
                  </a:lnTo>
                  <a:lnTo>
                    <a:pt x="137" y="174155"/>
                  </a:lnTo>
                  <a:lnTo>
                    <a:pt x="441" y="179432"/>
                  </a:lnTo>
                  <a:lnTo>
                    <a:pt x="912" y="184696"/>
                  </a:lnTo>
                  <a:lnTo>
                    <a:pt x="1550" y="189943"/>
                  </a:lnTo>
                  <a:lnTo>
                    <a:pt x="2353" y="195167"/>
                  </a:lnTo>
                  <a:lnTo>
                    <a:pt x="3320" y="200364"/>
                  </a:lnTo>
                  <a:lnTo>
                    <a:pt x="4452" y="205527"/>
                  </a:lnTo>
                  <a:lnTo>
                    <a:pt x="5746" y="210651"/>
                  </a:lnTo>
                  <a:lnTo>
                    <a:pt x="7201" y="215733"/>
                  </a:lnTo>
                  <a:lnTo>
                    <a:pt x="8816" y="220765"/>
                  </a:lnTo>
                  <a:lnTo>
                    <a:pt x="10590" y="225745"/>
                  </a:lnTo>
                  <a:lnTo>
                    <a:pt x="12520" y="230665"/>
                  </a:lnTo>
                  <a:lnTo>
                    <a:pt x="14605" y="235522"/>
                  </a:lnTo>
                  <a:lnTo>
                    <a:pt x="16842" y="240311"/>
                  </a:lnTo>
                  <a:lnTo>
                    <a:pt x="19230" y="245026"/>
                  </a:lnTo>
                  <a:lnTo>
                    <a:pt x="21765" y="249664"/>
                  </a:lnTo>
                  <a:lnTo>
                    <a:pt x="24446" y="254220"/>
                  </a:lnTo>
                  <a:lnTo>
                    <a:pt x="27269" y="258688"/>
                  </a:lnTo>
                  <a:lnTo>
                    <a:pt x="30233" y="263065"/>
                  </a:lnTo>
                  <a:lnTo>
                    <a:pt x="33333" y="267345"/>
                  </a:lnTo>
                  <a:lnTo>
                    <a:pt x="36567" y="271526"/>
                  </a:lnTo>
                  <a:lnTo>
                    <a:pt x="39931" y="275603"/>
                  </a:lnTo>
                  <a:lnTo>
                    <a:pt x="43423" y="279571"/>
                  </a:lnTo>
                  <a:lnTo>
                    <a:pt x="47039" y="283426"/>
                  </a:lnTo>
                  <a:lnTo>
                    <a:pt x="50774" y="287166"/>
                  </a:lnTo>
                  <a:lnTo>
                    <a:pt x="54626" y="290785"/>
                  </a:lnTo>
                  <a:lnTo>
                    <a:pt x="58590" y="294281"/>
                  </a:lnTo>
                  <a:lnTo>
                    <a:pt x="62663" y="297650"/>
                  </a:lnTo>
                  <a:lnTo>
                    <a:pt x="66841" y="300888"/>
                  </a:lnTo>
                  <a:lnTo>
                    <a:pt x="71118" y="303993"/>
                  </a:lnTo>
                  <a:lnTo>
                    <a:pt x="75492" y="306961"/>
                  </a:lnTo>
                  <a:lnTo>
                    <a:pt x="79957" y="309789"/>
                  </a:lnTo>
                  <a:lnTo>
                    <a:pt x="84510" y="312474"/>
                  </a:lnTo>
                  <a:lnTo>
                    <a:pt x="89145" y="315015"/>
                  </a:lnTo>
                  <a:lnTo>
                    <a:pt x="93858" y="317407"/>
                  </a:lnTo>
                  <a:lnTo>
                    <a:pt x="98645" y="319649"/>
                  </a:lnTo>
                  <a:lnTo>
                    <a:pt x="103500" y="321739"/>
                  </a:lnTo>
                  <a:lnTo>
                    <a:pt x="108418" y="323674"/>
                  </a:lnTo>
                  <a:lnTo>
                    <a:pt x="113395" y="325453"/>
                  </a:lnTo>
                  <a:lnTo>
                    <a:pt x="118426" y="327074"/>
                  </a:lnTo>
                  <a:lnTo>
                    <a:pt x="123506" y="328534"/>
                  </a:lnTo>
                  <a:lnTo>
                    <a:pt x="128630" y="329834"/>
                  </a:lnTo>
                  <a:lnTo>
                    <a:pt x="133791" y="330971"/>
                  </a:lnTo>
                  <a:lnTo>
                    <a:pt x="138987" y="331944"/>
                  </a:lnTo>
                  <a:lnTo>
                    <a:pt x="144210" y="332752"/>
                  </a:lnTo>
                  <a:lnTo>
                    <a:pt x="149456" y="333394"/>
                  </a:lnTo>
                  <a:lnTo>
                    <a:pt x="154720" y="333871"/>
                  </a:lnTo>
                  <a:lnTo>
                    <a:pt x="159997" y="334181"/>
                  </a:lnTo>
                  <a:lnTo>
                    <a:pt x="165281" y="334324"/>
                  </a:lnTo>
                  <a:lnTo>
                    <a:pt x="170566" y="334300"/>
                  </a:lnTo>
                  <a:lnTo>
                    <a:pt x="175848" y="334108"/>
                  </a:lnTo>
                  <a:lnTo>
                    <a:pt x="181122" y="333750"/>
                  </a:lnTo>
                  <a:lnTo>
                    <a:pt x="186381" y="333225"/>
                  </a:lnTo>
                  <a:lnTo>
                    <a:pt x="191621" y="332535"/>
                  </a:lnTo>
                  <a:lnTo>
                    <a:pt x="196837" y="331679"/>
                  </a:lnTo>
                  <a:lnTo>
                    <a:pt x="202023" y="330658"/>
                  </a:lnTo>
                  <a:lnTo>
                    <a:pt x="207175" y="329474"/>
                  </a:lnTo>
                  <a:lnTo>
                    <a:pt x="212286" y="328128"/>
                  </a:lnTo>
                  <a:lnTo>
                    <a:pt x="217352" y="326621"/>
                  </a:lnTo>
                  <a:lnTo>
                    <a:pt x="222368" y="324954"/>
                  </a:lnTo>
                  <a:lnTo>
                    <a:pt x="227329" y="323130"/>
                  </a:lnTo>
                  <a:lnTo>
                    <a:pt x="232229" y="321150"/>
                  </a:lnTo>
                  <a:lnTo>
                    <a:pt x="237065" y="319016"/>
                  </a:lnTo>
                  <a:lnTo>
                    <a:pt x="241831" y="316730"/>
                  </a:lnTo>
                  <a:lnTo>
                    <a:pt x="246522" y="314294"/>
                  </a:lnTo>
                  <a:lnTo>
                    <a:pt x="251133" y="311712"/>
                  </a:lnTo>
                  <a:lnTo>
                    <a:pt x="255661" y="308984"/>
                  </a:lnTo>
                  <a:lnTo>
                    <a:pt x="260100" y="306116"/>
                  </a:lnTo>
                  <a:lnTo>
                    <a:pt x="264447" y="303108"/>
                  </a:lnTo>
                  <a:lnTo>
                    <a:pt x="268696" y="299964"/>
                  </a:lnTo>
                  <a:lnTo>
                    <a:pt x="272843" y="296688"/>
                  </a:lnTo>
                  <a:lnTo>
                    <a:pt x="276885" y="293282"/>
                  </a:lnTo>
                  <a:lnTo>
                    <a:pt x="280817" y="289750"/>
                  </a:lnTo>
                  <a:lnTo>
                    <a:pt x="284636" y="286095"/>
                  </a:lnTo>
                  <a:lnTo>
                    <a:pt x="288337" y="282322"/>
                  </a:lnTo>
                  <a:lnTo>
                    <a:pt x="291917" y="278433"/>
                  </a:lnTo>
                  <a:lnTo>
                    <a:pt x="295372" y="274433"/>
                  </a:lnTo>
                  <a:lnTo>
                    <a:pt x="298700" y="270326"/>
                  </a:lnTo>
                  <a:lnTo>
                    <a:pt x="301895" y="266116"/>
                  </a:lnTo>
                  <a:lnTo>
                    <a:pt x="304956" y="261807"/>
                  </a:lnTo>
                  <a:lnTo>
                    <a:pt x="307879" y="257403"/>
                  </a:lnTo>
                  <a:lnTo>
                    <a:pt x="310662" y="252909"/>
                  </a:lnTo>
                  <a:lnTo>
                    <a:pt x="313301" y="248330"/>
                  </a:lnTo>
                  <a:lnTo>
                    <a:pt x="315793" y="243669"/>
                  </a:lnTo>
                  <a:lnTo>
                    <a:pt x="318138" y="238932"/>
                  </a:lnTo>
                  <a:lnTo>
                    <a:pt x="320331" y="234123"/>
                  </a:lnTo>
                  <a:lnTo>
                    <a:pt x="322371" y="229247"/>
                  </a:lnTo>
                  <a:lnTo>
                    <a:pt x="324256" y="224309"/>
                  </a:lnTo>
                  <a:lnTo>
                    <a:pt x="325984" y="219314"/>
                  </a:lnTo>
                  <a:lnTo>
                    <a:pt x="327553" y="214266"/>
                  </a:lnTo>
                  <a:lnTo>
                    <a:pt x="328962" y="209172"/>
                  </a:lnTo>
                  <a:lnTo>
                    <a:pt x="330209" y="204036"/>
                  </a:lnTo>
                  <a:lnTo>
                    <a:pt x="331293" y="198862"/>
                  </a:lnTo>
                  <a:lnTo>
                    <a:pt x="332213" y="193657"/>
                  </a:lnTo>
                  <a:lnTo>
                    <a:pt x="332968" y="188426"/>
                  </a:lnTo>
                  <a:lnTo>
                    <a:pt x="333558" y="183173"/>
                  </a:lnTo>
                  <a:lnTo>
                    <a:pt x="333980" y="177905"/>
                  </a:lnTo>
                  <a:lnTo>
                    <a:pt x="334237" y="172625"/>
                  </a:lnTo>
                  <a:lnTo>
                    <a:pt x="334326" y="167341"/>
                  </a:lnTo>
                  <a:lnTo>
                    <a:pt x="334248" y="162056"/>
                  </a:lnTo>
                  <a:lnTo>
                    <a:pt x="334002" y="156776"/>
                  </a:lnTo>
                  <a:lnTo>
                    <a:pt x="333591" y="151506"/>
                  </a:lnTo>
                  <a:lnTo>
                    <a:pt x="333012" y="146252"/>
                  </a:lnTo>
                  <a:lnTo>
                    <a:pt x="332268" y="141019"/>
                  </a:lnTo>
                  <a:lnTo>
                    <a:pt x="331359" y="135813"/>
                  </a:lnTo>
                  <a:lnTo>
                    <a:pt x="330286" y="130637"/>
                  </a:lnTo>
                  <a:lnTo>
                    <a:pt x="329049" y="125498"/>
                  </a:lnTo>
                  <a:lnTo>
                    <a:pt x="327651" y="120401"/>
                  </a:lnTo>
                  <a:lnTo>
                    <a:pt x="326092" y="115350"/>
                  </a:lnTo>
                  <a:lnTo>
                    <a:pt x="324375" y="110352"/>
                  </a:lnTo>
                  <a:lnTo>
                    <a:pt x="322500" y="105410"/>
                  </a:lnTo>
                  <a:lnTo>
                    <a:pt x="320470" y="100530"/>
                  </a:lnTo>
                  <a:lnTo>
                    <a:pt x="318286" y="95716"/>
                  </a:lnTo>
                  <a:lnTo>
                    <a:pt x="315952" y="90974"/>
                  </a:lnTo>
                  <a:lnTo>
                    <a:pt x="313469" y="86308"/>
                  </a:lnTo>
                  <a:lnTo>
                    <a:pt x="310839" y="81723"/>
                  </a:lnTo>
                  <a:lnTo>
                    <a:pt x="167158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4" name="pg224"/>
            <p:cNvSpPr/>
            <p:nvPr/>
          </p:nvSpPr>
          <p:spPr>
            <a:xfrm>
              <a:off x="5545258" y="1152752"/>
              <a:ext cx="143681" cy="85444"/>
            </a:xfrm>
            <a:custGeom>
              <a:avLst/>
              <a:pathLst>
                <a:path w="143681" h="85444">
                  <a:moveTo>
                    <a:pt x="143681" y="0"/>
                  </a:moveTo>
                  <a:lnTo>
                    <a:pt x="0" y="85444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5" name="pg225"/>
            <p:cNvSpPr/>
            <p:nvPr/>
          </p:nvSpPr>
          <p:spPr>
            <a:xfrm>
              <a:off x="5545258" y="1152752"/>
              <a:ext cx="143681" cy="85444"/>
            </a:xfrm>
            <a:custGeom>
              <a:avLst/>
              <a:pathLst>
                <a:path w="143681" h="85444">
                  <a:moveTo>
                    <a:pt x="143681" y="0"/>
                  </a:moveTo>
                  <a:lnTo>
                    <a:pt x="0" y="85444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6" name="pg226"/>
            <p:cNvSpPr/>
            <p:nvPr/>
          </p:nvSpPr>
          <p:spPr>
            <a:xfrm>
              <a:off x="5545258" y="1152752"/>
              <a:ext cx="143681" cy="85444"/>
            </a:xfrm>
            <a:custGeom>
              <a:avLst/>
              <a:pathLst>
                <a:path w="143681" h="85444">
                  <a:moveTo>
                    <a:pt x="143681" y="0"/>
                  </a:moveTo>
                  <a:lnTo>
                    <a:pt x="0" y="85444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7" name="pg227"/>
            <p:cNvSpPr/>
            <p:nvPr/>
          </p:nvSpPr>
          <p:spPr>
            <a:xfrm>
              <a:off x="5545258" y="1152752"/>
              <a:ext cx="143681" cy="85444"/>
            </a:xfrm>
            <a:custGeom>
              <a:avLst/>
              <a:pathLst>
                <a:path w="143681" h="85444">
                  <a:moveTo>
                    <a:pt x="143681" y="0"/>
                  </a:moveTo>
                  <a:lnTo>
                    <a:pt x="0" y="85444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8" name="pg228"/>
            <p:cNvSpPr/>
            <p:nvPr/>
          </p:nvSpPr>
          <p:spPr>
            <a:xfrm>
              <a:off x="5545258" y="1152752"/>
              <a:ext cx="143681" cy="85444"/>
            </a:xfrm>
            <a:custGeom>
              <a:avLst/>
              <a:pathLst>
                <a:path w="143681" h="85444">
                  <a:moveTo>
                    <a:pt x="143681" y="0"/>
                  </a:moveTo>
                  <a:lnTo>
                    <a:pt x="0" y="85444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9" name="pg229"/>
            <p:cNvSpPr/>
            <p:nvPr/>
          </p:nvSpPr>
          <p:spPr>
            <a:xfrm>
              <a:off x="5545258" y="1152752"/>
              <a:ext cx="143681" cy="85444"/>
            </a:xfrm>
            <a:custGeom>
              <a:avLst/>
              <a:pathLst>
                <a:path w="143681" h="85444">
                  <a:moveTo>
                    <a:pt x="143681" y="0"/>
                  </a:moveTo>
                  <a:lnTo>
                    <a:pt x="0" y="85444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0" name="pg230"/>
            <p:cNvSpPr/>
            <p:nvPr/>
          </p:nvSpPr>
          <p:spPr>
            <a:xfrm>
              <a:off x="5545258" y="1152752"/>
              <a:ext cx="143681" cy="85444"/>
            </a:xfrm>
            <a:custGeom>
              <a:avLst/>
              <a:pathLst>
                <a:path w="143681" h="85444">
                  <a:moveTo>
                    <a:pt x="143681" y="0"/>
                  </a:moveTo>
                  <a:lnTo>
                    <a:pt x="0" y="8544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1" name="pg231"/>
            <p:cNvSpPr/>
            <p:nvPr/>
          </p:nvSpPr>
          <p:spPr>
            <a:xfrm>
              <a:off x="5545258" y="1152752"/>
              <a:ext cx="143681" cy="85444"/>
            </a:xfrm>
            <a:custGeom>
              <a:avLst/>
              <a:pathLst>
                <a:path w="143681" h="85444">
                  <a:moveTo>
                    <a:pt x="143681" y="0"/>
                  </a:moveTo>
                  <a:lnTo>
                    <a:pt x="0" y="8544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2" name="pg232"/>
            <p:cNvSpPr/>
            <p:nvPr/>
          </p:nvSpPr>
          <p:spPr>
            <a:xfrm>
              <a:off x="5545258" y="1152752"/>
              <a:ext cx="143681" cy="85444"/>
            </a:xfrm>
            <a:custGeom>
              <a:avLst/>
              <a:pathLst>
                <a:path w="143681" h="85444">
                  <a:moveTo>
                    <a:pt x="143681" y="0"/>
                  </a:moveTo>
                  <a:lnTo>
                    <a:pt x="0" y="8544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3" name="pg233"/>
            <p:cNvSpPr/>
            <p:nvPr/>
          </p:nvSpPr>
          <p:spPr>
            <a:xfrm>
              <a:off x="5545258" y="1152752"/>
              <a:ext cx="143681" cy="85444"/>
            </a:xfrm>
            <a:custGeom>
              <a:avLst/>
              <a:pathLst>
                <a:path w="143681" h="85444">
                  <a:moveTo>
                    <a:pt x="143681" y="0"/>
                  </a:moveTo>
                  <a:lnTo>
                    <a:pt x="0" y="8544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4" name="pg234"/>
            <p:cNvSpPr/>
            <p:nvPr/>
          </p:nvSpPr>
          <p:spPr>
            <a:xfrm>
              <a:off x="5545258" y="1152752"/>
              <a:ext cx="143681" cy="85444"/>
            </a:xfrm>
            <a:custGeom>
              <a:avLst/>
              <a:pathLst>
                <a:path w="143681" h="85444">
                  <a:moveTo>
                    <a:pt x="143681" y="0"/>
                  </a:moveTo>
                  <a:lnTo>
                    <a:pt x="0" y="85444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5" name="pg235"/>
            <p:cNvSpPr/>
            <p:nvPr/>
          </p:nvSpPr>
          <p:spPr>
            <a:xfrm>
              <a:off x="5545258" y="1152752"/>
              <a:ext cx="143681" cy="85444"/>
            </a:xfrm>
            <a:custGeom>
              <a:avLst/>
              <a:pathLst>
                <a:path w="143681" h="85444">
                  <a:moveTo>
                    <a:pt x="143681" y="0"/>
                  </a:moveTo>
                  <a:lnTo>
                    <a:pt x="0" y="85444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6" name="pg236"/>
            <p:cNvSpPr/>
            <p:nvPr/>
          </p:nvSpPr>
          <p:spPr>
            <a:xfrm>
              <a:off x="5545258" y="1152752"/>
              <a:ext cx="143681" cy="85444"/>
            </a:xfrm>
            <a:custGeom>
              <a:avLst/>
              <a:pathLst>
                <a:path w="143681" h="85444">
                  <a:moveTo>
                    <a:pt x="143681" y="0"/>
                  </a:moveTo>
                  <a:lnTo>
                    <a:pt x="0" y="85444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7" name="pg237"/>
            <p:cNvSpPr/>
            <p:nvPr/>
          </p:nvSpPr>
          <p:spPr>
            <a:xfrm>
              <a:off x="5545258" y="1152752"/>
              <a:ext cx="143681" cy="85444"/>
            </a:xfrm>
            <a:custGeom>
              <a:avLst/>
              <a:pathLst>
                <a:path w="143681" h="85444">
                  <a:moveTo>
                    <a:pt x="143681" y="0"/>
                  </a:moveTo>
                  <a:lnTo>
                    <a:pt x="0" y="85444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8" name="pg238"/>
            <p:cNvSpPr/>
            <p:nvPr/>
          </p:nvSpPr>
          <p:spPr>
            <a:xfrm>
              <a:off x="5545258" y="1152752"/>
              <a:ext cx="143681" cy="85444"/>
            </a:xfrm>
            <a:custGeom>
              <a:avLst/>
              <a:pathLst>
                <a:path w="143681" h="85444">
                  <a:moveTo>
                    <a:pt x="143681" y="0"/>
                  </a:moveTo>
                  <a:lnTo>
                    <a:pt x="0" y="8544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9" name="pg239"/>
            <p:cNvSpPr/>
            <p:nvPr/>
          </p:nvSpPr>
          <p:spPr>
            <a:xfrm>
              <a:off x="5545258" y="1152752"/>
              <a:ext cx="143681" cy="85444"/>
            </a:xfrm>
            <a:custGeom>
              <a:avLst/>
              <a:pathLst>
                <a:path w="143681" h="85444">
                  <a:moveTo>
                    <a:pt x="143681" y="0"/>
                  </a:moveTo>
                  <a:lnTo>
                    <a:pt x="0" y="8544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0" name="pg240"/>
            <p:cNvSpPr/>
            <p:nvPr/>
          </p:nvSpPr>
          <p:spPr>
            <a:xfrm>
              <a:off x="5545258" y="1152752"/>
              <a:ext cx="143681" cy="85444"/>
            </a:xfrm>
            <a:custGeom>
              <a:avLst/>
              <a:pathLst>
                <a:path w="143681" h="85444">
                  <a:moveTo>
                    <a:pt x="143681" y="0"/>
                  </a:moveTo>
                  <a:lnTo>
                    <a:pt x="0" y="8544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1" name="pg241"/>
            <p:cNvSpPr/>
            <p:nvPr/>
          </p:nvSpPr>
          <p:spPr>
            <a:xfrm>
              <a:off x="5545258" y="1152752"/>
              <a:ext cx="143681" cy="85444"/>
            </a:xfrm>
            <a:custGeom>
              <a:avLst/>
              <a:pathLst>
                <a:path w="143681" h="85444">
                  <a:moveTo>
                    <a:pt x="143681" y="0"/>
                  </a:moveTo>
                  <a:lnTo>
                    <a:pt x="0" y="8544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2" name="pg242"/>
            <p:cNvSpPr/>
            <p:nvPr/>
          </p:nvSpPr>
          <p:spPr>
            <a:xfrm>
              <a:off x="5545258" y="1152752"/>
              <a:ext cx="143681" cy="85444"/>
            </a:xfrm>
            <a:custGeom>
              <a:avLst/>
              <a:pathLst>
                <a:path w="143681" h="85444">
                  <a:moveTo>
                    <a:pt x="143681" y="0"/>
                  </a:moveTo>
                  <a:lnTo>
                    <a:pt x="0" y="85444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3" name="pg243"/>
            <p:cNvSpPr/>
            <p:nvPr/>
          </p:nvSpPr>
          <p:spPr>
            <a:xfrm>
              <a:off x="5545258" y="1152752"/>
              <a:ext cx="143681" cy="85444"/>
            </a:xfrm>
            <a:custGeom>
              <a:avLst/>
              <a:pathLst>
                <a:path w="143681" h="85444">
                  <a:moveTo>
                    <a:pt x="143681" y="0"/>
                  </a:moveTo>
                  <a:lnTo>
                    <a:pt x="0" y="85444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4" name="pg244"/>
            <p:cNvSpPr/>
            <p:nvPr/>
          </p:nvSpPr>
          <p:spPr>
            <a:xfrm>
              <a:off x="5545258" y="1151240"/>
              <a:ext cx="143681" cy="86955"/>
            </a:xfrm>
            <a:custGeom>
              <a:avLst/>
              <a:pathLst>
                <a:path w="143681" h="86955">
                  <a:moveTo>
                    <a:pt x="143681" y="1511"/>
                  </a:moveTo>
                  <a:lnTo>
                    <a:pt x="142771" y="0"/>
                  </a:lnTo>
                  <a:lnTo>
                    <a:pt x="0" y="86955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5" name="pg245"/>
            <p:cNvSpPr/>
            <p:nvPr/>
          </p:nvSpPr>
          <p:spPr>
            <a:xfrm>
              <a:off x="5545258" y="1071028"/>
              <a:ext cx="142771" cy="167167"/>
            </a:xfrm>
            <a:custGeom>
              <a:avLst/>
              <a:pathLst>
                <a:path w="142771" h="167167">
                  <a:moveTo>
                    <a:pt x="142771" y="80211"/>
                  </a:moveTo>
                  <a:lnTo>
                    <a:pt x="139822" y="75545"/>
                  </a:lnTo>
                  <a:lnTo>
                    <a:pt x="136720" y="70978"/>
                  </a:lnTo>
                  <a:lnTo>
                    <a:pt x="133470" y="66516"/>
                  </a:lnTo>
                  <a:lnTo>
                    <a:pt x="130074" y="62164"/>
                  </a:lnTo>
                  <a:lnTo>
                    <a:pt x="126536" y="57926"/>
                  </a:lnTo>
                  <a:lnTo>
                    <a:pt x="122860" y="53808"/>
                  </a:lnTo>
                  <a:lnTo>
                    <a:pt x="119050" y="49813"/>
                  </a:lnTo>
                  <a:lnTo>
                    <a:pt x="115110" y="45946"/>
                  </a:lnTo>
                  <a:lnTo>
                    <a:pt x="111045" y="42212"/>
                  </a:lnTo>
                  <a:lnTo>
                    <a:pt x="106859" y="38613"/>
                  </a:lnTo>
                  <a:lnTo>
                    <a:pt x="102556" y="35155"/>
                  </a:lnTo>
                  <a:lnTo>
                    <a:pt x="98141" y="31841"/>
                  </a:lnTo>
                  <a:lnTo>
                    <a:pt x="93620" y="28674"/>
                  </a:lnTo>
                  <a:lnTo>
                    <a:pt x="88996" y="25659"/>
                  </a:lnTo>
                  <a:lnTo>
                    <a:pt x="84275" y="22797"/>
                  </a:lnTo>
                  <a:lnTo>
                    <a:pt x="79462" y="20093"/>
                  </a:lnTo>
                  <a:lnTo>
                    <a:pt x="74563" y="17550"/>
                  </a:lnTo>
                  <a:lnTo>
                    <a:pt x="69582" y="15170"/>
                  </a:lnTo>
                  <a:lnTo>
                    <a:pt x="64526" y="12955"/>
                  </a:lnTo>
                  <a:lnTo>
                    <a:pt x="59399" y="10909"/>
                  </a:lnTo>
                  <a:lnTo>
                    <a:pt x="54207" y="9032"/>
                  </a:lnTo>
                  <a:lnTo>
                    <a:pt x="48956" y="7329"/>
                  </a:lnTo>
                  <a:lnTo>
                    <a:pt x="43652" y="5800"/>
                  </a:lnTo>
                  <a:lnTo>
                    <a:pt x="38300" y="4446"/>
                  </a:lnTo>
                  <a:lnTo>
                    <a:pt x="32906" y="3270"/>
                  </a:lnTo>
                  <a:lnTo>
                    <a:pt x="27477" y="2273"/>
                  </a:lnTo>
                  <a:lnTo>
                    <a:pt x="22017" y="1456"/>
                  </a:lnTo>
                  <a:lnTo>
                    <a:pt x="16534" y="819"/>
                  </a:lnTo>
                  <a:lnTo>
                    <a:pt x="11033" y="364"/>
                  </a:lnTo>
                  <a:lnTo>
                    <a:pt x="5519" y="91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6" name="pg246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7" name="pg247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8" name="pg248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9" name="pg249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0" name="pg250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1" name="pg251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2" name="pg252"/>
            <p:cNvSpPr/>
            <p:nvPr/>
          </p:nvSpPr>
          <p:spPr>
            <a:xfrm>
              <a:off x="4907966" y="941493"/>
              <a:ext cx="115577" cy="167167"/>
            </a:xfrm>
            <a:custGeom>
              <a:avLst/>
              <a:pathLst>
                <a:path w="115577" h="167167">
                  <a:moveTo>
                    <a:pt x="115577" y="0"/>
                  </a:moveTo>
                  <a:lnTo>
                    <a:pt x="110030" y="92"/>
                  </a:lnTo>
                  <a:lnTo>
                    <a:pt x="104488" y="368"/>
                  </a:lnTo>
                  <a:lnTo>
                    <a:pt x="98959" y="828"/>
                  </a:lnTo>
                  <a:lnTo>
                    <a:pt x="93448" y="1471"/>
                  </a:lnTo>
                  <a:lnTo>
                    <a:pt x="87962" y="2296"/>
                  </a:lnTo>
                  <a:lnTo>
                    <a:pt x="82505" y="3304"/>
                  </a:lnTo>
                  <a:lnTo>
                    <a:pt x="77086" y="4491"/>
                  </a:lnTo>
                  <a:lnTo>
                    <a:pt x="71708" y="5858"/>
                  </a:lnTo>
                  <a:lnTo>
                    <a:pt x="66379" y="7403"/>
                  </a:lnTo>
                  <a:lnTo>
                    <a:pt x="61105" y="9124"/>
                  </a:lnTo>
                  <a:lnTo>
                    <a:pt x="55890" y="11018"/>
                  </a:lnTo>
                  <a:lnTo>
                    <a:pt x="50741" y="13085"/>
                  </a:lnTo>
                  <a:lnTo>
                    <a:pt x="45663" y="15322"/>
                  </a:lnTo>
                  <a:lnTo>
                    <a:pt x="40663" y="17725"/>
                  </a:lnTo>
                  <a:lnTo>
                    <a:pt x="35745" y="20294"/>
                  </a:lnTo>
                  <a:lnTo>
                    <a:pt x="30915" y="23024"/>
                  </a:lnTo>
                  <a:lnTo>
                    <a:pt x="26178" y="25913"/>
                  </a:lnTo>
                  <a:lnTo>
                    <a:pt x="21539" y="28958"/>
                  </a:lnTo>
                  <a:lnTo>
                    <a:pt x="17005" y="32154"/>
                  </a:lnTo>
                  <a:lnTo>
                    <a:pt x="12578" y="35500"/>
                  </a:lnTo>
                  <a:lnTo>
                    <a:pt x="8266" y="38991"/>
                  </a:lnTo>
                  <a:lnTo>
                    <a:pt x="4071" y="42622"/>
                  </a:lnTo>
                  <a:lnTo>
                    <a:pt x="0" y="46391"/>
                  </a:lnTo>
                  <a:lnTo>
                    <a:pt x="115577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3" name="pg253"/>
            <p:cNvSpPr/>
            <p:nvPr/>
          </p:nvSpPr>
          <p:spPr>
            <a:xfrm>
              <a:off x="4907966" y="987885"/>
              <a:ext cx="115577" cy="120775"/>
            </a:xfrm>
            <a:custGeom>
              <a:avLst/>
              <a:pathLst>
                <a:path w="115577" h="120775">
                  <a:moveTo>
                    <a:pt x="0" y="0"/>
                  </a:moveTo>
                  <a:lnTo>
                    <a:pt x="115577" y="120775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4" name="pg254"/>
            <p:cNvSpPr/>
            <p:nvPr/>
          </p:nvSpPr>
          <p:spPr>
            <a:xfrm>
              <a:off x="4907966" y="987885"/>
              <a:ext cx="115577" cy="120775"/>
            </a:xfrm>
            <a:custGeom>
              <a:avLst/>
              <a:pathLst>
                <a:path w="115577" h="120775">
                  <a:moveTo>
                    <a:pt x="0" y="0"/>
                  </a:moveTo>
                  <a:lnTo>
                    <a:pt x="115577" y="120775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5" name="pg255"/>
            <p:cNvSpPr/>
            <p:nvPr/>
          </p:nvSpPr>
          <p:spPr>
            <a:xfrm>
              <a:off x="4907966" y="987885"/>
              <a:ext cx="115577" cy="120775"/>
            </a:xfrm>
            <a:custGeom>
              <a:avLst/>
              <a:pathLst>
                <a:path w="115577" h="120775">
                  <a:moveTo>
                    <a:pt x="0" y="0"/>
                  </a:moveTo>
                  <a:lnTo>
                    <a:pt x="115577" y="120775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6" name="pg256"/>
            <p:cNvSpPr/>
            <p:nvPr/>
          </p:nvSpPr>
          <p:spPr>
            <a:xfrm>
              <a:off x="4907966" y="987885"/>
              <a:ext cx="115577" cy="120775"/>
            </a:xfrm>
            <a:custGeom>
              <a:avLst/>
              <a:pathLst>
                <a:path w="115577" h="120775">
                  <a:moveTo>
                    <a:pt x="0" y="0"/>
                  </a:moveTo>
                  <a:lnTo>
                    <a:pt x="115577" y="120775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7" name="pg257"/>
            <p:cNvSpPr/>
            <p:nvPr/>
          </p:nvSpPr>
          <p:spPr>
            <a:xfrm>
              <a:off x="4907966" y="987885"/>
              <a:ext cx="115577" cy="120775"/>
            </a:xfrm>
            <a:custGeom>
              <a:avLst/>
              <a:pathLst>
                <a:path w="115577" h="120775">
                  <a:moveTo>
                    <a:pt x="0" y="0"/>
                  </a:moveTo>
                  <a:lnTo>
                    <a:pt x="115577" y="120775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8" name="pg258"/>
            <p:cNvSpPr/>
            <p:nvPr/>
          </p:nvSpPr>
          <p:spPr>
            <a:xfrm>
              <a:off x="4907966" y="987885"/>
              <a:ext cx="115577" cy="120775"/>
            </a:xfrm>
            <a:custGeom>
              <a:avLst/>
              <a:pathLst>
                <a:path w="115577" h="120775">
                  <a:moveTo>
                    <a:pt x="0" y="0"/>
                  </a:moveTo>
                  <a:lnTo>
                    <a:pt x="115577" y="12077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9" name="pg259"/>
            <p:cNvSpPr/>
            <p:nvPr/>
          </p:nvSpPr>
          <p:spPr>
            <a:xfrm>
              <a:off x="4907966" y="987885"/>
              <a:ext cx="115577" cy="120775"/>
            </a:xfrm>
            <a:custGeom>
              <a:avLst/>
              <a:pathLst>
                <a:path w="115577" h="120775">
                  <a:moveTo>
                    <a:pt x="0" y="0"/>
                  </a:moveTo>
                  <a:lnTo>
                    <a:pt x="115577" y="12077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0" name="pg260"/>
            <p:cNvSpPr/>
            <p:nvPr/>
          </p:nvSpPr>
          <p:spPr>
            <a:xfrm>
              <a:off x="4907966" y="987885"/>
              <a:ext cx="115577" cy="120775"/>
            </a:xfrm>
            <a:custGeom>
              <a:avLst/>
              <a:pathLst>
                <a:path w="115577" h="120775">
                  <a:moveTo>
                    <a:pt x="0" y="0"/>
                  </a:moveTo>
                  <a:lnTo>
                    <a:pt x="115577" y="12077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1" name="pg261"/>
            <p:cNvSpPr/>
            <p:nvPr/>
          </p:nvSpPr>
          <p:spPr>
            <a:xfrm>
              <a:off x="4907966" y="987885"/>
              <a:ext cx="115577" cy="120775"/>
            </a:xfrm>
            <a:custGeom>
              <a:avLst/>
              <a:pathLst>
                <a:path w="115577" h="120775">
                  <a:moveTo>
                    <a:pt x="0" y="0"/>
                  </a:moveTo>
                  <a:lnTo>
                    <a:pt x="115577" y="12077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2" name="pg262"/>
            <p:cNvSpPr/>
            <p:nvPr/>
          </p:nvSpPr>
          <p:spPr>
            <a:xfrm>
              <a:off x="4907966" y="987885"/>
              <a:ext cx="115577" cy="120775"/>
            </a:xfrm>
            <a:custGeom>
              <a:avLst/>
              <a:pathLst>
                <a:path w="115577" h="120775">
                  <a:moveTo>
                    <a:pt x="0" y="0"/>
                  </a:moveTo>
                  <a:lnTo>
                    <a:pt x="115577" y="120775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3" name="pg263"/>
            <p:cNvSpPr/>
            <p:nvPr/>
          </p:nvSpPr>
          <p:spPr>
            <a:xfrm>
              <a:off x="4907966" y="987885"/>
              <a:ext cx="115577" cy="120775"/>
            </a:xfrm>
            <a:custGeom>
              <a:avLst/>
              <a:pathLst>
                <a:path w="115577" h="120775">
                  <a:moveTo>
                    <a:pt x="0" y="0"/>
                  </a:moveTo>
                  <a:lnTo>
                    <a:pt x="115577" y="120775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4" name="pg264"/>
            <p:cNvSpPr/>
            <p:nvPr/>
          </p:nvSpPr>
          <p:spPr>
            <a:xfrm>
              <a:off x="4907966" y="987885"/>
              <a:ext cx="115577" cy="120775"/>
            </a:xfrm>
            <a:custGeom>
              <a:avLst/>
              <a:pathLst>
                <a:path w="115577" h="120775">
                  <a:moveTo>
                    <a:pt x="0" y="0"/>
                  </a:moveTo>
                  <a:lnTo>
                    <a:pt x="115577" y="120775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5" name="pg265"/>
            <p:cNvSpPr/>
            <p:nvPr/>
          </p:nvSpPr>
          <p:spPr>
            <a:xfrm>
              <a:off x="4907966" y="987885"/>
              <a:ext cx="115577" cy="120775"/>
            </a:xfrm>
            <a:custGeom>
              <a:avLst/>
              <a:pathLst>
                <a:path w="115577" h="120775">
                  <a:moveTo>
                    <a:pt x="0" y="0"/>
                  </a:moveTo>
                  <a:lnTo>
                    <a:pt x="115577" y="120775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6" name="pg266"/>
            <p:cNvSpPr/>
            <p:nvPr/>
          </p:nvSpPr>
          <p:spPr>
            <a:xfrm>
              <a:off x="4907966" y="987885"/>
              <a:ext cx="115577" cy="120775"/>
            </a:xfrm>
            <a:custGeom>
              <a:avLst/>
              <a:pathLst>
                <a:path w="115577" h="120775">
                  <a:moveTo>
                    <a:pt x="0" y="0"/>
                  </a:moveTo>
                  <a:lnTo>
                    <a:pt x="115577" y="12077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7" name="pg267"/>
            <p:cNvSpPr/>
            <p:nvPr/>
          </p:nvSpPr>
          <p:spPr>
            <a:xfrm>
              <a:off x="4907966" y="987885"/>
              <a:ext cx="115577" cy="120775"/>
            </a:xfrm>
            <a:custGeom>
              <a:avLst/>
              <a:pathLst>
                <a:path w="115577" h="120775">
                  <a:moveTo>
                    <a:pt x="0" y="0"/>
                  </a:moveTo>
                  <a:lnTo>
                    <a:pt x="115577" y="12077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8" name="pg268"/>
            <p:cNvSpPr/>
            <p:nvPr/>
          </p:nvSpPr>
          <p:spPr>
            <a:xfrm>
              <a:off x="4907966" y="987885"/>
              <a:ext cx="115577" cy="120775"/>
            </a:xfrm>
            <a:custGeom>
              <a:avLst/>
              <a:pathLst>
                <a:path w="115577" h="120775">
                  <a:moveTo>
                    <a:pt x="0" y="0"/>
                  </a:moveTo>
                  <a:lnTo>
                    <a:pt x="115577" y="12077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9" name="pg269"/>
            <p:cNvSpPr/>
            <p:nvPr/>
          </p:nvSpPr>
          <p:spPr>
            <a:xfrm>
              <a:off x="4907966" y="987885"/>
              <a:ext cx="115577" cy="120775"/>
            </a:xfrm>
            <a:custGeom>
              <a:avLst/>
              <a:pathLst>
                <a:path w="115577" h="120775">
                  <a:moveTo>
                    <a:pt x="0" y="0"/>
                  </a:moveTo>
                  <a:lnTo>
                    <a:pt x="115577" y="12077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0" name="pg270"/>
            <p:cNvSpPr/>
            <p:nvPr/>
          </p:nvSpPr>
          <p:spPr>
            <a:xfrm>
              <a:off x="4907966" y="987885"/>
              <a:ext cx="115577" cy="120775"/>
            </a:xfrm>
            <a:custGeom>
              <a:avLst/>
              <a:pathLst>
                <a:path w="115577" h="120775">
                  <a:moveTo>
                    <a:pt x="0" y="0"/>
                  </a:moveTo>
                  <a:lnTo>
                    <a:pt x="115577" y="120775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1" name="pg271"/>
            <p:cNvSpPr/>
            <p:nvPr/>
          </p:nvSpPr>
          <p:spPr>
            <a:xfrm>
              <a:off x="4907966" y="987885"/>
              <a:ext cx="115577" cy="120775"/>
            </a:xfrm>
            <a:custGeom>
              <a:avLst/>
              <a:pathLst>
                <a:path w="115577" h="120775">
                  <a:moveTo>
                    <a:pt x="0" y="0"/>
                  </a:moveTo>
                  <a:lnTo>
                    <a:pt x="115577" y="120775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2" name="pg272"/>
            <p:cNvSpPr/>
            <p:nvPr/>
          </p:nvSpPr>
          <p:spPr>
            <a:xfrm>
              <a:off x="4856390" y="976381"/>
              <a:ext cx="334314" cy="299444"/>
            </a:xfrm>
            <a:custGeom>
              <a:avLst/>
              <a:pathLst>
                <a:path w="334314" h="299444">
                  <a:moveTo>
                    <a:pt x="51575" y="11503"/>
                  </a:moveTo>
                  <a:lnTo>
                    <a:pt x="47796" y="15236"/>
                  </a:lnTo>
                  <a:lnTo>
                    <a:pt x="44138" y="19087"/>
                  </a:lnTo>
                  <a:lnTo>
                    <a:pt x="40604" y="23053"/>
                  </a:lnTo>
                  <a:lnTo>
                    <a:pt x="37197" y="27129"/>
                  </a:lnTo>
                  <a:lnTo>
                    <a:pt x="33922" y="31311"/>
                  </a:lnTo>
                  <a:lnTo>
                    <a:pt x="30781" y="35595"/>
                  </a:lnTo>
                  <a:lnTo>
                    <a:pt x="27778" y="39976"/>
                  </a:lnTo>
                  <a:lnTo>
                    <a:pt x="24916" y="44451"/>
                  </a:lnTo>
                  <a:lnTo>
                    <a:pt x="22198" y="49015"/>
                  </a:lnTo>
                  <a:lnTo>
                    <a:pt x="19625" y="53662"/>
                  </a:lnTo>
                  <a:lnTo>
                    <a:pt x="17202" y="58389"/>
                  </a:lnTo>
                  <a:lnTo>
                    <a:pt x="14930" y="63191"/>
                  </a:lnTo>
                  <a:lnTo>
                    <a:pt x="12812" y="68062"/>
                  </a:lnTo>
                  <a:lnTo>
                    <a:pt x="10849" y="72998"/>
                  </a:lnTo>
                  <a:lnTo>
                    <a:pt x="9045" y="77994"/>
                  </a:lnTo>
                  <a:lnTo>
                    <a:pt x="7400" y="83045"/>
                  </a:lnTo>
                  <a:lnTo>
                    <a:pt x="5916" y="88145"/>
                  </a:lnTo>
                  <a:lnTo>
                    <a:pt x="4596" y="93290"/>
                  </a:lnTo>
                  <a:lnTo>
                    <a:pt x="3439" y="98475"/>
                  </a:lnTo>
                  <a:lnTo>
                    <a:pt x="2448" y="103693"/>
                  </a:lnTo>
                  <a:lnTo>
                    <a:pt x="1623" y="108941"/>
                  </a:lnTo>
                  <a:lnTo>
                    <a:pt x="965" y="114212"/>
                  </a:lnTo>
                  <a:lnTo>
                    <a:pt x="475" y="119501"/>
                  </a:lnTo>
                  <a:lnTo>
                    <a:pt x="153" y="124803"/>
                  </a:lnTo>
                  <a:lnTo>
                    <a:pt x="0" y="130113"/>
                  </a:lnTo>
                  <a:lnTo>
                    <a:pt x="15" y="135424"/>
                  </a:lnTo>
                  <a:lnTo>
                    <a:pt x="199" y="140733"/>
                  </a:lnTo>
                  <a:lnTo>
                    <a:pt x="552" y="146033"/>
                  </a:lnTo>
                  <a:lnTo>
                    <a:pt x="1073" y="151320"/>
                  </a:lnTo>
                  <a:lnTo>
                    <a:pt x="1762" y="156587"/>
                  </a:lnTo>
                  <a:lnTo>
                    <a:pt x="2618" y="161829"/>
                  </a:lnTo>
                  <a:lnTo>
                    <a:pt x="3640" y="167042"/>
                  </a:lnTo>
                  <a:lnTo>
                    <a:pt x="4827" y="172219"/>
                  </a:lnTo>
                  <a:lnTo>
                    <a:pt x="6178" y="177356"/>
                  </a:lnTo>
                  <a:lnTo>
                    <a:pt x="7691" y="182448"/>
                  </a:lnTo>
                  <a:lnTo>
                    <a:pt x="9366" y="187489"/>
                  </a:lnTo>
                  <a:lnTo>
                    <a:pt x="11200" y="192475"/>
                  </a:lnTo>
                  <a:lnTo>
                    <a:pt x="13191" y="197399"/>
                  </a:lnTo>
                  <a:lnTo>
                    <a:pt x="15338" y="202258"/>
                  </a:lnTo>
                  <a:lnTo>
                    <a:pt x="17638" y="207046"/>
                  </a:lnTo>
                  <a:lnTo>
                    <a:pt x="20089" y="211759"/>
                  </a:lnTo>
                  <a:lnTo>
                    <a:pt x="22688" y="216391"/>
                  </a:lnTo>
                  <a:lnTo>
                    <a:pt x="25434" y="220938"/>
                  </a:lnTo>
                  <a:lnTo>
                    <a:pt x="28322" y="225396"/>
                  </a:lnTo>
                  <a:lnTo>
                    <a:pt x="31351" y="229760"/>
                  </a:lnTo>
                  <a:lnTo>
                    <a:pt x="34516" y="234026"/>
                  </a:lnTo>
                  <a:lnTo>
                    <a:pt x="37816" y="238188"/>
                  </a:lnTo>
                  <a:lnTo>
                    <a:pt x="41246" y="242244"/>
                  </a:lnTo>
                  <a:lnTo>
                    <a:pt x="44804" y="246189"/>
                  </a:lnTo>
                  <a:lnTo>
                    <a:pt x="48484" y="250019"/>
                  </a:lnTo>
                  <a:lnTo>
                    <a:pt x="52285" y="253730"/>
                  </a:lnTo>
                  <a:lnTo>
                    <a:pt x="56202" y="257318"/>
                  </a:lnTo>
                  <a:lnTo>
                    <a:pt x="60231" y="260780"/>
                  </a:lnTo>
                  <a:lnTo>
                    <a:pt x="64367" y="264112"/>
                  </a:lnTo>
                  <a:lnTo>
                    <a:pt x="68608" y="267311"/>
                  </a:lnTo>
                  <a:lnTo>
                    <a:pt x="72948" y="270374"/>
                  </a:lnTo>
                  <a:lnTo>
                    <a:pt x="77383" y="273297"/>
                  </a:lnTo>
                  <a:lnTo>
                    <a:pt x="81909" y="276078"/>
                  </a:lnTo>
                  <a:lnTo>
                    <a:pt x="86521" y="278714"/>
                  </a:lnTo>
                  <a:lnTo>
                    <a:pt x="91214" y="281202"/>
                  </a:lnTo>
                  <a:lnTo>
                    <a:pt x="95984" y="283539"/>
                  </a:lnTo>
                  <a:lnTo>
                    <a:pt x="100825" y="285724"/>
                  </a:lnTo>
                  <a:lnTo>
                    <a:pt x="105734" y="287754"/>
                  </a:lnTo>
                  <a:lnTo>
                    <a:pt x="110705" y="289627"/>
                  </a:lnTo>
                  <a:lnTo>
                    <a:pt x="115733" y="291341"/>
                  </a:lnTo>
                  <a:lnTo>
                    <a:pt x="120812" y="292895"/>
                  </a:lnTo>
                  <a:lnTo>
                    <a:pt x="125939" y="294286"/>
                  </a:lnTo>
                  <a:lnTo>
                    <a:pt x="131107" y="295513"/>
                  </a:lnTo>
                  <a:lnTo>
                    <a:pt x="136311" y="296576"/>
                  </a:lnTo>
                  <a:lnTo>
                    <a:pt x="141547" y="297473"/>
                  </a:lnTo>
                  <a:lnTo>
                    <a:pt x="146808" y="298203"/>
                  </a:lnTo>
                  <a:lnTo>
                    <a:pt x="152090" y="298766"/>
                  </a:lnTo>
                  <a:lnTo>
                    <a:pt x="157388" y="299160"/>
                  </a:lnTo>
                  <a:lnTo>
                    <a:pt x="162695" y="299386"/>
                  </a:lnTo>
                  <a:lnTo>
                    <a:pt x="168006" y="299444"/>
                  </a:lnTo>
                  <a:lnTo>
                    <a:pt x="173317" y="299332"/>
                  </a:lnTo>
                  <a:lnTo>
                    <a:pt x="178621" y="299052"/>
                  </a:lnTo>
                  <a:lnTo>
                    <a:pt x="183914" y="298604"/>
                  </a:lnTo>
                  <a:lnTo>
                    <a:pt x="189190" y="297987"/>
                  </a:lnTo>
                  <a:lnTo>
                    <a:pt x="194444" y="297203"/>
                  </a:lnTo>
                  <a:lnTo>
                    <a:pt x="199670" y="296253"/>
                  </a:lnTo>
                  <a:lnTo>
                    <a:pt x="204864" y="295137"/>
                  </a:lnTo>
                  <a:lnTo>
                    <a:pt x="210019" y="293857"/>
                  </a:lnTo>
                  <a:lnTo>
                    <a:pt x="215131" y="292413"/>
                  </a:lnTo>
                  <a:lnTo>
                    <a:pt x="220194" y="290808"/>
                  </a:lnTo>
                  <a:lnTo>
                    <a:pt x="225204" y="289043"/>
                  </a:lnTo>
                  <a:lnTo>
                    <a:pt x="230156" y="287119"/>
                  </a:lnTo>
                  <a:lnTo>
                    <a:pt x="235043" y="285039"/>
                  </a:lnTo>
                  <a:lnTo>
                    <a:pt x="239863" y="282805"/>
                  </a:lnTo>
                  <a:lnTo>
                    <a:pt x="244608" y="280419"/>
                  </a:lnTo>
                  <a:lnTo>
                    <a:pt x="249276" y="277883"/>
                  </a:lnTo>
                  <a:lnTo>
                    <a:pt x="253861" y="275201"/>
                  </a:lnTo>
                  <a:lnTo>
                    <a:pt x="258358" y="272374"/>
                  </a:lnTo>
                  <a:lnTo>
                    <a:pt x="262763" y="269405"/>
                  </a:lnTo>
                  <a:lnTo>
                    <a:pt x="267071" y="266298"/>
                  </a:lnTo>
                  <a:lnTo>
                    <a:pt x="271279" y="263056"/>
                  </a:lnTo>
                  <a:lnTo>
                    <a:pt x="275381" y="259682"/>
                  </a:lnTo>
                  <a:lnTo>
                    <a:pt x="279375" y="256179"/>
                  </a:lnTo>
                  <a:lnTo>
                    <a:pt x="283254" y="252551"/>
                  </a:lnTo>
                  <a:lnTo>
                    <a:pt x="287017" y="248801"/>
                  </a:lnTo>
                  <a:lnTo>
                    <a:pt x="290659" y="244934"/>
                  </a:lnTo>
                  <a:lnTo>
                    <a:pt x="294176" y="240953"/>
                  </a:lnTo>
                  <a:lnTo>
                    <a:pt x="297564" y="236862"/>
                  </a:lnTo>
                  <a:lnTo>
                    <a:pt x="300821" y="232666"/>
                  </a:lnTo>
                  <a:lnTo>
                    <a:pt x="303943" y="228369"/>
                  </a:lnTo>
                  <a:lnTo>
                    <a:pt x="306927" y="223974"/>
                  </a:lnTo>
                  <a:lnTo>
                    <a:pt x="309770" y="219487"/>
                  </a:lnTo>
                  <a:lnTo>
                    <a:pt x="312469" y="214912"/>
                  </a:lnTo>
                  <a:lnTo>
                    <a:pt x="315021" y="210253"/>
                  </a:lnTo>
                  <a:lnTo>
                    <a:pt x="317424" y="205516"/>
                  </a:lnTo>
                  <a:lnTo>
                    <a:pt x="319675" y="200704"/>
                  </a:lnTo>
                  <a:lnTo>
                    <a:pt x="321772" y="195824"/>
                  </a:lnTo>
                  <a:lnTo>
                    <a:pt x="323712" y="190879"/>
                  </a:lnTo>
                  <a:lnTo>
                    <a:pt x="325495" y="185876"/>
                  </a:lnTo>
                  <a:lnTo>
                    <a:pt x="327118" y="180818"/>
                  </a:lnTo>
                  <a:lnTo>
                    <a:pt x="328580" y="175711"/>
                  </a:lnTo>
                  <a:lnTo>
                    <a:pt x="329878" y="170560"/>
                  </a:lnTo>
                  <a:lnTo>
                    <a:pt x="331012" y="165371"/>
                  </a:lnTo>
                  <a:lnTo>
                    <a:pt x="331981" y="160148"/>
                  </a:lnTo>
                  <a:lnTo>
                    <a:pt x="332783" y="154897"/>
                  </a:lnTo>
                  <a:lnTo>
                    <a:pt x="333418" y="149623"/>
                  </a:lnTo>
                  <a:lnTo>
                    <a:pt x="333885" y="144332"/>
                  </a:lnTo>
                  <a:lnTo>
                    <a:pt x="334184" y="139028"/>
                  </a:lnTo>
                  <a:lnTo>
                    <a:pt x="334314" y="133718"/>
                  </a:lnTo>
                  <a:lnTo>
                    <a:pt x="334275" y="128406"/>
                  </a:lnTo>
                  <a:lnTo>
                    <a:pt x="334068" y="123098"/>
                  </a:lnTo>
                  <a:lnTo>
                    <a:pt x="333692" y="117800"/>
                  </a:lnTo>
                  <a:lnTo>
                    <a:pt x="333148" y="112516"/>
                  </a:lnTo>
                  <a:lnTo>
                    <a:pt x="332436" y="107252"/>
                  </a:lnTo>
                  <a:lnTo>
                    <a:pt x="331558" y="102013"/>
                  </a:lnTo>
                  <a:lnTo>
                    <a:pt x="330513" y="96805"/>
                  </a:lnTo>
                  <a:lnTo>
                    <a:pt x="329304" y="91633"/>
                  </a:lnTo>
                  <a:lnTo>
                    <a:pt x="327930" y="86501"/>
                  </a:lnTo>
                  <a:lnTo>
                    <a:pt x="326395" y="81416"/>
                  </a:lnTo>
                  <a:lnTo>
                    <a:pt x="324698" y="76383"/>
                  </a:lnTo>
                  <a:lnTo>
                    <a:pt x="322843" y="71405"/>
                  </a:lnTo>
                  <a:lnTo>
                    <a:pt x="320830" y="66489"/>
                  </a:lnTo>
                  <a:lnTo>
                    <a:pt x="318663" y="61640"/>
                  </a:lnTo>
                  <a:lnTo>
                    <a:pt x="316342" y="56862"/>
                  </a:lnTo>
                  <a:lnTo>
                    <a:pt x="313870" y="52160"/>
                  </a:lnTo>
                  <a:lnTo>
                    <a:pt x="311251" y="47539"/>
                  </a:lnTo>
                  <a:lnTo>
                    <a:pt x="308486" y="43004"/>
                  </a:lnTo>
                  <a:lnTo>
                    <a:pt x="305578" y="38558"/>
                  </a:lnTo>
                  <a:lnTo>
                    <a:pt x="302530" y="34208"/>
                  </a:lnTo>
                  <a:lnTo>
                    <a:pt x="299346" y="29956"/>
                  </a:lnTo>
                  <a:lnTo>
                    <a:pt x="296028" y="25808"/>
                  </a:lnTo>
                  <a:lnTo>
                    <a:pt x="292581" y="21767"/>
                  </a:lnTo>
                  <a:lnTo>
                    <a:pt x="289006" y="17837"/>
                  </a:lnTo>
                  <a:lnTo>
                    <a:pt x="285309" y="14024"/>
                  </a:lnTo>
                  <a:lnTo>
                    <a:pt x="281492" y="10329"/>
                  </a:lnTo>
                  <a:lnTo>
                    <a:pt x="277559" y="6758"/>
                  </a:lnTo>
                  <a:lnTo>
                    <a:pt x="273516" y="3314"/>
                  </a:lnTo>
                  <a:lnTo>
                    <a:pt x="269365" y="0"/>
                  </a:lnTo>
                  <a:lnTo>
                    <a:pt x="167153" y="132279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3" name="pg273"/>
            <p:cNvSpPr/>
            <p:nvPr/>
          </p:nvSpPr>
          <p:spPr>
            <a:xfrm>
              <a:off x="5023544" y="941493"/>
              <a:ext cx="102211" cy="167167"/>
            </a:xfrm>
            <a:custGeom>
              <a:avLst/>
              <a:pathLst>
                <a:path w="102211" h="167167">
                  <a:moveTo>
                    <a:pt x="102211" y="34888"/>
                  </a:moveTo>
                  <a:lnTo>
                    <a:pt x="97571" y="31429"/>
                  </a:lnTo>
                  <a:lnTo>
                    <a:pt x="92813" y="28133"/>
                  </a:lnTo>
                  <a:lnTo>
                    <a:pt x="87945" y="25003"/>
                  </a:lnTo>
                  <a:lnTo>
                    <a:pt x="82970" y="22044"/>
                  </a:lnTo>
                  <a:lnTo>
                    <a:pt x="77897" y="19258"/>
                  </a:lnTo>
                  <a:lnTo>
                    <a:pt x="72730" y="16650"/>
                  </a:lnTo>
                  <a:lnTo>
                    <a:pt x="67476" y="14223"/>
                  </a:lnTo>
                  <a:lnTo>
                    <a:pt x="62141" y="11979"/>
                  </a:lnTo>
                  <a:lnTo>
                    <a:pt x="56731" y="9920"/>
                  </a:lnTo>
                  <a:lnTo>
                    <a:pt x="51254" y="8051"/>
                  </a:lnTo>
                  <a:lnTo>
                    <a:pt x="45715" y="6372"/>
                  </a:lnTo>
                  <a:lnTo>
                    <a:pt x="40121" y="4886"/>
                  </a:lnTo>
                  <a:lnTo>
                    <a:pt x="34479" y="3594"/>
                  </a:lnTo>
                  <a:lnTo>
                    <a:pt x="28796" y="2498"/>
                  </a:lnTo>
                  <a:lnTo>
                    <a:pt x="23078" y="1600"/>
                  </a:lnTo>
                  <a:lnTo>
                    <a:pt x="17333" y="901"/>
                  </a:lnTo>
                  <a:lnTo>
                    <a:pt x="11567" y="400"/>
                  </a:lnTo>
                  <a:lnTo>
                    <a:pt x="5786" y="100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4" name="pg274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5" name="pg275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6" name="pg276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7" name="pg277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8" name="pg278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9" name="pg279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0" name="pg280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1" name="pg281"/>
            <p:cNvSpPr/>
            <p:nvPr/>
          </p:nvSpPr>
          <p:spPr>
            <a:xfrm>
              <a:off x="4319058" y="941493"/>
              <a:ext cx="167157" cy="203053"/>
            </a:xfrm>
            <a:custGeom>
              <a:avLst/>
              <a:pathLst>
                <a:path w="167157" h="203053">
                  <a:moveTo>
                    <a:pt x="167157" y="0"/>
                  </a:moveTo>
                  <a:lnTo>
                    <a:pt x="161726" y="88"/>
                  </a:lnTo>
                  <a:lnTo>
                    <a:pt x="156301" y="352"/>
                  </a:lnTo>
                  <a:lnTo>
                    <a:pt x="150887" y="793"/>
                  </a:lnTo>
                  <a:lnTo>
                    <a:pt x="145490" y="1410"/>
                  </a:lnTo>
                  <a:lnTo>
                    <a:pt x="140117" y="2201"/>
                  </a:lnTo>
                  <a:lnTo>
                    <a:pt x="134771" y="3166"/>
                  </a:lnTo>
                  <a:lnTo>
                    <a:pt x="129460" y="4305"/>
                  </a:lnTo>
                  <a:lnTo>
                    <a:pt x="124189" y="5616"/>
                  </a:lnTo>
                  <a:lnTo>
                    <a:pt x="118963" y="7097"/>
                  </a:lnTo>
                  <a:lnTo>
                    <a:pt x="113789" y="8747"/>
                  </a:lnTo>
                  <a:lnTo>
                    <a:pt x="108670" y="10565"/>
                  </a:lnTo>
                  <a:lnTo>
                    <a:pt x="103613" y="12547"/>
                  </a:lnTo>
                  <a:lnTo>
                    <a:pt x="98623" y="14693"/>
                  </a:lnTo>
                  <a:lnTo>
                    <a:pt x="93706" y="17000"/>
                  </a:lnTo>
                  <a:lnTo>
                    <a:pt x="88866" y="19466"/>
                  </a:lnTo>
                  <a:lnTo>
                    <a:pt x="84109" y="22087"/>
                  </a:lnTo>
                  <a:lnTo>
                    <a:pt x="79440" y="24862"/>
                  </a:lnTo>
                  <a:lnTo>
                    <a:pt x="74863" y="27787"/>
                  </a:lnTo>
                  <a:lnTo>
                    <a:pt x="70383" y="30859"/>
                  </a:lnTo>
                  <a:lnTo>
                    <a:pt x="66006" y="34075"/>
                  </a:lnTo>
                  <a:lnTo>
                    <a:pt x="61735" y="37431"/>
                  </a:lnTo>
                  <a:lnTo>
                    <a:pt x="57576" y="40925"/>
                  </a:lnTo>
                  <a:lnTo>
                    <a:pt x="53533" y="44551"/>
                  </a:lnTo>
                  <a:lnTo>
                    <a:pt x="49609" y="48308"/>
                  </a:lnTo>
                  <a:lnTo>
                    <a:pt x="45810" y="52189"/>
                  </a:lnTo>
                  <a:lnTo>
                    <a:pt x="42138" y="56192"/>
                  </a:lnTo>
                  <a:lnTo>
                    <a:pt x="38599" y="60312"/>
                  </a:lnTo>
                  <a:lnTo>
                    <a:pt x="35195" y="64545"/>
                  </a:lnTo>
                  <a:lnTo>
                    <a:pt x="31931" y="68887"/>
                  </a:lnTo>
                  <a:lnTo>
                    <a:pt x="28810" y="73332"/>
                  </a:lnTo>
                  <a:lnTo>
                    <a:pt x="25834" y="77876"/>
                  </a:lnTo>
                  <a:lnTo>
                    <a:pt x="23008" y="82514"/>
                  </a:lnTo>
                  <a:lnTo>
                    <a:pt x="20334" y="87242"/>
                  </a:lnTo>
                  <a:lnTo>
                    <a:pt x="17815" y="92054"/>
                  </a:lnTo>
                  <a:lnTo>
                    <a:pt x="15453" y="96946"/>
                  </a:lnTo>
                  <a:lnTo>
                    <a:pt x="13252" y="101911"/>
                  </a:lnTo>
                  <a:lnTo>
                    <a:pt x="11213" y="106946"/>
                  </a:lnTo>
                  <a:lnTo>
                    <a:pt x="9339" y="112044"/>
                  </a:lnTo>
                  <a:lnTo>
                    <a:pt x="7631" y="117200"/>
                  </a:lnTo>
                  <a:lnTo>
                    <a:pt x="6092" y="122409"/>
                  </a:lnTo>
                  <a:lnTo>
                    <a:pt x="4723" y="127666"/>
                  </a:lnTo>
                  <a:lnTo>
                    <a:pt x="3526" y="132964"/>
                  </a:lnTo>
                  <a:lnTo>
                    <a:pt x="2501" y="138298"/>
                  </a:lnTo>
                  <a:lnTo>
                    <a:pt x="1650" y="143662"/>
                  </a:lnTo>
                  <a:lnTo>
                    <a:pt x="974" y="149052"/>
                  </a:lnTo>
                  <a:lnTo>
                    <a:pt x="473" y="154460"/>
                  </a:lnTo>
                  <a:lnTo>
                    <a:pt x="148" y="159882"/>
                  </a:lnTo>
                  <a:lnTo>
                    <a:pt x="0" y="165312"/>
                  </a:lnTo>
                  <a:lnTo>
                    <a:pt x="27" y="170743"/>
                  </a:lnTo>
                  <a:lnTo>
                    <a:pt x="232" y="176171"/>
                  </a:lnTo>
                  <a:lnTo>
                    <a:pt x="613" y="181589"/>
                  </a:lnTo>
                  <a:lnTo>
                    <a:pt x="1169" y="186993"/>
                  </a:lnTo>
                  <a:lnTo>
                    <a:pt x="1901" y="192375"/>
                  </a:lnTo>
                  <a:lnTo>
                    <a:pt x="2807" y="197730"/>
                  </a:lnTo>
                  <a:lnTo>
                    <a:pt x="3887" y="203053"/>
                  </a:lnTo>
                  <a:lnTo>
                    <a:pt x="167157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2" name="pg282"/>
            <p:cNvSpPr/>
            <p:nvPr/>
          </p:nvSpPr>
          <p:spPr>
            <a:xfrm>
              <a:off x="4322945" y="1108660"/>
              <a:ext cx="163270" cy="35886"/>
            </a:xfrm>
            <a:custGeom>
              <a:avLst/>
              <a:pathLst>
                <a:path w="163270" h="35886">
                  <a:moveTo>
                    <a:pt x="0" y="35886"/>
                  </a:moveTo>
                  <a:lnTo>
                    <a:pt x="163270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3" name="pg283"/>
            <p:cNvSpPr/>
            <p:nvPr/>
          </p:nvSpPr>
          <p:spPr>
            <a:xfrm>
              <a:off x="4322945" y="1108660"/>
              <a:ext cx="163270" cy="35886"/>
            </a:xfrm>
            <a:custGeom>
              <a:avLst/>
              <a:pathLst>
                <a:path w="163270" h="35886">
                  <a:moveTo>
                    <a:pt x="0" y="35886"/>
                  </a:moveTo>
                  <a:lnTo>
                    <a:pt x="163270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4" name="pg284"/>
            <p:cNvSpPr/>
            <p:nvPr/>
          </p:nvSpPr>
          <p:spPr>
            <a:xfrm>
              <a:off x="4322945" y="1108660"/>
              <a:ext cx="163270" cy="35886"/>
            </a:xfrm>
            <a:custGeom>
              <a:avLst/>
              <a:pathLst>
                <a:path w="163270" h="35886">
                  <a:moveTo>
                    <a:pt x="0" y="35886"/>
                  </a:moveTo>
                  <a:lnTo>
                    <a:pt x="163270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5" name="pg285"/>
            <p:cNvSpPr/>
            <p:nvPr/>
          </p:nvSpPr>
          <p:spPr>
            <a:xfrm>
              <a:off x="4322945" y="1108660"/>
              <a:ext cx="163270" cy="35886"/>
            </a:xfrm>
            <a:custGeom>
              <a:avLst/>
              <a:pathLst>
                <a:path w="163270" h="35886">
                  <a:moveTo>
                    <a:pt x="0" y="35886"/>
                  </a:moveTo>
                  <a:lnTo>
                    <a:pt x="163270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6" name="pg286"/>
            <p:cNvSpPr/>
            <p:nvPr/>
          </p:nvSpPr>
          <p:spPr>
            <a:xfrm>
              <a:off x="4322945" y="1108660"/>
              <a:ext cx="163270" cy="35886"/>
            </a:xfrm>
            <a:custGeom>
              <a:avLst/>
              <a:pathLst>
                <a:path w="163270" h="35886">
                  <a:moveTo>
                    <a:pt x="0" y="35886"/>
                  </a:moveTo>
                  <a:lnTo>
                    <a:pt x="163270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7" name="pg287"/>
            <p:cNvSpPr/>
            <p:nvPr/>
          </p:nvSpPr>
          <p:spPr>
            <a:xfrm>
              <a:off x="4322945" y="1108660"/>
              <a:ext cx="163270" cy="35886"/>
            </a:xfrm>
            <a:custGeom>
              <a:avLst/>
              <a:pathLst>
                <a:path w="163270" h="35886">
                  <a:moveTo>
                    <a:pt x="0" y="35886"/>
                  </a:moveTo>
                  <a:lnTo>
                    <a:pt x="163270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8" name="pg288"/>
            <p:cNvSpPr/>
            <p:nvPr/>
          </p:nvSpPr>
          <p:spPr>
            <a:xfrm>
              <a:off x="4322945" y="1108660"/>
              <a:ext cx="163270" cy="35886"/>
            </a:xfrm>
            <a:custGeom>
              <a:avLst/>
              <a:pathLst>
                <a:path w="163270" h="35886">
                  <a:moveTo>
                    <a:pt x="0" y="35886"/>
                  </a:moveTo>
                  <a:lnTo>
                    <a:pt x="163270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9" name="pg289"/>
            <p:cNvSpPr/>
            <p:nvPr/>
          </p:nvSpPr>
          <p:spPr>
            <a:xfrm>
              <a:off x="4322945" y="1108660"/>
              <a:ext cx="163270" cy="35886"/>
            </a:xfrm>
            <a:custGeom>
              <a:avLst/>
              <a:pathLst>
                <a:path w="163270" h="35886">
                  <a:moveTo>
                    <a:pt x="0" y="35886"/>
                  </a:moveTo>
                  <a:lnTo>
                    <a:pt x="163270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0" name="pg290"/>
            <p:cNvSpPr/>
            <p:nvPr/>
          </p:nvSpPr>
          <p:spPr>
            <a:xfrm>
              <a:off x="4322945" y="1108660"/>
              <a:ext cx="163270" cy="35886"/>
            </a:xfrm>
            <a:custGeom>
              <a:avLst/>
              <a:pathLst>
                <a:path w="163270" h="35886">
                  <a:moveTo>
                    <a:pt x="0" y="35886"/>
                  </a:moveTo>
                  <a:lnTo>
                    <a:pt x="163270" y="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1" name="pg291"/>
            <p:cNvSpPr/>
            <p:nvPr/>
          </p:nvSpPr>
          <p:spPr>
            <a:xfrm>
              <a:off x="4322945" y="1108660"/>
              <a:ext cx="163270" cy="35886"/>
            </a:xfrm>
            <a:custGeom>
              <a:avLst/>
              <a:pathLst>
                <a:path w="163270" h="35886">
                  <a:moveTo>
                    <a:pt x="0" y="35886"/>
                  </a:moveTo>
                  <a:lnTo>
                    <a:pt x="163270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2" name="pg292"/>
            <p:cNvSpPr/>
            <p:nvPr/>
          </p:nvSpPr>
          <p:spPr>
            <a:xfrm>
              <a:off x="4322945" y="1108660"/>
              <a:ext cx="163270" cy="35886"/>
            </a:xfrm>
            <a:custGeom>
              <a:avLst/>
              <a:pathLst>
                <a:path w="163270" h="35886">
                  <a:moveTo>
                    <a:pt x="0" y="35886"/>
                  </a:moveTo>
                  <a:lnTo>
                    <a:pt x="163270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3" name="pg293"/>
            <p:cNvSpPr/>
            <p:nvPr/>
          </p:nvSpPr>
          <p:spPr>
            <a:xfrm>
              <a:off x="4322945" y="1108660"/>
              <a:ext cx="163270" cy="35886"/>
            </a:xfrm>
            <a:custGeom>
              <a:avLst/>
              <a:pathLst>
                <a:path w="163270" h="35886">
                  <a:moveTo>
                    <a:pt x="0" y="35886"/>
                  </a:moveTo>
                  <a:lnTo>
                    <a:pt x="163270" y="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4" name="pg294"/>
            <p:cNvSpPr/>
            <p:nvPr/>
          </p:nvSpPr>
          <p:spPr>
            <a:xfrm>
              <a:off x="4322945" y="1108660"/>
              <a:ext cx="163270" cy="35886"/>
            </a:xfrm>
            <a:custGeom>
              <a:avLst/>
              <a:pathLst>
                <a:path w="163270" h="35886">
                  <a:moveTo>
                    <a:pt x="0" y="35886"/>
                  </a:moveTo>
                  <a:lnTo>
                    <a:pt x="16327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5" name="pg295"/>
            <p:cNvSpPr/>
            <p:nvPr/>
          </p:nvSpPr>
          <p:spPr>
            <a:xfrm>
              <a:off x="4322945" y="1108660"/>
              <a:ext cx="163270" cy="35886"/>
            </a:xfrm>
            <a:custGeom>
              <a:avLst/>
              <a:pathLst>
                <a:path w="163270" h="35886">
                  <a:moveTo>
                    <a:pt x="0" y="35886"/>
                  </a:moveTo>
                  <a:lnTo>
                    <a:pt x="16327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6" name="pg296"/>
            <p:cNvSpPr/>
            <p:nvPr/>
          </p:nvSpPr>
          <p:spPr>
            <a:xfrm>
              <a:off x="4322945" y="1108660"/>
              <a:ext cx="163270" cy="35886"/>
            </a:xfrm>
            <a:custGeom>
              <a:avLst/>
              <a:pathLst>
                <a:path w="163270" h="35886">
                  <a:moveTo>
                    <a:pt x="0" y="35886"/>
                  </a:moveTo>
                  <a:lnTo>
                    <a:pt x="16327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7" name="pg297"/>
            <p:cNvSpPr/>
            <p:nvPr/>
          </p:nvSpPr>
          <p:spPr>
            <a:xfrm>
              <a:off x="4322945" y="1108660"/>
              <a:ext cx="163270" cy="35886"/>
            </a:xfrm>
            <a:custGeom>
              <a:avLst/>
              <a:pathLst>
                <a:path w="163270" h="35886">
                  <a:moveTo>
                    <a:pt x="0" y="35886"/>
                  </a:moveTo>
                  <a:lnTo>
                    <a:pt x="16327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8" name="pg298"/>
            <p:cNvSpPr/>
            <p:nvPr/>
          </p:nvSpPr>
          <p:spPr>
            <a:xfrm>
              <a:off x="4322945" y="1108660"/>
              <a:ext cx="163270" cy="35886"/>
            </a:xfrm>
            <a:custGeom>
              <a:avLst/>
              <a:pathLst>
                <a:path w="163270" h="35886">
                  <a:moveTo>
                    <a:pt x="0" y="35886"/>
                  </a:moveTo>
                  <a:lnTo>
                    <a:pt x="163270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9" name="pg299"/>
            <p:cNvSpPr/>
            <p:nvPr/>
          </p:nvSpPr>
          <p:spPr>
            <a:xfrm>
              <a:off x="4322945" y="1108660"/>
              <a:ext cx="163270" cy="35886"/>
            </a:xfrm>
            <a:custGeom>
              <a:avLst/>
              <a:pathLst>
                <a:path w="163270" h="35886">
                  <a:moveTo>
                    <a:pt x="0" y="35886"/>
                  </a:moveTo>
                  <a:lnTo>
                    <a:pt x="163270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0" name="pg300"/>
            <p:cNvSpPr/>
            <p:nvPr/>
          </p:nvSpPr>
          <p:spPr>
            <a:xfrm>
              <a:off x="4322945" y="1108660"/>
              <a:ext cx="163270" cy="157528"/>
            </a:xfrm>
            <a:custGeom>
              <a:avLst/>
              <a:pathLst>
                <a:path w="163270" h="157528">
                  <a:moveTo>
                    <a:pt x="0" y="35886"/>
                  </a:moveTo>
                  <a:lnTo>
                    <a:pt x="1259" y="41202"/>
                  </a:lnTo>
                  <a:lnTo>
                    <a:pt x="2692" y="46474"/>
                  </a:lnTo>
                  <a:lnTo>
                    <a:pt x="4297" y="51697"/>
                  </a:lnTo>
                  <a:lnTo>
                    <a:pt x="6071" y="56864"/>
                  </a:lnTo>
                  <a:lnTo>
                    <a:pt x="8013" y="61971"/>
                  </a:lnTo>
                  <a:lnTo>
                    <a:pt x="10121" y="67011"/>
                  </a:lnTo>
                  <a:lnTo>
                    <a:pt x="12393" y="71980"/>
                  </a:lnTo>
                  <a:lnTo>
                    <a:pt x="14825" y="76872"/>
                  </a:lnTo>
                  <a:lnTo>
                    <a:pt x="17417" y="81681"/>
                  </a:lnTo>
                  <a:lnTo>
                    <a:pt x="20164" y="86404"/>
                  </a:lnTo>
                  <a:lnTo>
                    <a:pt x="23064" y="91034"/>
                  </a:lnTo>
                  <a:lnTo>
                    <a:pt x="26113" y="95567"/>
                  </a:lnTo>
                  <a:lnTo>
                    <a:pt x="29310" y="99998"/>
                  </a:lnTo>
                  <a:lnTo>
                    <a:pt x="32649" y="104322"/>
                  </a:lnTo>
                  <a:lnTo>
                    <a:pt x="36128" y="108535"/>
                  </a:lnTo>
                  <a:lnTo>
                    <a:pt x="39742" y="112631"/>
                  </a:lnTo>
                  <a:lnTo>
                    <a:pt x="43489" y="116608"/>
                  </a:lnTo>
                  <a:lnTo>
                    <a:pt x="47363" y="120460"/>
                  </a:lnTo>
                  <a:lnTo>
                    <a:pt x="51361" y="124183"/>
                  </a:lnTo>
                  <a:lnTo>
                    <a:pt x="55479" y="127774"/>
                  </a:lnTo>
                  <a:lnTo>
                    <a:pt x="59712" y="131228"/>
                  </a:lnTo>
                  <a:lnTo>
                    <a:pt x="64056" y="134542"/>
                  </a:lnTo>
                  <a:lnTo>
                    <a:pt x="68505" y="137712"/>
                  </a:lnTo>
                  <a:lnTo>
                    <a:pt x="73056" y="140735"/>
                  </a:lnTo>
                  <a:lnTo>
                    <a:pt x="77703" y="143608"/>
                  </a:lnTo>
                  <a:lnTo>
                    <a:pt x="82442" y="146327"/>
                  </a:lnTo>
                  <a:lnTo>
                    <a:pt x="87266" y="148890"/>
                  </a:lnTo>
                  <a:lnTo>
                    <a:pt x="92172" y="151294"/>
                  </a:lnTo>
                  <a:lnTo>
                    <a:pt x="97154" y="153537"/>
                  </a:lnTo>
                  <a:lnTo>
                    <a:pt x="102207" y="155615"/>
                  </a:lnTo>
                  <a:lnTo>
                    <a:pt x="107325" y="157528"/>
                  </a:lnTo>
                  <a:lnTo>
                    <a:pt x="163270" y="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1" name="pg301"/>
            <p:cNvSpPr/>
            <p:nvPr/>
          </p:nvSpPr>
          <p:spPr>
            <a:xfrm>
              <a:off x="4430271" y="941493"/>
              <a:ext cx="223110" cy="334326"/>
            </a:xfrm>
            <a:custGeom>
              <a:avLst/>
              <a:pathLst>
                <a:path w="223110" h="334326">
                  <a:moveTo>
                    <a:pt x="0" y="324695"/>
                  </a:moveTo>
                  <a:lnTo>
                    <a:pt x="5061" y="326402"/>
                  </a:lnTo>
                  <a:lnTo>
                    <a:pt x="10174" y="327946"/>
                  </a:lnTo>
                  <a:lnTo>
                    <a:pt x="15334" y="329326"/>
                  </a:lnTo>
                  <a:lnTo>
                    <a:pt x="20535" y="330541"/>
                  </a:lnTo>
                  <a:lnTo>
                    <a:pt x="25772" y="331589"/>
                  </a:lnTo>
                  <a:lnTo>
                    <a:pt x="31040" y="332469"/>
                  </a:lnTo>
                  <a:lnTo>
                    <a:pt x="36334" y="333180"/>
                  </a:lnTo>
                  <a:lnTo>
                    <a:pt x="41648" y="333722"/>
                  </a:lnTo>
                  <a:lnTo>
                    <a:pt x="46976" y="334094"/>
                  </a:lnTo>
                  <a:lnTo>
                    <a:pt x="52314" y="334295"/>
                  </a:lnTo>
                  <a:lnTo>
                    <a:pt x="57655" y="334326"/>
                  </a:lnTo>
                  <a:lnTo>
                    <a:pt x="62994" y="334186"/>
                  </a:lnTo>
                  <a:lnTo>
                    <a:pt x="68326" y="333875"/>
                  </a:lnTo>
                  <a:lnTo>
                    <a:pt x="73646" y="333395"/>
                  </a:lnTo>
                  <a:lnTo>
                    <a:pt x="78947" y="332744"/>
                  </a:lnTo>
                  <a:lnTo>
                    <a:pt x="84225" y="331925"/>
                  </a:lnTo>
                  <a:lnTo>
                    <a:pt x="89474" y="330937"/>
                  </a:lnTo>
                  <a:lnTo>
                    <a:pt x="94689" y="329782"/>
                  </a:lnTo>
                  <a:lnTo>
                    <a:pt x="99865" y="328462"/>
                  </a:lnTo>
                  <a:lnTo>
                    <a:pt x="104995" y="326976"/>
                  </a:lnTo>
                  <a:lnTo>
                    <a:pt x="110075" y="325328"/>
                  </a:lnTo>
                  <a:lnTo>
                    <a:pt x="115101" y="323517"/>
                  </a:lnTo>
                  <a:lnTo>
                    <a:pt x="120065" y="321548"/>
                  </a:lnTo>
                  <a:lnTo>
                    <a:pt x="124965" y="319420"/>
                  </a:lnTo>
                  <a:lnTo>
                    <a:pt x="129794" y="317138"/>
                  </a:lnTo>
                  <a:lnTo>
                    <a:pt x="134547" y="314702"/>
                  </a:lnTo>
                  <a:lnTo>
                    <a:pt x="139220" y="312115"/>
                  </a:lnTo>
                  <a:lnTo>
                    <a:pt x="143808" y="309381"/>
                  </a:lnTo>
                  <a:lnTo>
                    <a:pt x="148307" y="306501"/>
                  </a:lnTo>
                  <a:lnTo>
                    <a:pt x="152711" y="303480"/>
                  </a:lnTo>
                  <a:lnTo>
                    <a:pt x="157017" y="300319"/>
                  </a:lnTo>
                  <a:lnTo>
                    <a:pt x="161219" y="297022"/>
                  </a:lnTo>
                  <a:lnTo>
                    <a:pt x="165314" y="293592"/>
                  </a:lnTo>
                  <a:lnTo>
                    <a:pt x="169297" y="290034"/>
                  </a:lnTo>
                  <a:lnTo>
                    <a:pt x="173164" y="286350"/>
                  </a:lnTo>
                  <a:lnTo>
                    <a:pt x="176912" y="282544"/>
                  </a:lnTo>
                  <a:lnTo>
                    <a:pt x="180536" y="278620"/>
                  </a:lnTo>
                  <a:lnTo>
                    <a:pt x="184033" y="274583"/>
                  </a:lnTo>
                  <a:lnTo>
                    <a:pt x="187399" y="270436"/>
                  </a:lnTo>
                  <a:lnTo>
                    <a:pt x="190631" y="266184"/>
                  </a:lnTo>
                  <a:lnTo>
                    <a:pt x="193726" y="261830"/>
                  </a:lnTo>
                  <a:lnTo>
                    <a:pt x="196680" y="257380"/>
                  </a:lnTo>
                  <a:lnTo>
                    <a:pt x="199490" y="252838"/>
                  </a:lnTo>
                  <a:lnTo>
                    <a:pt x="202154" y="248209"/>
                  </a:lnTo>
                  <a:lnTo>
                    <a:pt x="204668" y="243496"/>
                  </a:lnTo>
                  <a:lnTo>
                    <a:pt x="207031" y="238706"/>
                  </a:lnTo>
                  <a:lnTo>
                    <a:pt x="209239" y="233843"/>
                  </a:lnTo>
                  <a:lnTo>
                    <a:pt x="211291" y="228911"/>
                  </a:lnTo>
                  <a:lnTo>
                    <a:pt x="213184" y="223917"/>
                  </a:lnTo>
                  <a:lnTo>
                    <a:pt x="214917" y="218865"/>
                  </a:lnTo>
                  <a:lnTo>
                    <a:pt x="216487" y="213759"/>
                  </a:lnTo>
                  <a:lnTo>
                    <a:pt x="217894" y="208607"/>
                  </a:lnTo>
                  <a:lnTo>
                    <a:pt x="219135" y="203412"/>
                  </a:lnTo>
                  <a:lnTo>
                    <a:pt x="220210" y="198180"/>
                  </a:lnTo>
                  <a:lnTo>
                    <a:pt x="221117" y="192916"/>
                  </a:lnTo>
                  <a:lnTo>
                    <a:pt x="221855" y="187626"/>
                  </a:lnTo>
                  <a:lnTo>
                    <a:pt x="222424" y="182315"/>
                  </a:lnTo>
                  <a:lnTo>
                    <a:pt x="222823" y="176989"/>
                  </a:lnTo>
                  <a:lnTo>
                    <a:pt x="223052" y="171653"/>
                  </a:lnTo>
                  <a:lnTo>
                    <a:pt x="223110" y="166312"/>
                  </a:lnTo>
                  <a:lnTo>
                    <a:pt x="222997" y="160972"/>
                  </a:lnTo>
                  <a:lnTo>
                    <a:pt x="222714" y="155638"/>
                  </a:lnTo>
                  <a:lnTo>
                    <a:pt x="222260" y="150316"/>
                  </a:lnTo>
                  <a:lnTo>
                    <a:pt x="221637" y="145011"/>
                  </a:lnTo>
                  <a:lnTo>
                    <a:pt x="220845" y="139729"/>
                  </a:lnTo>
                  <a:lnTo>
                    <a:pt x="219884" y="134475"/>
                  </a:lnTo>
                  <a:lnTo>
                    <a:pt x="218756" y="129254"/>
                  </a:lnTo>
                  <a:lnTo>
                    <a:pt x="217462" y="124072"/>
                  </a:lnTo>
                  <a:lnTo>
                    <a:pt x="216002" y="118934"/>
                  </a:lnTo>
                  <a:lnTo>
                    <a:pt x="214380" y="113846"/>
                  </a:lnTo>
                  <a:lnTo>
                    <a:pt x="212595" y="108811"/>
                  </a:lnTo>
                  <a:lnTo>
                    <a:pt x="210651" y="103836"/>
                  </a:lnTo>
                  <a:lnTo>
                    <a:pt x="208549" y="98926"/>
                  </a:lnTo>
                  <a:lnTo>
                    <a:pt x="206291" y="94086"/>
                  </a:lnTo>
                  <a:lnTo>
                    <a:pt x="203879" y="89320"/>
                  </a:lnTo>
                  <a:lnTo>
                    <a:pt x="201317" y="84634"/>
                  </a:lnTo>
                  <a:lnTo>
                    <a:pt x="198606" y="80031"/>
                  </a:lnTo>
                  <a:lnTo>
                    <a:pt x="195749" y="75518"/>
                  </a:lnTo>
                  <a:lnTo>
                    <a:pt x="192750" y="71099"/>
                  </a:lnTo>
                  <a:lnTo>
                    <a:pt x="189611" y="66777"/>
                  </a:lnTo>
                  <a:lnTo>
                    <a:pt x="186336" y="62558"/>
                  </a:lnTo>
                  <a:lnTo>
                    <a:pt x="182927" y="58446"/>
                  </a:lnTo>
                  <a:lnTo>
                    <a:pt x="179389" y="54445"/>
                  </a:lnTo>
                  <a:lnTo>
                    <a:pt x="175725" y="50558"/>
                  </a:lnTo>
                  <a:lnTo>
                    <a:pt x="171939" y="46791"/>
                  </a:lnTo>
                  <a:lnTo>
                    <a:pt x="168034" y="43147"/>
                  </a:lnTo>
                  <a:lnTo>
                    <a:pt x="164014" y="39629"/>
                  </a:lnTo>
                  <a:lnTo>
                    <a:pt x="159885" y="36242"/>
                  </a:lnTo>
                  <a:lnTo>
                    <a:pt x="155649" y="32988"/>
                  </a:lnTo>
                  <a:lnTo>
                    <a:pt x="151311" y="29871"/>
                  </a:lnTo>
                  <a:lnTo>
                    <a:pt x="146877" y="26895"/>
                  </a:lnTo>
                  <a:lnTo>
                    <a:pt x="142349" y="24061"/>
                  </a:lnTo>
                  <a:lnTo>
                    <a:pt x="137733" y="21374"/>
                  </a:lnTo>
                  <a:lnTo>
                    <a:pt x="133033" y="18835"/>
                  </a:lnTo>
                  <a:lnTo>
                    <a:pt x="128255" y="16448"/>
                  </a:lnTo>
                  <a:lnTo>
                    <a:pt x="123403" y="14215"/>
                  </a:lnTo>
                  <a:lnTo>
                    <a:pt x="118483" y="12138"/>
                  </a:lnTo>
                  <a:lnTo>
                    <a:pt x="113498" y="10219"/>
                  </a:lnTo>
                  <a:lnTo>
                    <a:pt x="108454" y="8461"/>
                  </a:lnTo>
                  <a:lnTo>
                    <a:pt x="103357" y="6864"/>
                  </a:lnTo>
                  <a:lnTo>
                    <a:pt x="98212" y="5431"/>
                  </a:lnTo>
                  <a:lnTo>
                    <a:pt x="93023" y="4164"/>
                  </a:lnTo>
                  <a:lnTo>
                    <a:pt x="87797" y="3062"/>
                  </a:lnTo>
                  <a:lnTo>
                    <a:pt x="82538" y="2128"/>
                  </a:lnTo>
                  <a:lnTo>
                    <a:pt x="77252" y="1363"/>
                  </a:lnTo>
                  <a:lnTo>
                    <a:pt x="71944" y="767"/>
                  </a:lnTo>
                  <a:lnTo>
                    <a:pt x="66620" y="341"/>
                  </a:lnTo>
                  <a:lnTo>
                    <a:pt x="61285" y="85"/>
                  </a:lnTo>
                  <a:lnTo>
                    <a:pt x="55944" y="0"/>
                  </a:lnTo>
                  <a:lnTo>
                    <a:pt x="55944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2" name="pg302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3" name="pg303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4" name="pg304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5" name="pg305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6" name="pg306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7" name="pg307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8" name="pg308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9" name="pg309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0" name="pg310"/>
            <p:cNvSpPr/>
            <p:nvPr/>
          </p:nvSpPr>
          <p:spPr>
            <a:xfrm>
              <a:off x="3797341" y="1071028"/>
              <a:ext cx="211324" cy="334321"/>
            </a:xfrm>
            <a:custGeom>
              <a:avLst/>
              <a:pathLst>
                <a:path w="211324" h="334321">
                  <a:moveTo>
                    <a:pt x="167159" y="0"/>
                  </a:moveTo>
                  <a:lnTo>
                    <a:pt x="161834" y="84"/>
                  </a:lnTo>
                  <a:lnTo>
                    <a:pt x="156515" y="339"/>
                  </a:lnTo>
                  <a:lnTo>
                    <a:pt x="151206" y="762"/>
                  </a:lnTo>
                  <a:lnTo>
                    <a:pt x="145913" y="1355"/>
                  </a:lnTo>
                  <a:lnTo>
                    <a:pt x="140642" y="2116"/>
                  </a:lnTo>
                  <a:lnTo>
                    <a:pt x="135398" y="3044"/>
                  </a:lnTo>
                  <a:lnTo>
                    <a:pt x="130186" y="4139"/>
                  </a:lnTo>
                  <a:lnTo>
                    <a:pt x="125012" y="5400"/>
                  </a:lnTo>
                  <a:lnTo>
                    <a:pt x="119880" y="6825"/>
                  </a:lnTo>
                  <a:lnTo>
                    <a:pt x="114797" y="8412"/>
                  </a:lnTo>
                  <a:lnTo>
                    <a:pt x="109766" y="10160"/>
                  </a:lnTo>
                  <a:lnTo>
                    <a:pt x="104794" y="12068"/>
                  </a:lnTo>
                  <a:lnTo>
                    <a:pt x="99885" y="14134"/>
                  </a:lnTo>
                  <a:lnTo>
                    <a:pt x="95045" y="16354"/>
                  </a:lnTo>
                  <a:lnTo>
                    <a:pt x="90277" y="18728"/>
                  </a:lnTo>
                  <a:lnTo>
                    <a:pt x="85588" y="21252"/>
                  </a:lnTo>
                  <a:lnTo>
                    <a:pt x="80981" y="23925"/>
                  </a:lnTo>
                  <a:lnTo>
                    <a:pt x="76462" y="26742"/>
                  </a:lnTo>
                  <a:lnTo>
                    <a:pt x="72035" y="29703"/>
                  </a:lnTo>
                  <a:lnTo>
                    <a:pt x="67705" y="32803"/>
                  </a:lnTo>
                  <a:lnTo>
                    <a:pt x="63475" y="36039"/>
                  </a:lnTo>
                  <a:lnTo>
                    <a:pt x="59351" y="39408"/>
                  </a:lnTo>
                  <a:lnTo>
                    <a:pt x="55336" y="42907"/>
                  </a:lnTo>
                  <a:lnTo>
                    <a:pt x="51434" y="46532"/>
                  </a:lnTo>
                  <a:lnTo>
                    <a:pt x="47650" y="50280"/>
                  </a:lnTo>
                  <a:lnTo>
                    <a:pt x="43988" y="54146"/>
                  </a:lnTo>
                  <a:lnTo>
                    <a:pt x="40450" y="58127"/>
                  </a:lnTo>
                  <a:lnTo>
                    <a:pt x="37041" y="62218"/>
                  </a:lnTo>
                  <a:lnTo>
                    <a:pt x="33764" y="66416"/>
                  </a:lnTo>
                  <a:lnTo>
                    <a:pt x="30622" y="70717"/>
                  </a:lnTo>
                  <a:lnTo>
                    <a:pt x="27619" y="75115"/>
                  </a:lnTo>
                  <a:lnTo>
                    <a:pt x="24758" y="79606"/>
                  </a:lnTo>
                  <a:lnTo>
                    <a:pt x="22041" y="84187"/>
                  </a:lnTo>
                  <a:lnTo>
                    <a:pt x="19471" y="88852"/>
                  </a:lnTo>
                  <a:lnTo>
                    <a:pt x="17052" y="93596"/>
                  </a:lnTo>
                  <a:lnTo>
                    <a:pt x="14784" y="98415"/>
                  </a:lnTo>
                  <a:lnTo>
                    <a:pt x="12672" y="103303"/>
                  </a:lnTo>
                  <a:lnTo>
                    <a:pt x="10716" y="108257"/>
                  </a:lnTo>
                  <a:lnTo>
                    <a:pt x="8919" y="113270"/>
                  </a:lnTo>
                  <a:lnTo>
                    <a:pt x="7282" y="118338"/>
                  </a:lnTo>
                  <a:lnTo>
                    <a:pt x="5808" y="123455"/>
                  </a:lnTo>
                  <a:lnTo>
                    <a:pt x="4497" y="128617"/>
                  </a:lnTo>
                  <a:lnTo>
                    <a:pt x="3352" y="133818"/>
                  </a:lnTo>
                  <a:lnTo>
                    <a:pt x="2373" y="139053"/>
                  </a:lnTo>
                  <a:lnTo>
                    <a:pt x="1561" y="144317"/>
                  </a:lnTo>
                  <a:lnTo>
                    <a:pt x="917" y="149603"/>
                  </a:lnTo>
                  <a:lnTo>
                    <a:pt x="442" y="154908"/>
                  </a:lnTo>
                  <a:lnTo>
                    <a:pt x="136" y="160224"/>
                  </a:lnTo>
                  <a:lnTo>
                    <a:pt x="0" y="165548"/>
                  </a:lnTo>
                  <a:lnTo>
                    <a:pt x="33" y="170874"/>
                  </a:lnTo>
                  <a:lnTo>
                    <a:pt x="236" y="176196"/>
                  </a:lnTo>
                  <a:lnTo>
                    <a:pt x="608" y="181508"/>
                  </a:lnTo>
                  <a:lnTo>
                    <a:pt x="1149" y="186806"/>
                  </a:lnTo>
                  <a:lnTo>
                    <a:pt x="1859" y="192084"/>
                  </a:lnTo>
                  <a:lnTo>
                    <a:pt x="2737" y="197337"/>
                  </a:lnTo>
                  <a:lnTo>
                    <a:pt x="3781" y="202559"/>
                  </a:lnTo>
                  <a:lnTo>
                    <a:pt x="4992" y="207746"/>
                  </a:lnTo>
                  <a:lnTo>
                    <a:pt x="6366" y="212891"/>
                  </a:lnTo>
                  <a:lnTo>
                    <a:pt x="7905" y="217990"/>
                  </a:lnTo>
                  <a:lnTo>
                    <a:pt x="9604" y="223037"/>
                  </a:lnTo>
                  <a:lnTo>
                    <a:pt x="11464" y="228027"/>
                  </a:lnTo>
                  <a:lnTo>
                    <a:pt x="13482" y="232956"/>
                  </a:lnTo>
                  <a:lnTo>
                    <a:pt x="15655" y="237818"/>
                  </a:lnTo>
                  <a:lnTo>
                    <a:pt x="17983" y="242608"/>
                  </a:lnTo>
                  <a:lnTo>
                    <a:pt x="20461" y="247321"/>
                  </a:lnTo>
                  <a:lnTo>
                    <a:pt x="23089" y="251954"/>
                  </a:lnTo>
                  <a:lnTo>
                    <a:pt x="25863" y="256500"/>
                  </a:lnTo>
                  <a:lnTo>
                    <a:pt x="28780" y="260955"/>
                  </a:lnTo>
                  <a:lnTo>
                    <a:pt x="31838" y="265316"/>
                  </a:lnTo>
                  <a:lnTo>
                    <a:pt x="35033" y="269576"/>
                  </a:lnTo>
                  <a:lnTo>
                    <a:pt x="38362" y="273733"/>
                  </a:lnTo>
                  <a:lnTo>
                    <a:pt x="41822" y="277782"/>
                  </a:lnTo>
                  <a:lnTo>
                    <a:pt x="45409" y="281718"/>
                  </a:lnTo>
                  <a:lnTo>
                    <a:pt x="49120" y="285538"/>
                  </a:lnTo>
                  <a:lnTo>
                    <a:pt x="52951" y="289238"/>
                  </a:lnTo>
                  <a:lnTo>
                    <a:pt x="56897" y="292814"/>
                  </a:lnTo>
                  <a:lnTo>
                    <a:pt x="60955" y="296263"/>
                  </a:lnTo>
                  <a:lnTo>
                    <a:pt x="65122" y="299580"/>
                  </a:lnTo>
                  <a:lnTo>
                    <a:pt x="69391" y="302763"/>
                  </a:lnTo>
                  <a:lnTo>
                    <a:pt x="73760" y="305809"/>
                  </a:lnTo>
                  <a:lnTo>
                    <a:pt x="78224" y="308714"/>
                  </a:lnTo>
                  <a:lnTo>
                    <a:pt x="82778" y="311475"/>
                  </a:lnTo>
                  <a:lnTo>
                    <a:pt x="87417" y="314089"/>
                  </a:lnTo>
                  <a:lnTo>
                    <a:pt x="92138" y="316555"/>
                  </a:lnTo>
                  <a:lnTo>
                    <a:pt x="96935" y="318869"/>
                  </a:lnTo>
                  <a:lnTo>
                    <a:pt x="101803" y="321029"/>
                  </a:lnTo>
                  <a:lnTo>
                    <a:pt x="106737" y="323033"/>
                  </a:lnTo>
                  <a:lnTo>
                    <a:pt x="111733" y="324878"/>
                  </a:lnTo>
                  <a:lnTo>
                    <a:pt x="116784" y="326564"/>
                  </a:lnTo>
                  <a:lnTo>
                    <a:pt x="121887" y="328087"/>
                  </a:lnTo>
                  <a:lnTo>
                    <a:pt x="127036" y="329448"/>
                  </a:lnTo>
                  <a:lnTo>
                    <a:pt x="132226" y="330644"/>
                  </a:lnTo>
                  <a:lnTo>
                    <a:pt x="137451" y="331673"/>
                  </a:lnTo>
                  <a:lnTo>
                    <a:pt x="142706" y="332536"/>
                  </a:lnTo>
                  <a:lnTo>
                    <a:pt x="147987" y="333231"/>
                  </a:lnTo>
                  <a:lnTo>
                    <a:pt x="153286" y="333758"/>
                  </a:lnTo>
                  <a:lnTo>
                    <a:pt x="158600" y="334115"/>
                  </a:lnTo>
                  <a:lnTo>
                    <a:pt x="163922" y="334303"/>
                  </a:lnTo>
                  <a:lnTo>
                    <a:pt x="169248" y="334321"/>
                  </a:lnTo>
                  <a:lnTo>
                    <a:pt x="174571" y="334170"/>
                  </a:lnTo>
                  <a:lnTo>
                    <a:pt x="179887" y="333849"/>
                  </a:lnTo>
                  <a:lnTo>
                    <a:pt x="185190" y="333359"/>
                  </a:lnTo>
                  <a:lnTo>
                    <a:pt x="190475" y="332700"/>
                  </a:lnTo>
                  <a:lnTo>
                    <a:pt x="195736" y="331874"/>
                  </a:lnTo>
                  <a:lnTo>
                    <a:pt x="200968" y="330880"/>
                  </a:lnTo>
                  <a:lnTo>
                    <a:pt x="206166" y="329720"/>
                  </a:lnTo>
                  <a:lnTo>
                    <a:pt x="211324" y="328395"/>
                  </a:lnTo>
                  <a:lnTo>
                    <a:pt x="167159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1" name="pg311"/>
            <p:cNvSpPr/>
            <p:nvPr/>
          </p:nvSpPr>
          <p:spPr>
            <a:xfrm>
              <a:off x="3964501" y="1238196"/>
              <a:ext cx="44164" cy="161227"/>
            </a:xfrm>
            <a:custGeom>
              <a:avLst/>
              <a:pathLst>
                <a:path w="44164" h="161227">
                  <a:moveTo>
                    <a:pt x="44164" y="161227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2" name="pg312"/>
            <p:cNvSpPr/>
            <p:nvPr/>
          </p:nvSpPr>
          <p:spPr>
            <a:xfrm>
              <a:off x="3964501" y="1238196"/>
              <a:ext cx="44164" cy="161227"/>
            </a:xfrm>
            <a:custGeom>
              <a:avLst/>
              <a:pathLst>
                <a:path w="44164" h="161227">
                  <a:moveTo>
                    <a:pt x="44164" y="161227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3" name="pg313"/>
            <p:cNvSpPr/>
            <p:nvPr/>
          </p:nvSpPr>
          <p:spPr>
            <a:xfrm>
              <a:off x="3964501" y="1238196"/>
              <a:ext cx="44164" cy="161227"/>
            </a:xfrm>
            <a:custGeom>
              <a:avLst/>
              <a:pathLst>
                <a:path w="44164" h="161227">
                  <a:moveTo>
                    <a:pt x="44164" y="161227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4" name="pg314"/>
            <p:cNvSpPr/>
            <p:nvPr/>
          </p:nvSpPr>
          <p:spPr>
            <a:xfrm>
              <a:off x="3964501" y="1238196"/>
              <a:ext cx="44164" cy="161227"/>
            </a:xfrm>
            <a:custGeom>
              <a:avLst/>
              <a:pathLst>
                <a:path w="44164" h="161227">
                  <a:moveTo>
                    <a:pt x="44164" y="161227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5" name="pg315"/>
            <p:cNvSpPr/>
            <p:nvPr/>
          </p:nvSpPr>
          <p:spPr>
            <a:xfrm>
              <a:off x="3964501" y="1238196"/>
              <a:ext cx="44164" cy="161227"/>
            </a:xfrm>
            <a:custGeom>
              <a:avLst/>
              <a:pathLst>
                <a:path w="44164" h="161227">
                  <a:moveTo>
                    <a:pt x="44164" y="161227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6" name="pg316"/>
            <p:cNvSpPr/>
            <p:nvPr/>
          </p:nvSpPr>
          <p:spPr>
            <a:xfrm>
              <a:off x="3964501" y="1238196"/>
              <a:ext cx="44164" cy="161227"/>
            </a:xfrm>
            <a:custGeom>
              <a:avLst/>
              <a:pathLst>
                <a:path w="44164" h="161227">
                  <a:moveTo>
                    <a:pt x="44164" y="161227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7" name="pg317"/>
            <p:cNvSpPr/>
            <p:nvPr/>
          </p:nvSpPr>
          <p:spPr>
            <a:xfrm>
              <a:off x="3964501" y="1238196"/>
              <a:ext cx="44164" cy="161227"/>
            </a:xfrm>
            <a:custGeom>
              <a:avLst/>
              <a:pathLst>
                <a:path w="44164" h="161227">
                  <a:moveTo>
                    <a:pt x="44164" y="161227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8" name="pg318"/>
            <p:cNvSpPr/>
            <p:nvPr/>
          </p:nvSpPr>
          <p:spPr>
            <a:xfrm>
              <a:off x="3964501" y="1238196"/>
              <a:ext cx="44164" cy="161227"/>
            </a:xfrm>
            <a:custGeom>
              <a:avLst/>
              <a:pathLst>
                <a:path w="44164" h="161227">
                  <a:moveTo>
                    <a:pt x="44164" y="161227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9" name="pg319"/>
            <p:cNvSpPr/>
            <p:nvPr/>
          </p:nvSpPr>
          <p:spPr>
            <a:xfrm>
              <a:off x="3964501" y="1238196"/>
              <a:ext cx="44164" cy="161227"/>
            </a:xfrm>
            <a:custGeom>
              <a:avLst/>
              <a:pathLst>
                <a:path w="44164" h="161227">
                  <a:moveTo>
                    <a:pt x="44164" y="161227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0" name="pg320"/>
            <p:cNvSpPr/>
            <p:nvPr/>
          </p:nvSpPr>
          <p:spPr>
            <a:xfrm>
              <a:off x="3964501" y="1238196"/>
              <a:ext cx="44164" cy="161227"/>
            </a:xfrm>
            <a:custGeom>
              <a:avLst/>
              <a:pathLst>
                <a:path w="44164" h="161227">
                  <a:moveTo>
                    <a:pt x="44164" y="161227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1" name="pg321"/>
            <p:cNvSpPr/>
            <p:nvPr/>
          </p:nvSpPr>
          <p:spPr>
            <a:xfrm>
              <a:off x="3964501" y="1238196"/>
              <a:ext cx="44164" cy="161227"/>
            </a:xfrm>
            <a:custGeom>
              <a:avLst/>
              <a:pathLst>
                <a:path w="44164" h="161227">
                  <a:moveTo>
                    <a:pt x="44164" y="161227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2" name="pg322"/>
            <p:cNvSpPr/>
            <p:nvPr/>
          </p:nvSpPr>
          <p:spPr>
            <a:xfrm>
              <a:off x="3964501" y="1238196"/>
              <a:ext cx="44164" cy="161227"/>
            </a:xfrm>
            <a:custGeom>
              <a:avLst/>
              <a:pathLst>
                <a:path w="44164" h="161227">
                  <a:moveTo>
                    <a:pt x="44164" y="161227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3" name="pg323"/>
            <p:cNvSpPr/>
            <p:nvPr/>
          </p:nvSpPr>
          <p:spPr>
            <a:xfrm>
              <a:off x="3964501" y="1238196"/>
              <a:ext cx="44164" cy="161227"/>
            </a:xfrm>
            <a:custGeom>
              <a:avLst/>
              <a:pathLst>
                <a:path w="44164" h="161227">
                  <a:moveTo>
                    <a:pt x="44164" y="161227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4" name="pg324"/>
            <p:cNvSpPr/>
            <p:nvPr/>
          </p:nvSpPr>
          <p:spPr>
            <a:xfrm>
              <a:off x="3964501" y="1238196"/>
              <a:ext cx="44164" cy="161227"/>
            </a:xfrm>
            <a:custGeom>
              <a:avLst/>
              <a:pathLst>
                <a:path w="44164" h="161227">
                  <a:moveTo>
                    <a:pt x="44164" y="161227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5" name="pg325"/>
            <p:cNvSpPr/>
            <p:nvPr/>
          </p:nvSpPr>
          <p:spPr>
            <a:xfrm>
              <a:off x="3964501" y="1238196"/>
              <a:ext cx="44164" cy="161227"/>
            </a:xfrm>
            <a:custGeom>
              <a:avLst/>
              <a:pathLst>
                <a:path w="44164" h="161227">
                  <a:moveTo>
                    <a:pt x="44164" y="161227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6" name="pg326"/>
            <p:cNvSpPr/>
            <p:nvPr/>
          </p:nvSpPr>
          <p:spPr>
            <a:xfrm>
              <a:off x="3964501" y="1238196"/>
              <a:ext cx="44164" cy="161227"/>
            </a:xfrm>
            <a:custGeom>
              <a:avLst/>
              <a:pathLst>
                <a:path w="44164" h="161227">
                  <a:moveTo>
                    <a:pt x="44164" y="161227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7" name="pg327"/>
            <p:cNvSpPr/>
            <p:nvPr/>
          </p:nvSpPr>
          <p:spPr>
            <a:xfrm>
              <a:off x="3964501" y="1238196"/>
              <a:ext cx="44164" cy="161227"/>
            </a:xfrm>
            <a:custGeom>
              <a:avLst/>
              <a:pathLst>
                <a:path w="44164" h="161227">
                  <a:moveTo>
                    <a:pt x="44164" y="161227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8" name="pg328"/>
            <p:cNvSpPr/>
            <p:nvPr/>
          </p:nvSpPr>
          <p:spPr>
            <a:xfrm>
              <a:off x="3964501" y="1072154"/>
              <a:ext cx="167156" cy="327270"/>
            </a:xfrm>
            <a:custGeom>
              <a:avLst/>
              <a:pathLst>
                <a:path w="167156" h="327270">
                  <a:moveTo>
                    <a:pt x="44164" y="327270"/>
                  </a:moveTo>
                  <a:lnTo>
                    <a:pt x="49312" y="325770"/>
                  </a:lnTo>
                  <a:lnTo>
                    <a:pt x="54408" y="324107"/>
                  </a:lnTo>
                  <a:lnTo>
                    <a:pt x="59449" y="322281"/>
                  </a:lnTo>
                  <a:lnTo>
                    <a:pt x="64428" y="320294"/>
                  </a:lnTo>
                  <a:lnTo>
                    <a:pt x="69341" y="318149"/>
                  </a:lnTo>
                  <a:lnTo>
                    <a:pt x="74183" y="315848"/>
                  </a:lnTo>
                  <a:lnTo>
                    <a:pt x="78948" y="313392"/>
                  </a:lnTo>
                  <a:lnTo>
                    <a:pt x="83633" y="310784"/>
                  </a:lnTo>
                  <a:lnTo>
                    <a:pt x="88231" y="308028"/>
                  </a:lnTo>
                  <a:lnTo>
                    <a:pt x="92738" y="305126"/>
                  </a:lnTo>
                  <a:lnTo>
                    <a:pt x="97151" y="302081"/>
                  </a:lnTo>
                  <a:lnTo>
                    <a:pt x="101463" y="298896"/>
                  </a:lnTo>
                  <a:lnTo>
                    <a:pt x="105671" y="295574"/>
                  </a:lnTo>
                  <a:lnTo>
                    <a:pt x="109770" y="292119"/>
                  </a:lnTo>
                  <a:lnTo>
                    <a:pt x="113756" y="288534"/>
                  </a:lnTo>
                  <a:lnTo>
                    <a:pt x="117625" y="284823"/>
                  </a:lnTo>
                  <a:lnTo>
                    <a:pt x="121374" y="280990"/>
                  </a:lnTo>
                  <a:lnTo>
                    <a:pt x="124997" y="277039"/>
                  </a:lnTo>
                  <a:lnTo>
                    <a:pt x="128492" y="272974"/>
                  </a:lnTo>
                  <a:lnTo>
                    <a:pt x="131855" y="268799"/>
                  </a:lnTo>
                  <a:lnTo>
                    <a:pt x="135082" y="264518"/>
                  </a:lnTo>
                  <a:lnTo>
                    <a:pt x="138171" y="260136"/>
                  </a:lnTo>
                  <a:lnTo>
                    <a:pt x="141117" y="255657"/>
                  </a:lnTo>
                  <a:lnTo>
                    <a:pt x="143918" y="251086"/>
                  </a:lnTo>
                  <a:lnTo>
                    <a:pt x="146571" y="246427"/>
                  </a:lnTo>
                  <a:lnTo>
                    <a:pt x="149073" y="241686"/>
                  </a:lnTo>
                  <a:lnTo>
                    <a:pt x="151422" y="236867"/>
                  </a:lnTo>
                  <a:lnTo>
                    <a:pt x="153615" y="231975"/>
                  </a:lnTo>
                  <a:lnTo>
                    <a:pt x="155650" y="227015"/>
                  </a:lnTo>
                  <a:lnTo>
                    <a:pt x="157525" y="221993"/>
                  </a:lnTo>
                  <a:lnTo>
                    <a:pt x="159239" y="216913"/>
                  </a:lnTo>
                  <a:lnTo>
                    <a:pt x="160788" y="211781"/>
                  </a:lnTo>
                  <a:lnTo>
                    <a:pt x="162172" y="206601"/>
                  </a:lnTo>
                  <a:lnTo>
                    <a:pt x="163389" y="201380"/>
                  </a:lnTo>
                  <a:lnTo>
                    <a:pt x="164438" y="196123"/>
                  </a:lnTo>
                  <a:lnTo>
                    <a:pt x="165318" y="190835"/>
                  </a:lnTo>
                  <a:lnTo>
                    <a:pt x="166028" y="185521"/>
                  </a:lnTo>
                  <a:lnTo>
                    <a:pt x="166567" y="180187"/>
                  </a:lnTo>
                  <a:lnTo>
                    <a:pt x="166935" y="174839"/>
                  </a:lnTo>
                  <a:lnTo>
                    <a:pt x="167132" y="169481"/>
                  </a:lnTo>
                  <a:lnTo>
                    <a:pt x="167156" y="164120"/>
                  </a:lnTo>
                  <a:lnTo>
                    <a:pt x="167008" y="158761"/>
                  </a:lnTo>
                  <a:lnTo>
                    <a:pt x="166689" y="153410"/>
                  </a:lnTo>
                  <a:lnTo>
                    <a:pt x="166198" y="148071"/>
                  </a:lnTo>
                  <a:lnTo>
                    <a:pt x="165537" y="142751"/>
                  </a:lnTo>
                  <a:lnTo>
                    <a:pt x="164705" y="137455"/>
                  </a:lnTo>
                  <a:lnTo>
                    <a:pt x="163703" y="132188"/>
                  </a:lnTo>
                  <a:lnTo>
                    <a:pt x="162533" y="126956"/>
                  </a:lnTo>
                  <a:lnTo>
                    <a:pt x="161197" y="121765"/>
                  </a:lnTo>
                  <a:lnTo>
                    <a:pt x="159694" y="116619"/>
                  </a:lnTo>
                  <a:lnTo>
                    <a:pt x="158027" y="111523"/>
                  </a:lnTo>
                  <a:lnTo>
                    <a:pt x="156198" y="106484"/>
                  </a:lnTo>
                  <a:lnTo>
                    <a:pt x="154207" y="101506"/>
                  </a:lnTo>
                  <a:lnTo>
                    <a:pt x="152059" y="96594"/>
                  </a:lnTo>
                  <a:lnTo>
                    <a:pt x="149754" y="91754"/>
                  </a:lnTo>
                  <a:lnTo>
                    <a:pt x="147295" y="86990"/>
                  </a:lnTo>
                  <a:lnTo>
                    <a:pt x="144684" y="82308"/>
                  </a:lnTo>
                  <a:lnTo>
                    <a:pt x="141925" y="77712"/>
                  </a:lnTo>
                  <a:lnTo>
                    <a:pt x="139019" y="73206"/>
                  </a:lnTo>
                  <a:lnTo>
                    <a:pt x="135971" y="68796"/>
                  </a:lnTo>
                  <a:lnTo>
                    <a:pt x="132783" y="64486"/>
                  </a:lnTo>
                  <a:lnTo>
                    <a:pt x="129458" y="60280"/>
                  </a:lnTo>
                  <a:lnTo>
                    <a:pt x="126000" y="56184"/>
                  </a:lnTo>
                  <a:lnTo>
                    <a:pt x="122413" y="52200"/>
                  </a:lnTo>
                  <a:lnTo>
                    <a:pt x="118699" y="48333"/>
                  </a:lnTo>
                  <a:lnTo>
                    <a:pt x="114864" y="44587"/>
                  </a:lnTo>
                  <a:lnTo>
                    <a:pt x="110910" y="40967"/>
                  </a:lnTo>
                  <a:lnTo>
                    <a:pt x="106843" y="37475"/>
                  </a:lnTo>
                  <a:lnTo>
                    <a:pt x="102665" y="34115"/>
                  </a:lnTo>
                  <a:lnTo>
                    <a:pt x="98382" y="30890"/>
                  </a:lnTo>
                  <a:lnTo>
                    <a:pt x="93998" y="27805"/>
                  </a:lnTo>
                  <a:lnTo>
                    <a:pt x="89517" y="24862"/>
                  </a:lnTo>
                  <a:lnTo>
                    <a:pt x="84944" y="22064"/>
                  </a:lnTo>
                  <a:lnTo>
                    <a:pt x="80283" y="19415"/>
                  </a:lnTo>
                  <a:lnTo>
                    <a:pt x="75540" y="16916"/>
                  </a:lnTo>
                  <a:lnTo>
                    <a:pt x="70719" y="14570"/>
                  </a:lnTo>
                  <a:lnTo>
                    <a:pt x="65826" y="12380"/>
                  </a:lnTo>
                  <a:lnTo>
                    <a:pt x="60865" y="10349"/>
                  </a:lnTo>
                  <a:lnTo>
                    <a:pt x="55841" y="8477"/>
                  </a:lnTo>
                  <a:lnTo>
                    <a:pt x="50760" y="6767"/>
                  </a:lnTo>
                  <a:lnTo>
                    <a:pt x="45627" y="5222"/>
                  </a:lnTo>
                  <a:lnTo>
                    <a:pt x="40446" y="3841"/>
                  </a:lnTo>
                  <a:lnTo>
                    <a:pt x="35225" y="2628"/>
                  </a:lnTo>
                  <a:lnTo>
                    <a:pt x="29966" y="1582"/>
                  </a:lnTo>
                  <a:lnTo>
                    <a:pt x="24677" y="706"/>
                  </a:lnTo>
                  <a:lnTo>
                    <a:pt x="19363" y="0"/>
                  </a:lnTo>
                  <a:lnTo>
                    <a:pt x="0" y="166042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9" name="pg329"/>
            <p:cNvSpPr/>
            <p:nvPr/>
          </p:nvSpPr>
          <p:spPr>
            <a:xfrm>
              <a:off x="3964501" y="1071028"/>
              <a:ext cx="19363" cy="167167"/>
            </a:xfrm>
            <a:custGeom>
              <a:avLst/>
              <a:pathLst>
                <a:path w="19363" h="167167">
                  <a:moveTo>
                    <a:pt x="19363" y="1125"/>
                  </a:moveTo>
                  <a:lnTo>
                    <a:pt x="9698" y="281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0" name="pg330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1" name="pg331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2" name="pg332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3" name="pg333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4" name="pg334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5" name="pg335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6" name="pg336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7" name="pg337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8" name="pg338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9" name="pg339"/>
            <p:cNvSpPr/>
            <p:nvPr/>
          </p:nvSpPr>
          <p:spPr>
            <a:xfrm>
              <a:off x="3342123" y="1322571"/>
              <a:ext cx="146597" cy="167167"/>
            </a:xfrm>
            <a:custGeom>
              <a:avLst/>
              <a:pathLst>
                <a:path w="146597" h="167167">
                  <a:moveTo>
                    <a:pt x="146597" y="0"/>
                  </a:moveTo>
                  <a:lnTo>
                    <a:pt x="141180" y="87"/>
                  </a:lnTo>
                  <a:lnTo>
                    <a:pt x="135769" y="351"/>
                  </a:lnTo>
                  <a:lnTo>
                    <a:pt x="130370" y="789"/>
                  </a:lnTo>
                  <a:lnTo>
                    <a:pt x="124987" y="1402"/>
                  </a:lnTo>
                  <a:lnTo>
                    <a:pt x="119627" y="2189"/>
                  </a:lnTo>
                  <a:lnTo>
                    <a:pt x="114296" y="3150"/>
                  </a:lnTo>
                  <a:lnTo>
                    <a:pt x="108998" y="4283"/>
                  </a:lnTo>
                  <a:lnTo>
                    <a:pt x="103740" y="5587"/>
                  </a:lnTo>
                  <a:lnTo>
                    <a:pt x="98527" y="7060"/>
                  </a:lnTo>
                  <a:lnTo>
                    <a:pt x="93364" y="8702"/>
                  </a:lnTo>
                  <a:lnTo>
                    <a:pt x="88257" y="10510"/>
                  </a:lnTo>
                  <a:lnTo>
                    <a:pt x="83212" y="12483"/>
                  </a:lnTo>
                  <a:lnTo>
                    <a:pt x="78233" y="14618"/>
                  </a:lnTo>
                  <a:lnTo>
                    <a:pt x="73326" y="16913"/>
                  </a:lnTo>
                  <a:lnTo>
                    <a:pt x="68496" y="19366"/>
                  </a:lnTo>
                  <a:lnTo>
                    <a:pt x="63747" y="21974"/>
                  </a:lnTo>
                  <a:lnTo>
                    <a:pt x="59086" y="24735"/>
                  </a:lnTo>
                  <a:lnTo>
                    <a:pt x="54517" y="27645"/>
                  </a:lnTo>
                  <a:lnTo>
                    <a:pt x="50045" y="30702"/>
                  </a:lnTo>
                  <a:lnTo>
                    <a:pt x="45673" y="33903"/>
                  </a:lnTo>
                  <a:lnTo>
                    <a:pt x="41408" y="37243"/>
                  </a:lnTo>
                  <a:lnTo>
                    <a:pt x="37254" y="40719"/>
                  </a:lnTo>
                  <a:lnTo>
                    <a:pt x="33214" y="44329"/>
                  </a:lnTo>
                  <a:lnTo>
                    <a:pt x="29293" y="48067"/>
                  </a:lnTo>
                  <a:lnTo>
                    <a:pt x="25495" y="51931"/>
                  </a:lnTo>
                  <a:lnTo>
                    <a:pt x="21825" y="55915"/>
                  </a:lnTo>
                  <a:lnTo>
                    <a:pt x="18286" y="60017"/>
                  </a:lnTo>
                  <a:lnTo>
                    <a:pt x="14881" y="64231"/>
                  </a:lnTo>
                  <a:lnTo>
                    <a:pt x="11615" y="68553"/>
                  </a:lnTo>
                  <a:lnTo>
                    <a:pt x="8490" y="72978"/>
                  </a:lnTo>
                  <a:lnTo>
                    <a:pt x="5511" y="77503"/>
                  </a:lnTo>
                  <a:lnTo>
                    <a:pt x="2680" y="82121"/>
                  </a:lnTo>
                  <a:lnTo>
                    <a:pt x="0" y="86829"/>
                  </a:lnTo>
                  <a:lnTo>
                    <a:pt x="146597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0" name="pg340"/>
            <p:cNvSpPr/>
            <p:nvPr/>
          </p:nvSpPr>
          <p:spPr>
            <a:xfrm>
              <a:off x="3342123" y="1409401"/>
              <a:ext cx="146597" cy="80337"/>
            </a:xfrm>
            <a:custGeom>
              <a:avLst/>
              <a:pathLst>
                <a:path w="146597" h="80337">
                  <a:moveTo>
                    <a:pt x="0" y="0"/>
                  </a:moveTo>
                  <a:lnTo>
                    <a:pt x="146597" y="8033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1" name="pg341"/>
            <p:cNvSpPr/>
            <p:nvPr/>
          </p:nvSpPr>
          <p:spPr>
            <a:xfrm>
              <a:off x="3342123" y="1409401"/>
              <a:ext cx="146597" cy="80337"/>
            </a:xfrm>
            <a:custGeom>
              <a:avLst/>
              <a:pathLst>
                <a:path w="146597" h="80337">
                  <a:moveTo>
                    <a:pt x="0" y="0"/>
                  </a:moveTo>
                  <a:lnTo>
                    <a:pt x="146597" y="8033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2" name="pg342"/>
            <p:cNvSpPr/>
            <p:nvPr/>
          </p:nvSpPr>
          <p:spPr>
            <a:xfrm>
              <a:off x="3342123" y="1409401"/>
              <a:ext cx="146597" cy="80337"/>
            </a:xfrm>
            <a:custGeom>
              <a:avLst/>
              <a:pathLst>
                <a:path w="146597" h="80337">
                  <a:moveTo>
                    <a:pt x="0" y="0"/>
                  </a:moveTo>
                  <a:lnTo>
                    <a:pt x="146597" y="8033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3" name="pg343"/>
            <p:cNvSpPr/>
            <p:nvPr/>
          </p:nvSpPr>
          <p:spPr>
            <a:xfrm>
              <a:off x="3342123" y="1409401"/>
              <a:ext cx="146597" cy="80337"/>
            </a:xfrm>
            <a:custGeom>
              <a:avLst/>
              <a:pathLst>
                <a:path w="146597" h="80337">
                  <a:moveTo>
                    <a:pt x="0" y="0"/>
                  </a:moveTo>
                  <a:lnTo>
                    <a:pt x="146597" y="8033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4" name="pg344"/>
            <p:cNvSpPr/>
            <p:nvPr/>
          </p:nvSpPr>
          <p:spPr>
            <a:xfrm>
              <a:off x="3342123" y="1409401"/>
              <a:ext cx="146597" cy="80337"/>
            </a:xfrm>
            <a:custGeom>
              <a:avLst/>
              <a:pathLst>
                <a:path w="146597" h="80337">
                  <a:moveTo>
                    <a:pt x="0" y="0"/>
                  </a:moveTo>
                  <a:lnTo>
                    <a:pt x="146597" y="8033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5" name="pg345"/>
            <p:cNvSpPr/>
            <p:nvPr/>
          </p:nvSpPr>
          <p:spPr>
            <a:xfrm>
              <a:off x="3342123" y="1409401"/>
              <a:ext cx="146597" cy="80337"/>
            </a:xfrm>
            <a:custGeom>
              <a:avLst/>
              <a:pathLst>
                <a:path w="146597" h="80337">
                  <a:moveTo>
                    <a:pt x="0" y="0"/>
                  </a:moveTo>
                  <a:lnTo>
                    <a:pt x="146597" y="8033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6" name="pg346"/>
            <p:cNvSpPr/>
            <p:nvPr/>
          </p:nvSpPr>
          <p:spPr>
            <a:xfrm>
              <a:off x="3342123" y="1409401"/>
              <a:ext cx="146597" cy="80337"/>
            </a:xfrm>
            <a:custGeom>
              <a:avLst/>
              <a:pathLst>
                <a:path w="146597" h="80337">
                  <a:moveTo>
                    <a:pt x="0" y="0"/>
                  </a:moveTo>
                  <a:lnTo>
                    <a:pt x="146597" y="8033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7" name="pg347"/>
            <p:cNvSpPr/>
            <p:nvPr/>
          </p:nvSpPr>
          <p:spPr>
            <a:xfrm>
              <a:off x="3342123" y="1409401"/>
              <a:ext cx="146597" cy="80337"/>
            </a:xfrm>
            <a:custGeom>
              <a:avLst/>
              <a:pathLst>
                <a:path w="146597" h="80337">
                  <a:moveTo>
                    <a:pt x="0" y="0"/>
                  </a:moveTo>
                  <a:lnTo>
                    <a:pt x="146597" y="8033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8" name="pg348"/>
            <p:cNvSpPr/>
            <p:nvPr/>
          </p:nvSpPr>
          <p:spPr>
            <a:xfrm>
              <a:off x="3342123" y="1409401"/>
              <a:ext cx="146597" cy="80337"/>
            </a:xfrm>
            <a:custGeom>
              <a:avLst/>
              <a:pathLst>
                <a:path w="146597" h="80337">
                  <a:moveTo>
                    <a:pt x="0" y="0"/>
                  </a:moveTo>
                  <a:lnTo>
                    <a:pt x="146597" y="8033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9" name="pg349"/>
            <p:cNvSpPr/>
            <p:nvPr/>
          </p:nvSpPr>
          <p:spPr>
            <a:xfrm>
              <a:off x="3342123" y="1409401"/>
              <a:ext cx="146597" cy="80337"/>
            </a:xfrm>
            <a:custGeom>
              <a:avLst/>
              <a:pathLst>
                <a:path w="146597" h="80337">
                  <a:moveTo>
                    <a:pt x="0" y="0"/>
                  </a:moveTo>
                  <a:lnTo>
                    <a:pt x="146597" y="8033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0" name="pg350"/>
            <p:cNvSpPr/>
            <p:nvPr/>
          </p:nvSpPr>
          <p:spPr>
            <a:xfrm>
              <a:off x="3342123" y="1409401"/>
              <a:ext cx="146597" cy="80337"/>
            </a:xfrm>
            <a:custGeom>
              <a:avLst/>
              <a:pathLst>
                <a:path w="146597" h="80337">
                  <a:moveTo>
                    <a:pt x="0" y="0"/>
                  </a:moveTo>
                  <a:lnTo>
                    <a:pt x="146597" y="8033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1" name="pg351"/>
            <p:cNvSpPr/>
            <p:nvPr/>
          </p:nvSpPr>
          <p:spPr>
            <a:xfrm>
              <a:off x="3342123" y="1409401"/>
              <a:ext cx="146597" cy="80337"/>
            </a:xfrm>
            <a:custGeom>
              <a:avLst/>
              <a:pathLst>
                <a:path w="146597" h="80337">
                  <a:moveTo>
                    <a:pt x="0" y="0"/>
                  </a:moveTo>
                  <a:lnTo>
                    <a:pt x="146597" y="8033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2" name="pg352"/>
            <p:cNvSpPr/>
            <p:nvPr/>
          </p:nvSpPr>
          <p:spPr>
            <a:xfrm>
              <a:off x="3342123" y="1409401"/>
              <a:ext cx="146597" cy="80337"/>
            </a:xfrm>
            <a:custGeom>
              <a:avLst/>
              <a:pathLst>
                <a:path w="146597" h="80337">
                  <a:moveTo>
                    <a:pt x="0" y="0"/>
                  </a:moveTo>
                  <a:lnTo>
                    <a:pt x="146597" y="8033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3" name="pg353"/>
            <p:cNvSpPr/>
            <p:nvPr/>
          </p:nvSpPr>
          <p:spPr>
            <a:xfrm>
              <a:off x="3342123" y="1409401"/>
              <a:ext cx="146597" cy="80337"/>
            </a:xfrm>
            <a:custGeom>
              <a:avLst/>
              <a:pathLst>
                <a:path w="146597" h="80337">
                  <a:moveTo>
                    <a:pt x="0" y="0"/>
                  </a:moveTo>
                  <a:lnTo>
                    <a:pt x="146597" y="8033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4" name="pg354"/>
            <p:cNvSpPr/>
            <p:nvPr/>
          </p:nvSpPr>
          <p:spPr>
            <a:xfrm>
              <a:off x="3342123" y="1409401"/>
              <a:ext cx="146597" cy="80337"/>
            </a:xfrm>
            <a:custGeom>
              <a:avLst/>
              <a:pathLst>
                <a:path w="146597" h="80337">
                  <a:moveTo>
                    <a:pt x="0" y="0"/>
                  </a:moveTo>
                  <a:lnTo>
                    <a:pt x="146597" y="8033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5" name="pg355"/>
            <p:cNvSpPr/>
            <p:nvPr/>
          </p:nvSpPr>
          <p:spPr>
            <a:xfrm>
              <a:off x="3342123" y="1409401"/>
              <a:ext cx="146597" cy="80337"/>
            </a:xfrm>
            <a:custGeom>
              <a:avLst/>
              <a:pathLst>
                <a:path w="146597" h="80337">
                  <a:moveTo>
                    <a:pt x="0" y="0"/>
                  </a:moveTo>
                  <a:lnTo>
                    <a:pt x="146597" y="8033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6" name="pg356"/>
            <p:cNvSpPr/>
            <p:nvPr/>
          </p:nvSpPr>
          <p:spPr>
            <a:xfrm>
              <a:off x="3321556" y="1359647"/>
              <a:ext cx="334330" cy="297249"/>
            </a:xfrm>
            <a:custGeom>
              <a:avLst/>
              <a:pathLst>
                <a:path w="334330" h="297249">
                  <a:moveTo>
                    <a:pt x="20566" y="49754"/>
                  </a:moveTo>
                  <a:lnTo>
                    <a:pt x="18093" y="54442"/>
                  </a:lnTo>
                  <a:lnTo>
                    <a:pt x="15769" y="59207"/>
                  </a:lnTo>
                  <a:lnTo>
                    <a:pt x="13598" y="64043"/>
                  </a:lnTo>
                  <a:lnTo>
                    <a:pt x="11581" y="68945"/>
                  </a:lnTo>
                  <a:lnTo>
                    <a:pt x="9721" y="73909"/>
                  </a:lnTo>
                  <a:lnTo>
                    <a:pt x="8018" y="78929"/>
                  </a:lnTo>
                  <a:lnTo>
                    <a:pt x="6476" y="84000"/>
                  </a:lnTo>
                  <a:lnTo>
                    <a:pt x="5096" y="89118"/>
                  </a:lnTo>
                  <a:lnTo>
                    <a:pt x="3878" y="94277"/>
                  </a:lnTo>
                  <a:lnTo>
                    <a:pt x="2825" y="99473"/>
                  </a:lnTo>
                  <a:lnTo>
                    <a:pt x="1936" y="104699"/>
                  </a:lnTo>
                  <a:lnTo>
                    <a:pt x="1214" y="109950"/>
                  </a:lnTo>
                  <a:lnTo>
                    <a:pt x="659" y="115222"/>
                  </a:lnTo>
                  <a:lnTo>
                    <a:pt x="271" y="120508"/>
                  </a:lnTo>
                  <a:lnTo>
                    <a:pt x="51" y="125805"/>
                  </a:lnTo>
                  <a:lnTo>
                    <a:pt x="0" y="131105"/>
                  </a:lnTo>
                  <a:lnTo>
                    <a:pt x="116" y="136405"/>
                  </a:lnTo>
                  <a:lnTo>
                    <a:pt x="400" y="141698"/>
                  </a:lnTo>
                  <a:lnTo>
                    <a:pt x="852" y="146980"/>
                  </a:lnTo>
                  <a:lnTo>
                    <a:pt x="1471" y="152245"/>
                  </a:lnTo>
                  <a:lnTo>
                    <a:pt x="2256" y="157487"/>
                  </a:lnTo>
                  <a:lnTo>
                    <a:pt x="3208" y="162702"/>
                  </a:lnTo>
                  <a:lnTo>
                    <a:pt x="4324" y="167884"/>
                  </a:lnTo>
                  <a:lnTo>
                    <a:pt x="5604" y="173028"/>
                  </a:lnTo>
                  <a:lnTo>
                    <a:pt x="7047" y="178129"/>
                  </a:lnTo>
                  <a:lnTo>
                    <a:pt x="8651" y="183181"/>
                  </a:lnTo>
                  <a:lnTo>
                    <a:pt x="10413" y="188180"/>
                  </a:lnTo>
                  <a:lnTo>
                    <a:pt x="12334" y="193121"/>
                  </a:lnTo>
                  <a:lnTo>
                    <a:pt x="14410" y="197998"/>
                  </a:lnTo>
                  <a:lnTo>
                    <a:pt x="16640" y="202807"/>
                  </a:lnTo>
                  <a:lnTo>
                    <a:pt x="19021" y="207543"/>
                  </a:lnTo>
                  <a:lnTo>
                    <a:pt x="21552" y="212201"/>
                  </a:lnTo>
                  <a:lnTo>
                    <a:pt x="24228" y="216777"/>
                  </a:lnTo>
                  <a:lnTo>
                    <a:pt x="27048" y="221265"/>
                  </a:lnTo>
                  <a:lnTo>
                    <a:pt x="30010" y="225662"/>
                  </a:lnTo>
                  <a:lnTo>
                    <a:pt x="33109" y="229962"/>
                  </a:lnTo>
                  <a:lnTo>
                    <a:pt x="36343" y="234163"/>
                  </a:lnTo>
                  <a:lnTo>
                    <a:pt x="39708" y="238258"/>
                  </a:lnTo>
                  <a:lnTo>
                    <a:pt x="43202" y="242245"/>
                  </a:lnTo>
                  <a:lnTo>
                    <a:pt x="46820" y="246119"/>
                  </a:lnTo>
                  <a:lnTo>
                    <a:pt x="50559" y="249876"/>
                  </a:lnTo>
                  <a:lnTo>
                    <a:pt x="54416" y="253513"/>
                  </a:lnTo>
                  <a:lnTo>
                    <a:pt x="58386" y="257026"/>
                  </a:lnTo>
                  <a:lnTo>
                    <a:pt x="62465" y="260411"/>
                  </a:lnTo>
                  <a:lnTo>
                    <a:pt x="66649" y="263665"/>
                  </a:lnTo>
                  <a:lnTo>
                    <a:pt x="70935" y="266785"/>
                  </a:lnTo>
                  <a:lnTo>
                    <a:pt x="75317" y="269767"/>
                  </a:lnTo>
                  <a:lnTo>
                    <a:pt x="79792" y="272609"/>
                  </a:lnTo>
                  <a:lnTo>
                    <a:pt x="84355" y="275307"/>
                  </a:lnTo>
                  <a:lnTo>
                    <a:pt x="89001" y="277860"/>
                  </a:lnTo>
                  <a:lnTo>
                    <a:pt x="93725" y="280264"/>
                  </a:lnTo>
                  <a:lnTo>
                    <a:pt x="98523" y="282517"/>
                  </a:lnTo>
                  <a:lnTo>
                    <a:pt x="103391" y="284617"/>
                  </a:lnTo>
                  <a:lnTo>
                    <a:pt x="108322" y="286561"/>
                  </a:lnTo>
                  <a:lnTo>
                    <a:pt x="113313" y="288348"/>
                  </a:lnTo>
                  <a:lnTo>
                    <a:pt x="118358" y="289976"/>
                  </a:lnTo>
                  <a:lnTo>
                    <a:pt x="123451" y="291443"/>
                  </a:lnTo>
                  <a:lnTo>
                    <a:pt x="128589" y="292748"/>
                  </a:lnTo>
                  <a:lnTo>
                    <a:pt x="133766" y="293889"/>
                  </a:lnTo>
                  <a:lnTo>
                    <a:pt x="138976" y="294865"/>
                  </a:lnTo>
                  <a:lnTo>
                    <a:pt x="144214" y="295676"/>
                  </a:lnTo>
                  <a:lnTo>
                    <a:pt x="149476" y="296321"/>
                  </a:lnTo>
                  <a:lnTo>
                    <a:pt x="154755" y="296798"/>
                  </a:lnTo>
                  <a:lnTo>
                    <a:pt x="160047" y="297108"/>
                  </a:lnTo>
                  <a:lnTo>
                    <a:pt x="165346" y="297249"/>
                  </a:lnTo>
                  <a:lnTo>
                    <a:pt x="170647" y="297223"/>
                  </a:lnTo>
                  <a:lnTo>
                    <a:pt x="175944" y="297028"/>
                  </a:lnTo>
                  <a:lnTo>
                    <a:pt x="181233" y="296666"/>
                  </a:lnTo>
                  <a:lnTo>
                    <a:pt x="186507" y="296136"/>
                  </a:lnTo>
                  <a:lnTo>
                    <a:pt x="191762" y="295439"/>
                  </a:lnTo>
                  <a:lnTo>
                    <a:pt x="196992" y="294576"/>
                  </a:lnTo>
                  <a:lnTo>
                    <a:pt x="202192" y="293548"/>
                  </a:lnTo>
                  <a:lnTo>
                    <a:pt x="207357" y="292355"/>
                  </a:lnTo>
                  <a:lnTo>
                    <a:pt x="212482" y="290999"/>
                  </a:lnTo>
                  <a:lnTo>
                    <a:pt x="217561" y="289481"/>
                  </a:lnTo>
                  <a:lnTo>
                    <a:pt x="222589" y="287803"/>
                  </a:lnTo>
                  <a:lnTo>
                    <a:pt x="227562" y="285967"/>
                  </a:lnTo>
                  <a:lnTo>
                    <a:pt x="232473" y="283974"/>
                  </a:lnTo>
                  <a:lnTo>
                    <a:pt x="237320" y="281825"/>
                  </a:lnTo>
                  <a:lnTo>
                    <a:pt x="242095" y="279525"/>
                  </a:lnTo>
                  <a:lnTo>
                    <a:pt x="246795" y="277074"/>
                  </a:lnTo>
                  <a:lnTo>
                    <a:pt x="251416" y="274475"/>
                  </a:lnTo>
                  <a:lnTo>
                    <a:pt x="255951" y="271731"/>
                  </a:lnTo>
                  <a:lnTo>
                    <a:pt x="260397" y="268845"/>
                  </a:lnTo>
                  <a:lnTo>
                    <a:pt x="264750" y="265819"/>
                  </a:lnTo>
                  <a:lnTo>
                    <a:pt x="269004" y="262657"/>
                  </a:lnTo>
                  <a:lnTo>
                    <a:pt x="273156" y="259361"/>
                  </a:lnTo>
                  <a:lnTo>
                    <a:pt x="277201" y="255936"/>
                  </a:lnTo>
                  <a:lnTo>
                    <a:pt x="281136" y="252384"/>
                  </a:lnTo>
                  <a:lnTo>
                    <a:pt x="284956" y="248708"/>
                  </a:lnTo>
                  <a:lnTo>
                    <a:pt x="288658" y="244914"/>
                  </a:lnTo>
                  <a:lnTo>
                    <a:pt x="292237" y="241004"/>
                  </a:lnTo>
                  <a:lnTo>
                    <a:pt x="295691" y="236983"/>
                  </a:lnTo>
                  <a:lnTo>
                    <a:pt x="299016" y="232854"/>
                  </a:lnTo>
                  <a:lnTo>
                    <a:pt x="302207" y="228622"/>
                  </a:lnTo>
                  <a:lnTo>
                    <a:pt x="305264" y="224291"/>
                  </a:lnTo>
                  <a:lnTo>
                    <a:pt x="308181" y="219865"/>
                  </a:lnTo>
                  <a:lnTo>
                    <a:pt x="310956" y="215348"/>
                  </a:lnTo>
                  <a:lnTo>
                    <a:pt x="313587" y="210747"/>
                  </a:lnTo>
                  <a:lnTo>
                    <a:pt x="316071" y="206063"/>
                  </a:lnTo>
                  <a:lnTo>
                    <a:pt x="318405" y="201304"/>
                  </a:lnTo>
                  <a:lnTo>
                    <a:pt x="320586" y="196473"/>
                  </a:lnTo>
                  <a:lnTo>
                    <a:pt x="322614" y="191575"/>
                  </a:lnTo>
                  <a:lnTo>
                    <a:pt x="324485" y="186616"/>
                  </a:lnTo>
                  <a:lnTo>
                    <a:pt x="326198" y="181599"/>
                  </a:lnTo>
                  <a:lnTo>
                    <a:pt x="327751" y="176531"/>
                  </a:lnTo>
                  <a:lnTo>
                    <a:pt x="329143" y="171416"/>
                  </a:lnTo>
                  <a:lnTo>
                    <a:pt x="330372" y="166259"/>
                  </a:lnTo>
                  <a:lnTo>
                    <a:pt x="331437" y="161066"/>
                  </a:lnTo>
                  <a:lnTo>
                    <a:pt x="332336" y="155842"/>
                  </a:lnTo>
                  <a:lnTo>
                    <a:pt x="333069" y="150593"/>
                  </a:lnTo>
                  <a:lnTo>
                    <a:pt x="333636" y="145322"/>
                  </a:lnTo>
                  <a:lnTo>
                    <a:pt x="334035" y="140036"/>
                  </a:lnTo>
                  <a:lnTo>
                    <a:pt x="334267" y="134740"/>
                  </a:lnTo>
                  <a:lnTo>
                    <a:pt x="334330" y="129440"/>
                  </a:lnTo>
                  <a:lnTo>
                    <a:pt x="334225" y="124140"/>
                  </a:lnTo>
                  <a:lnTo>
                    <a:pt x="333953" y="118846"/>
                  </a:lnTo>
                  <a:lnTo>
                    <a:pt x="333512" y="113564"/>
                  </a:lnTo>
                  <a:lnTo>
                    <a:pt x="332905" y="108298"/>
                  </a:lnTo>
                  <a:lnTo>
                    <a:pt x="332130" y="103054"/>
                  </a:lnTo>
                  <a:lnTo>
                    <a:pt x="331190" y="97837"/>
                  </a:lnTo>
                  <a:lnTo>
                    <a:pt x="330085" y="92652"/>
                  </a:lnTo>
                  <a:lnTo>
                    <a:pt x="328816" y="87506"/>
                  </a:lnTo>
                  <a:lnTo>
                    <a:pt x="327384" y="82402"/>
                  </a:lnTo>
                  <a:lnTo>
                    <a:pt x="325792" y="77346"/>
                  </a:lnTo>
                  <a:lnTo>
                    <a:pt x="324040" y="72343"/>
                  </a:lnTo>
                  <a:lnTo>
                    <a:pt x="322130" y="67398"/>
                  </a:lnTo>
                  <a:lnTo>
                    <a:pt x="320064" y="62516"/>
                  </a:lnTo>
                  <a:lnTo>
                    <a:pt x="317845" y="57702"/>
                  </a:lnTo>
                  <a:lnTo>
                    <a:pt x="315474" y="52961"/>
                  </a:lnTo>
                  <a:lnTo>
                    <a:pt x="312954" y="48297"/>
                  </a:lnTo>
                  <a:lnTo>
                    <a:pt x="310287" y="43716"/>
                  </a:lnTo>
                  <a:lnTo>
                    <a:pt x="307476" y="39222"/>
                  </a:lnTo>
                  <a:lnTo>
                    <a:pt x="304525" y="34819"/>
                  </a:lnTo>
                  <a:lnTo>
                    <a:pt x="301435" y="30511"/>
                  </a:lnTo>
                  <a:lnTo>
                    <a:pt x="298210" y="26304"/>
                  </a:lnTo>
                  <a:lnTo>
                    <a:pt x="294854" y="22201"/>
                  </a:lnTo>
                  <a:lnTo>
                    <a:pt x="291369" y="18207"/>
                  </a:lnTo>
                  <a:lnTo>
                    <a:pt x="287759" y="14325"/>
                  </a:lnTo>
                  <a:lnTo>
                    <a:pt x="284028" y="10560"/>
                  </a:lnTo>
                  <a:lnTo>
                    <a:pt x="280179" y="6915"/>
                  </a:lnTo>
                  <a:lnTo>
                    <a:pt x="276217" y="3393"/>
                  </a:lnTo>
                  <a:lnTo>
                    <a:pt x="272145" y="0"/>
                  </a:lnTo>
                  <a:lnTo>
                    <a:pt x="167164" y="130092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7" name="pg357"/>
            <p:cNvSpPr/>
            <p:nvPr/>
          </p:nvSpPr>
          <p:spPr>
            <a:xfrm>
              <a:off x="3488720" y="1322571"/>
              <a:ext cx="104980" cy="167167"/>
            </a:xfrm>
            <a:custGeom>
              <a:avLst/>
              <a:pathLst>
                <a:path w="104980" h="167167">
                  <a:moveTo>
                    <a:pt x="104980" y="37075"/>
                  </a:moveTo>
                  <a:lnTo>
                    <a:pt x="100504" y="33586"/>
                  </a:lnTo>
                  <a:lnTo>
                    <a:pt x="95912" y="30252"/>
                  </a:lnTo>
                  <a:lnTo>
                    <a:pt x="91210" y="27075"/>
                  </a:lnTo>
                  <a:lnTo>
                    <a:pt x="86402" y="24060"/>
                  </a:lnTo>
                  <a:lnTo>
                    <a:pt x="81495" y="21210"/>
                  </a:lnTo>
                  <a:lnTo>
                    <a:pt x="76494" y="18528"/>
                  </a:lnTo>
                  <a:lnTo>
                    <a:pt x="71405" y="16017"/>
                  </a:lnTo>
                  <a:lnTo>
                    <a:pt x="66233" y="13681"/>
                  </a:lnTo>
                  <a:lnTo>
                    <a:pt x="60985" y="11521"/>
                  </a:lnTo>
                  <a:lnTo>
                    <a:pt x="55667" y="9541"/>
                  </a:lnTo>
                  <a:lnTo>
                    <a:pt x="50285" y="7742"/>
                  </a:lnTo>
                  <a:lnTo>
                    <a:pt x="44845" y="6127"/>
                  </a:lnTo>
                  <a:lnTo>
                    <a:pt x="39353" y="4698"/>
                  </a:lnTo>
                  <a:lnTo>
                    <a:pt x="33815" y="3455"/>
                  </a:lnTo>
                  <a:lnTo>
                    <a:pt x="28239" y="2402"/>
                  </a:lnTo>
                  <a:lnTo>
                    <a:pt x="22630" y="1538"/>
                  </a:lnTo>
                  <a:lnTo>
                    <a:pt x="16996" y="866"/>
                  </a:lnTo>
                  <a:lnTo>
                    <a:pt x="11341" y="385"/>
                  </a:lnTo>
                  <a:lnTo>
                    <a:pt x="5674" y="96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8" name="pg358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9" name="pg359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0" name="pg360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1" name="pg361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2" name="pg362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3" name="pg363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4" name="pg364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5" name="pg365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6" name="pg366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7" name="pg367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8" name="pg368"/>
            <p:cNvSpPr/>
            <p:nvPr/>
          </p:nvSpPr>
          <p:spPr>
            <a:xfrm>
              <a:off x="2993865" y="1681503"/>
              <a:ext cx="92659" cy="167167"/>
            </a:xfrm>
            <a:custGeom>
              <a:avLst/>
              <a:pathLst>
                <a:path w="92659" h="167167">
                  <a:moveTo>
                    <a:pt x="92659" y="0"/>
                  </a:moveTo>
                  <a:lnTo>
                    <a:pt x="86883" y="99"/>
                  </a:lnTo>
                  <a:lnTo>
                    <a:pt x="81114" y="399"/>
                  </a:lnTo>
                  <a:lnTo>
                    <a:pt x="75358" y="897"/>
                  </a:lnTo>
                  <a:lnTo>
                    <a:pt x="69623" y="1594"/>
                  </a:lnTo>
                  <a:lnTo>
                    <a:pt x="63916" y="2489"/>
                  </a:lnTo>
                  <a:lnTo>
                    <a:pt x="58243" y="3580"/>
                  </a:lnTo>
                  <a:lnTo>
                    <a:pt x="52612" y="4867"/>
                  </a:lnTo>
                  <a:lnTo>
                    <a:pt x="47028" y="6348"/>
                  </a:lnTo>
                  <a:lnTo>
                    <a:pt x="41498" y="8021"/>
                  </a:lnTo>
                  <a:lnTo>
                    <a:pt x="36030" y="9883"/>
                  </a:lnTo>
                  <a:lnTo>
                    <a:pt x="30629" y="11934"/>
                  </a:lnTo>
                  <a:lnTo>
                    <a:pt x="25302" y="14170"/>
                  </a:lnTo>
                  <a:lnTo>
                    <a:pt x="20056" y="16589"/>
                  </a:lnTo>
                  <a:lnTo>
                    <a:pt x="14897" y="19187"/>
                  </a:lnTo>
                  <a:lnTo>
                    <a:pt x="9830" y="21962"/>
                  </a:lnTo>
                  <a:lnTo>
                    <a:pt x="4862" y="24911"/>
                  </a:lnTo>
                  <a:lnTo>
                    <a:pt x="0" y="28030"/>
                  </a:lnTo>
                  <a:lnTo>
                    <a:pt x="92659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9" name="pg369"/>
            <p:cNvSpPr/>
            <p:nvPr/>
          </p:nvSpPr>
          <p:spPr>
            <a:xfrm>
              <a:off x="2993865" y="1709533"/>
              <a:ext cx="92659" cy="139137"/>
            </a:xfrm>
            <a:custGeom>
              <a:avLst/>
              <a:pathLst>
                <a:path w="92659" h="139137">
                  <a:moveTo>
                    <a:pt x="0" y="0"/>
                  </a:moveTo>
                  <a:lnTo>
                    <a:pt x="92659" y="13913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0" name="pg370"/>
            <p:cNvSpPr/>
            <p:nvPr/>
          </p:nvSpPr>
          <p:spPr>
            <a:xfrm>
              <a:off x="2993865" y="1709533"/>
              <a:ext cx="92659" cy="139137"/>
            </a:xfrm>
            <a:custGeom>
              <a:avLst/>
              <a:pathLst>
                <a:path w="92659" h="139137">
                  <a:moveTo>
                    <a:pt x="0" y="0"/>
                  </a:moveTo>
                  <a:lnTo>
                    <a:pt x="92659" y="13913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1" name="pg371"/>
            <p:cNvSpPr/>
            <p:nvPr/>
          </p:nvSpPr>
          <p:spPr>
            <a:xfrm>
              <a:off x="2993865" y="1709533"/>
              <a:ext cx="92659" cy="139137"/>
            </a:xfrm>
            <a:custGeom>
              <a:avLst/>
              <a:pathLst>
                <a:path w="92659" h="139137">
                  <a:moveTo>
                    <a:pt x="0" y="0"/>
                  </a:moveTo>
                  <a:lnTo>
                    <a:pt x="92659" y="13913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2" name="pg372"/>
            <p:cNvSpPr/>
            <p:nvPr/>
          </p:nvSpPr>
          <p:spPr>
            <a:xfrm>
              <a:off x="2993865" y="1709533"/>
              <a:ext cx="92659" cy="139137"/>
            </a:xfrm>
            <a:custGeom>
              <a:avLst/>
              <a:pathLst>
                <a:path w="92659" h="139137">
                  <a:moveTo>
                    <a:pt x="0" y="0"/>
                  </a:moveTo>
                  <a:lnTo>
                    <a:pt x="92659" y="13913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3" name="pg373"/>
            <p:cNvSpPr/>
            <p:nvPr/>
          </p:nvSpPr>
          <p:spPr>
            <a:xfrm>
              <a:off x="2993865" y="1709533"/>
              <a:ext cx="92659" cy="139137"/>
            </a:xfrm>
            <a:custGeom>
              <a:avLst/>
              <a:pathLst>
                <a:path w="92659" h="139137">
                  <a:moveTo>
                    <a:pt x="0" y="0"/>
                  </a:moveTo>
                  <a:lnTo>
                    <a:pt x="92659" y="13913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4" name="pg374"/>
            <p:cNvSpPr/>
            <p:nvPr/>
          </p:nvSpPr>
          <p:spPr>
            <a:xfrm>
              <a:off x="2993865" y="1709533"/>
              <a:ext cx="92659" cy="139137"/>
            </a:xfrm>
            <a:custGeom>
              <a:avLst/>
              <a:pathLst>
                <a:path w="92659" h="139137">
                  <a:moveTo>
                    <a:pt x="0" y="0"/>
                  </a:moveTo>
                  <a:lnTo>
                    <a:pt x="92659" y="13913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5" name="pg375"/>
            <p:cNvSpPr/>
            <p:nvPr/>
          </p:nvSpPr>
          <p:spPr>
            <a:xfrm>
              <a:off x="2993865" y="1709533"/>
              <a:ext cx="92659" cy="139137"/>
            </a:xfrm>
            <a:custGeom>
              <a:avLst/>
              <a:pathLst>
                <a:path w="92659" h="139137">
                  <a:moveTo>
                    <a:pt x="0" y="0"/>
                  </a:moveTo>
                  <a:lnTo>
                    <a:pt x="92659" y="13913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6" name="pg376"/>
            <p:cNvSpPr/>
            <p:nvPr/>
          </p:nvSpPr>
          <p:spPr>
            <a:xfrm>
              <a:off x="2993865" y="1709533"/>
              <a:ext cx="92659" cy="139137"/>
            </a:xfrm>
            <a:custGeom>
              <a:avLst/>
              <a:pathLst>
                <a:path w="92659" h="139137">
                  <a:moveTo>
                    <a:pt x="0" y="0"/>
                  </a:moveTo>
                  <a:lnTo>
                    <a:pt x="92659" y="13913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7" name="pg377"/>
            <p:cNvSpPr/>
            <p:nvPr/>
          </p:nvSpPr>
          <p:spPr>
            <a:xfrm>
              <a:off x="2993865" y="1709533"/>
              <a:ext cx="92659" cy="139137"/>
            </a:xfrm>
            <a:custGeom>
              <a:avLst/>
              <a:pathLst>
                <a:path w="92659" h="139137">
                  <a:moveTo>
                    <a:pt x="0" y="0"/>
                  </a:moveTo>
                  <a:lnTo>
                    <a:pt x="92659" y="13913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8" name="pg378"/>
            <p:cNvSpPr/>
            <p:nvPr/>
          </p:nvSpPr>
          <p:spPr>
            <a:xfrm>
              <a:off x="2993865" y="1709533"/>
              <a:ext cx="92659" cy="139137"/>
            </a:xfrm>
            <a:custGeom>
              <a:avLst/>
              <a:pathLst>
                <a:path w="92659" h="139137">
                  <a:moveTo>
                    <a:pt x="0" y="0"/>
                  </a:moveTo>
                  <a:lnTo>
                    <a:pt x="92659" y="13913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9" name="pg379"/>
            <p:cNvSpPr/>
            <p:nvPr/>
          </p:nvSpPr>
          <p:spPr>
            <a:xfrm>
              <a:off x="2993865" y="1709533"/>
              <a:ext cx="92659" cy="139137"/>
            </a:xfrm>
            <a:custGeom>
              <a:avLst/>
              <a:pathLst>
                <a:path w="92659" h="139137">
                  <a:moveTo>
                    <a:pt x="0" y="0"/>
                  </a:moveTo>
                  <a:lnTo>
                    <a:pt x="92659" y="13913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0" name="pg380"/>
            <p:cNvSpPr/>
            <p:nvPr/>
          </p:nvSpPr>
          <p:spPr>
            <a:xfrm>
              <a:off x="2993865" y="1709533"/>
              <a:ext cx="92659" cy="139137"/>
            </a:xfrm>
            <a:custGeom>
              <a:avLst/>
              <a:pathLst>
                <a:path w="92659" h="139137">
                  <a:moveTo>
                    <a:pt x="0" y="0"/>
                  </a:moveTo>
                  <a:lnTo>
                    <a:pt x="92659" y="13913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1" name="pg381"/>
            <p:cNvSpPr/>
            <p:nvPr/>
          </p:nvSpPr>
          <p:spPr>
            <a:xfrm>
              <a:off x="2993865" y="1709533"/>
              <a:ext cx="92659" cy="139137"/>
            </a:xfrm>
            <a:custGeom>
              <a:avLst/>
              <a:pathLst>
                <a:path w="92659" h="139137">
                  <a:moveTo>
                    <a:pt x="0" y="0"/>
                  </a:moveTo>
                  <a:lnTo>
                    <a:pt x="92659" y="13913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2" name="pg382"/>
            <p:cNvSpPr/>
            <p:nvPr/>
          </p:nvSpPr>
          <p:spPr>
            <a:xfrm>
              <a:off x="2993865" y="1709533"/>
              <a:ext cx="92659" cy="139137"/>
            </a:xfrm>
            <a:custGeom>
              <a:avLst/>
              <a:pathLst>
                <a:path w="92659" h="139137">
                  <a:moveTo>
                    <a:pt x="0" y="0"/>
                  </a:moveTo>
                  <a:lnTo>
                    <a:pt x="92659" y="13913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3" name="pg383"/>
            <p:cNvSpPr/>
            <p:nvPr/>
          </p:nvSpPr>
          <p:spPr>
            <a:xfrm>
              <a:off x="2993865" y="1709533"/>
              <a:ext cx="92659" cy="139137"/>
            </a:xfrm>
            <a:custGeom>
              <a:avLst/>
              <a:pathLst>
                <a:path w="92659" h="139137">
                  <a:moveTo>
                    <a:pt x="0" y="0"/>
                  </a:moveTo>
                  <a:lnTo>
                    <a:pt x="92659" y="13913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4" name="pg384"/>
            <p:cNvSpPr/>
            <p:nvPr/>
          </p:nvSpPr>
          <p:spPr>
            <a:xfrm>
              <a:off x="2993865" y="1709533"/>
              <a:ext cx="92659" cy="139137"/>
            </a:xfrm>
            <a:custGeom>
              <a:avLst/>
              <a:pathLst>
                <a:path w="92659" h="139137">
                  <a:moveTo>
                    <a:pt x="0" y="0"/>
                  </a:moveTo>
                  <a:lnTo>
                    <a:pt x="92659" y="13913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5" name="pg385"/>
            <p:cNvSpPr/>
            <p:nvPr/>
          </p:nvSpPr>
          <p:spPr>
            <a:xfrm>
              <a:off x="2919357" y="1681503"/>
              <a:ext cx="334323" cy="334328"/>
            </a:xfrm>
            <a:custGeom>
              <a:avLst/>
              <a:pathLst>
                <a:path w="334323" h="334328">
                  <a:moveTo>
                    <a:pt x="74507" y="28030"/>
                  </a:moveTo>
                  <a:lnTo>
                    <a:pt x="70152" y="31031"/>
                  </a:lnTo>
                  <a:lnTo>
                    <a:pt x="65893" y="34168"/>
                  </a:lnTo>
                  <a:lnTo>
                    <a:pt x="61736" y="37439"/>
                  </a:lnTo>
                  <a:lnTo>
                    <a:pt x="57685" y="40839"/>
                  </a:lnTo>
                  <a:lnTo>
                    <a:pt x="53743" y="44366"/>
                  </a:lnTo>
                  <a:lnTo>
                    <a:pt x="49915" y="48016"/>
                  </a:lnTo>
                  <a:lnTo>
                    <a:pt x="46204" y="51785"/>
                  </a:lnTo>
                  <a:lnTo>
                    <a:pt x="42614" y="55670"/>
                  </a:lnTo>
                  <a:lnTo>
                    <a:pt x="39149" y="59666"/>
                  </a:lnTo>
                  <a:lnTo>
                    <a:pt x="35812" y="63770"/>
                  </a:lnTo>
                  <a:lnTo>
                    <a:pt x="32606" y="67978"/>
                  </a:lnTo>
                  <a:lnTo>
                    <a:pt x="29536" y="72284"/>
                  </a:lnTo>
                  <a:lnTo>
                    <a:pt x="26603" y="76686"/>
                  </a:lnTo>
                  <a:lnTo>
                    <a:pt x="23810" y="81179"/>
                  </a:lnTo>
                  <a:lnTo>
                    <a:pt x="21162" y="85757"/>
                  </a:lnTo>
                  <a:lnTo>
                    <a:pt x="18659" y="90417"/>
                  </a:lnTo>
                  <a:lnTo>
                    <a:pt x="16305" y="95154"/>
                  </a:lnTo>
                  <a:lnTo>
                    <a:pt x="14103" y="99963"/>
                  </a:lnTo>
                  <a:lnTo>
                    <a:pt x="12053" y="104839"/>
                  </a:lnTo>
                  <a:lnTo>
                    <a:pt x="10159" y="109777"/>
                  </a:lnTo>
                  <a:lnTo>
                    <a:pt x="8422" y="114773"/>
                  </a:lnTo>
                  <a:lnTo>
                    <a:pt x="6844" y="119822"/>
                  </a:lnTo>
                  <a:lnTo>
                    <a:pt x="5426" y="124918"/>
                  </a:lnTo>
                  <a:lnTo>
                    <a:pt x="4170" y="130056"/>
                  </a:lnTo>
                  <a:lnTo>
                    <a:pt x="3078" y="135231"/>
                  </a:lnTo>
                  <a:lnTo>
                    <a:pt x="2150" y="140439"/>
                  </a:lnTo>
                  <a:lnTo>
                    <a:pt x="1387" y="145673"/>
                  </a:lnTo>
                  <a:lnTo>
                    <a:pt x="790" y="150928"/>
                  </a:lnTo>
                  <a:lnTo>
                    <a:pt x="359" y="156200"/>
                  </a:lnTo>
                  <a:lnTo>
                    <a:pt x="96" y="161483"/>
                  </a:lnTo>
                  <a:lnTo>
                    <a:pt x="0" y="166772"/>
                  </a:lnTo>
                  <a:lnTo>
                    <a:pt x="71" y="172061"/>
                  </a:lnTo>
                  <a:lnTo>
                    <a:pt x="309" y="177345"/>
                  </a:lnTo>
                  <a:lnTo>
                    <a:pt x="715" y="182618"/>
                  </a:lnTo>
                  <a:lnTo>
                    <a:pt x="1287" y="187877"/>
                  </a:lnTo>
                  <a:lnTo>
                    <a:pt x="2025" y="193114"/>
                  </a:lnTo>
                  <a:lnTo>
                    <a:pt x="2929" y="198326"/>
                  </a:lnTo>
                  <a:lnTo>
                    <a:pt x="3997" y="203506"/>
                  </a:lnTo>
                  <a:lnTo>
                    <a:pt x="5228" y="208651"/>
                  </a:lnTo>
                  <a:lnTo>
                    <a:pt x="6622" y="213753"/>
                  </a:lnTo>
                  <a:lnTo>
                    <a:pt x="8176" y="218809"/>
                  </a:lnTo>
                  <a:lnTo>
                    <a:pt x="9889" y="223813"/>
                  </a:lnTo>
                  <a:lnTo>
                    <a:pt x="11760" y="228761"/>
                  </a:lnTo>
                  <a:lnTo>
                    <a:pt x="13786" y="233646"/>
                  </a:lnTo>
                  <a:lnTo>
                    <a:pt x="15966" y="238466"/>
                  </a:lnTo>
                  <a:lnTo>
                    <a:pt x="18298" y="243214"/>
                  </a:lnTo>
                  <a:lnTo>
                    <a:pt x="20778" y="247885"/>
                  </a:lnTo>
                  <a:lnTo>
                    <a:pt x="23405" y="252476"/>
                  </a:lnTo>
                  <a:lnTo>
                    <a:pt x="26176" y="256982"/>
                  </a:lnTo>
                  <a:lnTo>
                    <a:pt x="29088" y="261397"/>
                  </a:lnTo>
                  <a:lnTo>
                    <a:pt x="32139" y="265719"/>
                  </a:lnTo>
                  <a:lnTo>
                    <a:pt x="35324" y="269941"/>
                  </a:lnTo>
                  <a:lnTo>
                    <a:pt x="38642" y="274061"/>
                  </a:lnTo>
                  <a:lnTo>
                    <a:pt x="42088" y="278074"/>
                  </a:lnTo>
                  <a:lnTo>
                    <a:pt x="45659" y="281975"/>
                  </a:lnTo>
                  <a:lnTo>
                    <a:pt x="49352" y="285762"/>
                  </a:lnTo>
                  <a:lnTo>
                    <a:pt x="53163" y="289430"/>
                  </a:lnTo>
                  <a:lnTo>
                    <a:pt x="57088" y="292975"/>
                  </a:lnTo>
                  <a:lnTo>
                    <a:pt x="61124" y="296395"/>
                  </a:lnTo>
                  <a:lnTo>
                    <a:pt x="65265" y="299685"/>
                  </a:lnTo>
                  <a:lnTo>
                    <a:pt x="69509" y="302843"/>
                  </a:lnTo>
                  <a:lnTo>
                    <a:pt x="73850" y="305865"/>
                  </a:lnTo>
                  <a:lnTo>
                    <a:pt x="78285" y="308747"/>
                  </a:lnTo>
                  <a:lnTo>
                    <a:pt x="82809" y="311489"/>
                  </a:lnTo>
                  <a:lnTo>
                    <a:pt x="87417" y="314085"/>
                  </a:lnTo>
                  <a:lnTo>
                    <a:pt x="92105" y="316535"/>
                  </a:lnTo>
                  <a:lnTo>
                    <a:pt x="96868" y="318835"/>
                  </a:lnTo>
                  <a:lnTo>
                    <a:pt x="101702" y="320983"/>
                  </a:lnTo>
                  <a:lnTo>
                    <a:pt x="106601" y="322977"/>
                  </a:lnTo>
                  <a:lnTo>
                    <a:pt x="111560" y="324815"/>
                  </a:lnTo>
                  <a:lnTo>
                    <a:pt x="116576" y="326495"/>
                  </a:lnTo>
                  <a:lnTo>
                    <a:pt x="121642" y="328016"/>
                  </a:lnTo>
                  <a:lnTo>
                    <a:pt x="126754" y="329376"/>
                  </a:lnTo>
                  <a:lnTo>
                    <a:pt x="131906" y="330573"/>
                  </a:lnTo>
                  <a:lnTo>
                    <a:pt x="137093" y="331607"/>
                  </a:lnTo>
                  <a:lnTo>
                    <a:pt x="142311" y="332476"/>
                  </a:lnTo>
                  <a:lnTo>
                    <a:pt x="147553" y="333180"/>
                  </a:lnTo>
                  <a:lnTo>
                    <a:pt x="152815" y="333717"/>
                  </a:lnTo>
                  <a:lnTo>
                    <a:pt x="158091" y="334088"/>
                  </a:lnTo>
                  <a:lnTo>
                    <a:pt x="163377" y="334291"/>
                  </a:lnTo>
                  <a:lnTo>
                    <a:pt x="168666" y="334328"/>
                  </a:lnTo>
                  <a:lnTo>
                    <a:pt x="173954" y="334197"/>
                  </a:lnTo>
                  <a:lnTo>
                    <a:pt x="179235" y="333898"/>
                  </a:lnTo>
                  <a:lnTo>
                    <a:pt x="184504" y="333433"/>
                  </a:lnTo>
                  <a:lnTo>
                    <a:pt x="189755" y="332801"/>
                  </a:lnTo>
                  <a:lnTo>
                    <a:pt x="194984" y="332004"/>
                  </a:lnTo>
                  <a:lnTo>
                    <a:pt x="200185" y="331041"/>
                  </a:lnTo>
                  <a:lnTo>
                    <a:pt x="205353" y="329914"/>
                  </a:lnTo>
                  <a:lnTo>
                    <a:pt x="210483" y="328625"/>
                  </a:lnTo>
                  <a:lnTo>
                    <a:pt x="215569" y="327174"/>
                  </a:lnTo>
                  <a:lnTo>
                    <a:pt x="220607" y="325562"/>
                  </a:lnTo>
                  <a:lnTo>
                    <a:pt x="225592" y="323792"/>
                  </a:lnTo>
                  <a:lnTo>
                    <a:pt x="230518" y="321865"/>
                  </a:lnTo>
                  <a:lnTo>
                    <a:pt x="235380" y="319784"/>
                  </a:lnTo>
                  <a:lnTo>
                    <a:pt x="240175" y="317549"/>
                  </a:lnTo>
                  <a:lnTo>
                    <a:pt x="244896" y="315164"/>
                  </a:lnTo>
                  <a:lnTo>
                    <a:pt x="249539" y="312631"/>
                  </a:lnTo>
                  <a:lnTo>
                    <a:pt x="254100" y="309952"/>
                  </a:lnTo>
                  <a:lnTo>
                    <a:pt x="258574" y="307130"/>
                  </a:lnTo>
                  <a:lnTo>
                    <a:pt x="262956" y="304168"/>
                  </a:lnTo>
                  <a:lnTo>
                    <a:pt x="267242" y="301069"/>
                  </a:lnTo>
                  <a:lnTo>
                    <a:pt x="271429" y="297836"/>
                  </a:lnTo>
                  <a:lnTo>
                    <a:pt x="275511" y="294472"/>
                  </a:lnTo>
                  <a:lnTo>
                    <a:pt x="279484" y="290980"/>
                  </a:lnTo>
                  <a:lnTo>
                    <a:pt x="283345" y="287365"/>
                  </a:lnTo>
                  <a:lnTo>
                    <a:pt x="287089" y="283629"/>
                  </a:lnTo>
                  <a:lnTo>
                    <a:pt x="290714" y="279777"/>
                  </a:lnTo>
                  <a:lnTo>
                    <a:pt x="294215" y="275812"/>
                  </a:lnTo>
                  <a:lnTo>
                    <a:pt x="297588" y="271738"/>
                  </a:lnTo>
                  <a:lnTo>
                    <a:pt x="300831" y="267559"/>
                  </a:lnTo>
                  <a:lnTo>
                    <a:pt x="303941" y="263280"/>
                  </a:lnTo>
                  <a:lnTo>
                    <a:pt x="306913" y="258905"/>
                  </a:lnTo>
                  <a:lnTo>
                    <a:pt x="309745" y="254438"/>
                  </a:lnTo>
                  <a:lnTo>
                    <a:pt x="312435" y="249883"/>
                  </a:lnTo>
                  <a:lnTo>
                    <a:pt x="314979" y="245246"/>
                  </a:lnTo>
                  <a:lnTo>
                    <a:pt x="317375" y="240531"/>
                  </a:lnTo>
                  <a:lnTo>
                    <a:pt x="319621" y="235742"/>
                  </a:lnTo>
                  <a:lnTo>
                    <a:pt x="321714" y="230884"/>
                  </a:lnTo>
                  <a:lnTo>
                    <a:pt x="323653" y="225963"/>
                  </a:lnTo>
                  <a:lnTo>
                    <a:pt x="325435" y="220982"/>
                  </a:lnTo>
                  <a:lnTo>
                    <a:pt x="327058" y="215948"/>
                  </a:lnTo>
                  <a:lnTo>
                    <a:pt x="328521" y="210865"/>
                  </a:lnTo>
                  <a:lnTo>
                    <a:pt x="329823" y="205739"/>
                  </a:lnTo>
                  <a:lnTo>
                    <a:pt x="330962" y="200573"/>
                  </a:lnTo>
                  <a:lnTo>
                    <a:pt x="331937" y="195374"/>
                  </a:lnTo>
                  <a:lnTo>
                    <a:pt x="332747" y="190147"/>
                  </a:lnTo>
                  <a:lnTo>
                    <a:pt x="333391" y="184897"/>
                  </a:lnTo>
                  <a:lnTo>
                    <a:pt x="333869" y="179630"/>
                  </a:lnTo>
                  <a:lnTo>
                    <a:pt x="334180" y="174349"/>
                  </a:lnTo>
                  <a:lnTo>
                    <a:pt x="334323" y="169062"/>
                  </a:lnTo>
                  <a:lnTo>
                    <a:pt x="334299" y="163773"/>
                  </a:lnTo>
                  <a:lnTo>
                    <a:pt x="334108" y="158487"/>
                  </a:lnTo>
                  <a:lnTo>
                    <a:pt x="333750" y="153209"/>
                  </a:lnTo>
                  <a:lnTo>
                    <a:pt x="333225" y="147946"/>
                  </a:lnTo>
                  <a:lnTo>
                    <a:pt x="332534" y="142702"/>
                  </a:lnTo>
                  <a:lnTo>
                    <a:pt x="331677" y="137482"/>
                  </a:lnTo>
                  <a:lnTo>
                    <a:pt x="330656" y="132293"/>
                  </a:lnTo>
                  <a:lnTo>
                    <a:pt x="329471" y="127138"/>
                  </a:lnTo>
                  <a:lnTo>
                    <a:pt x="328123" y="122023"/>
                  </a:lnTo>
                  <a:lnTo>
                    <a:pt x="326614" y="116953"/>
                  </a:lnTo>
                  <a:lnTo>
                    <a:pt x="324946" y="111934"/>
                  </a:lnTo>
                  <a:lnTo>
                    <a:pt x="323119" y="106970"/>
                  </a:lnTo>
                  <a:lnTo>
                    <a:pt x="321137" y="102066"/>
                  </a:lnTo>
                  <a:lnTo>
                    <a:pt x="319000" y="97227"/>
                  </a:lnTo>
                  <a:lnTo>
                    <a:pt x="316711" y="92459"/>
                  </a:lnTo>
                  <a:lnTo>
                    <a:pt x="314273" y="87765"/>
                  </a:lnTo>
                  <a:lnTo>
                    <a:pt x="311687" y="83151"/>
                  </a:lnTo>
                  <a:lnTo>
                    <a:pt x="308957" y="78620"/>
                  </a:lnTo>
                  <a:lnTo>
                    <a:pt x="306084" y="74179"/>
                  </a:lnTo>
                  <a:lnTo>
                    <a:pt x="303073" y="69830"/>
                  </a:lnTo>
                  <a:lnTo>
                    <a:pt x="299925" y="65579"/>
                  </a:lnTo>
                  <a:lnTo>
                    <a:pt x="296645" y="61430"/>
                  </a:lnTo>
                  <a:lnTo>
                    <a:pt x="293235" y="57387"/>
                  </a:lnTo>
                  <a:lnTo>
                    <a:pt x="289699" y="53453"/>
                  </a:lnTo>
                  <a:lnTo>
                    <a:pt x="286040" y="49634"/>
                  </a:lnTo>
                  <a:lnTo>
                    <a:pt x="282262" y="45932"/>
                  </a:lnTo>
                  <a:lnTo>
                    <a:pt x="278369" y="42351"/>
                  </a:lnTo>
                  <a:lnTo>
                    <a:pt x="274364" y="38895"/>
                  </a:lnTo>
                  <a:lnTo>
                    <a:pt x="270252" y="35568"/>
                  </a:lnTo>
                  <a:lnTo>
                    <a:pt x="266037" y="32373"/>
                  </a:lnTo>
                  <a:lnTo>
                    <a:pt x="261723" y="29312"/>
                  </a:lnTo>
                  <a:lnTo>
                    <a:pt x="257315" y="26390"/>
                  </a:lnTo>
                  <a:lnTo>
                    <a:pt x="252816" y="23608"/>
                  </a:lnTo>
                  <a:lnTo>
                    <a:pt x="248231" y="20970"/>
                  </a:lnTo>
                  <a:lnTo>
                    <a:pt x="243565" y="18479"/>
                  </a:lnTo>
                  <a:lnTo>
                    <a:pt x="238823" y="16136"/>
                  </a:lnTo>
                  <a:lnTo>
                    <a:pt x="234009" y="13945"/>
                  </a:lnTo>
                  <a:lnTo>
                    <a:pt x="229128" y="11907"/>
                  </a:lnTo>
                  <a:lnTo>
                    <a:pt x="224184" y="10024"/>
                  </a:lnTo>
                  <a:lnTo>
                    <a:pt x="219184" y="8299"/>
                  </a:lnTo>
                  <a:lnTo>
                    <a:pt x="214132" y="6733"/>
                  </a:lnTo>
                  <a:lnTo>
                    <a:pt x="209033" y="5327"/>
                  </a:lnTo>
                  <a:lnTo>
                    <a:pt x="203892" y="4084"/>
                  </a:lnTo>
                  <a:lnTo>
                    <a:pt x="198714" y="3003"/>
                  </a:lnTo>
                  <a:lnTo>
                    <a:pt x="193504" y="2087"/>
                  </a:lnTo>
                  <a:lnTo>
                    <a:pt x="188269" y="1337"/>
                  </a:lnTo>
                  <a:lnTo>
                    <a:pt x="183012" y="752"/>
                  </a:lnTo>
                  <a:lnTo>
                    <a:pt x="177739" y="334"/>
                  </a:lnTo>
                  <a:lnTo>
                    <a:pt x="172455" y="83"/>
                  </a:lnTo>
                  <a:lnTo>
                    <a:pt x="167166" y="0"/>
                  </a:lnTo>
                  <a:lnTo>
                    <a:pt x="167166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6" name="pg386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7" name="pg387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8" name="pg388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9" name="pg389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0" name="pg390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1" name="pg391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2" name="pg392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3" name="pg393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4" name="pg394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5" name="pg395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6" name="pg396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7" name="pg397"/>
            <p:cNvSpPr/>
            <p:nvPr/>
          </p:nvSpPr>
          <p:spPr>
            <a:xfrm>
              <a:off x="2654392" y="2126963"/>
              <a:ext cx="126895" cy="167167"/>
            </a:xfrm>
            <a:custGeom>
              <a:avLst/>
              <a:pathLst>
                <a:path w="126895" h="167167">
                  <a:moveTo>
                    <a:pt x="126895" y="0"/>
                  </a:moveTo>
                  <a:lnTo>
                    <a:pt x="121354" y="91"/>
                  </a:lnTo>
                  <a:lnTo>
                    <a:pt x="115819" y="367"/>
                  </a:lnTo>
                  <a:lnTo>
                    <a:pt x="110297" y="826"/>
                  </a:lnTo>
                  <a:lnTo>
                    <a:pt x="104793" y="1467"/>
                  </a:lnTo>
                  <a:lnTo>
                    <a:pt x="99313" y="2291"/>
                  </a:lnTo>
                  <a:lnTo>
                    <a:pt x="93863" y="3295"/>
                  </a:lnTo>
                  <a:lnTo>
                    <a:pt x="88450" y="4480"/>
                  </a:lnTo>
                  <a:lnTo>
                    <a:pt x="83079" y="5844"/>
                  </a:lnTo>
                  <a:lnTo>
                    <a:pt x="77756" y="7385"/>
                  </a:lnTo>
                  <a:lnTo>
                    <a:pt x="72487" y="9101"/>
                  </a:lnTo>
                  <a:lnTo>
                    <a:pt x="67278" y="10991"/>
                  </a:lnTo>
                  <a:lnTo>
                    <a:pt x="62134" y="13053"/>
                  </a:lnTo>
                  <a:lnTo>
                    <a:pt x="57062" y="15284"/>
                  </a:lnTo>
                  <a:lnTo>
                    <a:pt x="52066" y="17682"/>
                  </a:lnTo>
                  <a:lnTo>
                    <a:pt x="47153" y="20245"/>
                  </a:lnTo>
                  <a:lnTo>
                    <a:pt x="42327" y="22968"/>
                  </a:lnTo>
                  <a:lnTo>
                    <a:pt x="37594" y="25850"/>
                  </a:lnTo>
                  <a:lnTo>
                    <a:pt x="32959" y="28888"/>
                  </a:lnTo>
                  <a:lnTo>
                    <a:pt x="28428" y="32077"/>
                  </a:lnTo>
                  <a:lnTo>
                    <a:pt x="24004" y="35415"/>
                  </a:lnTo>
                  <a:lnTo>
                    <a:pt x="19694" y="38898"/>
                  </a:lnTo>
                  <a:lnTo>
                    <a:pt x="15501" y="42521"/>
                  </a:lnTo>
                  <a:lnTo>
                    <a:pt x="11431" y="46282"/>
                  </a:lnTo>
                  <a:lnTo>
                    <a:pt x="7488" y="50175"/>
                  </a:lnTo>
                  <a:lnTo>
                    <a:pt x="3676" y="54197"/>
                  </a:lnTo>
                  <a:lnTo>
                    <a:pt x="0" y="58343"/>
                  </a:lnTo>
                  <a:lnTo>
                    <a:pt x="126895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8" name="pg398"/>
            <p:cNvSpPr/>
            <p:nvPr/>
          </p:nvSpPr>
          <p:spPr>
            <a:xfrm>
              <a:off x="2654392" y="2185307"/>
              <a:ext cx="126895" cy="108823"/>
            </a:xfrm>
            <a:custGeom>
              <a:avLst/>
              <a:pathLst>
                <a:path w="126895" h="108823">
                  <a:moveTo>
                    <a:pt x="0" y="0"/>
                  </a:moveTo>
                  <a:lnTo>
                    <a:pt x="126895" y="10882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9" name="pg399"/>
            <p:cNvSpPr/>
            <p:nvPr/>
          </p:nvSpPr>
          <p:spPr>
            <a:xfrm>
              <a:off x="2654392" y="2185307"/>
              <a:ext cx="126895" cy="108823"/>
            </a:xfrm>
            <a:custGeom>
              <a:avLst/>
              <a:pathLst>
                <a:path w="126895" h="108823">
                  <a:moveTo>
                    <a:pt x="0" y="0"/>
                  </a:moveTo>
                  <a:lnTo>
                    <a:pt x="126895" y="10882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0" name="pg400"/>
            <p:cNvSpPr/>
            <p:nvPr/>
          </p:nvSpPr>
          <p:spPr>
            <a:xfrm>
              <a:off x="2654392" y="2185307"/>
              <a:ext cx="126895" cy="108823"/>
            </a:xfrm>
            <a:custGeom>
              <a:avLst/>
              <a:pathLst>
                <a:path w="126895" h="108823">
                  <a:moveTo>
                    <a:pt x="0" y="0"/>
                  </a:moveTo>
                  <a:lnTo>
                    <a:pt x="126895" y="10882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1" name="pg401"/>
            <p:cNvSpPr/>
            <p:nvPr/>
          </p:nvSpPr>
          <p:spPr>
            <a:xfrm>
              <a:off x="2654392" y="2185307"/>
              <a:ext cx="126895" cy="108823"/>
            </a:xfrm>
            <a:custGeom>
              <a:avLst/>
              <a:pathLst>
                <a:path w="126895" h="108823">
                  <a:moveTo>
                    <a:pt x="0" y="0"/>
                  </a:moveTo>
                  <a:lnTo>
                    <a:pt x="126895" y="10882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2" name="pg402"/>
            <p:cNvSpPr/>
            <p:nvPr/>
          </p:nvSpPr>
          <p:spPr>
            <a:xfrm>
              <a:off x="2654392" y="2185307"/>
              <a:ext cx="126895" cy="108823"/>
            </a:xfrm>
            <a:custGeom>
              <a:avLst/>
              <a:pathLst>
                <a:path w="126895" h="108823">
                  <a:moveTo>
                    <a:pt x="0" y="0"/>
                  </a:moveTo>
                  <a:lnTo>
                    <a:pt x="126895" y="108823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3" name="pg403"/>
            <p:cNvSpPr/>
            <p:nvPr/>
          </p:nvSpPr>
          <p:spPr>
            <a:xfrm>
              <a:off x="2654392" y="2185307"/>
              <a:ext cx="126895" cy="108823"/>
            </a:xfrm>
            <a:custGeom>
              <a:avLst/>
              <a:pathLst>
                <a:path w="126895" h="108823">
                  <a:moveTo>
                    <a:pt x="0" y="0"/>
                  </a:moveTo>
                  <a:lnTo>
                    <a:pt x="126895" y="108823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4" name="pg404"/>
            <p:cNvSpPr/>
            <p:nvPr/>
          </p:nvSpPr>
          <p:spPr>
            <a:xfrm>
              <a:off x="2654392" y="2185307"/>
              <a:ext cx="126895" cy="108823"/>
            </a:xfrm>
            <a:custGeom>
              <a:avLst/>
              <a:pathLst>
                <a:path w="126895" h="108823">
                  <a:moveTo>
                    <a:pt x="0" y="0"/>
                  </a:moveTo>
                  <a:lnTo>
                    <a:pt x="126895" y="108823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5" name="pg405"/>
            <p:cNvSpPr/>
            <p:nvPr/>
          </p:nvSpPr>
          <p:spPr>
            <a:xfrm>
              <a:off x="2654392" y="2185307"/>
              <a:ext cx="126895" cy="108823"/>
            </a:xfrm>
            <a:custGeom>
              <a:avLst/>
              <a:pathLst>
                <a:path w="126895" h="108823">
                  <a:moveTo>
                    <a:pt x="0" y="0"/>
                  </a:moveTo>
                  <a:lnTo>
                    <a:pt x="126895" y="108823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6" name="pg406"/>
            <p:cNvSpPr/>
            <p:nvPr/>
          </p:nvSpPr>
          <p:spPr>
            <a:xfrm>
              <a:off x="2654392" y="2185307"/>
              <a:ext cx="126895" cy="108823"/>
            </a:xfrm>
            <a:custGeom>
              <a:avLst/>
              <a:pathLst>
                <a:path w="126895" h="108823">
                  <a:moveTo>
                    <a:pt x="0" y="0"/>
                  </a:moveTo>
                  <a:lnTo>
                    <a:pt x="126895" y="10882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7" name="pg407"/>
            <p:cNvSpPr/>
            <p:nvPr/>
          </p:nvSpPr>
          <p:spPr>
            <a:xfrm>
              <a:off x="2654392" y="2185307"/>
              <a:ext cx="126895" cy="108823"/>
            </a:xfrm>
            <a:custGeom>
              <a:avLst/>
              <a:pathLst>
                <a:path w="126895" h="108823">
                  <a:moveTo>
                    <a:pt x="0" y="0"/>
                  </a:moveTo>
                  <a:lnTo>
                    <a:pt x="126895" y="10882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8" name="pg408"/>
            <p:cNvSpPr/>
            <p:nvPr/>
          </p:nvSpPr>
          <p:spPr>
            <a:xfrm>
              <a:off x="2654392" y="2185307"/>
              <a:ext cx="126895" cy="108823"/>
            </a:xfrm>
            <a:custGeom>
              <a:avLst/>
              <a:pathLst>
                <a:path w="126895" h="108823">
                  <a:moveTo>
                    <a:pt x="0" y="0"/>
                  </a:moveTo>
                  <a:lnTo>
                    <a:pt x="126895" y="10882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9" name="pg409"/>
            <p:cNvSpPr/>
            <p:nvPr/>
          </p:nvSpPr>
          <p:spPr>
            <a:xfrm>
              <a:off x="2654392" y="2185307"/>
              <a:ext cx="126895" cy="108823"/>
            </a:xfrm>
            <a:custGeom>
              <a:avLst/>
              <a:pathLst>
                <a:path w="126895" h="108823">
                  <a:moveTo>
                    <a:pt x="0" y="0"/>
                  </a:moveTo>
                  <a:lnTo>
                    <a:pt x="126895" y="10882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0" name="pg410"/>
            <p:cNvSpPr/>
            <p:nvPr/>
          </p:nvSpPr>
          <p:spPr>
            <a:xfrm>
              <a:off x="2654392" y="2185307"/>
              <a:ext cx="126895" cy="108823"/>
            </a:xfrm>
            <a:custGeom>
              <a:avLst/>
              <a:pathLst>
                <a:path w="126895" h="108823">
                  <a:moveTo>
                    <a:pt x="0" y="0"/>
                  </a:moveTo>
                  <a:lnTo>
                    <a:pt x="126895" y="108823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1" name="pg411"/>
            <p:cNvSpPr/>
            <p:nvPr/>
          </p:nvSpPr>
          <p:spPr>
            <a:xfrm>
              <a:off x="2654392" y="2185307"/>
              <a:ext cx="126895" cy="108823"/>
            </a:xfrm>
            <a:custGeom>
              <a:avLst/>
              <a:pathLst>
                <a:path w="126895" h="108823">
                  <a:moveTo>
                    <a:pt x="0" y="0"/>
                  </a:moveTo>
                  <a:lnTo>
                    <a:pt x="126895" y="108823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2" name="pg412"/>
            <p:cNvSpPr/>
            <p:nvPr/>
          </p:nvSpPr>
          <p:spPr>
            <a:xfrm>
              <a:off x="2614134" y="2127956"/>
              <a:ext cx="334315" cy="333340"/>
            </a:xfrm>
            <a:custGeom>
              <a:avLst/>
              <a:pathLst>
                <a:path w="334315" h="333340">
                  <a:moveTo>
                    <a:pt x="40257" y="57350"/>
                  </a:moveTo>
                  <a:lnTo>
                    <a:pt x="36880" y="61417"/>
                  </a:lnTo>
                  <a:lnTo>
                    <a:pt x="33633" y="65587"/>
                  </a:lnTo>
                  <a:lnTo>
                    <a:pt x="30520" y="69859"/>
                  </a:lnTo>
                  <a:lnTo>
                    <a:pt x="27543" y="74227"/>
                  </a:lnTo>
                  <a:lnTo>
                    <a:pt x="24706" y="78686"/>
                  </a:lnTo>
                  <a:lnTo>
                    <a:pt x="22011" y="83234"/>
                  </a:lnTo>
                  <a:lnTo>
                    <a:pt x="19462" y="87864"/>
                  </a:lnTo>
                  <a:lnTo>
                    <a:pt x="17060" y="92572"/>
                  </a:lnTo>
                  <a:lnTo>
                    <a:pt x="14808" y="97354"/>
                  </a:lnTo>
                  <a:lnTo>
                    <a:pt x="12708" y="102205"/>
                  </a:lnTo>
                  <a:lnTo>
                    <a:pt x="10763" y="107120"/>
                  </a:lnTo>
                  <a:lnTo>
                    <a:pt x="8974" y="112093"/>
                  </a:lnTo>
                  <a:lnTo>
                    <a:pt x="7344" y="117121"/>
                  </a:lnTo>
                  <a:lnTo>
                    <a:pt x="5873" y="122198"/>
                  </a:lnTo>
                  <a:lnTo>
                    <a:pt x="4563" y="127319"/>
                  </a:lnTo>
                  <a:lnTo>
                    <a:pt x="3416" y="132479"/>
                  </a:lnTo>
                  <a:lnTo>
                    <a:pt x="2433" y="137672"/>
                  </a:lnTo>
                  <a:lnTo>
                    <a:pt x="1614" y="142894"/>
                  </a:lnTo>
                  <a:lnTo>
                    <a:pt x="961" y="148139"/>
                  </a:lnTo>
                  <a:lnTo>
                    <a:pt x="473" y="153402"/>
                  </a:lnTo>
                  <a:lnTo>
                    <a:pt x="153" y="158678"/>
                  </a:lnTo>
                  <a:lnTo>
                    <a:pt x="0" y="163961"/>
                  </a:lnTo>
                  <a:lnTo>
                    <a:pt x="13" y="169247"/>
                  </a:lnTo>
                  <a:lnTo>
                    <a:pt x="194" y="174530"/>
                  </a:lnTo>
                  <a:lnTo>
                    <a:pt x="541" y="179804"/>
                  </a:lnTo>
                  <a:lnTo>
                    <a:pt x="1056" y="185065"/>
                  </a:lnTo>
                  <a:lnTo>
                    <a:pt x="1736" y="190306"/>
                  </a:lnTo>
                  <a:lnTo>
                    <a:pt x="2582" y="195524"/>
                  </a:lnTo>
                  <a:lnTo>
                    <a:pt x="3592" y="200712"/>
                  </a:lnTo>
                  <a:lnTo>
                    <a:pt x="4765" y="205866"/>
                  </a:lnTo>
                  <a:lnTo>
                    <a:pt x="6101" y="210980"/>
                  </a:lnTo>
                  <a:lnTo>
                    <a:pt x="7599" y="216049"/>
                  </a:lnTo>
                  <a:lnTo>
                    <a:pt x="9255" y="221068"/>
                  </a:lnTo>
                  <a:lnTo>
                    <a:pt x="11069" y="226033"/>
                  </a:lnTo>
                  <a:lnTo>
                    <a:pt x="13040" y="230938"/>
                  </a:lnTo>
                  <a:lnTo>
                    <a:pt x="15165" y="235777"/>
                  </a:lnTo>
                  <a:lnTo>
                    <a:pt x="17441" y="240548"/>
                  </a:lnTo>
                  <a:lnTo>
                    <a:pt x="19867" y="245244"/>
                  </a:lnTo>
                  <a:lnTo>
                    <a:pt x="22441" y="249861"/>
                  </a:lnTo>
                  <a:lnTo>
                    <a:pt x="25159" y="254394"/>
                  </a:lnTo>
                  <a:lnTo>
                    <a:pt x="28019" y="258839"/>
                  </a:lnTo>
                  <a:lnTo>
                    <a:pt x="31018" y="263191"/>
                  </a:lnTo>
                  <a:lnTo>
                    <a:pt x="34153" y="267447"/>
                  </a:lnTo>
                  <a:lnTo>
                    <a:pt x="37421" y="271601"/>
                  </a:lnTo>
                  <a:lnTo>
                    <a:pt x="40819" y="275650"/>
                  </a:lnTo>
                  <a:lnTo>
                    <a:pt x="44344" y="279589"/>
                  </a:lnTo>
                  <a:lnTo>
                    <a:pt x="47991" y="283415"/>
                  </a:lnTo>
                  <a:lnTo>
                    <a:pt x="51757" y="287123"/>
                  </a:lnTo>
                  <a:lnTo>
                    <a:pt x="55638" y="290711"/>
                  </a:lnTo>
                  <a:lnTo>
                    <a:pt x="59631" y="294174"/>
                  </a:lnTo>
                  <a:lnTo>
                    <a:pt x="63732" y="297510"/>
                  </a:lnTo>
                  <a:lnTo>
                    <a:pt x="67936" y="300714"/>
                  </a:lnTo>
                  <a:lnTo>
                    <a:pt x="72239" y="303783"/>
                  </a:lnTo>
                  <a:lnTo>
                    <a:pt x="76637" y="306715"/>
                  </a:lnTo>
                  <a:lnTo>
                    <a:pt x="81125" y="309507"/>
                  </a:lnTo>
                  <a:lnTo>
                    <a:pt x="85700" y="312155"/>
                  </a:lnTo>
                  <a:lnTo>
                    <a:pt x="90356" y="314657"/>
                  </a:lnTo>
                  <a:lnTo>
                    <a:pt x="95088" y="317011"/>
                  </a:lnTo>
                  <a:lnTo>
                    <a:pt x="99893" y="319213"/>
                  </a:lnTo>
                  <a:lnTo>
                    <a:pt x="104765" y="321263"/>
                  </a:lnTo>
                  <a:lnTo>
                    <a:pt x="109699" y="323158"/>
                  </a:lnTo>
                  <a:lnTo>
                    <a:pt x="114691" y="324896"/>
                  </a:lnTo>
                  <a:lnTo>
                    <a:pt x="119735" y="326475"/>
                  </a:lnTo>
                  <a:lnTo>
                    <a:pt x="124827" y="327894"/>
                  </a:lnTo>
                  <a:lnTo>
                    <a:pt x="129961" y="329152"/>
                  </a:lnTo>
                  <a:lnTo>
                    <a:pt x="135132" y="330246"/>
                  </a:lnTo>
                  <a:lnTo>
                    <a:pt x="140335" y="331176"/>
                  </a:lnTo>
                  <a:lnTo>
                    <a:pt x="145565" y="331942"/>
                  </a:lnTo>
                  <a:lnTo>
                    <a:pt x="150817" y="332541"/>
                  </a:lnTo>
                  <a:lnTo>
                    <a:pt x="156085" y="332974"/>
                  </a:lnTo>
                  <a:lnTo>
                    <a:pt x="161363" y="333241"/>
                  </a:lnTo>
                  <a:lnTo>
                    <a:pt x="166648" y="333340"/>
                  </a:lnTo>
                  <a:lnTo>
                    <a:pt x="171933" y="333273"/>
                  </a:lnTo>
                  <a:lnTo>
                    <a:pt x="177214" y="333038"/>
                  </a:lnTo>
                  <a:lnTo>
                    <a:pt x="182484" y="332637"/>
                  </a:lnTo>
                  <a:lnTo>
                    <a:pt x="187739" y="332069"/>
                  </a:lnTo>
                  <a:lnTo>
                    <a:pt x="192974" y="331335"/>
                  </a:lnTo>
                  <a:lnTo>
                    <a:pt x="198183" y="330436"/>
                  </a:lnTo>
                  <a:lnTo>
                    <a:pt x="203360" y="329373"/>
                  </a:lnTo>
                  <a:lnTo>
                    <a:pt x="208502" y="328147"/>
                  </a:lnTo>
                  <a:lnTo>
                    <a:pt x="213602" y="326758"/>
                  </a:lnTo>
                  <a:lnTo>
                    <a:pt x="218655" y="325210"/>
                  </a:lnTo>
                  <a:lnTo>
                    <a:pt x="223658" y="323502"/>
                  </a:lnTo>
                  <a:lnTo>
                    <a:pt x="228603" y="321637"/>
                  </a:lnTo>
                  <a:lnTo>
                    <a:pt x="233487" y="319616"/>
                  </a:lnTo>
                  <a:lnTo>
                    <a:pt x="238305" y="317442"/>
                  </a:lnTo>
                  <a:lnTo>
                    <a:pt x="243052" y="315117"/>
                  </a:lnTo>
                  <a:lnTo>
                    <a:pt x="247723" y="312643"/>
                  </a:lnTo>
                  <a:lnTo>
                    <a:pt x="252313" y="310023"/>
                  </a:lnTo>
                  <a:lnTo>
                    <a:pt x="256819" y="307258"/>
                  </a:lnTo>
                  <a:lnTo>
                    <a:pt x="261234" y="304353"/>
                  </a:lnTo>
                  <a:lnTo>
                    <a:pt x="265556" y="301310"/>
                  </a:lnTo>
                  <a:lnTo>
                    <a:pt x="269779" y="298131"/>
                  </a:lnTo>
                  <a:lnTo>
                    <a:pt x="273899" y="294821"/>
                  </a:lnTo>
                  <a:lnTo>
                    <a:pt x="277913" y="291381"/>
                  </a:lnTo>
                  <a:lnTo>
                    <a:pt x="281816" y="287817"/>
                  </a:lnTo>
                  <a:lnTo>
                    <a:pt x="285605" y="284131"/>
                  </a:lnTo>
                  <a:lnTo>
                    <a:pt x="289275" y="280327"/>
                  </a:lnTo>
                  <a:lnTo>
                    <a:pt x="292823" y="276409"/>
                  </a:lnTo>
                  <a:lnTo>
                    <a:pt x="296245" y="272381"/>
                  </a:lnTo>
                  <a:lnTo>
                    <a:pt x="299538" y="268247"/>
                  </a:lnTo>
                  <a:lnTo>
                    <a:pt x="302699" y="264010"/>
                  </a:lnTo>
                  <a:lnTo>
                    <a:pt x="305724" y="259676"/>
                  </a:lnTo>
                  <a:lnTo>
                    <a:pt x="308611" y="255249"/>
                  </a:lnTo>
                  <a:lnTo>
                    <a:pt x="311357" y="250732"/>
                  </a:lnTo>
                  <a:lnTo>
                    <a:pt x="313958" y="246130"/>
                  </a:lnTo>
                  <a:lnTo>
                    <a:pt x="316412" y="241449"/>
                  </a:lnTo>
                  <a:lnTo>
                    <a:pt x="318718" y="236693"/>
                  </a:lnTo>
                  <a:lnTo>
                    <a:pt x="320871" y="231866"/>
                  </a:lnTo>
                  <a:lnTo>
                    <a:pt x="322871" y="226973"/>
                  </a:lnTo>
                  <a:lnTo>
                    <a:pt x="324716" y="222020"/>
                  </a:lnTo>
                  <a:lnTo>
                    <a:pt x="326402" y="217010"/>
                  </a:lnTo>
                  <a:lnTo>
                    <a:pt x="327930" y="211950"/>
                  </a:lnTo>
                  <a:lnTo>
                    <a:pt x="329297" y="206844"/>
                  </a:lnTo>
                  <a:lnTo>
                    <a:pt x="330502" y="201698"/>
                  </a:lnTo>
                  <a:lnTo>
                    <a:pt x="331543" y="196516"/>
                  </a:lnTo>
                  <a:lnTo>
                    <a:pt x="332420" y="191303"/>
                  </a:lnTo>
                  <a:lnTo>
                    <a:pt x="333132" y="186066"/>
                  </a:lnTo>
                  <a:lnTo>
                    <a:pt x="333678" y="180808"/>
                  </a:lnTo>
                  <a:lnTo>
                    <a:pt x="334057" y="175536"/>
                  </a:lnTo>
                  <a:lnTo>
                    <a:pt x="334270" y="170255"/>
                  </a:lnTo>
                  <a:lnTo>
                    <a:pt x="334315" y="164970"/>
                  </a:lnTo>
                  <a:lnTo>
                    <a:pt x="334194" y="159685"/>
                  </a:lnTo>
                  <a:lnTo>
                    <a:pt x="333905" y="154408"/>
                  </a:lnTo>
                  <a:lnTo>
                    <a:pt x="333450" y="149142"/>
                  </a:lnTo>
                  <a:lnTo>
                    <a:pt x="332828" y="143893"/>
                  </a:lnTo>
                  <a:lnTo>
                    <a:pt x="332041" y="138666"/>
                  </a:lnTo>
                  <a:lnTo>
                    <a:pt x="331089" y="133467"/>
                  </a:lnTo>
                  <a:lnTo>
                    <a:pt x="329973" y="128300"/>
                  </a:lnTo>
                  <a:lnTo>
                    <a:pt x="328694" y="123171"/>
                  </a:lnTo>
                  <a:lnTo>
                    <a:pt x="327254" y="118086"/>
                  </a:lnTo>
                  <a:lnTo>
                    <a:pt x="325653" y="113048"/>
                  </a:lnTo>
                  <a:lnTo>
                    <a:pt x="323895" y="108064"/>
                  </a:lnTo>
                  <a:lnTo>
                    <a:pt x="321979" y="103137"/>
                  </a:lnTo>
                  <a:lnTo>
                    <a:pt x="319909" y="98274"/>
                  </a:lnTo>
                  <a:lnTo>
                    <a:pt x="317686" y="93479"/>
                  </a:lnTo>
                  <a:lnTo>
                    <a:pt x="315312" y="88756"/>
                  </a:lnTo>
                  <a:lnTo>
                    <a:pt x="312791" y="84110"/>
                  </a:lnTo>
                  <a:lnTo>
                    <a:pt x="310124" y="79547"/>
                  </a:lnTo>
                  <a:lnTo>
                    <a:pt x="307313" y="75070"/>
                  </a:lnTo>
                  <a:lnTo>
                    <a:pt x="304363" y="70685"/>
                  </a:lnTo>
                  <a:lnTo>
                    <a:pt x="301276" y="66395"/>
                  </a:lnTo>
                  <a:lnTo>
                    <a:pt x="298054" y="62204"/>
                  </a:lnTo>
                  <a:lnTo>
                    <a:pt x="294702" y="58118"/>
                  </a:lnTo>
                  <a:lnTo>
                    <a:pt x="291222" y="54139"/>
                  </a:lnTo>
                  <a:lnTo>
                    <a:pt x="287618" y="50273"/>
                  </a:lnTo>
                  <a:lnTo>
                    <a:pt x="283893" y="46522"/>
                  </a:lnTo>
                  <a:lnTo>
                    <a:pt x="280052" y="42891"/>
                  </a:lnTo>
                  <a:lnTo>
                    <a:pt x="276098" y="39383"/>
                  </a:lnTo>
                  <a:lnTo>
                    <a:pt x="272035" y="36002"/>
                  </a:lnTo>
                  <a:lnTo>
                    <a:pt x="267867" y="32752"/>
                  </a:lnTo>
                  <a:lnTo>
                    <a:pt x="263599" y="29634"/>
                  </a:lnTo>
                  <a:lnTo>
                    <a:pt x="259234" y="26653"/>
                  </a:lnTo>
                  <a:lnTo>
                    <a:pt x="254777" y="23812"/>
                  </a:lnTo>
                  <a:lnTo>
                    <a:pt x="250232" y="21113"/>
                  </a:lnTo>
                  <a:lnTo>
                    <a:pt x="245605" y="18559"/>
                  </a:lnTo>
                  <a:lnTo>
                    <a:pt x="240899" y="16152"/>
                  </a:lnTo>
                  <a:lnTo>
                    <a:pt x="236119" y="13896"/>
                  </a:lnTo>
                  <a:lnTo>
                    <a:pt x="231270" y="11792"/>
                  </a:lnTo>
                  <a:lnTo>
                    <a:pt x="226357" y="9842"/>
                  </a:lnTo>
                  <a:lnTo>
                    <a:pt x="221385" y="8048"/>
                  </a:lnTo>
                  <a:lnTo>
                    <a:pt x="216359" y="6413"/>
                  </a:lnTo>
                  <a:lnTo>
                    <a:pt x="211283" y="4937"/>
                  </a:lnTo>
                  <a:lnTo>
                    <a:pt x="206164" y="3622"/>
                  </a:lnTo>
                  <a:lnTo>
                    <a:pt x="201005" y="2470"/>
                  </a:lnTo>
                  <a:lnTo>
                    <a:pt x="195813" y="1482"/>
                  </a:lnTo>
                  <a:lnTo>
                    <a:pt x="190592" y="658"/>
                  </a:lnTo>
                  <a:lnTo>
                    <a:pt x="185347" y="0"/>
                  </a:lnTo>
                  <a:lnTo>
                    <a:pt x="167152" y="166174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3" name="pg413"/>
            <p:cNvSpPr/>
            <p:nvPr/>
          </p:nvSpPr>
          <p:spPr>
            <a:xfrm>
              <a:off x="2781287" y="2126963"/>
              <a:ext cx="18194" cy="167167"/>
            </a:xfrm>
            <a:custGeom>
              <a:avLst/>
              <a:pathLst>
                <a:path w="18194" h="167167">
                  <a:moveTo>
                    <a:pt x="18194" y="993"/>
                  </a:moveTo>
                  <a:lnTo>
                    <a:pt x="9111" y="248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4" name="pg414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5" name="pg415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6" name="pg416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7" name="pg417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8" name="pg418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9" name="pg419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0" name="pg420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1" name="pg421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2" name="pg422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3" name="pg423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4" name="pg424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5" name="pg425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6" name="pg426"/>
            <p:cNvSpPr/>
            <p:nvPr/>
          </p:nvSpPr>
          <p:spPr>
            <a:xfrm>
              <a:off x="2423593" y="2633064"/>
              <a:ext cx="334319" cy="334330"/>
            </a:xfrm>
            <a:custGeom>
              <a:avLst/>
              <a:pathLst>
                <a:path w="334319" h="334330">
                  <a:moveTo>
                    <a:pt x="167154" y="0"/>
                  </a:moveTo>
                  <a:lnTo>
                    <a:pt x="161862" y="83"/>
                  </a:lnTo>
                  <a:lnTo>
                    <a:pt x="156576" y="335"/>
                  </a:lnTo>
                  <a:lnTo>
                    <a:pt x="151299" y="753"/>
                  </a:lnTo>
                  <a:lnTo>
                    <a:pt x="146039" y="1338"/>
                  </a:lnTo>
                  <a:lnTo>
                    <a:pt x="140800" y="2090"/>
                  </a:lnTo>
                  <a:lnTo>
                    <a:pt x="135588" y="3007"/>
                  </a:lnTo>
                  <a:lnTo>
                    <a:pt x="130407" y="4089"/>
                  </a:lnTo>
                  <a:lnTo>
                    <a:pt x="125263" y="5334"/>
                  </a:lnTo>
                  <a:lnTo>
                    <a:pt x="120160" y="6741"/>
                  </a:lnTo>
                  <a:lnTo>
                    <a:pt x="115105" y="8309"/>
                  </a:lnTo>
                  <a:lnTo>
                    <a:pt x="110102" y="10036"/>
                  </a:lnTo>
                  <a:lnTo>
                    <a:pt x="105157" y="11921"/>
                  </a:lnTo>
                  <a:lnTo>
                    <a:pt x="100273" y="13962"/>
                  </a:lnTo>
                  <a:lnTo>
                    <a:pt x="95457" y="16156"/>
                  </a:lnTo>
                  <a:lnTo>
                    <a:pt x="90712" y="18501"/>
                  </a:lnTo>
                  <a:lnTo>
                    <a:pt x="86044" y="20995"/>
                  </a:lnTo>
                  <a:lnTo>
                    <a:pt x="81457" y="23636"/>
                  </a:lnTo>
                  <a:lnTo>
                    <a:pt x="76957" y="26421"/>
                  </a:lnTo>
                  <a:lnTo>
                    <a:pt x="72546" y="29347"/>
                  </a:lnTo>
                  <a:lnTo>
                    <a:pt x="68231" y="32411"/>
                  </a:lnTo>
                  <a:lnTo>
                    <a:pt x="64014" y="35610"/>
                  </a:lnTo>
                  <a:lnTo>
                    <a:pt x="59901" y="38941"/>
                  </a:lnTo>
                  <a:lnTo>
                    <a:pt x="55896" y="42401"/>
                  </a:lnTo>
                  <a:lnTo>
                    <a:pt x="52002" y="45986"/>
                  </a:lnTo>
                  <a:lnTo>
                    <a:pt x="48224" y="49692"/>
                  </a:lnTo>
                  <a:lnTo>
                    <a:pt x="44564" y="53516"/>
                  </a:lnTo>
                  <a:lnTo>
                    <a:pt x="41028" y="57453"/>
                  </a:lnTo>
                  <a:lnTo>
                    <a:pt x="37618" y="61501"/>
                  </a:lnTo>
                  <a:lnTo>
                    <a:pt x="34338" y="65655"/>
                  </a:lnTo>
                  <a:lnTo>
                    <a:pt x="31191" y="69910"/>
                  </a:lnTo>
                  <a:lnTo>
                    <a:pt x="28180" y="74263"/>
                  </a:lnTo>
                  <a:lnTo>
                    <a:pt x="25309" y="78709"/>
                  </a:lnTo>
                  <a:lnTo>
                    <a:pt x="22579" y="83244"/>
                  </a:lnTo>
                  <a:lnTo>
                    <a:pt x="19995" y="87863"/>
                  </a:lnTo>
                  <a:lnTo>
                    <a:pt x="17558" y="92561"/>
                  </a:lnTo>
                  <a:lnTo>
                    <a:pt x="15272" y="97334"/>
                  </a:lnTo>
                  <a:lnTo>
                    <a:pt x="13137" y="102177"/>
                  </a:lnTo>
                  <a:lnTo>
                    <a:pt x="11157" y="107086"/>
                  </a:lnTo>
                  <a:lnTo>
                    <a:pt x="9333" y="112054"/>
                  </a:lnTo>
                  <a:lnTo>
                    <a:pt x="7667" y="117078"/>
                  </a:lnTo>
                  <a:lnTo>
                    <a:pt x="6162" y="122152"/>
                  </a:lnTo>
                  <a:lnTo>
                    <a:pt x="4817" y="127271"/>
                  </a:lnTo>
                  <a:lnTo>
                    <a:pt x="3636" y="132430"/>
                  </a:lnTo>
                  <a:lnTo>
                    <a:pt x="2618" y="137624"/>
                  </a:lnTo>
                  <a:lnTo>
                    <a:pt x="1765" y="142847"/>
                  </a:lnTo>
                  <a:lnTo>
                    <a:pt x="1078" y="148095"/>
                  </a:lnTo>
                  <a:lnTo>
                    <a:pt x="558" y="153362"/>
                  </a:lnTo>
                  <a:lnTo>
                    <a:pt x="204" y="158643"/>
                  </a:lnTo>
                  <a:lnTo>
                    <a:pt x="18" y="163933"/>
                  </a:lnTo>
                  <a:lnTo>
                    <a:pt x="0" y="169225"/>
                  </a:lnTo>
                  <a:lnTo>
                    <a:pt x="148" y="174516"/>
                  </a:lnTo>
                  <a:lnTo>
                    <a:pt x="465" y="179799"/>
                  </a:lnTo>
                  <a:lnTo>
                    <a:pt x="948" y="185070"/>
                  </a:lnTo>
                  <a:lnTo>
                    <a:pt x="1598" y="190322"/>
                  </a:lnTo>
                  <a:lnTo>
                    <a:pt x="2414" y="195552"/>
                  </a:lnTo>
                  <a:lnTo>
                    <a:pt x="3395" y="200752"/>
                  </a:lnTo>
                  <a:lnTo>
                    <a:pt x="4541" y="205920"/>
                  </a:lnTo>
                  <a:lnTo>
                    <a:pt x="5849" y="211048"/>
                  </a:lnTo>
                  <a:lnTo>
                    <a:pt x="7319" y="216133"/>
                  </a:lnTo>
                  <a:lnTo>
                    <a:pt x="8949" y="221168"/>
                  </a:lnTo>
                  <a:lnTo>
                    <a:pt x="10738" y="226149"/>
                  </a:lnTo>
                  <a:lnTo>
                    <a:pt x="12684" y="231071"/>
                  </a:lnTo>
                  <a:lnTo>
                    <a:pt x="14784" y="235929"/>
                  </a:lnTo>
                  <a:lnTo>
                    <a:pt x="17037" y="240718"/>
                  </a:lnTo>
                  <a:lnTo>
                    <a:pt x="19441" y="245434"/>
                  </a:lnTo>
                  <a:lnTo>
                    <a:pt x="21993" y="250071"/>
                  </a:lnTo>
                  <a:lnTo>
                    <a:pt x="24690" y="254624"/>
                  </a:lnTo>
                  <a:lnTo>
                    <a:pt x="27530" y="259091"/>
                  </a:lnTo>
                  <a:lnTo>
                    <a:pt x="30510" y="263465"/>
                  </a:lnTo>
                  <a:lnTo>
                    <a:pt x="33627" y="267742"/>
                  </a:lnTo>
                  <a:lnTo>
                    <a:pt x="36878" y="271919"/>
                  </a:lnTo>
                  <a:lnTo>
                    <a:pt x="40259" y="275990"/>
                  </a:lnTo>
                  <a:lnTo>
                    <a:pt x="43768" y="279953"/>
                  </a:lnTo>
                  <a:lnTo>
                    <a:pt x="47400" y="283803"/>
                  </a:lnTo>
                  <a:lnTo>
                    <a:pt x="51152" y="287535"/>
                  </a:lnTo>
                  <a:lnTo>
                    <a:pt x="55021" y="291147"/>
                  </a:lnTo>
                  <a:lnTo>
                    <a:pt x="59002" y="294635"/>
                  </a:lnTo>
                  <a:lnTo>
                    <a:pt x="63091" y="297995"/>
                  </a:lnTo>
                  <a:lnTo>
                    <a:pt x="67285" y="301223"/>
                  </a:lnTo>
                  <a:lnTo>
                    <a:pt x="71579" y="304318"/>
                  </a:lnTo>
                  <a:lnTo>
                    <a:pt x="75969" y="307275"/>
                  </a:lnTo>
                  <a:lnTo>
                    <a:pt x="80450" y="310091"/>
                  </a:lnTo>
                  <a:lnTo>
                    <a:pt x="85018" y="312764"/>
                  </a:lnTo>
                  <a:lnTo>
                    <a:pt x="89668" y="315291"/>
                  </a:lnTo>
                  <a:lnTo>
                    <a:pt x="94396" y="317670"/>
                  </a:lnTo>
                  <a:lnTo>
                    <a:pt x="99197" y="319898"/>
                  </a:lnTo>
                  <a:lnTo>
                    <a:pt x="104066" y="321973"/>
                  </a:lnTo>
                  <a:lnTo>
                    <a:pt x="108998" y="323892"/>
                  </a:lnTo>
                  <a:lnTo>
                    <a:pt x="113989" y="325655"/>
                  </a:lnTo>
                  <a:lnTo>
                    <a:pt x="119033" y="327258"/>
                  </a:lnTo>
                  <a:lnTo>
                    <a:pt x="124125" y="328702"/>
                  </a:lnTo>
                  <a:lnTo>
                    <a:pt x="129260" y="329983"/>
                  </a:lnTo>
                  <a:lnTo>
                    <a:pt x="134433" y="331101"/>
                  </a:lnTo>
                  <a:lnTo>
                    <a:pt x="139639" y="332054"/>
                  </a:lnTo>
                  <a:lnTo>
                    <a:pt x="144873" y="332843"/>
                  </a:lnTo>
                  <a:lnTo>
                    <a:pt x="150129" y="333465"/>
                  </a:lnTo>
                  <a:lnTo>
                    <a:pt x="155402" y="333921"/>
                  </a:lnTo>
                  <a:lnTo>
                    <a:pt x="160687" y="334209"/>
                  </a:lnTo>
                  <a:lnTo>
                    <a:pt x="165978" y="334330"/>
                  </a:lnTo>
                  <a:lnTo>
                    <a:pt x="171271" y="334284"/>
                  </a:lnTo>
                  <a:lnTo>
                    <a:pt x="176559" y="334070"/>
                  </a:lnTo>
                  <a:lnTo>
                    <a:pt x="181838" y="333688"/>
                  </a:lnTo>
                  <a:lnTo>
                    <a:pt x="187102" y="333140"/>
                  </a:lnTo>
                  <a:lnTo>
                    <a:pt x="192346" y="332425"/>
                  </a:lnTo>
                  <a:lnTo>
                    <a:pt x="197565" y="331545"/>
                  </a:lnTo>
                  <a:lnTo>
                    <a:pt x="202754" y="330500"/>
                  </a:lnTo>
                  <a:lnTo>
                    <a:pt x="207906" y="329291"/>
                  </a:lnTo>
                  <a:lnTo>
                    <a:pt x="213018" y="327920"/>
                  </a:lnTo>
                  <a:lnTo>
                    <a:pt x="218084" y="326387"/>
                  </a:lnTo>
                  <a:lnTo>
                    <a:pt x="223099" y="324695"/>
                  </a:lnTo>
                  <a:lnTo>
                    <a:pt x="228058" y="322845"/>
                  </a:lnTo>
                  <a:lnTo>
                    <a:pt x="232956" y="320839"/>
                  </a:lnTo>
                  <a:lnTo>
                    <a:pt x="237787" y="318679"/>
                  </a:lnTo>
                  <a:lnTo>
                    <a:pt x="242548" y="316367"/>
                  </a:lnTo>
                  <a:lnTo>
                    <a:pt x="247234" y="313906"/>
                  </a:lnTo>
                  <a:lnTo>
                    <a:pt x="251839" y="311297"/>
                  </a:lnTo>
                  <a:lnTo>
                    <a:pt x="256359" y="308544"/>
                  </a:lnTo>
                  <a:lnTo>
                    <a:pt x="260790" y="305649"/>
                  </a:lnTo>
                  <a:lnTo>
                    <a:pt x="265127" y="302615"/>
                  </a:lnTo>
                  <a:lnTo>
                    <a:pt x="269366" y="299446"/>
                  </a:lnTo>
                  <a:lnTo>
                    <a:pt x="273502" y="296144"/>
                  </a:lnTo>
                  <a:lnTo>
                    <a:pt x="277532" y="292713"/>
                  </a:lnTo>
                  <a:lnTo>
                    <a:pt x="281451" y="289156"/>
                  </a:lnTo>
                  <a:lnTo>
                    <a:pt x="285255" y="285476"/>
                  </a:lnTo>
                  <a:lnTo>
                    <a:pt x="288942" y="281678"/>
                  </a:lnTo>
                  <a:lnTo>
                    <a:pt x="292506" y="277765"/>
                  </a:lnTo>
                  <a:lnTo>
                    <a:pt x="295944" y="273742"/>
                  </a:lnTo>
                  <a:lnTo>
                    <a:pt x="299253" y="269611"/>
                  </a:lnTo>
                  <a:lnTo>
                    <a:pt x="302430" y="265378"/>
                  </a:lnTo>
                  <a:lnTo>
                    <a:pt x="305471" y="261046"/>
                  </a:lnTo>
                  <a:lnTo>
                    <a:pt x="308374" y="256621"/>
                  </a:lnTo>
                  <a:lnTo>
                    <a:pt x="311135" y="252105"/>
                  </a:lnTo>
                  <a:lnTo>
                    <a:pt x="313752" y="247505"/>
                  </a:lnTo>
                  <a:lnTo>
                    <a:pt x="316222" y="242823"/>
                  </a:lnTo>
                  <a:lnTo>
                    <a:pt x="318542" y="238067"/>
                  </a:lnTo>
                  <a:lnTo>
                    <a:pt x="320710" y="233239"/>
                  </a:lnTo>
                  <a:lnTo>
                    <a:pt x="322725" y="228344"/>
                  </a:lnTo>
                  <a:lnTo>
                    <a:pt x="324584" y="223389"/>
                  </a:lnTo>
                  <a:lnTo>
                    <a:pt x="326285" y="218377"/>
                  </a:lnTo>
                  <a:lnTo>
                    <a:pt x="327826" y="213314"/>
                  </a:lnTo>
                  <a:lnTo>
                    <a:pt x="329206" y="208204"/>
                  </a:lnTo>
                  <a:lnTo>
                    <a:pt x="330424" y="203053"/>
                  </a:lnTo>
                  <a:lnTo>
                    <a:pt x="331479" y="197867"/>
                  </a:lnTo>
                  <a:lnTo>
                    <a:pt x="332368" y="192649"/>
                  </a:lnTo>
                  <a:lnTo>
                    <a:pt x="333092" y="187407"/>
                  </a:lnTo>
                  <a:lnTo>
                    <a:pt x="333649" y="182143"/>
                  </a:lnTo>
                  <a:lnTo>
                    <a:pt x="334040" y="176865"/>
                  </a:lnTo>
                  <a:lnTo>
                    <a:pt x="334264" y="171577"/>
                  </a:lnTo>
                  <a:lnTo>
                    <a:pt x="334319" y="166285"/>
                  </a:lnTo>
                  <a:lnTo>
                    <a:pt x="334208" y="160993"/>
                  </a:lnTo>
                  <a:lnTo>
                    <a:pt x="333929" y="155708"/>
                  </a:lnTo>
                  <a:lnTo>
                    <a:pt x="333482" y="150434"/>
                  </a:lnTo>
                  <a:lnTo>
                    <a:pt x="332869" y="145177"/>
                  </a:lnTo>
                  <a:lnTo>
                    <a:pt x="332090" y="139942"/>
                  </a:lnTo>
                  <a:lnTo>
                    <a:pt x="331145" y="134734"/>
                  </a:lnTo>
                  <a:lnTo>
                    <a:pt x="330036" y="129559"/>
                  </a:lnTo>
                  <a:lnTo>
                    <a:pt x="328764" y="124422"/>
                  </a:lnTo>
                  <a:lnTo>
                    <a:pt x="327330" y="119327"/>
                  </a:lnTo>
                  <a:lnTo>
                    <a:pt x="325735" y="114280"/>
                  </a:lnTo>
                  <a:lnTo>
                    <a:pt x="323982" y="109287"/>
                  </a:lnTo>
                  <a:lnTo>
                    <a:pt x="167154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7" name="pg427"/>
            <p:cNvSpPr/>
            <p:nvPr/>
          </p:nvSpPr>
          <p:spPr>
            <a:xfrm>
              <a:off x="2590748" y="2742351"/>
              <a:ext cx="156827" cy="57880"/>
            </a:xfrm>
            <a:custGeom>
              <a:avLst/>
              <a:pathLst>
                <a:path w="156827" h="57880">
                  <a:moveTo>
                    <a:pt x="156827" y="0"/>
                  </a:moveTo>
                  <a:lnTo>
                    <a:pt x="0" y="5788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8" name="pg428"/>
            <p:cNvSpPr/>
            <p:nvPr/>
          </p:nvSpPr>
          <p:spPr>
            <a:xfrm>
              <a:off x="2590748" y="2742351"/>
              <a:ext cx="156827" cy="57880"/>
            </a:xfrm>
            <a:custGeom>
              <a:avLst/>
              <a:pathLst>
                <a:path w="156827" h="57880">
                  <a:moveTo>
                    <a:pt x="156827" y="0"/>
                  </a:moveTo>
                  <a:lnTo>
                    <a:pt x="0" y="5788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9" name="pg429"/>
            <p:cNvSpPr/>
            <p:nvPr/>
          </p:nvSpPr>
          <p:spPr>
            <a:xfrm>
              <a:off x="2590748" y="2742351"/>
              <a:ext cx="156827" cy="57880"/>
            </a:xfrm>
            <a:custGeom>
              <a:avLst/>
              <a:pathLst>
                <a:path w="156827" h="57880">
                  <a:moveTo>
                    <a:pt x="156827" y="0"/>
                  </a:moveTo>
                  <a:lnTo>
                    <a:pt x="0" y="5788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0" name="pg430"/>
            <p:cNvSpPr/>
            <p:nvPr/>
          </p:nvSpPr>
          <p:spPr>
            <a:xfrm>
              <a:off x="2590748" y="2742351"/>
              <a:ext cx="156827" cy="57880"/>
            </a:xfrm>
            <a:custGeom>
              <a:avLst/>
              <a:pathLst>
                <a:path w="156827" h="57880">
                  <a:moveTo>
                    <a:pt x="156827" y="0"/>
                  </a:moveTo>
                  <a:lnTo>
                    <a:pt x="0" y="5788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1" name="pg431"/>
            <p:cNvSpPr/>
            <p:nvPr/>
          </p:nvSpPr>
          <p:spPr>
            <a:xfrm>
              <a:off x="2590748" y="2742351"/>
              <a:ext cx="156827" cy="57880"/>
            </a:xfrm>
            <a:custGeom>
              <a:avLst/>
              <a:pathLst>
                <a:path w="156827" h="57880">
                  <a:moveTo>
                    <a:pt x="156827" y="0"/>
                  </a:moveTo>
                  <a:lnTo>
                    <a:pt x="0" y="5788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2" name="pg432"/>
            <p:cNvSpPr/>
            <p:nvPr/>
          </p:nvSpPr>
          <p:spPr>
            <a:xfrm>
              <a:off x="2590748" y="2742351"/>
              <a:ext cx="156827" cy="57880"/>
            </a:xfrm>
            <a:custGeom>
              <a:avLst/>
              <a:pathLst>
                <a:path w="156827" h="57880">
                  <a:moveTo>
                    <a:pt x="156827" y="0"/>
                  </a:moveTo>
                  <a:lnTo>
                    <a:pt x="0" y="5788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3" name="pg433"/>
            <p:cNvSpPr/>
            <p:nvPr/>
          </p:nvSpPr>
          <p:spPr>
            <a:xfrm>
              <a:off x="2590748" y="2742351"/>
              <a:ext cx="156827" cy="57880"/>
            </a:xfrm>
            <a:custGeom>
              <a:avLst/>
              <a:pathLst>
                <a:path w="156827" h="57880">
                  <a:moveTo>
                    <a:pt x="156827" y="0"/>
                  </a:moveTo>
                  <a:lnTo>
                    <a:pt x="0" y="5788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4" name="pg434"/>
            <p:cNvSpPr/>
            <p:nvPr/>
          </p:nvSpPr>
          <p:spPr>
            <a:xfrm>
              <a:off x="2590748" y="2742351"/>
              <a:ext cx="156827" cy="57880"/>
            </a:xfrm>
            <a:custGeom>
              <a:avLst/>
              <a:pathLst>
                <a:path w="156827" h="57880">
                  <a:moveTo>
                    <a:pt x="156827" y="0"/>
                  </a:moveTo>
                  <a:lnTo>
                    <a:pt x="0" y="5788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5" name="pg435"/>
            <p:cNvSpPr/>
            <p:nvPr/>
          </p:nvSpPr>
          <p:spPr>
            <a:xfrm>
              <a:off x="2590748" y="2742351"/>
              <a:ext cx="156827" cy="57880"/>
            </a:xfrm>
            <a:custGeom>
              <a:avLst/>
              <a:pathLst>
                <a:path w="156827" h="57880">
                  <a:moveTo>
                    <a:pt x="156827" y="0"/>
                  </a:moveTo>
                  <a:lnTo>
                    <a:pt x="0" y="5788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6" name="pg436"/>
            <p:cNvSpPr/>
            <p:nvPr/>
          </p:nvSpPr>
          <p:spPr>
            <a:xfrm>
              <a:off x="2590748" y="2742351"/>
              <a:ext cx="156827" cy="57880"/>
            </a:xfrm>
            <a:custGeom>
              <a:avLst/>
              <a:pathLst>
                <a:path w="156827" h="57880">
                  <a:moveTo>
                    <a:pt x="156827" y="0"/>
                  </a:moveTo>
                  <a:lnTo>
                    <a:pt x="0" y="5788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7" name="pg437"/>
            <p:cNvSpPr/>
            <p:nvPr/>
          </p:nvSpPr>
          <p:spPr>
            <a:xfrm>
              <a:off x="2590748" y="2742351"/>
              <a:ext cx="156827" cy="57880"/>
            </a:xfrm>
            <a:custGeom>
              <a:avLst/>
              <a:pathLst>
                <a:path w="156827" h="57880">
                  <a:moveTo>
                    <a:pt x="156827" y="0"/>
                  </a:moveTo>
                  <a:lnTo>
                    <a:pt x="0" y="5788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8" name="pg438"/>
            <p:cNvSpPr/>
            <p:nvPr/>
          </p:nvSpPr>
          <p:spPr>
            <a:xfrm>
              <a:off x="2590748" y="2742351"/>
              <a:ext cx="156827" cy="57880"/>
            </a:xfrm>
            <a:custGeom>
              <a:avLst/>
              <a:pathLst>
                <a:path w="156827" h="57880">
                  <a:moveTo>
                    <a:pt x="156827" y="0"/>
                  </a:moveTo>
                  <a:lnTo>
                    <a:pt x="0" y="5788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9" name="pg439"/>
            <p:cNvSpPr/>
            <p:nvPr/>
          </p:nvSpPr>
          <p:spPr>
            <a:xfrm>
              <a:off x="2590748" y="2742351"/>
              <a:ext cx="156827" cy="57880"/>
            </a:xfrm>
            <a:custGeom>
              <a:avLst/>
              <a:pathLst>
                <a:path w="156827" h="57880">
                  <a:moveTo>
                    <a:pt x="156827" y="0"/>
                  </a:moveTo>
                  <a:lnTo>
                    <a:pt x="0" y="5788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0" name="pg440"/>
            <p:cNvSpPr/>
            <p:nvPr/>
          </p:nvSpPr>
          <p:spPr>
            <a:xfrm>
              <a:off x="2590748" y="2639160"/>
              <a:ext cx="156827" cy="161071"/>
            </a:xfrm>
            <a:custGeom>
              <a:avLst/>
              <a:pathLst>
                <a:path w="156827" h="161071">
                  <a:moveTo>
                    <a:pt x="156827" y="103191"/>
                  </a:moveTo>
                  <a:lnTo>
                    <a:pt x="154855" y="98105"/>
                  </a:lnTo>
                  <a:lnTo>
                    <a:pt x="152718" y="93086"/>
                  </a:lnTo>
                  <a:lnTo>
                    <a:pt x="150419" y="88139"/>
                  </a:lnTo>
                  <a:lnTo>
                    <a:pt x="147959" y="83270"/>
                  </a:lnTo>
                  <a:lnTo>
                    <a:pt x="145342" y="78484"/>
                  </a:lnTo>
                  <a:lnTo>
                    <a:pt x="142570" y="73786"/>
                  </a:lnTo>
                  <a:lnTo>
                    <a:pt x="139646" y="69181"/>
                  </a:lnTo>
                  <a:lnTo>
                    <a:pt x="136574" y="64674"/>
                  </a:lnTo>
                  <a:lnTo>
                    <a:pt x="133356" y="60269"/>
                  </a:lnTo>
                  <a:lnTo>
                    <a:pt x="129996" y="55972"/>
                  </a:lnTo>
                  <a:lnTo>
                    <a:pt x="126498" y="51786"/>
                  </a:lnTo>
                  <a:lnTo>
                    <a:pt x="122865" y="47717"/>
                  </a:lnTo>
                  <a:lnTo>
                    <a:pt x="119101" y="43769"/>
                  </a:lnTo>
                  <a:lnTo>
                    <a:pt x="115210" y="39946"/>
                  </a:lnTo>
                  <a:lnTo>
                    <a:pt x="111197" y="36251"/>
                  </a:lnTo>
                  <a:lnTo>
                    <a:pt x="107066" y="32689"/>
                  </a:lnTo>
                  <a:lnTo>
                    <a:pt x="102820" y="29265"/>
                  </a:lnTo>
                  <a:lnTo>
                    <a:pt x="98465" y="25980"/>
                  </a:lnTo>
                  <a:lnTo>
                    <a:pt x="94005" y="22839"/>
                  </a:lnTo>
                  <a:lnTo>
                    <a:pt x="89445" y="19846"/>
                  </a:lnTo>
                  <a:lnTo>
                    <a:pt x="84789" y="17003"/>
                  </a:lnTo>
                  <a:lnTo>
                    <a:pt x="80044" y="14313"/>
                  </a:lnTo>
                  <a:lnTo>
                    <a:pt x="75213" y="11780"/>
                  </a:lnTo>
                  <a:lnTo>
                    <a:pt x="70302" y="9405"/>
                  </a:lnTo>
                  <a:lnTo>
                    <a:pt x="65316" y="7192"/>
                  </a:lnTo>
                  <a:lnTo>
                    <a:pt x="60261" y="5143"/>
                  </a:lnTo>
                  <a:lnTo>
                    <a:pt x="55141" y="3260"/>
                  </a:lnTo>
                  <a:lnTo>
                    <a:pt x="49963" y="1545"/>
                  </a:lnTo>
                  <a:lnTo>
                    <a:pt x="44731" y="0"/>
                  </a:lnTo>
                  <a:lnTo>
                    <a:pt x="0" y="161071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1" name="pg441"/>
            <p:cNvSpPr/>
            <p:nvPr/>
          </p:nvSpPr>
          <p:spPr>
            <a:xfrm>
              <a:off x="2590748" y="2633064"/>
              <a:ext cx="44731" cy="167167"/>
            </a:xfrm>
            <a:custGeom>
              <a:avLst/>
              <a:pathLst>
                <a:path w="44731" h="167167">
                  <a:moveTo>
                    <a:pt x="44731" y="6095"/>
                  </a:moveTo>
                  <a:lnTo>
                    <a:pt x="38466" y="4485"/>
                  </a:lnTo>
                  <a:lnTo>
                    <a:pt x="32143" y="3119"/>
                  </a:lnTo>
                  <a:lnTo>
                    <a:pt x="25773" y="1998"/>
                  </a:lnTo>
                  <a:lnTo>
                    <a:pt x="19363" y="1125"/>
                  </a:lnTo>
                  <a:lnTo>
                    <a:pt x="12925" y="500"/>
                  </a:lnTo>
                  <a:lnTo>
                    <a:pt x="6467" y="125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2" name="pg442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3" name="pg443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4" name="pg444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5" name="pg445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6" name="pg446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7" name="pg447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8" name="pg448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9" name="pg449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0" name="pg450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1" name="pg451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2" name="pg452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3" name="pg453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4" name="pg454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5" name="pg455"/>
            <p:cNvSpPr/>
            <p:nvPr/>
          </p:nvSpPr>
          <p:spPr>
            <a:xfrm>
              <a:off x="2358833" y="3170392"/>
              <a:ext cx="334294" cy="334334"/>
            </a:xfrm>
            <a:custGeom>
              <a:avLst/>
              <a:pathLst>
                <a:path w="334294" h="334334">
                  <a:moveTo>
                    <a:pt x="167146" y="0"/>
                  </a:moveTo>
                  <a:lnTo>
                    <a:pt x="161842" y="84"/>
                  </a:lnTo>
                  <a:lnTo>
                    <a:pt x="156543" y="336"/>
                  </a:lnTo>
                  <a:lnTo>
                    <a:pt x="151254" y="757"/>
                  </a:lnTo>
                  <a:lnTo>
                    <a:pt x="145982" y="1345"/>
                  </a:lnTo>
                  <a:lnTo>
                    <a:pt x="140730" y="2100"/>
                  </a:lnTo>
                  <a:lnTo>
                    <a:pt x="135506" y="3021"/>
                  </a:lnTo>
                  <a:lnTo>
                    <a:pt x="130313" y="4108"/>
                  </a:lnTo>
                  <a:lnTo>
                    <a:pt x="125157" y="5359"/>
                  </a:lnTo>
                  <a:lnTo>
                    <a:pt x="120044" y="6773"/>
                  </a:lnTo>
                  <a:lnTo>
                    <a:pt x="114978" y="8348"/>
                  </a:lnTo>
                  <a:lnTo>
                    <a:pt x="109965" y="10084"/>
                  </a:lnTo>
                  <a:lnTo>
                    <a:pt x="105009" y="11977"/>
                  </a:lnTo>
                  <a:lnTo>
                    <a:pt x="100116" y="14027"/>
                  </a:lnTo>
                  <a:lnTo>
                    <a:pt x="95290" y="16231"/>
                  </a:lnTo>
                  <a:lnTo>
                    <a:pt x="90537" y="18587"/>
                  </a:lnTo>
                  <a:lnTo>
                    <a:pt x="85860" y="21093"/>
                  </a:lnTo>
                  <a:lnTo>
                    <a:pt x="81266" y="23746"/>
                  </a:lnTo>
                  <a:lnTo>
                    <a:pt x="76758" y="26544"/>
                  </a:lnTo>
                  <a:lnTo>
                    <a:pt x="72342" y="29483"/>
                  </a:lnTo>
                  <a:lnTo>
                    <a:pt x="68020" y="32560"/>
                  </a:lnTo>
                  <a:lnTo>
                    <a:pt x="63799" y="35774"/>
                  </a:lnTo>
                  <a:lnTo>
                    <a:pt x="59682" y="39119"/>
                  </a:lnTo>
                  <a:lnTo>
                    <a:pt x="55672" y="42594"/>
                  </a:lnTo>
                  <a:lnTo>
                    <a:pt x="51776" y="46194"/>
                  </a:lnTo>
                  <a:lnTo>
                    <a:pt x="47995" y="49916"/>
                  </a:lnTo>
                  <a:lnTo>
                    <a:pt x="44334" y="53756"/>
                  </a:lnTo>
                  <a:lnTo>
                    <a:pt x="40797" y="57710"/>
                  </a:lnTo>
                  <a:lnTo>
                    <a:pt x="37388" y="61774"/>
                  </a:lnTo>
                  <a:lnTo>
                    <a:pt x="34109" y="65945"/>
                  </a:lnTo>
                  <a:lnTo>
                    <a:pt x="30964" y="70217"/>
                  </a:lnTo>
                  <a:lnTo>
                    <a:pt x="27956" y="74588"/>
                  </a:lnTo>
                  <a:lnTo>
                    <a:pt x="25088" y="79051"/>
                  </a:lnTo>
                  <a:lnTo>
                    <a:pt x="22364" y="83603"/>
                  </a:lnTo>
                  <a:lnTo>
                    <a:pt x="19785" y="88240"/>
                  </a:lnTo>
                  <a:lnTo>
                    <a:pt x="17355" y="92955"/>
                  </a:lnTo>
                  <a:lnTo>
                    <a:pt x="15075" y="97746"/>
                  </a:lnTo>
                  <a:lnTo>
                    <a:pt x="12949" y="102606"/>
                  </a:lnTo>
                  <a:lnTo>
                    <a:pt x="10978" y="107532"/>
                  </a:lnTo>
                  <a:lnTo>
                    <a:pt x="9164" y="112518"/>
                  </a:lnTo>
                  <a:lnTo>
                    <a:pt x="7510" y="117558"/>
                  </a:lnTo>
                  <a:lnTo>
                    <a:pt x="6016" y="122649"/>
                  </a:lnTo>
                  <a:lnTo>
                    <a:pt x="4684" y="127784"/>
                  </a:lnTo>
                  <a:lnTo>
                    <a:pt x="3516" y="132959"/>
                  </a:lnTo>
                  <a:lnTo>
                    <a:pt x="2513" y="138169"/>
                  </a:lnTo>
                  <a:lnTo>
                    <a:pt x="1676" y="143408"/>
                  </a:lnTo>
                  <a:lnTo>
                    <a:pt x="1005" y="148670"/>
                  </a:lnTo>
                  <a:lnTo>
                    <a:pt x="502" y="153952"/>
                  </a:lnTo>
                  <a:lnTo>
                    <a:pt x="167" y="159246"/>
                  </a:lnTo>
                  <a:lnTo>
                    <a:pt x="0" y="164549"/>
                  </a:lnTo>
                  <a:lnTo>
                    <a:pt x="1" y="169854"/>
                  </a:lnTo>
                  <a:lnTo>
                    <a:pt x="170" y="175157"/>
                  </a:lnTo>
                  <a:lnTo>
                    <a:pt x="508" y="180451"/>
                  </a:lnTo>
                  <a:lnTo>
                    <a:pt x="1013" y="185732"/>
                  </a:lnTo>
                  <a:lnTo>
                    <a:pt x="1686" y="190995"/>
                  </a:lnTo>
                  <a:lnTo>
                    <a:pt x="2525" y="196233"/>
                  </a:lnTo>
                  <a:lnTo>
                    <a:pt x="3531" y="201442"/>
                  </a:lnTo>
                  <a:lnTo>
                    <a:pt x="4701" y="206617"/>
                  </a:lnTo>
                  <a:lnTo>
                    <a:pt x="6034" y="211752"/>
                  </a:lnTo>
                  <a:lnTo>
                    <a:pt x="7530" y="216842"/>
                  </a:lnTo>
                  <a:lnTo>
                    <a:pt x="9187" y="221882"/>
                  </a:lnTo>
                  <a:lnTo>
                    <a:pt x="11003" y="226867"/>
                  </a:lnTo>
                  <a:lnTo>
                    <a:pt x="12976" y="231791"/>
                  </a:lnTo>
                  <a:lnTo>
                    <a:pt x="15104" y="236651"/>
                  </a:lnTo>
                  <a:lnTo>
                    <a:pt x="17385" y="241440"/>
                  </a:lnTo>
                  <a:lnTo>
                    <a:pt x="19818" y="246155"/>
                  </a:lnTo>
                  <a:lnTo>
                    <a:pt x="22398" y="250791"/>
                  </a:lnTo>
                  <a:lnTo>
                    <a:pt x="25125" y="255342"/>
                  </a:lnTo>
                  <a:lnTo>
                    <a:pt x="27994" y="259804"/>
                  </a:lnTo>
                  <a:lnTo>
                    <a:pt x="31004" y="264173"/>
                  </a:lnTo>
                  <a:lnTo>
                    <a:pt x="34151" y="268444"/>
                  </a:lnTo>
                  <a:lnTo>
                    <a:pt x="37431" y="272613"/>
                  </a:lnTo>
                  <a:lnTo>
                    <a:pt x="40843" y="276676"/>
                  </a:lnTo>
                  <a:lnTo>
                    <a:pt x="44381" y="280629"/>
                  </a:lnTo>
                  <a:lnTo>
                    <a:pt x="48043" y="284468"/>
                  </a:lnTo>
                  <a:lnTo>
                    <a:pt x="51826" y="288188"/>
                  </a:lnTo>
                  <a:lnTo>
                    <a:pt x="55724" y="291786"/>
                  </a:lnTo>
                  <a:lnTo>
                    <a:pt x="59735" y="295259"/>
                  </a:lnTo>
                  <a:lnTo>
                    <a:pt x="63853" y="298603"/>
                  </a:lnTo>
                  <a:lnTo>
                    <a:pt x="68076" y="301815"/>
                  </a:lnTo>
                  <a:lnTo>
                    <a:pt x="72399" y="304891"/>
                  </a:lnTo>
                  <a:lnTo>
                    <a:pt x="76817" y="307828"/>
                  </a:lnTo>
                  <a:lnTo>
                    <a:pt x="81325" y="310623"/>
                  </a:lnTo>
                  <a:lnTo>
                    <a:pt x="85921" y="313274"/>
                  </a:lnTo>
                  <a:lnTo>
                    <a:pt x="90598" y="315778"/>
                  </a:lnTo>
                  <a:lnTo>
                    <a:pt x="95352" y="318132"/>
                  </a:lnTo>
                  <a:lnTo>
                    <a:pt x="100179" y="320335"/>
                  </a:lnTo>
                  <a:lnTo>
                    <a:pt x="105073" y="322382"/>
                  </a:lnTo>
                  <a:lnTo>
                    <a:pt x="110030" y="324274"/>
                  </a:lnTo>
                  <a:lnTo>
                    <a:pt x="115044" y="326007"/>
                  </a:lnTo>
                  <a:lnTo>
                    <a:pt x="120110" y="327581"/>
                  </a:lnTo>
                  <a:lnTo>
                    <a:pt x="125224" y="328992"/>
                  </a:lnTo>
                  <a:lnTo>
                    <a:pt x="130380" y="330241"/>
                  </a:lnTo>
                  <a:lnTo>
                    <a:pt x="135574" y="331326"/>
                  </a:lnTo>
                  <a:lnTo>
                    <a:pt x="140799" y="332245"/>
                  </a:lnTo>
                  <a:lnTo>
                    <a:pt x="146050" y="332998"/>
                  </a:lnTo>
                  <a:lnTo>
                    <a:pt x="151323" y="333584"/>
                  </a:lnTo>
                  <a:lnTo>
                    <a:pt x="156612" y="334002"/>
                  </a:lnTo>
                  <a:lnTo>
                    <a:pt x="161911" y="334252"/>
                  </a:lnTo>
                  <a:lnTo>
                    <a:pt x="167216" y="334334"/>
                  </a:lnTo>
                  <a:lnTo>
                    <a:pt x="172520" y="334248"/>
                  </a:lnTo>
                  <a:lnTo>
                    <a:pt x="177819" y="333993"/>
                  </a:lnTo>
                  <a:lnTo>
                    <a:pt x="183108" y="333571"/>
                  </a:lnTo>
                  <a:lnTo>
                    <a:pt x="188380" y="332980"/>
                  </a:lnTo>
                  <a:lnTo>
                    <a:pt x="193631" y="332223"/>
                  </a:lnTo>
                  <a:lnTo>
                    <a:pt x="198855" y="331300"/>
                  </a:lnTo>
                  <a:lnTo>
                    <a:pt x="204047" y="330211"/>
                  </a:lnTo>
                  <a:lnTo>
                    <a:pt x="209203" y="328958"/>
                  </a:lnTo>
                  <a:lnTo>
                    <a:pt x="214315" y="327542"/>
                  </a:lnTo>
                  <a:lnTo>
                    <a:pt x="219381" y="325964"/>
                  </a:lnTo>
                  <a:lnTo>
                    <a:pt x="224393" y="324227"/>
                  </a:lnTo>
                  <a:lnTo>
                    <a:pt x="229348" y="322331"/>
                  </a:lnTo>
                  <a:lnTo>
                    <a:pt x="234241" y="320279"/>
                  </a:lnTo>
                  <a:lnTo>
                    <a:pt x="239065" y="318073"/>
                  </a:lnTo>
                  <a:lnTo>
                    <a:pt x="243818" y="315715"/>
                  </a:lnTo>
                  <a:lnTo>
                    <a:pt x="248493" y="313207"/>
                  </a:lnTo>
                  <a:lnTo>
                    <a:pt x="253086" y="310552"/>
                  </a:lnTo>
                  <a:lnTo>
                    <a:pt x="257593" y="307753"/>
                  </a:lnTo>
                  <a:lnTo>
                    <a:pt x="262008" y="304812"/>
                  </a:lnTo>
                  <a:lnTo>
                    <a:pt x="266328" y="301733"/>
                  </a:lnTo>
                  <a:lnTo>
                    <a:pt x="270548" y="298518"/>
                  </a:lnTo>
                  <a:lnTo>
                    <a:pt x="274664" y="295170"/>
                  </a:lnTo>
                  <a:lnTo>
                    <a:pt x="278672" y="291694"/>
                  </a:lnTo>
                  <a:lnTo>
                    <a:pt x="282567" y="288092"/>
                  </a:lnTo>
                  <a:lnTo>
                    <a:pt x="286346" y="284369"/>
                  </a:lnTo>
                  <a:lnTo>
                    <a:pt x="290006" y="280527"/>
                  </a:lnTo>
                  <a:lnTo>
                    <a:pt x="293541" y="276572"/>
                  </a:lnTo>
                  <a:lnTo>
                    <a:pt x="296949" y="272506"/>
                  </a:lnTo>
                  <a:lnTo>
                    <a:pt x="300226" y="268334"/>
                  </a:lnTo>
                  <a:lnTo>
                    <a:pt x="303369" y="264060"/>
                  </a:lnTo>
                  <a:lnTo>
                    <a:pt x="306375" y="259689"/>
                  </a:lnTo>
                  <a:lnTo>
                    <a:pt x="309241" y="255224"/>
                  </a:lnTo>
                  <a:lnTo>
                    <a:pt x="311964" y="250671"/>
                  </a:lnTo>
                  <a:lnTo>
                    <a:pt x="314541" y="246033"/>
                  </a:lnTo>
                  <a:lnTo>
                    <a:pt x="316969" y="241317"/>
                  </a:lnTo>
                  <a:lnTo>
                    <a:pt x="319246" y="236525"/>
                  </a:lnTo>
                  <a:lnTo>
                    <a:pt x="321371" y="231664"/>
                  </a:lnTo>
                  <a:lnTo>
                    <a:pt x="323340" y="226737"/>
                  </a:lnTo>
                  <a:lnTo>
                    <a:pt x="325151" y="221751"/>
                  </a:lnTo>
                  <a:lnTo>
                    <a:pt x="326804" y="216710"/>
                  </a:lnTo>
                  <a:lnTo>
                    <a:pt x="328296" y="211618"/>
                  </a:lnTo>
                  <a:lnTo>
                    <a:pt x="329625" y="206482"/>
                  </a:lnTo>
                  <a:lnTo>
                    <a:pt x="330791" y="201307"/>
                  </a:lnTo>
                  <a:lnTo>
                    <a:pt x="331792" y="196097"/>
                  </a:lnTo>
                  <a:lnTo>
                    <a:pt x="332627" y="190858"/>
                  </a:lnTo>
                  <a:lnTo>
                    <a:pt x="333295" y="185595"/>
                  </a:lnTo>
                  <a:lnTo>
                    <a:pt x="333796" y="180313"/>
                  </a:lnTo>
                  <a:lnTo>
                    <a:pt x="334129" y="175018"/>
                  </a:lnTo>
                  <a:lnTo>
                    <a:pt x="334294" y="169716"/>
                  </a:lnTo>
                  <a:lnTo>
                    <a:pt x="334291" y="164411"/>
                  </a:lnTo>
                  <a:lnTo>
                    <a:pt x="334120" y="159108"/>
                  </a:lnTo>
                  <a:lnTo>
                    <a:pt x="333780" y="153814"/>
                  </a:lnTo>
                  <a:lnTo>
                    <a:pt x="333272" y="148533"/>
                  </a:lnTo>
                  <a:lnTo>
                    <a:pt x="332597" y="143271"/>
                  </a:lnTo>
                  <a:lnTo>
                    <a:pt x="331756" y="138033"/>
                  </a:lnTo>
                  <a:lnTo>
                    <a:pt x="330748" y="132824"/>
                  </a:lnTo>
                  <a:lnTo>
                    <a:pt x="329576" y="127650"/>
                  </a:lnTo>
                  <a:lnTo>
                    <a:pt x="328240" y="122515"/>
                  </a:lnTo>
                  <a:lnTo>
                    <a:pt x="326742" y="117426"/>
                  </a:lnTo>
                  <a:lnTo>
                    <a:pt x="325083" y="112387"/>
                  </a:lnTo>
                  <a:lnTo>
                    <a:pt x="323266" y="107403"/>
                  </a:lnTo>
                  <a:lnTo>
                    <a:pt x="321291" y="102479"/>
                  </a:lnTo>
                  <a:lnTo>
                    <a:pt x="319160" y="97620"/>
                  </a:lnTo>
                  <a:lnTo>
                    <a:pt x="316877" y="92831"/>
                  </a:lnTo>
                  <a:lnTo>
                    <a:pt x="314443" y="88118"/>
                  </a:lnTo>
                  <a:lnTo>
                    <a:pt x="311860" y="83483"/>
                  </a:lnTo>
                  <a:lnTo>
                    <a:pt x="309132" y="78933"/>
                  </a:lnTo>
                  <a:lnTo>
                    <a:pt x="306260" y="74472"/>
                  </a:lnTo>
                  <a:lnTo>
                    <a:pt x="303249" y="70105"/>
                  </a:lnTo>
                  <a:lnTo>
                    <a:pt x="300100" y="65835"/>
                  </a:lnTo>
                  <a:lnTo>
                    <a:pt x="296818" y="61667"/>
                  </a:lnTo>
                  <a:lnTo>
                    <a:pt x="293405" y="57605"/>
                  </a:lnTo>
                  <a:lnTo>
                    <a:pt x="289865" y="53654"/>
                  </a:lnTo>
                  <a:lnTo>
                    <a:pt x="286201" y="49817"/>
                  </a:lnTo>
                  <a:lnTo>
                    <a:pt x="282417" y="46098"/>
                  </a:lnTo>
                  <a:lnTo>
                    <a:pt x="278517" y="42501"/>
                  </a:lnTo>
                  <a:lnTo>
                    <a:pt x="274505" y="39030"/>
                  </a:lnTo>
                  <a:lnTo>
                    <a:pt x="270385" y="35688"/>
                  </a:lnTo>
                  <a:lnTo>
                    <a:pt x="266161" y="32478"/>
                  </a:lnTo>
                  <a:lnTo>
                    <a:pt x="261837" y="29404"/>
                  </a:lnTo>
                  <a:lnTo>
                    <a:pt x="257418" y="26469"/>
                  </a:lnTo>
                  <a:lnTo>
                    <a:pt x="252908" y="23675"/>
                  </a:lnTo>
                  <a:lnTo>
                    <a:pt x="248312" y="21026"/>
                  </a:lnTo>
                  <a:lnTo>
                    <a:pt x="243633" y="18524"/>
                  </a:lnTo>
                  <a:lnTo>
                    <a:pt x="238878" y="16172"/>
                  </a:lnTo>
                  <a:lnTo>
                    <a:pt x="234051" y="13972"/>
                  </a:lnTo>
                  <a:lnTo>
                    <a:pt x="229156" y="11926"/>
                  </a:lnTo>
                  <a:lnTo>
                    <a:pt x="224198" y="10036"/>
                  </a:lnTo>
                  <a:lnTo>
                    <a:pt x="167146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6" name="pg456"/>
            <p:cNvSpPr/>
            <p:nvPr/>
          </p:nvSpPr>
          <p:spPr>
            <a:xfrm>
              <a:off x="2525980" y="3180429"/>
              <a:ext cx="57051" cy="157130"/>
            </a:xfrm>
            <a:custGeom>
              <a:avLst/>
              <a:pathLst>
                <a:path w="57051" h="157130">
                  <a:moveTo>
                    <a:pt x="57051" y="0"/>
                  </a:moveTo>
                  <a:lnTo>
                    <a:pt x="0" y="15713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7" name="pg457"/>
            <p:cNvSpPr/>
            <p:nvPr/>
          </p:nvSpPr>
          <p:spPr>
            <a:xfrm>
              <a:off x="2525980" y="3180429"/>
              <a:ext cx="57051" cy="157130"/>
            </a:xfrm>
            <a:custGeom>
              <a:avLst/>
              <a:pathLst>
                <a:path w="57051" h="157130">
                  <a:moveTo>
                    <a:pt x="57051" y="0"/>
                  </a:moveTo>
                  <a:lnTo>
                    <a:pt x="0" y="15713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8" name="pg458"/>
            <p:cNvSpPr/>
            <p:nvPr/>
          </p:nvSpPr>
          <p:spPr>
            <a:xfrm>
              <a:off x="2525980" y="3180429"/>
              <a:ext cx="57051" cy="157130"/>
            </a:xfrm>
            <a:custGeom>
              <a:avLst/>
              <a:pathLst>
                <a:path w="57051" h="157130">
                  <a:moveTo>
                    <a:pt x="57051" y="0"/>
                  </a:moveTo>
                  <a:lnTo>
                    <a:pt x="0" y="15713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9" name="pg459"/>
            <p:cNvSpPr/>
            <p:nvPr/>
          </p:nvSpPr>
          <p:spPr>
            <a:xfrm>
              <a:off x="2525980" y="3180429"/>
              <a:ext cx="57051" cy="157130"/>
            </a:xfrm>
            <a:custGeom>
              <a:avLst/>
              <a:pathLst>
                <a:path w="57051" h="157130">
                  <a:moveTo>
                    <a:pt x="57051" y="0"/>
                  </a:moveTo>
                  <a:lnTo>
                    <a:pt x="0" y="15713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0" name="pg460"/>
            <p:cNvSpPr/>
            <p:nvPr/>
          </p:nvSpPr>
          <p:spPr>
            <a:xfrm>
              <a:off x="2525980" y="3180429"/>
              <a:ext cx="57051" cy="157130"/>
            </a:xfrm>
            <a:custGeom>
              <a:avLst/>
              <a:pathLst>
                <a:path w="57051" h="157130">
                  <a:moveTo>
                    <a:pt x="57051" y="0"/>
                  </a:moveTo>
                  <a:lnTo>
                    <a:pt x="0" y="15713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1" name="pg461"/>
            <p:cNvSpPr/>
            <p:nvPr/>
          </p:nvSpPr>
          <p:spPr>
            <a:xfrm>
              <a:off x="2525980" y="3180429"/>
              <a:ext cx="57051" cy="157130"/>
            </a:xfrm>
            <a:custGeom>
              <a:avLst/>
              <a:pathLst>
                <a:path w="57051" h="157130">
                  <a:moveTo>
                    <a:pt x="57051" y="0"/>
                  </a:moveTo>
                  <a:lnTo>
                    <a:pt x="0" y="15713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2" name="pg462"/>
            <p:cNvSpPr/>
            <p:nvPr/>
          </p:nvSpPr>
          <p:spPr>
            <a:xfrm>
              <a:off x="2525980" y="3180429"/>
              <a:ext cx="57051" cy="157130"/>
            </a:xfrm>
            <a:custGeom>
              <a:avLst/>
              <a:pathLst>
                <a:path w="57051" h="157130">
                  <a:moveTo>
                    <a:pt x="57051" y="0"/>
                  </a:moveTo>
                  <a:lnTo>
                    <a:pt x="0" y="15713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3" name="pg463"/>
            <p:cNvSpPr/>
            <p:nvPr/>
          </p:nvSpPr>
          <p:spPr>
            <a:xfrm>
              <a:off x="2525980" y="3180429"/>
              <a:ext cx="57051" cy="157130"/>
            </a:xfrm>
            <a:custGeom>
              <a:avLst/>
              <a:pathLst>
                <a:path w="57051" h="157130">
                  <a:moveTo>
                    <a:pt x="57051" y="0"/>
                  </a:moveTo>
                  <a:lnTo>
                    <a:pt x="0" y="15713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4" name="pg464"/>
            <p:cNvSpPr/>
            <p:nvPr/>
          </p:nvSpPr>
          <p:spPr>
            <a:xfrm>
              <a:off x="2525980" y="3180429"/>
              <a:ext cx="57051" cy="157130"/>
            </a:xfrm>
            <a:custGeom>
              <a:avLst/>
              <a:pathLst>
                <a:path w="57051" h="157130">
                  <a:moveTo>
                    <a:pt x="57051" y="0"/>
                  </a:moveTo>
                  <a:lnTo>
                    <a:pt x="0" y="15713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5" name="pg465"/>
            <p:cNvSpPr/>
            <p:nvPr/>
          </p:nvSpPr>
          <p:spPr>
            <a:xfrm>
              <a:off x="2525980" y="3180429"/>
              <a:ext cx="57051" cy="157130"/>
            </a:xfrm>
            <a:custGeom>
              <a:avLst/>
              <a:pathLst>
                <a:path w="57051" h="157130">
                  <a:moveTo>
                    <a:pt x="57051" y="0"/>
                  </a:moveTo>
                  <a:lnTo>
                    <a:pt x="0" y="15713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6" name="pg466"/>
            <p:cNvSpPr/>
            <p:nvPr/>
          </p:nvSpPr>
          <p:spPr>
            <a:xfrm>
              <a:off x="2525980" y="3180429"/>
              <a:ext cx="57051" cy="157130"/>
            </a:xfrm>
            <a:custGeom>
              <a:avLst/>
              <a:pathLst>
                <a:path w="57051" h="157130">
                  <a:moveTo>
                    <a:pt x="57051" y="0"/>
                  </a:moveTo>
                  <a:lnTo>
                    <a:pt x="0" y="15713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7" name="pg467"/>
            <p:cNvSpPr/>
            <p:nvPr/>
          </p:nvSpPr>
          <p:spPr>
            <a:xfrm>
              <a:off x="2525980" y="3180429"/>
              <a:ext cx="57051" cy="157130"/>
            </a:xfrm>
            <a:custGeom>
              <a:avLst/>
              <a:pathLst>
                <a:path w="57051" h="157130">
                  <a:moveTo>
                    <a:pt x="57051" y="0"/>
                  </a:moveTo>
                  <a:lnTo>
                    <a:pt x="0" y="15713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8" name="pg468"/>
            <p:cNvSpPr/>
            <p:nvPr/>
          </p:nvSpPr>
          <p:spPr>
            <a:xfrm>
              <a:off x="2525980" y="3174744"/>
              <a:ext cx="57051" cy="162815"/>
            </a:xfrm>
            <a:custGeom>
              <a:avLst/>
              <a:pathLst>
                <a:path w="57051" h="162815">
                  <a:moveTo>
                    <a:pt x="57051" y="5685"/>
                  </a:moveTo>
                  <a:lnTo>
                    <a:pt x="47557" y="2556"/>
                  </a:lnTo>
                  <a:lnTo>
                    <a:pt x="37894" y="0"/>
                  </a:lnTo>
                  <a:lnTo>
                    <a:pt x="0" y="162815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9" name="pg469"/>
            <p:cNvSpPr/>
            <p:nvPr/>
          </p:nvSpPr>
          <p:spPr>
            <a:xfrm>
              <a:off x="2525980" y="3170392"/>
              <a:ext cx="37894" cy="167167"/>
            </a:xfrm>
            <a:custGeom>
              <a:avLst/>
              <a:pathLst>
                <a:path w="37894" h="167167">
                  <a:moveTo>
                    <a:pt x="37894" y="4351"/>
                  </a:moveTo>
                  <a:lnTo>
                    <a:pt x="31662" y="3025"/>
                  </a:lnTo>
                  <a:lnTo>
                    <a:pt x="25385" y="1938"/>
                  </a:lnTo>
                  <a:lnTo>
                    <a:pt x="19071" y="1091"/>
                  </a:lnTo>
                  <a:lnTo>
                    <a:pt x="12729" y="485"/>
                  </a:lnTo>
                  <a:lnTo>
                    <a:pt x="6369" y="121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0" name="pg470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1" name="pg471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2" name="pg472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3" name="pg473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4" name="pg474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5" name="pg475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6" name="pg476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7" name="pg477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8" name="pg478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9" name="pg479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0" name="pg480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1" name="pg481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2" name="pg482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3" name="pg483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4" name="pg484"/>
            <p:cNvSpPr/>
            <p:nvPr/>
          </p:nvSpPr>
          <p:spPr>
            <a:xfrm>
              <a:off x="2423595" y="3707720"/>
              <a:ext cx="334315" cy="334332"/>
            </a:xfrm>
            <a:custGeom>
              <a:avLst/>
              <a:pathLst>
                <a:path w="334315" h="334332">
                  <a:moveTo>
                    <a:pt x="167152" y="0"/>
                  </a:moveTo>
                  <a:lnTo>
                    <a:pt x="161857" y="83"/>
                  </a:lnTo>
                  <a:lnTo>
                    <a:pt x="156568" y="335"/>
                  </a:lnTo>
                  <a:lnTo>
                    <a:pt x="151289" y="754"/>
                  </a:lnTo>
                  <a:lnTo>
                    <a:pt x="146026" y="1340"/>
                  </a:lnTo>
                  <a:lnTo>
                    <a:pt x="140784" y="2092"/>
                  </a:lnTo>
                  <a:lnTo>
                    <a:pt x="135568" y="3010"/>
                  </a:lnTo>
                  <a:lnTo>
                    <a:pt x="130384" y="4093"/>
                  </a:lnTo>
                  <a:lnTo>
                    <a:pt x="125238" y="5340"/>
                  </a:lnTo>
                  <a:lnTo>
                    <a:pt x="120133" y="6748"/>
                  </a:lnTo>
                  <a:lnTo>
                    <a:pt x="115075" y="8318"/>
                  </a:lnTo>
                  <a:lnTo>
                    <a:pt x="110070" y="10047"/>
                  </a:lnTo>
                  <a:lnTo>
                    <a:pt x="105122" y="11934"/>
                  </a:lnTo>
                  <a:lnTo>
                    <a:pt x="100236" y="13977"/>
                  </a:lnTo>
                  <a:lnTo>
                    <a:pt x="95417" y="16173"/>
                  </a:lnTo>
                  <a:lnTo>
                    <a:pt x="90671" y="18521"/>
                  </a:lnTo>
                  <a:lnTo>
                    <a:pt x="86001" y="21019"/>
                  </a:lnTo>
                  <a:lnTo>
                    <a:pt x="81412" y="23662"/>
                  </a:lnTo>
                  <a:lnTo>
                    <a:pt x="76910" y="26450"/>
                  </a:lnTo>
                  <a:lnTo>
                    <a:pt x="72498" y="29379"/>
                  </a:lnTo>
                  <a:lnTo>
                    <a:pt x="68181" y="32446"/>
                  </a:lnTo>
                  <a:lnTo>
                    <a:pt x="63963" y="35649"/>
                  </a:lnTo>
                  <a:lnTo>
                    <a:pt x="59849" y="38983"/>
                  </a:lnTo>
                  <a:lnTo>
                    <a:pt x="55843" y="42446"/>
                  </a:lnTo>
                  <a:lnTo>
                    <a:pt x="51948" y="46035"/>
                  </a:lnTo>
                  <a:lnTo>
                    <a:pt x="48169" y="49745"/>
                  </a:lnTo>
                  <a:lnTo>
                    <a:pt x="44510" y="53572"/>
                  </a:lnTo>
                  <a:lnTo>
                    <a:pt x="40973" y="57514"/>
                  </a:lnTo>
                  <a:lnTo>
                    <a:pt x="37563" y="61566"/>
                  </a:lnTo>
                  <a:lnTo>
                    <a:pt x="34284" y="65723"/>
                  </a:lnTo>
                  <a:lnTo>
                    <a:pt x="31137" y="69983"/>
                  </a:lnTo>
                  <a:lnTo>
                    <a:pt x="28127" y="74340"/>
                  </a:lnTo>
                  <a:lnTo>
                    <a:pt x="25256" y="78790"/>
                  </a:lnTo>
                  <a:lnTo>
                    <a:pt x="22528" y="83329"/>
                  </a:lnTo>
                  <a:lnTo>
                    <a:pt x="19945" y="87952"/>
                  </a:lnTo>
                  <a:lnTo>
                    <a:pt x="17510" y="92654"/>
                  </a:lnTo>
                  <a:lnTo>
                    <a:pt x="15225" y="97431"/>
                  </a:lnTo>
                  <a:lnTo>
                    <a:pt x="13092" y="102279"/>
                  </a:lnTo>
                  <a:lnTo>
                    <a:pt x="11114" y="107191"/>
                  </a:lnTo>
                  <a:lnTo>
                    <a:pt x="9293" y="112164"/>
                  </a:lnTo>
                  <a:lnTo>
                    <a:pt x="7630" y="117191"/>
                  </a:lnTo>
                  <a:lnTo>
                    <a:pt x="6127" y="122269"/>
                  </a:lnTo>
                  <a:lnTo>
                    <a:pt x="4786" y="127392"/>
                  </a:lnTo>
                  <a:lnTo>
                    <a:pt x="3607" y="132555"/>
                  </a:lnTo>
                  <a:lnTo>
                    <a:pt x="2593" y="137753"/>
                  </a:lnTo>
                  <a:lnTo>
                    <a:pt x="1744" y="142980"/>
                  </a:lnTo>
                  <a:lnTo>
                    <a:pt x="1061" y="148231"/>
                  </a:lnTo>
                  <a:lnTo>
                    <a:pt x="544" y="153501"/>
                  </a:lnTo>
                  <a:lnTo>
                    <a:pt x="195" y="158786"/>
                  </a:lnTo>
                  <a:lnTo>
                    <a:pt x="13" y="164078"/>
                  </a:lnTo>
                  <a:lnTo>
                    <a:pt x="0" y="169374"/>
                  </a:lnTo>
                  <a:lnTo>
                    <a:pt x="153" y="174667"/>
                  </a:lnTo>
                  <a:lnTo>
                    <a:pt x="475" y="179953"/>
                  </a:lnTo>
                  <a:lnTo>
                    <a:pt x="963" y="185226"/>
                  </a:lnTo>
                  <a:lnTo>
                    <a:pt x="1619" y="190481"/>
                  </a:lnTo>
                  <a:lnTo>
                    <a:pt x="2440" y="195713"/>
                  </a:lnTo>
                  <a:lnTo>
                    <a:pt x="3427" y="200915"/>
                  </a:lnTo>
                  <a:lnTo>
                    <a:pt x="4578" y="206084"/>
                  </a:lnTo>
                  <a:lnTo>
                    <a:pt x="5892" y="211214"/>
                  </a:lnTo>
                  <a:lnTo>
                    <a:pt x="7369" y="216300"/>
                  </a:lnTo>
                  <a:lnTo>
                    <a:pt x="9005" y="221337"/>
                  </a:lnTo>
                  <a:lnTo>
                    <a:pt x="10800" y="226319"/>
                  </a:lnTo>
                  <a:lnTo>
                    <a:pt x="12752" y="231241"/>
                  </a:lnTo>
                  <a:lnTo>
                    <a:pt x="14859" y="236100"/>
                  </a:lnTo>
                  <a:lnTo>
                    <a:pt x="17119" y="240889"/>
                  </a:lnTo>
                  <a:lnTo>
                    <a:pt x="19529" y="245604"/>
                  </a:lnTo>
                  <a:lnTo>
                    <a:pt x="22088" y="250241"/>
                  </a:lnTo>
                  <a:lnTo>
                    <a:pt x="24792" y="254794"/>
                  </a:lnTo>
                  <a:lnTo>
                    <a:pt x="27639" y="259259"/>
                  </a:lnTo>
                  <a:lnTo>
                    <a:pt x="30626" y="263632"/>
                  </a:lnTo>
                  <a:lnTo>
                    <a:pt x="33750" y="267908"/>
                  </a:lnTo>
                  <a:lnTo>
                    <a:pt x="37008" y="272083"/>
                  </a:lnTo>
                  <a:lnTo>
                    <a:pt x="40396" y="276153"/>
                  </a:lnTo>
                  <a:lnTo>
                    <a:pt x="43912" y="280113"/>
                  </a:lnTo>
                  <a:lnTo>
                    <a:pt x="47552" y="283960"/>
                  </a:lnTo>
                  <a:lnTo>
                    <a:pt x="51311" y="287690"/>
                  </a:lnTo>
                  <a:lnTo>
                    <a:pt x="55187" y="291298"/>
                  </a:lnTo>
                  <a:lnTo>
                    <a:pt x="59175" y="294783"/>
                  </a:lnTo>
                  <a:lnTo>
                    <a:pt x="63271" y="298139"/>
                  </a:lnTo>
                  <a:lnTo>
                    <a:pt x="67471" y="301363"/>
                  </a:lnTo>
                  <a:lnTo>
                    <a:pt x="71772" y="304453"/>
                  </a:lnTo>
                  <a:lnTo>
                    <a:pt x="76168" y="307406"/>
                  </a:lnTo>
                  <a:lnTo>
                    <a:pt x="80656" y="310217"/>
                  </a:lnTo>
                  <a:lnTo>
                    <a:pt x="85231" y="312885"/>
                  </a:lnTo>
                  <a:lnTo>
                    <a:pt x="89887" y="315407"/>
                  </a:lnTo>
                  <a:lnTo>
                    <a:pt x="94622" y="317780"/>
                  </a:lnTo>
                  <a:lnTo>
                    <a:pt x="99429" y="320002"/>
                  </a:lnTo>
                  <a:lnTo>
                    <a:pt x="104303" y="322070"/>
                  </a:lnTo>
                  <a:lnTo>
                    <a:pt x="109242" y="323983"/>
                  </a:lnTo>
                  <a:lnTo>
                    <a:pt x="114238" y="325739"/>
                  </a:lnTo>
                  <a:lnTo>
                    <a:pt x="119287" y="327335"/>
                  </a:lnTo>
                  <a:lnTo>
                    <a:pt x="124384" y="328771"/>
                  </a:lnTo>
                  <a:lnTo>
                    <a:pt x="129524" y="330044"/>
                  </a:lnTo>
                  <a:lnTo>
                    <a:pt x="134702" y="331155"/>
                  </a:lnTo>
                  <a:lnTo>
                    <a:pt x="139913" y="332100"/>
                  </a:lnTo>
                  <a:lnTo>
                    <a:pt x="145151" y="332880"/>
                  </a:lnTo>
                  <a:lnTo>
                    <a:pt x="150411" y="333494"/>
                  </a:lnTo>
                  <a:lnTo>
                    <a:pt x="155688" y="333941"/>
                  </a:lnTo>
                  <a:lnTo>
                    <a:pt x="160976" y="334220"/>
                  </a:lnTo>
                  <a:lnTo>
                    <a:pt x="166270" y="334332"/>
                  </a:lnTo>
                  <a:lnTo>
                    <a:pt x="171566" y="334276"/>
                  </a:lnTo>
                  <a:lnTo>
                    <a:pt x="176856" y="334052"/>
                  </a:lnTo>
                  <a:lnTo>
                    <a:pt x="182138" y="333661"/>
                  </a:lnTo>
                  <a:lnTo>
                    <a:pt x="187404" y="333103"/>
                  </a:lnTo>
                  <a:lnTo>
                    <a:pt x="192650" y="332378"/>
                  </a:lnTo>
                  <a:lnTo>
                    <a:pt x="197870" y="331488"/>
                  </a:lnTo>
                  <a:lnTo>
                    <a:pt x="203059" y="330433"/>
                  </a:lnTo>
                  <a:lnTo>
                    <a:pt x="208213" y="329213"/>
                  </a:lnTo>
                  <a:lnTo>
                    <a:pt x="213325" y="327831"/>
                  </a:lnTo>
                  <a:lnTo>
                    <a:pt x="218391" y="326288"/>
                  </a:lnTo>
                  <a:lnTo>
                    <a:pt x="223405" y="324585"/>
                  </a:lnTo>
                  <a:lnTo>
                    <a:pt x="228363" y="322725"/>
                  </a:lnTo>
                  <a:lnTo>
                    <a:pt x="233259" y="320708"/>
                  </a:lnTo>
                  <a:lnTo>
                    <a:pt x="238090" y="318537"/>
                  </a:lnTo>
                  <a:lnTo>
                    <a:pt x="242849" y="316214"/>
                  </a:lnTo>
                  <a:lnTo>
                    <a:pt x="247532" y="313742"/>
                  </a:lnTo>
                  <a:lnTo>
                    <a:pt x="252134" y="311122"/>
                  </a:lnTo>
                  <a:lnTo>
                    <a:pt x="256651" y="308358"/>
                  </a:lnTo>
                  <a:lnTo>
                    <a:pt x="261078" y="305452"/>
                  </a:lnTo>
                  <a:lnTo>
                    <a:pt x="265411" y="302408"/>
                  </a:lnTo>
                  <a:lnTo>
                    <a:pt x="269646" y="299228"/>
                  </a:lnTo>
                  <a:lnTo>
                    <a:pt x="273777" y="295915"/>
                  </a:lnTo>
                  <a:lnTo>
                    <a:pt x="277802" y="292473"/>
                  </a:lnTo>
                  <a:lnTo>
                    <a:pt x="281715" y="288905"/>
                  </a:lnTo>
                  <a:lnTo>
                    <a:pt x="285514" y="285216"/>
                  </a:lnTo>
                  <a:lnTo>
                    <a:pt x="289194" y="281407"/>
                  </a:lnTo>
                  <a:lnTo>
                    <a:pt x="292751" y="277484"/>
                  </a:lnTo>
                  <a:lnTo>
                    <a:pt x="296182" y="273451"/>
                  </a:lnTo>
                  <a:lnTo>
                    <a:pt x="299484" y="269310"/>
                  </a:lnTo>
                  <a:lnTo>
                    <a:pt x="302653" y="265068"/>
                  </a:lnTo>
                  <a:lnTo>
                    <a:pt x="305686" y="260727"/>
                  </a:lnTo>
                  <a:lnTo>
                    <a:pt x="308580" y="256292"/>
                  </a:lnTo>
                  <a:lnTo>
                    <a:pt x="311332" y="251767"/>
                  </a:lnTo>
                  <a:lnTo>
                    <a:pt x="313939" y="247158"/>
                  </a:lnTo>
                  <a:lnTo>
                    <a:pt x="316399" y="242468"/>
                  </a:lnTo>
                  <a:lnTo>
                    <a:pt x="318710" y="237703"/>
                  </a:lnTo>
                  <a:lnTo>
                    <a:pt x="320868" y="232867"/>
                  </a:lnTo>
                  <a:lnTo>
                    <a:pt x="322872" y="227965"/>
                  </a:lnTo>
                  <a:lnTo>
                    <a:pt x="324719" y="223003"/>
                  </a:lnTo>
                  <a:lnTo>
                    <a:pt x="326409" y="217984"/>
                  </a:lnTo>
                  <a:lnTo>
                    <a:pt x="327938" y="212914"/>
                  </a:lnTo>
                  <a:lnTo>
                    <a:pt x="329307" y="207798"/>
                  </a:lnTo>
                  <a:lnTo>
                    <a:pt x="330512" y="202641"/>
                  </a:lnTo>
                  <a:lnTo>
                    <a:pt x="331554" y="197449"/>
                  </a:lnTo>
                  <a:lnTo>
                    <a:pt x="332431" y="192227"/>
                  </a:lnTo>
                  <a:lnTo>
                    <a:pt x="333142" y="186979"/>
                  </a:lnTo>
                  <a:lnTo>
                    <a:pt x="333686" y="181711"/>
                  </a:lnTo>
                  <a:lnTo>
                    <a:pt x="334063" y="176429"/>
                  </a:lnTo>
                  <a:lnTo>
                    <a:pt x="334273" y="171138"/>
                  </a:lnTo>
                  <a:lnTo>
                    <a:pt x="334315" y="165842"/>
                  </a:lnTo>
                  <a:lnTo>
                    <a:pt x="334189" y="160548"/>
                  </a:lnTo>
                  <a:lnTo>
                    <a:pt x="333895" y="155261"/>
                  </a:lnTo>
                  <a:lnTo>
                    <a:pt x="333434" y="149985"/>
                  </a:lnTo>
                  <a:lnTo>
                    <a:pt x="332807" y="144727"/>
                  </a:lnTo>
                  <a:lnTo>
                    <a:pt x="332013" y="139491"/>
                  </a:lnTo>
                  <a:lnTo>
                    <a:pt x="331054" y="134283"/>
                  </a:lnTo>
                  <a:lnTo>
                    <a:pt x="329930" y="129108"/>
                  </a:lnTo>
                  <a:lnTo>
                    <a:pt x="328643" y="123971"/>
                  </a:lnTo>
                  <a:lnTo>
                    <a:pt x="327193" y="118878"/>
                  </a:lnTo>
                  <a:lnTo>
                    <a:pt x="325583" y="113833"/>
                  </a:lnTo>
                  <a:lnTo>
                    <a:pt x="323815" y="108841"/>
                  </a:lnTo>
                  <a:lnTo>
                    <a:pt x="321889" y="103908"/>
                  </a:lnTo>
                  <a:lnTo>
                    <a:pt x="319807" y="99039"/>
                  </a:lnTo>
                  <a:lnTo>
                    <a:pt x="317573" y="94238"/>
                  </a:lnTo>
                  <a:lnTo>
                    <a:pt x="315187" y="89510"/>
                  </a:lnTo>
                  <a:lnTo>
                    <a:pt x="312653" y="84860"/>
                  </a:lnTo>
                  <a:lnTo>
                    <a:pt x="309973" y="80292"/>
                  </a:lnTo>
                  <a:lnTo>
                    <a:pt x="307150" y="75812"/>
                  </a:lnTo>
                  <a:lnTo>
                    <a:pt x="304186" y="71424"/>
                  </a:lnTo>
                  <a:lnTo>
                    <a:pt x="301084" y="67131"/>
                  </a:lnTo>
                  <a:lnTo>
                    <a:pt x="297849" y="62939"/>
                  </a:lnTo>
                  <a:lnTo>
                    <a:pt x="294482" y="58852"/>
                  </a:lnTo>
                  <a:lnTo>
                    <a:pt x="290987" y="54873"/>
                  </a:lnTo>
                  <a:lnTo>
                    <a:pt x="287368" y="51007"/>
                  </a:lnTo>
                  <a:lnTo>
                    <a:pt x="283628" y="47257"/>
                  </a:lnTo>
                  <a:lnTo>
                    <a:pt x="279772" y="43628"/>
                  </a:lnTo>
                  <a:lnTo>
                    <a:pt x="275802" y="40123"/>
                  </a:lnTo>
                  <a:lnTo>
                    <a:pt x="271724" y="36745"/>
                  </a:lnTo>
                  <a:lnTo>
                    <a:pt x="267540" y="33498"/>
                  </a:lnTo>
                  <a:lnTo>
                    <a:pt x="263256" y="30386"/>
                  </a:lnTo>
                  <a:lnTo>
                    <a:pt x="258875" y="27410"/>
                  </a:lnTo>
                  <a:lnTo>
                    <a:pt x="254402" y="24575"/>
                  </a:lnTo>
                  <a:lnTo>
                    <a:pt x="249842" y="21883"/>
                  </a:lnTo>
                  <a:lnTo>
                    <a:pt x="245199" y="19337"/>
                  </a:lnTo>
                  <a:lnTo>
                    <a:pt x="240477" y="16939"/>
                  </a:lnTo>
                  <a:lnTo>
                    <a:pt x="235682" y="14692"/>
                  </a:lnTo>
                  <a:lnTo>
                    <a:pt x="230818" y="12598"/>
                  </a:lnTo>
                  <a:lnTo>
                    <a:pt x="225890" y="10659"/>
                  </a:lnTo>
                  <a:lnTo>
                    <a:pt x="220903" y="8877"/>
                  </a:lnTo>
                  <a:lnTo>
                    <a:pt x="215862" y="7254"/>
                  </a:lnTo>
                  <a:lnTo>
                    <a:pt x="210773" y="5791"/>
                  </a:lnTo>
                  <a:lnTo>
                    <a:pt x="205639" y="4490"/>
                  </a:lnTo>
                  <a:lnTo>
                    <a:pt x="200467" y="3353"/>
                  </a:lnTo>
                  <a:lnTo>
                    <a:pt x="195262" y="2380"/>
                  </a:lnTo>
                  <a:lnTo>
                    <a:pt x="190028" y="1572"/>
                  </a:lnTo>
                  <a:lnTo>
                    <a:pt x="184771" y="931"/>
                  </a:lnTo>
                  <a:lnTo>
                    <a:pt x="179497" y="456"/>
                  </a:lnTo>
                  <a:lnTo>
                    <a:pt x="174210" y="149"/>
                  </a:lnTo>
                  <a:lnTo>
                    <a:pt x="168917" y="9"/>
                  </a:lnTo>
                  <a:lnTo>
                    <a:pt x="167152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5" name="pg485"/>
            <p:cNvSpPr/>
            <p:nvPr/>
          </p:nvSpPr>
          <p:spPr>
            <a:xfrm>
              <a:off x="2590748" y="3707730"/>
              <a:ext cx="1764" cy="167158"/>
            </a:xfrm>
            <a:custGeom>
              <a:avLst/>
              <a:pathLst>
                <a:path w="1764" h="167158">
                  <a:moveTo>
                    <a:pt x="1764" y="0"/>
                  </a:moveTo>
                  <a:lnTo>
                    <a:pt x="0" y="16715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6" name="pg486"/>
            <p:cNvSpPr/>
            <p:nvPr/>
          </p:nvSpPr>
          <p:spPr>
            <a:xfrm>
              <a:off x="2590748" y="3707730"/>
              <a:ext cx="1764" cy="167158"/>
            </a:xfrm>
            <a:custGeom>
              <a:avLst/>
              <a:pathLst>
                <a:path w="1764" h="167158">
                  <a:moveTo>
                    <a:pt x="1764" y="0"/>
                  </a:moveTo>
                  <a:lnTo>
                    <a:pt x="0" y="167158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7" name="pg487"/>
            <p:cNvSpPr/>
            <p:nvPr/>
          </p:nvSpPr>
          <p:spPr>
            <a:xfrm>
              <a:off x="2590748" y="3707730"/>
              <a:ext cx="1764" cy="167158"/>
            </a:xfrm>
            <a:custGeom>
              <a:avLst/>
              <a:pathLst>
                <a:path w="1764" h="167158">
                  <a:moveTo>
                    <a:pt x="1764" y="0"/>
                  </a:moveTo>
                  <a:lnTo>
                    <a:pt x="0" y="167158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8" name="pg488"/>
            <p:cNvSpPr/>
            <p:nvPr/>
          </p:nvSpPr>
          <p:spPr>
            <a:xfrm>
              <a:off x="2590748" y="3707730"/>
              <a:ext cx="1764" cy="167158"/>
            </a:xfrm>
            <a:custGeom>
              <a:avLst/>
              <a:pathLst>
                <a:path w="1764" h="167158">
                  <a:moveTo>
                    <a:pt x="1764" y="0"/>
                  </a:moveTo>
                  <a:lnTo>
                    <a:pt x="0" y="167158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9" name="pg489"/>
            <p:cNvSpPr/>
            <p:nvPr/>
          </p:nvSpPr>
          <p:spPr>
            <a:xfrm>
              <a:off x="2590748" y="3707730"/>
              <a:ext cx="1764" cy="167158"/>
            </a:xfrm>
            <a:custGeom>
              <a:avLst/>
              <a:pathLst>
                <a:path w="1764" h="167158">
                  <a:moveTo>
                    <a:pt x="1764" y="0"/>
                  </a:moveTo>
                  <a:lnTo>
                    <a:pt x="0" y="167158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0" name="pg490"/>
            <p:cNvSpPr/>
            <p:nvPr/>
          </p:nvSpPr>
          <p:spPr>
            <a:xfrm>
              <a:off x="2590748" y="3707730"/>
              <a:ext cx="1764" cy="167158"/>
            </a:xfrm>
            <a:custGeom>
              <a:avLst/>
              <a:pathLst>
                <a:path w="1764" h="167158">
                  <a:moveTo>
                    <a:pt x="1764" y="0"/>
                  </a:moveTo>
                  <a:lnTo>
                    <a:pt x="0" y="16715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1" name="pg491"/>
            <p:cNvSpPr/>
            <p:nvPr/>
          </p:nvSpPr>
          <p:spPr>
            <a:xfrm>
              <a:off x="2590748" y="3707730"/>
              <a:ext cx="1764" cy="167158"/>
            </a:xfrm>
            <a:custGeom>
              <a:avLst/>
              <a:pathLst>
                <a:path w="1764" h="167158">
                  <a:moveTo>
                    <a:pt x="1764" y="0"/>
                  </a:moveTo>
                  <a:lnTo>
                    <a:pt x="0" y="16715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2" name="pg492"/>
            <p:cNvSpPr/>
            <p:nvPr/>
          </p:nvSpPr>
          <p:spPr>
            <a:xfrm>
              <a:off x="2590748" y="3707730"/>
              <a:ext cx="1764" cy="167158"/>
            </a:xfrm>
            <a:custGeom>
              <a:avLst/>
              <a:pathLst>
                <a:path w="1764" h="167158">
                  <a:moveTo>
                    <a:pt x="1764" y="0"/>
                  </a:moveTo>
                  <a:lnTo>
                    <a:pt x="0" y="16715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3" name="pg493"/>
            <p:cNvSpPr/>
            <p:nvPr/>
          </p:nvSpPr>
          <p:spPr>
            <a:xfrm>
              <a:off x="2590748" y="3707730"/>
              <a:ext cx="1764" cy="167158"/>
            </a:xfrm>
            <a:custGeom>
              <a:avLst/>
              <a:pathLst>
                <a:path w="1764" h="167158">
                  <a:moveTo>
                    <a:pt x="1764" y="0"/>
                  </a:moveTo>
                  <a:lnTo>
                    <a:pt x="0" y="16715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4" name="pg494"/>
            <p:cNvSpPr/>
            <p:nvPr/>
          </p:nvSpPr>
          <p:spPr>
            <a:xfrm>
              <a:off x="2590748" y="3707730"/>
              <a:ext cx="1764" cy="167158"/>
            </a:xfrm>
            <a:custGeom>
              <a:avLst/>
              <a:pathLst>
                <a:path w="1764" h="167158">
                  <a:moveTo>
                    <a:pt x="1764" y="0"/>
                  </a:moveTo>
                  <a:lnTo>
                    <a:pt x="0" y="167158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5" name="pg495"/>
            <p:cNvSpPr/>
            <p:nvPr/>
          </p:nvSpPr>
          <p:spPr>
            <a:xfrm>
              <a:off x="2590748" y="3707730"/>
              <a:ext cx="1764" cy="167158"/>
            </a:xfrm>
            <a:custGeom>
              <a:avLst/>
              <a:pathLst>
                <a:path w="1764" h="167158">
                  <a:moveTo>
                    <a:pt x="1764" y="0"/>
                  </a:moveTo>
                  <a:lnTo>
                    <a:pt x="0" y="167158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6" name="pg496"/>
            <p:cNvSpPr/>
            <p:nvPr/>
          </p:nvSpPr>
          <p:spPr>
            <a:xfrm>
              <a:off x="2590748" y="3707720"/>
              <a:ext cx="1764" cy="167167"/>
            </a:xfrm>
            <a:custGeom>
              <a:avLst/>
              <a:pathLst>
                <a:path w="1764" h="167167">
                  <a:moveTo>
                    <a:pt x="1764" y="9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7" name="pg497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8" name="pg498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9" name="pg499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0" name="pg500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1" name="pg501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2" name="pg502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3" name="pg503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4" name="pg504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5" name="pg505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6" name="pg506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7" name="pg507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8" name="pg508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9" name="pg509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0" name="pg510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1" name="pg511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2" name="pg512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3" name="pg513"/>
            <p:cNvSpPr/>
            <p:nvPr/>
          </p:nvSpPr>
          <p:spPr>
            <a:xfrm>
              <a:off x="2614134" y="4213821"/>
              <a:ext cx="334315" cy="334332"/>
            </a:xfrm>
            <a:custGeom>
              <a:avLst/>
              <a:pathLst>
                <a:path w="334315" h="334332">
                  <a:moveTo>
                    <a:pt x="167152" y="0"/>
                  </a:moveTo>
                  <a:lnTo>
                    <a:pt x="161857" y="83"/>
                  </a:lnTo>
                  <a:lnTo>
                    <a:pt x="156568" y="335"/>
                  </a:lnTo>
                  <a:lnTo>
                    <a:pt x="151289" y="754"/>
                  </a:lnTo>
                  <a:lnTo>
                    <a:pt x="146026" y="1340"/>
                  </a:lnTo>
                  <a:lnTo>
                    <a:pt x="140784" y="2092"/>
                  </a:lnTo>
                  <a:lnTo>
                    <a:pt x="135568" y="3010"/>
                  </a:lnTo>
                  <a:lnTo>
                    <a:pt x="130384" y="4093"/>
                  </a:lnTo>
                  <a:lnTo>
                    <a:pt x="125238" y="5340"/>
                  </a:lnTo>
                  <a:lnTo>
                    <a:pt x="120133" y="6748"/>
                  </a:lnTo>
                  <a:lnTo>
                    <a:pt x="115075" y="8318"/>
                  </a:lnTo>
                  <a:lnTo>
                    <a:pt x="110070" y="10047"/>
                  </a:lnTo>
                  <a:lnTo>
                    <a:pt x="105122" y="11934"/>
                  </a:lnTo>
                  <a:lnTo>
                    <a:pt x="100236" y="13977"/>
                  </a:lnTo>
                  <a:lnTo>
                    <a:pt x="95417" y="16173"/>
                  </a:lnTo>
                  <a:lnTo>
                    <a:pt x="90671" y="18521"/>
                  </a:lnTo>
                  <a:lnTo>
                    <a:pt x="86001" y="21019"/>
                  </a:lnTo>
                  <a:lnTo>
                    <a:pt x="81412" y="23662"/>
                  </a:lnTo>
                  <a:lnTo>
                    <a:pt x="76910" y="26450"/>
                  </a:lnTo>
                  <a:lnTo>
                    <a:pt x="72498" y="29379"/>
                  </a:lnTo>
                  <a:lnTo>
                    <a:pt x="68181" y="32446"/>
                  </a:lnTo>
                  <a:lnTo>
                    <a:pt x="63963" y="35649"/>
                  </a:lnTo>
                  <a:lnTo>
                    <a:pt x="59849" y="38983"/>
                  </a:lnTo>
                  <a:lnTo>
                    <a:pt x="55843" y="42446"/>
                  </a:lnTo>
                  <a:lnTo>
                    <a:pt x="51948" y="46035"/>
                  </a:lnTo>
                  <a:lnTo>
                    <a:pt x="48169" y="49745"/>
                  </a:lnTo>
                  <a:lnTo>
                    <a:pt x="44510" y="53572"/>
                  </a:lnTo>
                  <a:lnTo>
                    <a:pt x="40973" y="57514"/>
                  </a:lnTo>
                  <a:lnTo>
                    <a:pt x="37563" y="61566"/>
                  </a:lnTo>
                  <a:lnTo>
                    <a:pt x="34284" y="65723"/>
                  </a:lnTo>
                  <a:lnTo>
                    <a:pt x="31137" y="69983"/>
                  </a:lnTo>
                  <a:lnTo>
                    <a:pt x="28127" y="74340"/>
                  </a:lnTo>
                  <a:lnTo>
                    <a:pt x="25256" y="78790"/>
                  </a:lnTo>
                  <a:lnTo>
                    <a:pt x="22528" y="83329"/>
                  </a:lnTo>
                  <a:lnTo>
                    <a:pt x="19945" y="87952"/>
                  </a:lnTo>
                  <a:lnTo>
                    <a:pt x="17510" y="92654"/>
                  </a:lnTo>
                  <a:lnTo>
                    <a:pt x="15225" y="97431"/>
                  </a:lnTo>
                  <a:lnTo>
                    <a:pt x="13092" y="102279"/>
                  </a:lnTo>
                  <a:lnTo>
                    <a:pt x="11114" y="107191"/>
                  </a:lnTo>
                  <a:lnTo>
                    <a:pt x="9293" y="112164"/>
                  </a:lnTo>
                  <a:lnTo>
                    <a:pt x="7630" y="117191"/>
                  </a:lnTo>
                  <a:lnTo>
                    <a:pt x="6127" y="122269"/>
                  </a:lnTo>
                  <a:lnTo>
                    <a:pt x="4786" y="127392"/>
                  </a:lnTo>
                  <a:lnTo>
                    <a:pt x="3607" y="132555"/>
                  </a:lnTo>
                  <a:lnTo>
                    <a:pt x="2593" y="137753"/>
                  </a:lnTo>
                  <a:lnTo>
                    <a:pt x="1744" y="142980"/>
                  </a:lnTo>
                  <a:lnTo>
                    <a:pt x="1061" y="148231"/>
                  </a:lnTo>
                  <a:lnTo>
                    <a:pt x="544" y="153501"/>
                  </a:lnTo>
                  <a:lnTo>
                    <a:pt x="195" y="158786"/>
                  </a:lnTo>
                  <a:lnTo>
                    <a:pt x="13" y="164078"/>
                  </a:lnTo>
                  <a:lnTo>
                    <a:pt x="0" y="169374"/>
                  </a:lnTo>
                  <a:lnTo>
                    <a:pt x="153" y="174667"/>
                  </a:lnTo>
                  <a:lnTo>
                    <a:pt x="475" y="179953"/>
                  </a:lnTo>
                  <a:lnTo>
                    <a:pt x="963" y="185226"/>
                  </a:lnTo>
                  <a:lnTo>
                    <a:pt x="1619" y="190481"/>
                  </a:lnTo>
                  <a:lnTo>
                    <a:pt x="2440" y="195713"/>
                  </a:lnTo>
                  <a:lnTo>
                    <a:pt x="3427" y="200915"/>
                  </a:lnTo>
                  <a:lnTo>
                    <a:pt x="4578" y="206084"/>
                  </a:lnTo>
                  <a:lnTo>
                    <a:pt x="5892" y="211214"/>
                  </a:lnTo>
                  <a:lnTo>
                    <a:pt x="7369" y="216300"/>
                  </a:lnTo>
                  <a:lnTo>
                    <a:pt x="9005" y="221337"/>
                  </a:lnTo>
                  <a:lnTo>
                    <a:pt x="10800" y="226319"/>
                  </a:lnTo>
                  <a:lnTo>
                    <a:pt x="12752" y="231241"/>
                  </a:lnTo>
                  <a:lnTo>
                    <a:pt x="14859" y="236100"/>
                  </a:lnTo>
                  <a:lnTo>
                    <a:pt x="17119" y="240889"/>
                  </a:lnTo>
                  <a:lnTo>
                    <a:pt x="19529" y="245604"/>
                  </a:lnTo>
                  <a:lnTo>
                    <a:pt x="22088" y="250241"/>
                  </a:lnTo>
                  <a:lnTo>
                    <a:pt x="24792" y="254794"/>
                  </a:lnTo>
                  <a:lnTo>
                    <a:pt x="27639" y="259259"/>
                  </a:lnTo>
                  <a:lnTo>
                    <a:pt x="30626" y="263632"/>
                  </a:lnTo>
                  <a:lnTo>
                    <a:pt x="33750" y="267908"/>
                  </a:lnTo>
                  <a:lnTo>
                    <a:pt x="37008" y="272083"/>
                  </a:lnTo>
                  <a:lnTo>
                    <a:pt x="40396" y="276153"/>
                  </a:lnTo>
                  <a:lnTo>
                    <a:pt x="43912" y="280113"/>
                  </a:lnTo>
                  <a:lnTo>
                    <a:pt x="47552" y="283960"/>
                  </a:lnTo>
                  <a:lnTo>
                    <a:pt x="51311" y="287690"/>
                  </a:lnTo>
                  <a:lnTo>
                    <a:pt x="55187" y="291298"/>
                  </a:lnTo>
                  <a:lnTo>
                    <a:pt x="59175" y="294783"/>
                  </a:lnTo>
                  <a:lnTo>
                    <a:pt x="63271" y="298139"/>
                  </a:lnTo>
                  <a:lnTo>
                    <a:pt x="67471" y="301363"/>
                  </a:lnTo>
                  <a:lnTo>
                    <a:pt x="71772" y="304453"/>
                  </a:lnTo>
                  <a:lnTo>
                    <a:pt x="76168" y="307406"/>
                  </a:lnTo>
                  <a:lnTo>
                    <a:pt x="80656" y="310217"/>
                  </a:lnTo>
                  <a:lnTo>
                    <a:pt x="85231" y="312885"/>
                  </a:lnTo>
                  <a:lnTo>
                    <a:pt x="89887" y="315407"/>
                  </a:lnTo>
                  <a:lnTo>
                    <a:pt x="94622" y="317780"/>
                  </a:lnTo>
                  <a:lnTo>
                    <a:pt x="99429" y="320002"/>
                  </a:lnTo>
                  <a:lnTo>
                    <a:pt x="104303" y="322070"/>
                  </a:lnTo>
                  <a:lnTo>
                    <a:pt x="109242" y="323983"/>
                  </a:lnTo>
                  <a:lnTo>
                    <a:pt x="114238" y="325739"/>
                  </a:lnTo>
                  <a:lnTo>
                    <a:pt x="119287" y="327335"/>
                  </a:lnTo>
                  <a:lnTo>
                    <a:pt x="124384" y="328771"/>
                  </a:lnTo>
                  <a:lnTo>
                    <a:pt x="129524" y="330044"/>
                  </a:lnTo>
                  <a:lnTo>
                    <a:pt x="134702" y="331155"/>
                  </a:lnTo>
                  <a:lnTo>
                    <a:pt x="139913" y="332100"/>
                  </a:lnTo>
                  <a:lnTo>
                    <a:pt x="145151" y="332880"/>
                  </a:lnTo>
                  <a:lnTo>
                    <a:pt x="150411" y="333494"/>
                  </a:lnTo>
                  <a:lnTo>
                    <a:pt x="155688" y="333941"/>
                  </a:lnTo>
                  <a:lnTo>
                    <a:pt x="160976" y="334220"/>
                  </a:lnTo>
                  <a:lnTo>
                    <a:pt x="166270" y="334332"/>
                  </a:lnTo>
                  <a:lnTo>
                    <a:pt x="171566" y="334276"/>
                  </a:lnTo>
                  <a:lnTo>
                    <a:pt x="176856" y="334052"/>
                  </a:lnTo>
                  <a:lnTo>
                    <a:pt x="182138" y="333661"/>
                  </a:lnTo>
                  <a:lnTo>
                    <a:pt x="187404" y="333103"/>
                  </a:lnTo>
                  <a:lnTo>
                    <a:pt x="192650" y="332378"/>
                  </a:lnTo>
                  <a:lnTo>
                    <a:pt x="197870" y="331488"/>
                  </a:lnTo>
                  <a:lnTo>
                    <a:pt x="203059" y="330433"/>
                  </a:lnTo>
                  <a:lnTo>
                    <a:pt x="208213" y="329213"/>
                  </a:lnTo>
                  <a:lnTo>
                    <a:pt x="213325" y="327831"/>
                  </a:lnTo>
                  <a:lnTo>
                    <a:pt x="218391" y="326288"/>
                  </a:lnTo>
                  <a:lnTo>
                    <a:pt x="223405" y="324585"/>
                  </a:lnTo>
                  <a:lnTo>
                    <a:pt x="228363" y="322725"/>
                  </a:lnTo>
                  <a:lnTo>
                    <a:pt x="233259" y="320708"/>
                  </a:lnTo>
                  <a:lnTo>
                    <a:pt x="238090" y="318537"/>
                  </a:lnTo>
                  <a:lnTo>
                    <a:pt x="242849" y="316214"/>
                  </a:lnTo>
                  <a:lnTo>
                    <a:pt x="247532" y="313742"/>
                  </a:lnTo>
                  <a:lnTo>
                    <a:pt x="252134" y="311122"/>
                  </a:lnTo>
                  <a:lnTo>
                    <a:pt x="256651" y="308358"/>
                  </a:lnTo>
                  <a:lnTo>
                    <a:pt x="261078" y="305452"/>
                  </a:lnTo>
                  <a:lnTo>
                    <a:pt x="265411" y="302408"/>
                  </a:lnTo>
                  <a:lnTo>
                    <a:pt x="269646" y="299228"/>
                  </a:lnTo>
                  <a:lnTo>
                    <a:pt x="273777" y="295915"/>
                  </a:lnTo>
                  <a:lnTo>
                    <a:pt x="277802" y="292473"/>
                  </a:lnTo>
                  <a:lnTo>
                    <a:pt x="281715" y="288905"/>
                  </a:lnTo>
                  <a:lnTo>
                    <a:pt x="285514" y="285216"/>
                  </a:lnTo>
                  <a:lnTo>
                    <a:pt x="289194" y="281407"/>
                  </a:lnTo>
                  <a:lnTo>
                    <a:pt x="292751" y="277484"/>
                  </a:lnTo>
                  <a:lnTo>
                    <a:pt x="296182" y="273451"/>
                  </a:lnTo>
                  <a:lnTo>
                    <a:pt x="299484" y="269310"/>
                  </a:lnTo>
                  <a:lnTo>
                    <a:pt x="302653" y="265068"/>
                  </a:lnTo>
                  <a:lnTo>
                    <a:pt x="305686" y="260727"/>
                  </a:lnTo>
                  <a:lnTo>
                    <a:pt x="308580" y="256292"/>
                  </a:lnTo>
                  <a:lnTo>
                    <a:pt x="311332" y="251767"/>
                  </a:lnTo>
                  <a:lnTo>
                    <a:pt x="313939" y="247158"/>
                  </a:lnTo>
                  <a:lnTo>
                    <a:pt x="316399" y="242468"/>
                  </a:lnTo>
                  <a:lnTo>
                    <a:pt x="318710" y="237703"/>
                  </a:lnTo>
                  <a:lnTo>
                    <a:pt x="320868" y="232867"/>
                  </a:lnTo>
                  <a:lnTo>
                    <a:pt x="322872" y="227965"/>
                  </a:lnTo>
                  <a:lnTo>
                    <a:pt x="324719" y="223003"/>
                  </a:lnTo>
                  <a:lnTo>
                    <a:pt x="326409" y="217984"/>
                  </a:lnTo>
                  <a:lnTo>
                    <a:pt x="327938" y="212914"/>
                  </a:lnTo>
                  <a:lnTo>
                    <a:pt x="329307" y="207798"/>
                  </a:lnTo>
                  <a:lnTo>
                    <a:pt x="330512" y="202641"/>
                  </a:lnTo>
                  <a:lnTo>
                    <a:pt x="331554" y="197449"/>
                  </a:lnTo>
                  <a:lnTo>
                    <a:pt x="332431" y="192227"/>
                  </a:lnTo>
                  <a:lnTo>
                    <a:pt x="333142" y="186979"/>
                  </a:lnTo>
                  <a:lnTo>
                    <a:pt x="333686" y="181711"/>
                  </a:lnTo>
                  <a:lnTo>
                    <a:pt x="334063" y="176429"/>
                  </a:lnTo>
                  <a:lnTo>
                    <a:pt x="334273" y="171138"/>
                  </a:lnTo>
                  <a:lnTo>
                    <a:pt x="334315" y="165842"/>
                  </a:lnTo>
                  <a:lnTo>
                    <a:pt x="334189" y="160548"/>
                  </a:lnTo>
                  <a:lnTo>
                    <a:pt x="333895" y="155261"/>
                  </a:lnTo>
                  <a:lnTo>
                    <a:pt x="333434" y="149985"/>
                  </a:lnTo>
                  <a:lnTo>
                    <a:pt x="332807" y="144727"/>
                  </a:lnTo>
                  <a:lnTo>
                    <a:pt x="332013" y="139491"/>
                  </a:lnTo>
                  <a:lnTo>
                    <a:pt x="331054" y="134283"/>
                  </a:lnTo>
                  <a:lnTo>
                    <a:pt x="329930" y="129108"/>
                  </a:lnTo>
                  <a:lnTo>
                    <a:pt x="328643" y="123971"/>
                  </a:lnTo>
                  <a:lnTo>
                    <a:pt x="327193" y="118878"/>
                  </a:lnTo>
                  <a:lnTo>
                    <a:pt x="325583" y="113833"/>
                  </a:lnTo>
                  <a:lnTo>
                    <a:pt x="323815" y="108841"/>
                  </a:lnTo>
                  <a:lnTo>
                    <a:pt x="321889" y="103908"/>
                  </a:lnTo>
                  <a:lnTo>
                    <a:pt x="319807" y="99039"/>
                  </a:lnTo>
                  <a:lnTo>
                    <a:pt x="317573" y="94238"/>
                  </a:lnTo>
                  <a:lnTo>
                    <a:pt x="315187" y="89510"/>
                  </a:lnTo>
                  <a:lnTo>
                    <a:pt x="312653" y="84860"/>
                  </a:lnTo>
                  <a:lnTo>
                    <a:pt x="309973" y="80292"/>
                  </a:lnTo>
                  <a:lnTo>
                    <a:pt x="307150" y="75812"/>
                  </a:lnTo>
                  <a:lnTo>
                    <a:pt x="304186" y="71424"/>
                  </a:lnTo>
                  <a:lnTo>
                    <a:pt x="301084" y="67131"/>
                  </a:lnTo>
                  <a:lnTo>
                    <a:pt x="297849" y="62939"/>
                  </a:lnTo>
                  <a:lnTo>
                    <a:pt x="294482" y="58852"/>
                  </a:lnTo>
                  <a:lnTo>
                    <a:pt x="290987" y="54873"/>
                  </a:lnTo>
                  <a:lnTo>
                    <a:pt x="287368" y="51007"/>
                  </a:lnTo>
                  <a:lnTo>
                    <a:pt x="283628" y="47257"/>
                  </a:lnTo>
                  <a:lnTo>
                    <a:pt x="279772" y="43628"/>
                  </a:lnTo>
                  <a:lnTo>
                    <a:pt x="275802" y="40123"/>
                  </a:lnTo>
                  <a:lnTo>
                    <a:pt x="271724" y="36745"/>
                  </a:lnTo>
                  <a:lnTo>
                    <a:pt x="267540" y="33498"/>
                  </a:lnTo>
                  <a:lnTo>
                    <a:pt x="263256" y="30386"/>
                  </a:lnTo>
                  <a:lnTo>
                    <a:pt x="258875" y="27410"/>
                  </a:lnTo>
                  <a:lnTo>
                    <a:pt x="254402" y="24575"/>
                  </a:lnTo>
                  <a:lnTo>
                    <a:pt x="249842" y="21883"/>
                  </a:lnTo>
                  <a:lnTo>
                    <a:pt x="245199" y="19337"/>
                  </a:lnTo>
                  <a:lnTo>
                    <a:pt x="240477" y="16939"/>
                  </a:lnTo>
                  <a:lnTo>
                    <a:pt x="235682" y="14692"/>
                  </a:lnTo>
                  <a:lnTo>
                    <a:pt x="230818" y="12598"/>
                  </a:lnTo>
                  <a:lnTo>
                    <a:pt x="225890" y="10659"/>
                  </a:lnTo>
                  <a:lnTo>
                    <a:pt x="220903" y="8877"/>
                  </a:lnTo>
                  <a:lnTo>
                    <a:pt x="215862" y="7254"/>
                  </a:lnTo>
                  <a:lnTo>
                    <a:pt x="210773" y="5791"/>
                  </a:lnTo>
                  <a:lnTo>
                    <a:pt x="205639" y="4490"/>
                  </a:lnTo>
                  <a:lnTo>
                    <a:pt x="200467" y="3353"/>
                  </a:lnTo>
                  <a:lnTo>
                    <a:pt x="195262" y="2380"/>
                  </a:lnTo>
                  <a:lnTo>
                    <a:pt x="190028" y="1572"/>
                  </a:lnTo>
                  <a:lnTo>
                    <a:pt x="184771" y="931"/>
                  </a:lnTo>
                  <a:lnTo>
                    <a:pt x="179497" y="456"/>
                  </a:lnTo>
                  <a:lnTo>
                    <a:pt x="174210" y="149"/>
                  </a:lnTo>
                  <a:lnTo>
                    <a:pt x="168917" y="9"/>
                  </a:lnTo>
                  <a:lnTo>
                    <a:pt x="167152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4" name="pg514"/>
            <p:cNvSpPr/>
            <p:nvPr/>
          </p:nvSpPr>
          <p:spPr>
            <a:xfrm>
              <a:off x="2781287" y="4213830"/>
              <a:ext cx="1764" cy="167158"/>
            </a:xfrm>
            <a:custGeom>
              <a:avLst/>
              <a:pathLst>
                <a:path w="1764" h="167158">
                  <a:moveTo>
                    <a:pt x="1764" y="0"/>
                  </a:moveTo>
                  <a:lnTo>
                    <a:pt x="0" y="167158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5" name="pg515"/>
            <p:cNvSpPr/>
            <p:nvPr/>
          </p:nvSpPr>
          <p:spPr>
            <a:xfrm>
              <a:off x="2781287" y="4213830"/>
              <a:ext cx="1764" cy="167158"/>
            </a:xfrm>
            <a:custGeom>
              <a:avLst/>
              <a:pathLst>
                <a:path w="1764" h="167158">
                  <a:moveTo>
                    <a:pt x="1764" y="0"/>
                  </a:moveTo>
                  <a:lnTo>
                    <a:pt x="0" y="167158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6" name="pg516"/>
            <p:cNvSpPr/>
            <p:nvPr/>
          </p:nvSpPr>
          <p:spPr>
            <a:xfrm>
              <a:off x="2781287" y="4213830"/>
              <a:ext cx="1764" cy="167158"/>
            </a:xfrm>
            <a:custGeom>
              <a:avLst/>
              <a:pathLst>
                <a:path w="1764" h="167158">
                  <a:moveTo>
                    <a:pt x="1764" y="0"/>
                  </a:moveTo>
                  <a:lnTo>
                    <a:pt x="0" y="167158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7" name="pg517"/>
            <p:cNvSpPr/>
            <p:nvPr/>
          </p:nvSpPr>
          <p:spPr>
            <a:xfrm>
              <a:off x="2781287" y="4213830"/>
              <a:ext cx="1764" cy="167158"/>
            </a:xfrm>
            <a:custGeom>
              <a:avLst/>
              <a:pathLst>
                <a:path w="1764" h="167158">
                  <a:moveTo>
                    <a:pt x="1764" y="0"/>
                  </a:moveTo>
                  <a:lnTo>
                    <a:pt x="0" y="167158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8" name="pg518"/>
            <p:cNvSpPr/>
            <p:nvPr/>
          </p:nvSpPr>
          <p:spPr>
            <a:xfrm>
              <a:off x="2781287" y="4213830"/>
              <a:ext cx="1764" cy="167158"/>
            </a:xfrm>
            <a:custGeom>
              <a:avLst/>
              <a:pathLst>
                <a:path w="1764" h="167158">
                  <a:moveTo>
                    <a:pt x="1764" y="0"/>
                  </a:moveTo>
                  <a:lnTo>
                    <a:pt x="0" y="16715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9" name="pg519"/>
            <p:cNvSpPr/>
            <p:nvPr/>
          </p:nvSpPr>
          <p:spPr>
            <a:xfrm>
              <a:off x="2781287" y="4213830"/>
              <a:ext cx="1764" cy="167158"/>
            </a:xfrm>
            <a:custGeom>
              <a:avLst/>
              <a:pathLst>
                <a:path w="1764" h="167158">
                  <a:moveTo>
                    <a:pt x="1764" y="0"/>
                  </a:moveTo>
                  <a:lnTo>
                    <a:pt x="0" y="16715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0" name="pg520"/>
            <p:cNvSpPr/>
            <p:nvPr/>
          </p:nvSpPr>
          <p:spPr>
            <a:xfrm>
              <a:off x="2781287" y="4213830"/>
              <a:ext cx="1764" cy="167158"/>
            </a:xfrm>
            <a:custGeom>
              <a:avLst/>
              <a:pathLst>
                <a:path w="1764" h="167158">
                  <a:moveTo>
                    <a:pt x="1764" y="0"/>
                  </a:moveTo>
                  <a:lnTo>
                    <a:pt x="0" y="16715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1" name="pg521"/>
            <p:cNvSpPr/>
            <p:nvPr/>
          </p:nvSpPr>
          <p:spPr>
            <a:xfrm>
              <a:off x="2781287" y="4213830"/>
              <a:ext cx="1764" cy="167158"/>
            </a:xfrm>
            <a:custGeom>
              <a:avLst/>
              <a:pathLst>
                <a:path w="1764" h="167158">
                  <a:moveTo>
                    <a:pt x="1764" y="0"/>
                  </a:moveTo>
                  <a:lnTo>
                    <a:pt x="0" y="16715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2" name="pg522"/>
            <p:cNvSpPr/>
            <p:nvPr/>
          </p:nvSpPr>
          <p:spPr>
            <a:xfrm>
              <a:off x="2781287" y="4213830"/>
              <a:ext cx="1764" cy="167158"/>
            </a:xfrm>
            <a:custGeom>
              <a:avLst/>
              <a:pathLst>
                <a:path w="1764" h="167158">
                  <a:moveTo>
                    <a:pt x="1764" y="0"/>
                  </a:moveTo>
                  <a:lnTo>
                    <a:pt x="0" y="167158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3" name="pg523"/>
            <p:cNvSpPr/>
            <p:nvPr/>
          </p:nvSpPr>
          <p:spPr>
            <a:xfrm>
              <a:off x="2781287" y="4213830"/>
              <a:ext cx="1764" cy="167158"/>
            </a:xfrm>
            <a:custGeom>
              <a:avLst/>
              <a:pathLst>
                <a:path w="1764" h="167158">
                  <a:moveTo>
                    <a:pt x="1764" y="0"/>
                  </a:moveTo>
                  <a:lnTo>
                    <a:pt x="0" y="167158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4" name="pg524"/>
            <p:cNvSpPr/>
            <p:nvPr/>
          </p:nvSpPr>
          <p:spPr>
            <a:xfrm>
              <a:off x="2781287" y="4213821"/>
              <a:ext cx="1764" cy="167167"/>
            </a:xfrm>
            <a:custGeom>
              <a:avLst/>
              <a:pathLst>
                <a:path w="1764" h="167167">
                  <a:moveTo>
                    <a:pt x="1764" y="9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5" name="pg525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6" name="pg526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7" name="pg527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8" name="pg528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9" name="pg529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0" name="pg530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1" name="pg531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2" name="pg532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3" name="pg533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4" name="pg534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5" name="pg535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6" name="pg536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7" name="pg537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8" name="pg538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9" name="pg539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0" name="pg540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1" name="pg541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2" name="pg542"/>
            <p:cNvSpPr/>
            <p:nvPr/>
          </p:nvSpPr>
          <p:spPr>
            <a:xfrm>
              <a:off x="2919358" y="4659281"/>
              <a:ext cx="167166" cy="199599"/>
            </a:xfrm>
            <a:custGeom>
              <a:avLst/>
              <a:pathLst>
                <a:path w="167166" h="199599">
                  <a:moveTo>
                    <a:pt x="167166" y="0"/>
                  </a:moveTo>
                  <a:lnTo>
                    <a:pt x="161800" y="86"/>
                  </a:lnTo>
                  <a:lnTo>
                    <a:pt x="156438" y="344"/>
                  </a:lnTo>
                  <a:lnTo>
                    <a:pt x="151088" y="775"/>
                  </a:lnTo>
                  <a:lnTo>
                    <a:pt x="145754" y="1376"/>
                  </a:lnTo>
                  <a:lnTo>
                    <a:pt x="140443" y="2149"/>
                  </a:lnTo>
                  <a:lnTo>
                    <a:pt x="135159" y="3092"/>
                  </a:lnTo>
                  <a:lnTo>
                    <a:pt x="129908" y="4205"/>
                  </a:lnTo>
                  <a:lnTo>
                    <a:pt x="124695" y="5485"/>
                  </a:lnTo>
                  <a:lnTo>
                    <a:pt x="119526" y="6932"/>
                  </a:lnTo>
                  <a:lnTo>
                    <a:pt x="114407" y="8544"/>
                  </a:lnTo>
                  <a:lnTo>
                    <a:pt x="109341" y="10319"/>
                  </a:lnTo>
                  <a:lnTo>
                    <a:pt x="104336" y="12256"/>
                  </a:lnTo>
                  <a:lnTo>
                    <a:pt x="99395" y="14353"/>
                  </a:lnTo>
                  <a:lnTo>
                    <a:pt x="94524" y="16608"/>
                  </a:lnTo>
                  <a:lnTo>
                    <a:pt x="89728" y="19018"/>
                  </a:lnTo>
                  <a:lnTo>
                    <a:pt x="85011" y="21580"/>
                  </a:lnTo>
                  <a:lnTo>
                    <a:pt x="80380" y="24293"/>
                  </a:lnTo>
                  <a:lnTo>
                    <a:pt x="75837" y="27153"/>
                  </a:lnTo>
                  <a:lnTo>
                    <a:pt x="71389" y="30157"/>
                  </a:lnTo>
                  <a:lnTo>
                    <a:pt x="67040" y="33302"/>
                  </a:lnTo>
                  <a:lnTo>
                    <a:pt x="62794" y="36586"/>
                  </a:lnTo>
                  <a:lnTo>
                    <a:pt x="58656" y="40004"/>
                  </a:lnTo>
                  <a:lnTo>
                    <a:pt x="54629" y="43553"/>
                  </a:lnTo>
                  <a:lnTo>
                    <a:pt x="50719" y="47230"/>
                  </a:lnTo>
                  <a:lnTo>
                    <a:pt x="46928" y="51030"/>
                  </a:lnTo>
                  <a:lnTo>
                    <a:pt x="43262" y="54950"/>
                  </a:lnTo>
                  <a:lnTo>
                    <a:pt x="39723" y="58986"/>
                  </a:lnTo>
                  <a:lnTo>
                    <a:pt x="36315" y="63133"/>
                  </a:lnTo>
                  <a:lnTo>
                    <a:pt x="33043" y="67388"/>
                  </a:lnTo>
                  <a:lnTo>
                    <a:pt x="29909" y="71745"/>
                  </a:lnTo>
                  <a:lnTo>
                    <a:pt x="26916" y="76201"/>
                  </a:lnTo>
                  <a:lnTo>
                    <a:pt x="24068" y="80751"/>
                  </a:lnTo>
                  <a:lnTo>
                    <a:pt x="21367" y="85389"/>
                  </a:lnTo>
                  <a:lnTo>
                    <a:pt x="18817" y="90112"/>
                  </a:lnTo>
                  <a:lnTo>
                    <a:pt x="16420" y="94915"/>
                  </a:lnTo>
                  <a:lnTo>
                    <a:pt x="14178" y="99791"/>
                  </a:lnTo>
                  <a:lnTo>
                    <a:pt x="12094" y="104738"/>
                  </a:lnTo>
                  <a:lnTo>
                    <a:pt x="10169" y="109748"/>
                  </a:lnTo>
                  <a:lnTo>
                    <a:pt x="8407" y="114818"/>
                  </a:lnTo>
                  <a:lnTo>
                    <a:pt x="6808" y="119942"/>
                  </a:lnTo>
                  <a:lnTo>
                    <a:pt x="5375" y="125115"/>
                  </a:lnTo>
                  <a:lnTo>
                    <a:pt x="4108" y="130331"/>
                  </a:lnTo>
                  <a:lnTo>
                    <a:pt x="3009" y="135585"/>
                  </a:lnTo>
                  <a:lnTo>
                    <a:pt x="2080" y="140871"/>
                  </a:lnTo>
                  <a:lnTo>
                    <a:pt x="1321" y="146185"/>
                  </a:lnTo>
                  <a:lnTo>
                    <a:pt x="733" y="151520"/>
                  </a:lnTo>
                  <a:lnTo>
                    <a:pt x="316" y="156871"/>
                  </a:lnTo>
                  <a:lnTo>
                    <a:pt x="72" y="162233"/>
                  </a:lnTo>
                  <a:lnTo>
                    <a:pt x="0" y="167600"/>
                  </a:lnTo>
                  <a:lnTo>
                    <a:pt x="100" y="172967"/>
                  </a:lnTo>
                  <a:lnTo>
                    <a:pt x="372" y="178327"/>
                  </a:lnTo>
                  <a:lnTo>
                    <a:pt x="816" y="183676"/>
                  </a:lnTo>
                  <a:lnTo>
                    <a:pt x="1432" y="189008"/>
                  </a:lnTo>
                  <a:lnTo>
                    <a:pt x="2219" y="194318"/>
                  </a:lnTo>
                  <a:lnTo>
                    <a:pt x="3175" y="199599"/>
                  </a:lnTo>
                  <a:lnTo>
                    <a:pt x="167166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3" name="pg543"/>
            <p:cNvSpPr/>
            <p:nvPr/>
          </p:nvSpPr>
          <p:spPr>
            <a:xfrm>
              <a:off x="2922533" y="4826449"/>
              <a:ext cx="163991" cy="32432"/>
            </a:xfrm>
            <a:custGeom>
              <a:avLst/>
              <a:pathLst>
                <a:path w="163991" h="32432">
                  <a:moveTo>
                    <a:pt x="0" y="32432"/>
                  </a:moveTo>
                  <a:lnTo>
                    <a:pt x="163991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4" name="pg544"/>
            <p:cNvSpPr/>
            <p:nvPr/>
          </p:nvSpPr>
          <p:spPr>
            <a:xfrm>
              <a:off x="2922533" y="4826449"/>
              <a:ext cx="163991" cy="32432"/>
            </a:xfrm>
            <a:custGeom>
              <a:avLst/>
              <a:pathLst>
                <a:path w="163991" h="32432">
                  <a:moveTo>
                    <a:pt x="0" y="32432"/>
                  </a:moveTo>
                  <a:lnTo>
                    <a:pt x="163991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5" name="pg545"/>
            <p:cNvSpPr/>
            <p:nvPr/>
          </p:nvSpPr>
          <p:spPr>
            <a:xfrm>
              <a:off x="2922533" y="4826449"/>
              <a:ext cx="163991" cy="32432"/>
            </a:xfrm>
            <a:custGeom>
              <a:avLst/>
              <a:pathLst>
                <a:path w="163991" h="32432">
                  <a:moveTo>
                    <a:pt x="0" y="32432"/>
                  </a:moveTo>
                  <a:lnTo>
                    <a:pt x="163991" y="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6" name="pg546"/>
            <p:cNvSpPr/>
            <p:nvPr/>
          </p:nvSpPr>
          <p:spPr>
            <a:xfrm>
              <a:off x="2922533" y="4826449"/>
              <a:ext cx="163991" cy="32432"/>
            </a:xfrm>
            <a:custGeom>
              <a:avLst/>
              <a:pathLst>
                <a:path w="163991" h="32432">
                  <a:moveTo>
                    <a:pt x="0" y="32432"/>
                  </a:moveTo>
                  <a:lnTo>
                    <a:pt x="163991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7" name="pg547"/>
            <p:cNvSpPr/>
            <p:nvPr/>
          </p:nvSpPr>
          <p:spPr>
            <a:xfrm>
              <a:off x="2922533" y="4826449"/>
              <a:ext cx="163991" cy="32432"/>
            </a:xfrm>
            <a:custGeom>
              <a:avLst/>
              <a:pathLst>
                <a:path w="163991" h="32432">
                  <a:moveTo>
                    <a:pt x="0" y="32432"/>
                  </a:moveTo>
                  <a:lnTo>
                    <a:pt x="163991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8" name="pg548"/>
            <p:cNvSpPr/>
            <p:nvPr/>
          </p:nvSpPr>
          <p:spPr>
            <a:xfrm>
              <a:off x="2922533" y="4826449"/>
              <a:ext cx="163991" cy="32432"/>
            </a:xfrm>
            <a:custGeom>
              <a:avLst/>
              <a:pathLst>
                <a:path w="163991" h="32432">
                  <a:moveTo>
                    <a:pt x="0" y="32432"/>
                  </a:moveTo>
                  <a:lnTo>
                    <a:pt x="163991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9" name="pg549"/>
            <p:cNvSpPr/>
            <p:nvPr/>
          </p:nvSpPr>
          <p:spPr>
            <a:xfrm>
              <a:off x="2922533" y="4826449"/>
              <a:ext cx="163991" cy="32432"/>
            </a:xfrm>
            <a:custGeom>
              <a:avLst/>
              <a:pathLst>
                <a:path w="163991" h="32432">
                  <a:moveTo>
                    <a:pt x="0" y="32432"/>
                  </a:moveTo>
                  <a:lnTo>
                    <a:pt x="163991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0" name="pg550"/>
            <p:cNvSpPr/>
            <p:nvPr/>
          </p:nvSpPr>
          <p:spPr>
            <a:xfrm>
              <a:off x="2922533" y="4826449"/>
              <a:ext cx="163991" cy="32432"/>
            </a:xfrm>
            <a:custGeom>
              <a:avLst/>
              <a:pathLst>
                <a:path w="163991" h="32432">
                  <a:moveTo>
                    <a:pt x="0" y="32432"/>
                  </a:moveTo>
                  <a:lnTo>
                    <a:pt x="163991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1" name="pg551"/>
            <p:cNvSpPr/>
            <p:nvPr/>
          </p:nvSpPr>
          <p:spPr>
            <a:xfrm>
              <a:off x="2922533" y="4826449"/>
              <a:ext cx="163991" cy="32432"/>
            </a:xfrm>
            <a:custGeom>
              <a:avLst/>
              <a:pathLst>
                <a:path w="163991" h="32432">
                  <a:moveTo>
                    <a:pt x="0" y="32432"/>
                  </a:moveTo>
                  <a:lnTo>
                    <a:pt x="163991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2" name="pg552"/>
            <p:cNvSpPr/>
            <p:nvPr/>
          </p:nvSpPr>
          <p:spPr>
            <a:xfrm>
              <a:off x="2922533" y="4826449"/>
              <a:ext cx="163991" cy="44448"/>
            </a:xfrm>
            <a:custGeom>
              <a:avLst/>
              <a:pathLst>
                <a:path w="163991" h="44448">
                  <a:moveTo>
                    <a:pt x="0" y="32432"/>
                  </a:moveTo>
                  <a:lnTo>
                    <a:pt x="2841" y="44448"/>
                  </a:lnTo>
                  <a:lnTo>
                    <a:pt x="163991" y="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3" name="pg553"/>
            <p:cNvSpPr/>
            <p:nvPr/>
          </p:nvSpPr>
          <p:spPr>
            <a:xfrm>
              <a:off x="2925375" y="4659281"/>
              <a:ext cx="328296" cy="334334"/>
            </a:xfrm>
            <a:custGeom>
              <a:avLst/>
              <a:pathLst>
                <a:path w="328296" h="334334">
                  <a:moveTo>
                    <a:pt x="0" y="211615"/>
                  </a:moveTo>
                  <a:lnTo>
                    <a:pt x="1491" y="216707"/>
                  </a:lnTo>
                  <a:lnTo>
                    <a:pt x="3144" y="221748"/>
                  </a:lnTo>
                  <a:lnTo>
                    <a:pt x="4955" y="226734"/>
                  </a:lnTo>
                  <a:lnTo>
                    <a:pt x="6924" y="231661"/>
                  </a:lnTo>
                  <a:lnTo>
                    <a:pt x="9048" y="236522"/>
                  </a:lnTo>
                  <a:lnTo>
                    <a:pt x="11326" y="241314"/>
                  </a:lnTo>
                  <a:lnTo>
                    <a:pt x="13754" y="246031"/>
                  </a:lnTo>
                  <a:lnTo>
                    <a:pt x="16331" y="250668"/>
                  </a:lnTo>
                  <a:lnTo>
                    <a:pt x="19053" y="255222"/>
                  </a:lnTo>
                  <a:lnTo>
                    <a:pt x="21919" y="259686"/>
                  </a:lnTo>
                  <a:lnTo>
                    <a:pt x="24925" y="264058"/>
                  </a:lnTo>
                  <a:lnTo>
                    <a:pt x="28068" y="268332"/>
                  </a:lnTo>
                  <a:lnTo>
                    <a:pt x="31345" y="272504"/>
                  </a:lnTo>
                  <a:lnTo>
                    <a:pt x="34753" y="276570"/>
                  </a:lnTo>
                  <a:lnTo>
                    <a:pt x="38288" y="280525"/>
                  </a:lnTo>
                  <a:lnTo>
                    <a:pt x="41947" y="284367"/>
                  </a:lnTo>
                  <a:lnTo>
                    <a:pt x="45726" y="288090"/>
                  </a:lnTo>
                  <a:lnTo>
                    <a:pt x="49622" y="291692"/>
                  </a:lnTo>
                  <a:lnTo>
                    <a:pt x="53629" y="295169"/>
                  </a:lnTo>
                  <a:lnTo>
                    <a:pt x="57745" y="298516"/>
                  </a:lnTo>
                  <a:lnTo>
                    <a:pt x="61965" y="301731"/>
                  </a:lnTo>
                  <a:lnTo>
                    <a:pt x="66285" y="304811"/>
                  </a:lnTo>
                  <a:lnTo>
                    <a:pt x="70701" y="307751"/>
                  </a:lnTo>
                  <a:lnTo>
                    <a:pt x="75207" y="310551"/>
                  </a:lnTo>
                  <a:lnTo>
                    <a:pt x="79801" y="313206"/>
                  </a:lnTo>
                  <a:lnTo>
                    <a:pt x="84476" y="315714"/>
                  </a:lnTo>
                  <a:lnTo>
                    <a:pt x="89228" y="318072"/>
                  </a:lnTo>
                  <a:lnTo>
                    <a:pt x="94053" y="320278"/>
                  </a:lnTo>
                  <a:lnTo>
                    <a:pt x="98945" y="322330"/>
                  </a:lnTo>
                  <a:lnTo>
                    <a:pt x="103900" y="324226"/>
                  </a:lnTo>
                  <a:lnTo>
                    <a:pt x="108913" y="325963"/>
                  </a:lnTo>
                  <a:lnTo>
                    <a:pt x="113978" y="327541"/>
                  </a:lnTo>
                  <a:lnTo>
                    <a:pt x="119091" y="328957"/>
                  </a:lnTo>
                  <a:lnTo>
                    <a:pt x="124246" y="330210"/>
                  </a:lnTo>
                  <a:lnTo>
                    <a:pt x="129438" y="331299"/>
                  </a:lnTo>
                  <a:lnTo>
                    <a:pt x="134663" y="332223"/>
                  </a:lnTo>
                  <a:lnTo>
                    <a:pt x="139914" y="332980"/>
                  </a:lnTo>
                  <a:lnTo>
                    <a:pt x="145186" y="333570"/>
                  </a:lnTo>
                  <a:lnTo>
                    <a:pt x="150474" y="333993"/>
                  </a:lnTo>
                  <a:lnTo>
                    <a:pt x="155773" y="334248"/>
                  </a:lnTo>
                  <a:lnTo>
                    <a:pt x="161078" y="334334"/>
                  </a:lnTo>
                  <a:lnTo>
                    <a:pt x="166383" y="334252"/>
                  </a:lnTo>
                  <a:lnTo>
                    <a:pt x="171682" y="334002"/>
                  </a:lnTo>
                  <a:lnTo>
                    <a:pt x="176971" y="333584"/>
                  </a:lnTo>
                  <a:lnTo>
                    <a:pt x="182244" y="332998"/>
                  </a:lnTo>
                  <a:lnTo>
                    <a:pt x="187495" y="332245"/>
                  </a:lnTo>
                  <a:lnTo>
                    <a:pt x="192720" y="331326"/>
                  </a:lnTo>
                  <a:lnTo>
                    <a:pt x="197913" y="330242"/>
                  </a:lnTo>
                  <a:lnTo>
                    <a:pt x="203070" y="328993"/>
                  </a:lnTo>
                  <a:lnTo>
                    <a:pt x="208184" y="327581"/>
                  </a:lnTo>
                  <a:lnTo>
                    <a:pt x="213250" y="326008"/>
                  </a:lnTo>
                  <a:lnTo>
                    <a:pt x="218264" y="324275"/>
                  </a:lnTo>
                  <a:lnTo>
                    <a:pt x="223221" y="322383"/>
                  </a:lnTo>
                  <a:lnTo>
                    <a:pt x="228115" y="320335"/>
                  </a:lnTo>
                  <a:lnTo>
                    <a:pt x="232942" y="318133"/>
                  </a:lnTo>
                  <a:lnTo>
                    <a:pt x="237696" y="315779"/>
                  </a:lnTo>
                  <a:lnTo>
                    <a:pt x="242373" y="313275"/>
                  </a:lnTo>
                  <a:lnTo>
                    <a:pt x="246969" y="310624"/>
                  </a:lnTo>
                  <a:lnTo>
                    <a:pt x="251478" y="307829"/>
                  </a:lnTo>
                  <a:lnTo>
                    <a:pt x="255896" y="304892"/>
                  </a:lnTo>
                  <a:lnTo>
                    <a:pt x="260218" y="301816"/>
                  </a:lnTo>
                  <a:lnTo>
                    <a:pt x="264441" y="298604"/>
                  </a:lnTo>
                  <a:lnTo>
                    <a:pt x="268560" y="295260"/>
                  </a:lnTo>
                  <a:lnTo>
                    <a:pt x="272571" y="291787"/>
                  </a:lnTo>
                  <a:lnTo>
                    <a:pt x="276469" y="288189"/>
                  </a:lnTo>
                  <a:lnTo>
                    <a:pt x="280251" y="284469"/>
                  </a:lnTo>
                  <a:lnTo>
                    <a:pt x="283913" y="280630"/>
                  </a:lnTo>
                  <a:lnTo>
                    <a:pt x="287452" y="276678"/>
                  </a:lnTo>
                  <a:lnTo>
                    <a:pt x="290864" y="272615"/>
                  </a:lnTo>
                  <a:lnTo>
                    <a:pt x="294144" y="268445"/>
                  </a:lnTo>
                  <a:lnTo>
                    <a:pt x="297291" y="264174"/>
                  </a:lnTo>
                  <a:lnTo>
                    <a:pt x="300301" y="259805"/>
                  </a:lnTo>
                  <a:lnTo>
                    <a:pt x="303170" y="255343"/>
                  </a:lnTo>
                  <a:lnTo>
                    <a:pt x="305897" y="250792"/>
                  </a:lnTo>
                  <a:lnTo>
                    <a:pt x="308478" y="246157"/>
                  </a:lnTo>
                  <a:lnTo>
                    <a:pt x="310910" y="241442"/>
                  </a:lnTo>
                  <a:lnTo>
                    <a:pt x="313191" y="236652"/>
                  </a:lnTo>
                  <a:lnTo>
                    <a:pt x="315320" y="231793"/>
                  </a:lnTo>
                  <a:lnTo>
                    <a:pt x="317293" y="226868"/>
                  </a:lnTo>
                  <a:lnTo>
                    <a:pt x="319109" y="221883"/>
                  </a:lnTo>
                  <a:lnTo>
                    <a:pt x="320765" y="216843"/>
                  </a:lnTo>
                  <a:lnTo>
                    <a:pt x="322261" y="211753"/>
                  </a:lnTo>
                  <a:lnTo>
                    <a:pt x="323595" y="206618"/>
                  </a:lnTo>
                  <a:lnTo>
                    <a:pt x="324765" y="201443"/>
                  </a:lnTo>
                  <a:lnTo>
                    <a:pt x="325770" y="196234"/>
                  </a:lnTo>
                  <a:lnTo>
                    <a:pt x="326610" y="190996"/>
                  </a:lnTo>
                  <a:lnTo>
                    <a:pt x="327283" y="185733"/>
                  </a:lnTo>
                  <a:lnTo>
                    <a:pt x="327788" y="180452"/>
                  </a:lnTo>
                  <a:lnTo>
                    <a:pt x="328126" y="175158"/>
                  </a:lnTo>
                  <a:lnTo>
                    <a:pt x="328295" y="169855"/>
                  </a:lnTo>
                  <a:lnTo>
                    <a:pt x="328296" y="164550"/>
                  </a:lnTo>
                  <a:lnTo>
                    <a:pt x="328129" y="159247"/>
                  </a:lnTo>
                  <a:lnTo>
                    <a:pt x="327794" y="153953"/>
                  </a:lnTo>
                  <a:lnTo>
                    <a:pt x="327291" y="148671"/>
                  </a:lnTo>
                  <a:lnTo>
                    <a:pt x="326620" y="143409"/>
                  </a:lnTo>
                  <a:lnTo>
                    <a:pt x="325783" y="138170"/>
                  </a:lnTo>
                  <a:lnTo>
                    <a:pt x="324780" y="132960"/>
                  </a:lnTo>
                  <a:lnTo>
                    <a:pt x="323612" y="127785"/>
                  </a:lnTo>
                  <a:lnTo>
                    <a:pt x="322280" y="122650"/>
                  </a:lnTo>
                  <a:lnTo>
                    <a:pt x="320787" y="117559"/>
                  </a:lnTo>
                  <a:lnTo>
                    <a:pt x="319132" y="112518"/>
                  </a:lnTo>
                  <a:lnTo>
                    <a:pt x="317318" y="107533"/>
                  </a:lnTo>
                  <a:lnTo>
                    <a:pt x="315347" y="102607"/>
                  </a:lnTo>
                  <a:lnTo>
                    <a:pt x="313221" y="97747"/>
                  </a:lnTo>
                  <a:lnTo>
                    <a:pt x="310942" y="92956"/>
                  </a:lnTo>
                  <a:lnTo>
                    <a:pt x="308511" y="88240"/>
                  </a:lnTo>
                  <a:lnTo>
                    <a:pt x="305933" y="83604"/>
                  </a:lnTo>
                  <a:lnTo>
                    <a:pt x="303208" y="79052"/>
                  </a:lnTo>
                  <a:lnTo>
                    <a:pt x="300340" y="74588"/>
                  </a:lnTo>
                  <a:lnTo>
                    <a:pt x="297333" y="70218"/>
                  </a:lnTo>
                  <a:lnTo>
                    <a:pt x="294188" y="65945"/>
                  </a:lnTo>
                  <a:lnTo>
                    <a:pt x="290909" y="61775"/>
                  </a:lnTo>
                  <a:lnTo>
                    <a:pt x="287499" y="57710"/>
                  </a:lnTo>
                  <a:lnTo>
                    <a:pt x="283962" y="53756"/>
                  </a:lnTo>
                  <a:lnTo>
                    <a:pt x="280301" y="49916"/>
                  </a:lnTo>
                  <a:lnTo>
                    <a:pt x="276521" y="46194"/>
                  </a:lnTo>
                  <a:lnTo>
                    <a:pt x="272624" y="42594"/>
                  </a:lnTo>
                  <a:lnTo>
                    <a:pt x="268615" y="39119"/>
                  </a:lnTo>
                  <a:lnTo>
                    <a:pt x="264497" y="35774"/>
                  </a:lnTo>
                  <a:lnTo>
                    <a:pt x="260276" y="32561"/>
                  </a:lnTo>
                  <a:lnTo>
                    <a:pt x="255955" y="29483"/>
                  </a:lnTo>
                  <a:lnTo>
                    <a:pt x="251538" y="26544"/>
                  </a:lnTo>
                  <a:lnTo>
                    <a:pt x="247030" y="23746"/>
                  </a:lnTo>
                  <a:lnTo>
                    <a:pt x="242436" y="21093"/>
                  </a:lnTo>
                  <a:lnTo>
                    <a:pt x="237760" y="18588"/>
                  </a:lnTo>
                  <a:lnTo>
                    <a:pt x="233006" y="16231"/>
                  </a:lnTo>
                  <a:lnTo>
                    <a:pt x="228181" y="14027"/>
                  </a:lnTo>
                  <a:lnTo>
                    <a:pt x="223287" y="11977"/>
                  </a:lnTo>
                  <a:lnTo>
                    <a:pt x="218331" y="10084"/>
                  </a:lnTo>
                  <a:lnTo>
                    <a:pt x="213318" y="8348"/>
                  </a:lnTo>
                  <a:lnTo>
                    <a:pt x="208252" y="6773"/>
                  </a:lnTo>
                  <a:lnTo>
                    <a:pt x="203139" y="5359"/>
                  </a:lnTo>
                  <a:lnTo>
                    <a:pt x="197983" y="4108"/>
                  </a:lnTo>
                  <a:lnTo>
                    <a:pt x="192790" y="3021"/>
                  </a:lnTo>
                  <a:lnTo>
                    <a:pt x="187566" y="2100"/>
                  </a:lnTo>
                  <a:lnTo>
                    <a:pt x="182314" y="1345"/>
                  </a:lnTo>
                  <a:lnTo>
                    <a:pt x="177042" y="757"/>
                  </a:lnTo>
                  <a:lnTo>
                    <a:pt x="171753" y="336"/>
                  </a:lnTo>
                  <a:lnTo>
                    <a:pt x="166454" y="84"/>
                  </a:lnTo>
                  <a:lnTo>
                    <a:pt x="161149" y="0"/>
                  </a:lnTo>
                  <a:lnTo>
                    <a:pt x="161149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4" name="pg554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5" name="pg555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6" name="pg556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7" name="pg557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8" name="pg558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9" name="pg559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0" name="pg560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1" name="pg561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2" name="pg562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3" name="pg563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4" name="pg564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5" name="pg565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6" name="pg566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7" name="pg567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8" name="pg568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9" name="pg569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0" name="pg570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1" name="pg571"/>
            <p:cNvSpPr/>
            <p:nvPr/>
          </p:nvSpPr>
          <p:spPr>
            <a:xfrm>
              <a:off x="3484016" y="5018213"/>
              <a:ext cx="4704" cy="167167"/>
            </a:xfrm>
            <a:custGeom>
              <a:avLst/>
              <a:pathLst>
                <a:path w="4704" h="167167">
                  <a:moveTo>
                    <a:pt x="4704" y="0"/>
                  </a:moveTo>
                  <a:lnTo>
                    <a:pt x="0" y="66"/>
                  </a:lnTo>
                  <a:lnTo>
                    <a:pt x="4704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2" name="pg572"/>
            <p:cNvSpPr/>
            <p:nvPr/>
          </p:nvSpPr>
          <p:spPr>
            <a:xfrm>
              <a:off x="3484016" y="5018279"/>
              <a:ext cx="4704" cy="167101"/>
            </a:xfrm>
            <a:custGeom>
              <a:avLst/>
              <a:pathLst>
                <a:path w="4704" h="167101">
                  <a:moveTo>
                    <a:pt x="0" y="0"/>
                  </a:moveTo>
                  <a:lnTo>
                    <a:pt x="4704" y="167101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3" name="pg573"/>
            <p:cNvSpPr/>
            <p:nvPr/>
          </p:nvSpPr>
          <p:spPr>
            <a:xfrm>
              <a:off x="3484016" y="5018279"/>
              <a:ext cx="4704" cy="167101"/>
            </a:xfrm>
            <a:custGeom>
              <a:avLst/>
              <a:pathLst>
                <a:path w="4704" h="167101">
                  <a:moveTo>
                    <a:pt x="0" y="0"/>
                  </a:moveTo>
                  <a:lnTo>
                    <a:pt x="4704" y="167101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4" name="pg574"/>
            <p:cNvSpPr/>
            <p:nvPr/>
          </p:nvSpPr>
          <p:spPr>
            <a:xfrm>
              <a:off x="3484016" y="5018279"/>
              <a:ext cx="4704" cy="167101"/>
            </a:xfrm>
            <a:custGeom>
              <a:avLst/>
              <a:pathLst>
                <a:path w="4704" h="167101">
                  <a:moveTo>
                    <a:pt x="0" y="0"/>
                  </a:moveTo>
                  <a:lnTo>
                    <a:pt x="4704" y="16710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5" name="pg575"/>
            <p:cNvSpPr/>
            <p:nvPr/>
          </p:nvSpPr>
          <p:spPr>
            <a:xfrm>
              <a:off x="3484016" y="5018279"/>
              <a:ext cx="4704" cy="167101"/>
            </a:xfrm>
            <a:custGeom>
              <a:avLst/>
              <a:pathLst>
                <a:path w="4704" h="167101">
                  <a:moveTo>
                    <a:pt x="0" y="0"/>
                  </a:moveTo>
                  <a:lnTo>
                    <a:pt x="4704" y="16710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6" name="pg576"/>
            <p:cNvSpPr/>
            <p:nvPr/>
          </p:nvSpPr>
          <p:spPr>
            <a:xfrm>
              <a:off x="3484016" y="5018279"/>
              <a:ext cx="4704" cy="167101"/>
            </a:xfrm>
            <a:custGeom>
              <a:avLst/>
              <a:pathLst>
                <a:path w="4704" h="167101">
                  <a:moveTo>
                    <a:pt x="0" y="0"/>
                  </a:moveTo>
                  <a:lnTo>
                    <a:pt x="4704" y="16710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7" name="pg577"/>
            <p:cNvSpPr/>
            <p:nvPr/>
          </p:nvSpPr>
          <p:spPr>
            <a:xfrm>
              <a:off x="3484016" y="5018279"/>
              <a:ext cx="4704" cy="167101"/>
            </a:xfrm>
            <a:custGeom>
              <a:avLst/>
              <a:pathLst>
                <a:path w="4704" h="167101">
                  <a:moveTo>
                    <a:pt x="0" y="0"/>
                  </a:moveTo>
                  <a:lnTo>
                    <a:pt x="4704" y="16710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8" name="pg578"/>
            <p:cNvSpPr/>
            <p:nvPr/>
          </p:nvSpPr>
          <p:spPr>
            <a:xfrm>
              <a:off x="3484016" y="5018279"/>
              <a:ext cx="4704" cy="167101"/>
            </a:xfrm>
            <a:custGeom>
              <a:avLst/>
              <a:pathLst>
                <a:path w="4704" h="167101">
                  <a:moveTo>
                    <a:pt x="0" y="0"/>
                  </a:moveTo>
                  <a:lnTo>
                    <a:pt x="4704" y="167101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9" name="pg579"/>
            <p:cNvSpPr/>
            <p:nvPr/>
          </p:nvSpPr>
          <p:spPr>
            <a:xfrm>
              <a:off x="3484016" y="5018279"/>
              <a:ext cx="4704" cy="167101"/>
            </a:xfrm>
            <a:custGeom>
              <a:avLst/>
              <a:pathLst>
                <a:path w="4704" h="167101">
                  <a:moveTo>
                    <a:pt x="0" y="0"/>
                  </a:moveTo>
                  <a:lnTo>
                    <a:pt x="4704" y="167101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0" name="pg580"/>
            <p:cNvSpPr/>
            <p:nvPr/>
          </p:nvSpPr>
          <p:spPr>
            <a:xfrm>
              <a:off x="3321557" y="5018264"/>
              <a:ext cx="334329" cy="334267"/>
            </a:xfrm>
            <a:custGeom>
              <a:avLst/>
              <a:pathLst>
                <a:path w="334329" h="334267">
                  <a:moveTo>
                    <a:pt x="162459" y="15"/>
                  </a:moveTo>
                  <a:lnTo>
                    <a:pt x="157177" y="247"/>
                  </a:lnTo>
                  <a:lnTo>
                    <a:pt x="151905" y="647"/>
                  </a:lnTo>
                  <a:lnTo>
                    <a:pt x="146649" y="1212"/>
                  </a:lnTo>
                  <a:lnTo>
                    <a:pt x="141413" y="1944"/>
                  </a:lnTo>
                  <a:lnTo>
                    <a:pt x="136203" y="2841"/>
                  </a:lnTo>
                  <a:lnTo>
                    <a:pt x="131024" y="3902"/>
                  </a:lnTo>
                  <a:lnTo>
                    <a:pt x="125881" y="5126"/>
                  </a:lnTo>
                  <a:lnTo>
                    <a:pt x="120779" y="6513"/>
                  </a:lnTo>
                  <a:lnTo>
                    <a:pt x="115724" y="8060"/>
                  </a:lnTo>
                  <a:lnTo>
                    <a:pt x="110720" y="9766"/>
                  </a:lnTo>
                  <a:lnTo>
                    <a:pt x="105773" y="11629"/>
                  </a:lnTo>
                  <a:lnTo>
                    <a:pt x="100887" y="13648"/>
                  </a:lnTo>
                  <a:lnTo>
                    <a:pt x="96067" y="15821"/>
                  </a:lnTo>
                  <a:lnTo>
                    <a:pt x="91319" y="18144"/>
                  </a:lnTo>
                  <a:lnTo>
                    <a:pt x="86646" y="20617"/>
                  </a:lnTo>
                  <a:lnTo>
                    <a:pt x="82054" y="23236"/>
                  </a:lnTo>
                  <a:lnTo>
                    <a:pt x="77547" y="26000"/>
                  </a:lnTo>
                  <a:lnTo>
                    <a:pt x="73129" y="28904"/>
                  </a:lnTo>
                  <a:lnTo>
                    <a:pt x="68806" y="31947"/>
                  </a:lnTo>
                  <a:lnTo>
                    <a:pt x="64581" y="35124"/>
                  </a:lnTo>
                  <a:lnTo>
                    <a:pt x="60458" y="38434"/>
                  </a:lnTo>
                  <a:lnTo>
                    <a:pt x="56443" y="41873"/>
                  </a:lnTo>
                  <a:lnTo>
                    <a:pt x="52538" y="45436"/>
                  </a:lnTo>
                  <a:lnTo>
                    <a:pt x="48747" y="49122"/>
                  </a:lnTo>
                  <a:lnTo>
                    <a:pt x="45075" y="52925"/>
                  </a:lnTo>
                  <a:lnTo>
                    <a:pt x="41525" y="56843"/>
                  </a:lnTo>
                  <a:lnTo>
                    <a:pt x="38101" y="60871"/>
                  </a:lnTo>
                  <a:lnTo>
                    <a:pt x="34806" y="65005"/>
                  </a:lnTo>
                  <a:lnTo>
                    <a:pt x="31644" y="69241"/>
                  </a:lnTo>
                  <a:lnTo>
                    <a:pt x="28616" y="73576"/>
                  </a:lnTo>
                  <a:lnTo>
                    <a:pt x="25728" y="78003"/>
                  </a:lnTo>
                  <a:lnTo>
                    <a:pt x="22981" y="82520"/>
                  </a:lnTo>
                  <a:lnTo>
                    <a:pt x="20378" y="87122"/>
                  </a:lnTo>
                  <a:lnTo>
                    <a:pt x="17922" y="91803"/>
                  </a:lnTo>
                  <a:lnTo>
                    <a:pt x="15615" y="96560"/>
                  </a:lnTo>
                  <a:lnTo>
                    <a:pt x="13460" y="101388"/>
                  </a:lnTo>
                  <a:lnTo>
                    <a:pt x="11458" y="106281"/>
                  </a:lnTo>
                  <a:lnTo>
                    <a:pt x="9612" y="111235"/>
                  </a:lnTo>
                  <a:lnTo>
                    <a:pt x="7924" y="116245"/>
                  </a:lnTo>
                  <a:lnTo>
                    <a:pt x="6395" y="121305"/>
                  </a:lnTo>
                  <a:lnTo>
                    <a:pt x="5027" y="126412"/>
                  </a:lnTo>
                  <a:lnTo>
                    <a:pt x="3821" y="131559"/>
                  </a:lnTo>
                  <a:lnTo>
                    <a:pt x="2778" y="136742"/>
                  </a:lnTo>
                  <a:lnTo>
                    <a:pt x="1900" y="141955"/>
                  </a:lnTo>
                  <a:lnTo>
                    <a:pt x="1187" y="147194"/>
                  </a:lnTo>
                  <a:lnTo>
                    <a:pt x="640" y="152452"/>
                  </a:lnTo>
                  <a:lnTo>
                    <a:pt x="259" y="157725"/>
                  </a:lnTo>
                  <a:lnTo>
                    <a:pt x="46" y="163007"/>
                  </a:lnTo>
                  <a:lnTo>
                    <a:pt x="0" y="168294"/>
                  </a:lnTo>
                  <a:lnTo>
                    <a:pt x="120" y="173579"/>
                  </a:lnTo>
                  <a:lnTo>
                    <a:pt x="408" y="178858"/>
                  </a:lnTo>
                  <a:lnTo>
                    <a:pt x="863" y="184125"/>
                  </a:lnTo>
                  <a:lnTo>
                    <a:pt x="1484" y="189375"/>
                  </a:lnTo>
                  <a:lnTo>
                    <a:pt x="2271" y="194603"/>
                  </a:lnTo>
                  <a:lnTo>
                    <a:pt x="3222" y="199803"/>
                  </a:lnTo>
                  <a:lnTo>
                    <a:pt x="4338" y="204971"/>
                  </a:lnTo>
                  <a:lnTo>
                    <a:pt x="5616" y="210101"/>
                  </a:lnTo>
                  <a:lnTo>
                    <a:pt x="7056" y="215188"/>
                  </a:lnTo>
                  <a:lnTo>
                    <a:pt x="8656" y="220226"/>
                  </a:lnTo>
                  <a:lnTo>
                    <a:pt x="10415" y="225212"/>
                  </a:lnTo>
                  <a:lnTo>
                    <a:pt x="12331" y="230140"/>
                  </a:lnTo>
                  <a:lnTo>
                    <a:pt x="14401" y="235004"/>
                  </a:lnTo>
                  <a:lnTo>
                    <a:pt x="16624" y="239801"/>
                  </a:lnTo>
                  <a:lnTo>
                    <a:pt x="18998" y="244524"/>
                  </a:lnTo>
                  <a:lnTo>
                    <a:pt x="21519" y="249171"/>
                  </a:lnTo>
                  <a:lnTo>
                    <a:pt x="24187" y="253735"/>
                  </a:lnTo>
                  <a:lnTo>
                    <a:pt x="26997" y="258213"/>
                  </a:lnTo>
                  <a:lnTo>
                    <a:pt x="29948" y="262600"/>
                  </a:lnTo>
                  <a:lnTo>
                    <a:pt x="33036" y="266891"/>
                  </a:lnTo>
                  <a:lnTo>
                    <a:pt x="36258" y="271082"/>
                  </a:lnTo>
                  <a:lnTo>
                    <a:pt x="39611" y="275170"/>
                  </a:lnTo>
                  <a:lnTo>
                    <a:pt x="43092" y="279149"/>
                  </a:lnTo>
                  <a:lnTo>
                    <a:pt x="46696" y="283016"/>
                  </a:lnTo>
                  <a:lnTo>
                    <a:pt x="50421" y="286767"/>
                  </a:lnTo>
                  <a:lnTo>
                    <a:pt x="54263" y="290399"/>
                  </a:lnTo>
                  <a:lnTo>
                    <a:pt x="58218" y="293907"/>
                  </a:lnTo>
                  <a:lnTo>
                    <a:pt x="62282" y="297289"/>
                  </a:lnTo>
                  <a:lnTo>
                    <a:pt x="66451" y="300540"/>
                  </a:lnTo>
                  <a:lnTo>
                    <a:pt x="70720" y="303658"/>
                  </a:lnTo>
                  <a:lnTo>
                    <a:pt x="75086" y="306640"/>
                  </a:lnTo>
                  <a:lnTo>
                    <a:pt x="79544" y="309481"/>
                  </a:lnTo>
                  <a:lnTo>
                    <a:pt x="84089" y="312181"/>
                  </a:lnTo>
                  <a:lnTo>
                    <a:pt x="88718" y="314735"/>
                  </a:lnTo>
                  <a:lnTo>
                    <a:pt x="93425" y="317142"/>
                  </a:lnTo>
                  <a:lnTo>
                    <a:pt x="98206" y="319399"/>
                  </a:lnTo>
                  <a:lnTo>
                    <a:pt x="103056" y="321503"/>
                  </a:lnTo>
                  <a:lnTo>
                    <a:pt x="107970" y="323453"/>
                  </a:lnTo>
                  <a:lnTo>
                    <a:pt x="112943" y="325246"/>
                  </a:lnTo>
                  <a:lnTo>
                    <a:pt x="117970" y="326882"/>
                  </a:lnTo>
                  <a:lnTo>
                    <a:pt x="123047" y="328358"/>
                  </a:lnTo>
                  <a:lnTo>
                    <a:pt x="128168" y="329672"/>
                  </a:lnTo>
                  <a:lnTo>
                    <a:pt x="133327" y="330824"/>
                  </a:lnTo>
                  <a:lnTo>
                    <a:pt x="138521" y="331812"/>
                  </a:lnTo>
                  <a:lnTo>
                    <a:pt x="143743" y="332635"/>
                  </a:lnTo>
                  <a:lnTo>
                    <a:pt x="148989" y="333293"/>
                  </a:lnTo>
                  <a:lnTo>
                    <a:pt x="154252" y="333784"/>
                  </a:lnTo>
                  <a:lnTo>
                    <a:pt x="159529" y="334109"/>
                  </a:lnTo>
                  <a:lnTo>
                    <a:pt x="164813" y="334267"/>
                  </a:lnTo>
                  <a:lnTo>
                    <a:pt x="170100" y="334258"/>
                  </a:lnTo>
                  <a:lnTo>
                    <a:pt x="175384" y="334081"/>
                  </a:lnTo>
                  <a:lnTo>
                    <a:pt x="180659" y="333738"/>
                  </a:lnTo>
                  <a:lnTo>
                    <a:pt x="185921" y="333228"/>
                  </a:lnTo>
                  <a:lnTo>
                    <a:pt x="191165" y="332552"/>
                  </a:lnTo>
                  <a:lnTo>
                    <a:pt x="196384" y="331710"/>
                  </a:lnTo>
                  <a:lnTo>
                    <a:pt x="201574" y="330704"/>
                  </a:lnTo>
                  <a:lnTo>
                    <a:pt x="206730" y="329534"/>
                  </a:lnTo>
                  <a:lnTo>
                    <a:pt x="211846" y="328201"/>
                  </a:lnTo>
                  <a:lnTo>
                    <a:pt x="216917" y="326708"/>
                  </a:lnTo>
                  <a:lnTo>
                    <a:pt x="221939" y="325055"/>
                  </a:lnTo>
                  <a:lnTo>
                    <a:pt x="226905" y="323244"/>
                  </a:lnTo>
                  <a:lnTo>
                    <a:pt x="231813" y="321276"/>
                  </a:lnTo>
                  <a:lnTo>
                    <a:pt x="236655" y="319155"/>
                  </a:lnTo>
                  <a:lnTo>
                    <a:pt x="241428" y="316882"/>
                  </a:lnTo>
                  <a:lnTo>
                    <a:pt x="246126" y="314458"/>
                  </a:lnTo>
                  <a:lnTo>
                    <a:pt x="250746" y="311888"/>
                  </a:lnTo>
                  <a:lnTo>
                    <a:pt x="255282" y="309172"/>
                  </a:lnTo>
                  <a:lnTo>
                    <a:pt x="259730" y="306315"/>
                  </a:lnTo>
                  <a:lnTo>
                    <a:pt x="264085" y="303318"/>
                  </a:lnTo>
                  <a:lnTo>
                    <a:pt x="268344" y="300185"/>
                  </a:lnTo>
                  <a:lnTo>
                    <a:pt x="272501" y="296919"/>
                  </a:lnTo>
                  <a:lnTo>
                    <a:pt x="276553" y="293523"/>
                  </a:lnTo>
                  <a:lnTo>
                    <a:pt x="280495" y="290001"/>
                  </a:lnTo>
                  <a:lnTo>
                    <a:pt x="284324" y="286356"/>
                  </a:lnTo>
                  <a:lnTo>
                    <a:pt x="288036" y="282592"/>
                  </a:lnTo>
                  <a:lnTo>
                    <a:pt x="291627" y="278712"/>
                  </a:lnTo>
                  <a:lnTo>
                    <a:pt x="295094" y="274720"/>
                  </a:lnTo>
                  <a:lnTo>
                    <a:pt x="298432" y="270621"/>
                  </a:lnTo>
                  <a:lnTo>
                    <a:pt x="301640" y="266418"/>
                  </a:lnTo>
                  <a:lnTo>
                    <a:pt x="304713" y="262116"/>
                  </a:lnTo>
                  <a:lnTo>
                    <a:pt x="307648" y="257719"/>
                  </a:lnTo>
                  <a:lnTo>
                    <a:pt x="310443" y="253232"/>
                  </a:lnTo>
                  <a:lnTo>
                    <a:pt x="313094" y="248658"/>
                  </a:lnTo>
                  <a:lnTo>
                    <a:pt x="315599" y="244003"/>
                  </a:lnTo>
                  <a:lnTo>
                    <a:pt x="317956" y="239271"/>
                  </a:lnTo>
                  <a:lnTo>
                    <a:pt x="320163" y="234466"/>
                  </a:lnTo>
                  <a:lnTo>
                    <a:pt x="322216" y="229594"/>
                  </a:lnTo>
                  <a:lnTo>
                    <a:pt x="324114" y="224660"/>
                  </a:lnTo>
                  <a:lnTo>
                    <a:pt x="325855" y="219668"/>
                  </a:lnTo>
                  <a:lnTo>
                    <a:pt x="327437" y="214624"/>
                  </a:lnTo>
                  <a:lnTo>
                    <a:pt x="328860" y="209532"/>
                  </a:lnTo>
                  <a:lnTo>
                    <a:pt x="330120" y="204398"/>
                  </a:lnTo>
                  <a:lnTo>
                    <a:pt x="331217" y="199227"/>
                  </a:lnTo>
                  <a:lnTo>
                    <a:pt x="332151" y="194023"/>
                  </a:lnTo>
                  <a:lnTo>
                    <a:pt x="332919" y="188792"/>
                  </a:lnTo>
                  <a:lnTo>
                    <a:pt x="333521" y="183540"/>
                  </a:lnTo>
                  <a:lnTo>
                    <a:pt x="333958" y="178271"/>
                  </a:lnTo>
                  <a:lnTo>
                    <a:pt x="334227" y="172992"/>
                  </a:lnTo>
                  <a:lnTo>
                    <a:pt x="334329" y="167706"/>
                  </a:lnTo>
                  <a:lnTo>
                    <a:pt x="334264" y="162420"/>
                  </a:lnTo>
                  <a:lnTo>
                    <a:pt x="334032" y="157138"/>
                  </a:lnTo>
                  <a:lnTo>
                    <a:pt x="333633" y="151866"/>
                  </a:lnTo>
                  <a:lnTo>
                    <a:pt x="333068" y="146610"/>
                  </a:lnTo>
                  <a:lnTo>
                    <a:pt x="332336" y="141374"/>
                  </a:lnTo>
                  <a:lnTo>
                    <a:pt x="331440" y="136164"/>
                  </a:lnTo>
                  <a:lnTo>
                    <a:pt x="330379" y="130985"/>
                  </a:lnTo>
                  <a:lnTo>
                    <a:pt x="329155" y="125842"/>
                  </a:lnTo>
                  <a:lnTo>
                    <a:pt x="327769" y="120740"/>
                  </a:lnTo>
                  <a:lnTo>
                    <a:pt x="326222" y="115685"/>
                  </a:lnTo>
                  <a:lnTo>
                    <a:pt x="324516" y="110681"/>
                  </a:lnTo>
                  <a:lnTo>
                    <a:pt x="322653" y="105733"/>
                  </a:lnTo>
                  <a:lnTo>
                    <a:pt x="320634" y="100847"/>
                  </a:lnTo>
                  <a:lnTo>
                    <a:pt x="318462" y="96027"/>
                  </a:lnTo>
                  <a:lnTo>
                    <a:pt x="316138" y="91279"/>
                  </a:lnTo>
                  <a:lnTo>
                    <a:pt x="313665" y="86606"/>
                  </a:lnTo>
                  <a:lnTo>
                    <a:pt x="311046" y="82014"/>
                  </a:lnTo>
                  <a:lnTo>
                    <a:pt x="308283" y="77506"/>
                  </a:lnTo>
                  <a:lnTo>
                    <a:pt x="305379" y="73089"/>
                  </a:lnTo>
                  <a:lnTo>
                    <a:pt x="302337" y="68765"/>
                  </a:lnTo>
                  <a:lnTo>
                    <a:pt x="299159" y="64540"/>
                  </a:lnTo>
                  <a:lnTo>
                    <a:pt x="295850" y="60417"/>
                  </a:lnTo>
                  <a:lnTo>
                    <a:pt x="292411" y="56402"/>
                  </a:lnTo>
                  <a:lnTo>
                    <a:pt x="288848" y="52496"/>
                  </a:lnTo>
                  <a:lnTo>
                    <a:pt x="285163" y="48706"/>
                  </a:lnTo>
                  <a:lnTo>
                    <a:pt x="281359" y="45034"/>
                  </a:lnTo>
                  <a:lnTo>
                    <a:pt x="277442" y="41484"/>
                  </a:lnTo>
                  <a:lnTo>
                    <a:pt x="273414" y="38060"/>
                  </a:lnTo>
                  <a:lnTo>
                    <a:pt x="269280" y="34764"/>
                  </a:lnTo>
                  <a:lnTo>
                    <a:pt x="265044" y="31601"/>
                  </a:lnTo>
                  <a:lnTo>
                    <a:pt x="260710" y="28574"/>
                  </a:lnTo>
                  <a:lnTo>
                    <a:pt x="256282" y="25685"/>
                  </a:lnTo>
                  <a:lnTo>
                    <a:pt x="251765" y="22938"/>
                  </a:lnTo>
                  <a:lnTo>
                    <a:pt x="247164" y="20335"/>
                  </a:lnTo>
                  <a:lnTo>
                    <a:pt x="242482" y="17878"/>
                  </a:lnTo>
                  <a:lnTo>
                    <a:pt x="237726" y="15571"/>
                  </a:lnTo>
                  <a:lnTo>
                    <a:pt x="232898" y="13416"/>
                  </a:lnTo>
                  <a:lnTo>
                    <a:pt x="228005" y="11414"/>
                  </a:lnTo>
                  <a:lnTo>
                    <a:pt x="223051" y="9568"/>
                  </a:lnTo>
                  <a:lnTo>
                    <a:pt x="218042" y="7880"/>
                  </a:lnTo>
                  <a:lnTo>
                    <a:pt x="212981" y="6350"/>
                  </a:lnTo>
                  <a:lnTo>
                    <a:pt x="207874" y="4982"/>
                  </a:lnTo>
                  <a:lnTo>
                    <a:pt x="202727" y="3776"/>
                  </a:lnTo>
                  <a:lnTo>
                    <a:pt x="197544" y="2733"/>
                  </a:lnTo>
                  <a:lnTo>
                    <a:pt x="192331" y="1854"/>
                  </a:lnTo>
                  <a:lnTo>
                    <a:pt x="187093" y="1141"/>
                  </a:lnTo>
                  <a:lnTo>
                    <a:pt x="181834" y="594"/>
                  </a:lnTo>
                  <a:lnTo>
                    <a:pt x="176561" y="213"/>
                  </a:lnTo>
                  <a:lnTo>
                    <a:pt x="171279" y="0"/>
                  </a:lnTo>
                  <a:lnTo>
                    <a:pt x="167163" y="167116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1" name="pg581"/>
            <p:cNvSpPr/>
            <p:nvPr/>
          </p:nvSpPr>
          <p:spPr>
            <a:xfrm>
              <a:off x="3488720" y="5018213"/>
              <a:ext cx="4116" cy="167167"/>
            </a:xfrm>
            <a:custGeom>
              <a:avLst/>
              <a:pathLst>
                <a:path w="4116" h="167167">
                  <a:moveTo>
                    <a:pt x="4116" y="50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2" name="pg582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3" name="pg583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4" name="pg584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5" name="pg585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6" name="pg586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7" name="pg587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8" name="pg588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9" name="pg589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0" name="pg590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1" name="pg591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2" name="pg592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3" name="pg593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4" name="pg594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5" name="pg595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6" name="pg596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7" name="pg597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8" name="pg598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9" name="pg599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0" name="pg600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1" name="pg601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2" name="pg602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3" name="pg603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4" name="pg604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5" name="pg605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6" name="pg606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7" name="pg607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8" name="pg608"/>
            <p:cNvSpPr/>
            <p:nvPr/>
          </p:nvSpPr>
          <p:spPr>
            <a:xfrm>
              <a:off x="3797344" y="5269756"/>
              <a:ext cx="167156" cy="206492"/>
            </a:xfrm>
            <a:custGeom>
              <a:avLst/>
              <a:pathLst>
                <a:path w="167156" h="206492">
                  <a:moveTo>
                    <a:pt x="167156" y="0"/>
                  </a:moveTo>
                  <a:lnTo>
                    <a:pt x="161759" y="87"/>
                  </a:lnTo>
                  <a:lnTo>
                    <a:pt x="156368" y="348"/>
                  </a:lnTo>
                  <a:lnTo>
                    <a:pt x="150988" y="783"/>
                  </a:lnTo>
                  <a:lnTo>
                    <a:pt x="145624" y="1392"/>
                  </a:lnTo>
                  <a:lnTo>
                    <a:pt x="140284" y="2174"/>
                  </a:lnTo>
                  <a:lnTo>
                    <a:pt x="134971" y="3127"/>
                  </a:lnTo>
                  <a:lnTo>
                    <a:pt x="129692" y="4252"/>
                  </a:lnTo>
                  <a:lnTo>
                    <a:pt x="124451" y="5546"/>
                  </a:lnTo>
                  <a:lnTo>
                    <a:pt x="119256" y="7009"/>
                  </a:lnTo>
                  <a:lnTo>
                    <a:pt x="114110" y="8639"/>
                  </a:lnTo>
                  <a:lnTo>
                    <a:pt x="109020" y="10434"/>
                  </a:lnTo>
                  <a:lnTo>
                    <a:pt x="103990" y="12393"/>
                  </a:lnTo>
                  <a:lnTo>
                    <a:pt x="99026" y="14513"/>
                  </a:lnTo>
                  <a:lnTo>
                    <a:pt x="94133" y="16792"/>
                  </a:lnTo>
                  <a:lnTo>
                    <a:pt x="89316" y="19228"/>
                  </a:lnTo>
                  <a:lnTo>
                    <a:pt x="84581" y="21818"/>
                  </a:lnTo>
                  <a:lnTo>
                    <a:pt x="79931" y="24560"/>
                  </a:lnTo>
                  <a:lnTo>
                    <a:pt x="75373" y="27450"/>
                  </a:lnTo>
                  <a:lnTo>
                    <a:pt x="70910" y="30486"/>
                  </a:lnTo>
                  <a:lnTo>
                    <a:pt x="66547" y="33665"/>
                  </a:lnTo>
                  <a:lnTo>
                    <a:pt x="62290" y="36982"/>
                  </a:lnTo>
                  <a:lnTo>
                    <a:pt x="58141" y="40436"/>
                  </a:lnTo>
                  <a:lnTo>
                    <a:pt x="54107" y="44021"/>
                  </a:lnTo>
                  <a:lnTo>
                    <a:pt x="50190" y="47735"/>
                  </a:lnTo>
                  <a:lnTo>
                    <a:pt x="46395" y="51574"/>
                  </a:lnTo>
                  <a:lnTo>
                    <a:pt x="42726" y="55533"/>
                  </a:lnTo>
                  <a:lnTo>
                    <a:pt x="39187" y="59608"/>
                  </a:lnTo>
                  <a:lnTo>
                    <a:pt x="35781" y="63796"/>
                  </a:lnTo>
                  <a:lnTo>
                    <a:pt x="32512" y="68091"/>
                  </a:lnTo>
                  <a:lnTo>
                    <a:pt x="29384" y="72490"/>
                  </a:lnTo>
                  <a:lnTo>
                    <a:pt x="26399" y="76987"/>
                  </a:lnTo>
                  <a:lnTo>
                    <a:pt x="23561" y="81578"/>
                  </a:lnTo>
                  <a:lnTo>
                    <a:pt x="20873" y="86259"/>
                  </a:lnTo>
                  <a:lnTo>
                    <a:pt x="18337" y="91024"/>
                  </a:lnTo>
                  <a:lnTo>
                    <a:pt x="15956" y="95868"/>
                  </a:lnTo>
                  <a:lnTo>
                    <a:pt x="13733" y="100787"/>
                  </a:lnTo>
                  <a:lnTo>
                    <a:pt x="11670" y="105775"/>
                  </a:lnTo>
                  <a:lnTo>
                    <a:pt x="9769" y="110826"/>
                  </a:lnTo>
                  <a:lnTo>
                    <a:pt x="8032" y="115937"/>
                  </a:lnTo>
                  <a:lnTo>
                    <a:pt x="6461" y="121101"/>
                  </a:lnTo>
                  <a:lnTo>
                    <a:pt x="5058" y="126313"/>
                  </a:lnTo>
                  <a:lnTo>
                    <a:pt x="3823" y="131568"/>
                  </a:lnTo>
                  <a:lnTo>
                    <a:pt x="2759" y="136859"/>
                  </a:lnTo>
                  <a:lnTo>
                    <a:pt x="1866" y="142183"/>
                  </a:lnTo>
                  <a:lnTo>
                    <a:pt x="1146" y="147532"/>
                  </a:lnTo>
                  <a:lnTo>
                    <a:pt x="598" y="152902"/>
                  </a:lnTo>
                  <a:lnTo>
                    <a:pt x="225" y="158287"/>
                  </a:lnTo>
                  <a:lnTo>
                    <a:pt x="25" y="163681"/>
                  </a:lnTo>
                  <a:lnTo>
                    <a:pt x="0" y="169078"/>
                  </a:lnTo>
                  <a:lnTo>
                    <a:pt x="148" y="174474"/>
                  </a:lnTo>
                  <a:lnTo>
                    <a:pt x="471" y="179862"/>
                  </a:lnTo>
                  <a:lnTo>
                    <a:pt x="968" y="185237"/>
                  </a:lnTo>
                  <a:lnTo>
                    <a:pt x="1638" y="190593"/>
                  </a:lnTo>
                  <a:lnTo>
                    <a:pt x="2481" y="195924"/>
                  </a:lnTo>
                  <a:lnTo>
                    <a:pt x="3495" y="201226"/>
                  </a:lnTo>
                  <a:lnTo>
                    <a:pt x="4680" y="206492"/>
                  </a:lnTo>
                  <a:lnTo>
                    <a:pt x="167156" y="16716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9" name="pg609"/>
            <p:cNvSpPr/>
            <p:nvPr/>
          </p:nvSpPr>
          <p:spPr>
            <a:xfrm>
              <a:off x="3802025" y="5269756"/>
              <a:ext cx="329623" cy="334334"/>
            </a:xfrm>
            <a:custGeom>
              <a:avLst/>
              <a:pathLst>
                <a:path w="329623" h="334334">
                  <a:moveTo>
                    <a:pt x="0" y="206492"/>
                  </a:moveTo>
                  <a:lnTo>
                    <a:pt x="1329" y="211627"/>
                  </a:lnTo>
                  <a:lnTo>
                    <a:pt x="2821" y="216718"/>
                  </a:lnTo>
                  <a:lnTo>
                    <a:pt x="4474" y="221760"/>
                  </a:lnTo>
                  <a:lnTo>
                    <a:pt x="6286" y="226746"/>
                  </a:lnTo>
                  <a:lnTo>
                    <a:pt x="8255" y="231672"/>
                  </a:lnTo>
                  <a:lnTo>
                    <a:pt x="10379" y="236533"/>
                  </a:lnTo>
                  <a:lnTo>
                    <a:pt x="12657" y="241325"/>
                  </a:lnTo>
                  <a:lnTo>
                    <a:pt x="15086" y="246041"/>
                  </a:lnTo>
                  <a:lnTo>
                    <a:pt x="17663" y="250678"/>
                  </a:lnTo>
                  <a:lnTo>
                    <a:pt x="20386" y="255232"/>
                  </a:lnTo>
                  <a:lnTo>
                    <a:pt x="23252" y="259696"/>
                  </a:lnTo>
                  <a:lnTo>
                    <a:pt x="26258" y="264067"/>
                  </a:lnTo>
                  <a:lnTo>
                    <a:pt x="29401" y="268341"/>
                  </a:lnTo>
                  <a:lnTo>
                    <a:pt x="32679" y="272513"/>
                  </a:lnTo>
                  <a:lnTo>
                    <a:pt x="36087" y="276578"/>
                  </a:lnTo>
                  <a:lnTo>
                    <a:pt x="39622" y="280534"/>
                  </a:lnTo>
                  <a:lnTo>
                    <a:pt x="43282" y="284375"/>
                  </a:lnTo>
                  <a:lnTo>
                    <a:pt x="47061" y="288098"/>
                  </a:lnTo>
                  <a:lnTo>
                    <a:pt x="50956" y="291699"/>
                  </a:lnTo>
                  <a:lnTo>
                    <a:pt x="54964" y="295175"/>
                  </a:lnTo>
                  <a:lnTo>
                    <a:pt x="59080" y="298523"/>
                  </a:lnTo>
                  <a:lnTo>
                    <a:pt x="63300" y="301737"/>
                  </a:lnTo>
                  <a:lnTo>
                    <a:pt x="67620" y="304817"/>
                  </a:lnTo>
                  <a:lnTo>
                    <a:pt x="72036" y="307757"/>
                  </a:lnTo>
                  <a:lnTo>
                    <a:pt x="76543" y="310556"/>
                  </a:lnTo>
                  <a:lnTo>
                    <a:pt x="81136" y="313211"/>
                  </a:lnTo>
                  <a:lnTo>
                    <a:pt x="85811" y="315718"/>
                  </a:lnTo>
                  <a:lnTo>
                    <a:pt x="90564" y="318076"/>
                  </a:lnTo>
                  <a:lnTo>
                    <a:pt x="95388" y="320282"/>
                  </a:lnTo>
                  <a:lnTo>
                    <a:pt x="100281" y="322334"/>
                  </a:lnTo>
                  <a:lnTo>
                    <a:pt x="105236" y="324229"/>
                  </a:lnTo>
                  <a:lnTo>
                    <a:pt x="110248" y="325966"/>
                  </a:lnTo>
                  <a:lnTo>
                    <a:pt x="115314" y="327544"/>
                  </a:lnTo>
                  <a:lnTo>
                    <a:pt x="120427" y="328959"/>
                  </a:lnTo>
                  <a:lnTo>
                    <a:pt x="125582" y="330212"/>
                  </a:lnTo>
                  <a:lnTo>
                    <a:pt x="130774" y="331301"/>
                  </a:lnTo>
                  <a:lnTo>
                    <a:pt x="135998" y="332224"/>
                  </a:lnTo>
                  <a:lnTo>
                    <a:pt x="141249" y="332981"/>
                  </a:lnTo>
                  <a:lnTo>
                    <a:pt x="146521" y="333571"/>
                  </a:lnTo>
                  <a:lnTo>
                    <a:pt x="151810" y="333994"/>
                  </a:lnTo>
                  <a:lnTo>
                    <a:pt x="157109" y="334248"/>
                  </a:lnTo>
                  <a:lnTo>
                    <a:pt x="162413" y="334334"/>
                  </a:lnTo>
                  <a:lnTo>
                    <a:pt x="167718" y="334252"/>
                  </a:lnTo>
                  <a:lnTo>
                    <a:pt x="173017" y="334002"/>
                  </a:lnTo>
                  <a:lnTo>
                    <a:pt x="178306" y="333583"/>
                  </a:lnTo>
                  <a:lnTo>
                    <a:pt x="183578" y="332997"/>
                  </a:lnTo>
                  <a:lnTo>
                    <a:pt x="188830" y="332244"/>
                  </a:lnTo>
                  <a:lnTo>
                    <a:pt x="194055" y="331325"/>
                  </a:lnTo>
                  <a:lnTo>
                    <a:pt x="199248" y="330240"/>
                  </a:lnTo>
                  <a:lnTo>
                    <a:pt x="204404" y="328991"/>
                  </a:lnTo>
                  <a:lnTo>
                    <a:pt x="209518" y="327579"/>
                  </a:lnTo>
                  <a:lnTo>
                    <a:pt x="214584" y="326005"/>
                  </a:lnTo>
                  <a:lnTo>
                    <a:pt x="219598" y="324272"/>
                  </a:lnTo>
                  <a:lnTo>
                    <a:pt x="224555" y="322380"/>
                  </a:lnTo>
                  <a:lnTo>
                    <a:pt x="229448" y="320332"/>
                  </a:lnTo>
                  <a:lnTo>
                    <a:pt x="234275" y="318130"/>
                  </a:lnTo>
                  <a:lnTo>
                    <a:pt x="239029" y="315776"/>
                  </a:lnTo>
                  <a:lnTo>
                    <a:pt x="243706" y="313272"/>
                  </a:lnTo>
                  <a:lnTo>
                    <a:pt x="248301" y="310620"/>
                  </a:lnTo>
                  <a:lnTo>
                    <a:pt x="252810" y="307825"/>
                  </a:lnTo>
                  <a:lnTo>
                    <a:pt x="257228" y="304888"/>
                  </a:lnTo>
                  <a:lnTo>
                    <a:pt x="261550" y="301812"/>
                  </a:lnTo>
                  <a:lnTo>
                    <a:pt x="265773" y="298600"/>
                  </a:lnTo>
                  <a:lnTo>
                    <a:pt x="269892" y="295256"/>
                  </a:lnTo>
                  <a:lnTo>
                    <a:pt x="273902" y="291783"/>
                  </a:lnTo>
                  <a:lnTo>
                    <a:pt x="277800" y="288184"/>
                  </a:lnTo>
                  <a:lnTo>
                    <a:pt x="281582" y="284464"/>
                  </a:lnTo>
                  <a:lnTo>
                    <a:pt x="285244" y="280626"/>
                  </a:lnTo>
                  <a:lnTo>
                    <a:pt x="288783" y="276673"/>
                  </a:lnTo>
                  <a:lnTo>
                    <a:pt x="292194" y="272610"/>
                  </a:lnTo>
                  <a:lnTo>
                    <a:pt x="295474" y="268440"/>
                  </a:lnTo>
                  <a:lnTo>
                    <a:pt x="298621" y="264169"/>
                  </a:lnTo>
                  <a:lnTo>
                    <a:pt x="301631" y="259800"/>
                  </a:lnTo>
                  <a:lnTo>
                    <a:pt x="304500" y="255338"/>
                  </a:lnTo>
                  <a:lnTo>
                    <a:pt x="307226" y="250787"/>
                  </a:lnTo>
                  <a:lnTo>
                    <a:pt x="309807" y="246151"/>
                  </a:lnTo>
                  <a:lnTo>
                    <a:pt x="312239" y="241437"/>
                  </a:lnTo>
                  <a:lnTo>
                    <a:pt x="314520" y="236647"/>
                  </a:lnTo>
                  <a:lnTo>
                    <a:pt x="316648" y="231787"/>
                  </a:lnTo>
                  <a:lnTo>
                    <a:pt x="318621" y="226863"/>
                  </a:lnTo>
                  <a:lnTo>
                    <a:pt x="320437" y="221878"/>
                  </a:lnTo>
                  <a:lnTo>
                    <a:pt x="322093" y="216838"/>
                  </a:lnTo>
                  <a:lnTo>
                    <a:pt x="323589" y="211748"/>
                  </a:lnTo>
                  <a:lnTo>
                    <a:pt x="324922" y="206613"/>
                  </a:lnTo>
                  <a:lnTo>
                    <a:pt x="326092" y="201439"/>
                  </a:lnTo>
                  <a:lnTo>
                    <a:pt x="327097" y="196229"/>
                  </a:lnTo>
                  <a:lnTo>
                    <a:pt x="327937" y="190991"/>
                  </a:lnTo>
                  <a:lnTo>
                    <a:pt x="328609" y="185729"/>
                  </a:lnTo>
                  <a:lnTo>
                    <a:pt x="329115" y="180448"/>
                  </a:lnTo>
                  <a:lnTo>
                    <a:pt x="329452" y="175153"/>
                  </a:lnTo>
                  <a:lnTo>
                    <a:pt x="329622" y="169851"/>
                  </a:lnTo>
                  <a:lnTo>
                    <a:pt x="329623" y="164546"/>
                  </a:lnTo>
                  <a:lnTo>
                    <a:pt x="329455" y="159243"/>
                  </a:lnTo>
                  <a:lnTo>
                    <a:pt x="329120" y="153949"/>
                  </a:lnTo>
                  <a:lnTo>
                    <a:pt x="328616" y="148667"/>
                  </a:lnTo>
                  <a:lnTo>
                    <a:pt x="327946" y="143405"/>
                  </a:lnTo>
                  <a:lnTo>
                    <a:pt x="327108" y="138166"/>
                  </a:lnTo>
                  <a:lnTo>
                    <a:pt x="326105" y="132957"/>
                  </a:lnTo>
                  <a:lnTo>
                    <a:pt x="324937" y="127782"/>
                  </a:lnTo>
                  <a:lnTo>
                    <a:pt x="323606" y="122646"/>
                  </a:lnTo>
                  <a:lnTo>
                    <a:pt x="322112" y="117556"/>
                  </a:lnTo>
                  <a:lnTo>
                    <a:pt x="320457" y="112515"/>
                  </a:lnTo>
                  <a:lnTo>
                    <a:pt x="318643" y="107530"/>
                  </a:lnTo>
                  <a:lnTo>
                    <a:pt x="316672" y="102604"/>
                  </a:lnTo>
                  <a:lnTo>
                    <a:pt x="314546" y="97744"/>
                  </a:lnTo>
                  <a:lnTo>
                    <a:pt x="312267" y="92953"/>
                  </a:lnTo>
                  <a:lnTo>
                    <a:pt x="309836" y="88238"/>
                  </a:lnTo>
                  <a:lnTo>
                    <a:pt x="307257" y="83601"/>
                  </a:lnTo>
                  <a:lnTo>
                    <a:pt x="304533" y="79049"/>
                  </a:lnTo>
                  <a:lnTo>
                    <a:pt x="301665" y="74586"/>
                  </a:lnTo>
                  <a:lnTo>
                    <a:pt x="298657" y="70216"/>
                  </a:lnTo>
                  <a:lnTo>
                    <a:pt x="295512" y="65943"/>
                  </a:lnTo>
                  <a:lnTo>
                    <a:pt x="292233" y="61773"/>
                  </a:lnTo>
                  <a:lnTo>
                    <a:pt x="288824" y="57708"/>
                  </a:lnTo>
                  <a:lnTo>
                    <a:pt x="285287" y="53754"/>
                  </a:lnTo>
                  <a:lnTo>
                    <a:pt x="281626" y="49914"/>
                  </a:lnTo>
                  <a:lnTo>
                    <a:pt x="277845" y="46193"/>
                  </a:lnTo>
                  <a:lnTo>
                    <a:pt x="273949" y="42593"/>
                  </a:lnTo>
                  <a:lnTo>
                    <a:pt x="269940" y="39118"/>
                  </a:lnTo>
                  <a:lnTo>
                    <a:pt x="265822" y="35773"/>
                  </a:lnTo>
                  <a:lnTo>
                    <a:pt x="261601" y="32559"/>
                  </a:lnTo>
                  <a:lnTo>
                    <a:pt x="257280" y="29482"/>
                  </a:lnTo>
                  <a:lnTo>
                    <a:pt x="252863" y="26543"/>
                  </a:lnTo>
                  <a:lnTo>
                    <a:pt x="248355" y="23746"/>
                  </a:lnTo>
                  <a:lnTo>
                    <a:pt x="243761" y="21093"/>
                  </a:lnTo>
                  <a:lnTo>
                    <a:pt x="239085" y="18587"/>
                  </a:lnTo>
                  <a:lnTo>
                    <a:pt x="234331" y="16231"/>
                  </a:lnTo>
                  <a:lnTo>
                    <a:pt x="229506" y="14027"/>
                  </a:lnTo>
                  <a:lnTo>
                    <a:pt x="224613" y="11977"/>
                  </a:lnTo>
                  <a:lnTo>
                    <a:pt x="219657" y="10083"/>
                  </a:lnTo>
                  <a:lnTo>
                    <a:pt x="214644" y="8348"/>
                  </a:lnTo>
                  <a:lnTo>
                    <a:pt x="209578" y="6773"/>
                  </a:lnTo>
                  <a:lnTo>
                    <a:pt x="204464" y="5359"/>
                  </a:lnTo>
                  <a:lnTo>
                    <a:pt x="199309" y="4108"/>
                  </a:lnTo>
                  <a:lnTo>
                    <a:pt x="194116" y="3021"/>
                  </a:lnTo>
                  <a:lnTo>
                    <a:pt x="188892" y="2100"/>
                  </a:lnTo>
                  <a:lnTo>
                    <a:pt x="183640" y="1345"/>
                  </a:lnTo>
                  <a:lnTo>
                    <a:pt x="178368" y="757"/>
                  </a:lnTo>
                  <a:lnTo>
                    <a:pt x="173079" y="336"/>
                  </a:lnTo>
                  <a:lnTo>
                    <a:pt x="167780" y="84"/>
                  </a:lnTo>
                  <a:lnTo>
                    <a:pt x="162476" y="0"/>
                  </a:lnTo>
                  <a:lnTo>
                    <a:pt x="162476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0" name="pg610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1" name="pg611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2" name="pg612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3" name="pg613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4" name="pg614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5" name="pg615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6" name="pg616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7" name="pg617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8" name="pg618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9" name="pg619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0" name="pg620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1" name="pg621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2" name="pg622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3" name="pg623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4" name="pg624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5" name="pg625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6" name="pg626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7" name="pg627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8" name="pg628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9" name="pg629"/>
            <p:cNvSpPr/>
            <p:nvPr/>
          </p:nvSpPr>
          <p:spPr>
            <a:xfrm>
              <a:off x="4458121" y="5399291"/>
              <a:ext cx="28094" cy="167167"/>
            </a:xfrm>
            <a:custGeom>
              <a:avLst/>
              <a:pathLst>
                <a:path w="28094" h="167167">
                  <a:moveTo>
                    <a:pt x="28094" y="0"/>
                  </a:moveTo>
                  <a:lnTo>
                    <a:pt x="21039" y="148"/>
                  </a:lnTo>
                  <a:lnTo>
                    <a:pt x="13997" y="595"/>
                  </a:lnTo>
                  <a:lnTo>
                    <a:pt x="6979" y="1338"/>
                  </a:lnTo>
                  <a:lnTo>
                    <a:pt x="0" y="2377"/>
                  </a:lnTo>
                  <a:lnTo>
                    <a:pt x="28094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0" name="pg630"/>
            <p:cNvSpPr/>
            <p:nvPr/>
          </p:nvSpPr>
          <p:spPr>
            <a:xfrm>
              <a:off x="4458121" y="5401669"/>
              <a:ext cx="28094" cy="164789"/>
            </a:xfrm>
            <a:custGeom>
              <a:avLst/>
              <a:pathLst>
                <a:path w="28094" h="164789">
                  <a:moveTo>
                    <a:pt x="0" y="0"/>
                  </a:moveTo>
                  <a:lnTo>
                    <a:pt x="28094" y="16478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1" name="pg631"/>
            <p:cNvSpPr/>
            <p:nvPr/>
          </p:nvSpPr>
          <p:spPr>
            <a:xfrm>
              <a:off x="4458121" y="5401669"/>
              <a:ext cx="28094" cy="164789"/>
            </a:xfrm>
            <a:custGeom>
              <a:avLst/>
              <a:pathLst>
                <a:path w="28094" h="164789">
                  <a:moveTo>
                    <a:pt x="0" y="0"/>
                  </a:moveTo>
                  <a:lnTo>
                    <a:pt x="28094" y="16478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2" name="pg632"/>
            <p:cNvSpPr/>
            <p:nvPr/>
          </p:nvSpPr>
          <p:spPr>
            <a:xfrm>
              <a:off x="4458121" y="5401669"/>
              <a:ext cx="28094" cy="164789"/>
            </a:xfrm>
            <a:custGeom>
              <a:avLst/>
              <a:pathLst>
                <a:path w="28094" h="164789">
                  <a:moveTo>
                    <a:pt x="0" y="0"/>
                  </a:moveTo>
                  <a:lnTo>
                    <a:pt x="28094" y="16478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3" name="pg633"/>
            <p:cNvSpPr/>
            <p:nvPr/>
          </p:nvSpPr>
          <p:spPr>
            <a:xfrm>
              <a:off x="4458121" y="5401669"/>
              <a:ext cx="28094" cy="164789"/>
            </a:xfrm>
            <a:custGeom>
              <a:avLst/>
              <a:pathLst>
                <a:path w="28094" h="164789">
                  <a:moveTo>
                    <a:pt x="0" y="0"/>
                  </a:moveTo>
                  <a:lnTo>
                    <a:pt x="28094" y="16478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4" name="pg634"/>
            <p:cNvSpPr/>
            <p:nvPr/>
          </p:nvSpPr>
          <p:spPr>
            <a:xfrm>
              <a:off x="4458121" y="5401669"/>
              <a:ext cx="28094" cy="164789"/>
            </a:xfrm>
            <a:custGeom>
              <a:avLst/>
              <a:pathLst>
                <a:path w="28094" h="164789">
                  <a:moveTo>
                    <a:pt x="0" y="0"/>
                  </a:moveTo>
                  <a:lnTo>
                    <a:pt x="28094" y="164789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5" name="pg635"/>
            <p:cNvSpPr/>
            <p:nvPr/>
          </p:nvSpPr>
          <p:spPr>
            <a:xfrm>
              <a:off x="4458121" y="5401669"/>
              <a:ext cx="28094" cy="164789"/>
            </a:xfrm>
            <a:custGeom>
              <a:avLst/>
              <a:pathLst>
                <a:path w="28094" h="164789">
                  <a:moveTo>
                    <a:pt x="0" y="0"/>
                  </a:moveTo>
                  <a:lnTo>
                    <a:pt x="28094" y="164789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6" name="pg636"/>
            <p:cNvSpPr/>
            <p:nvPr/>
          </p:nvSpPr>
          <p:spPr>
            <a:xfrm>
              <a:off x="4319059" y="5400944"/>
              <a:ext cx="334319" cy="332682"/>
            </a:xfrm>
            <a:custGeom>
              <a:avLst/>
              <a:pathLst>
                <a:path w="334319" h="332682">
                  <a:moveTo>
                    <a:pt x="139062" y="725"/>
                  </a:moveTo>
                  <a:lnTo>
                    <a:pt x="133868" y="1695"/>
                  </a:lnTo>
                  <a:lnTo>
                    <a:pt x="128708" y="2829"/>
                  </a:lnTo>
                  <a:lnTo>
                    <a:pt x="123586" y="4125"/>
                  </a:lnTo>
                  <a:lnTo>
                    <a:pt x="118508" y="5582"/>
                  </a:lnTo>
                  <a:lnTo>
                    <a:pt x="113478" y="7200"/>
                  </a:lnTo>
                  <a:lnTo>
                    <a:pt x="108502" y="8975"/>
                  </a:lnTo>
                  <a:lnTo>
                    <a:pt x="103584" y="10907"/>
                  </a:lnTo>
                  <a:lnTo>
                    <a:pt x="98730" y="12993"/>
                  </a:lnTo>
                  <a:lnTo>
                    <a:pt x="93945" y="15231"/>
                  </a:lnTo>
                  <a:lnTo>
                    <a:pt x="89232" y="17620"/>
                  </a:lnTo>
                  <a:lnTo>
                    <a:pt x="84597" y="20156"/>
                  </a:lnTo>
                  <a:lnTo>
                    <a:pt x="80045" y="22838"/>
                  </a:lnTo>
                  <a:lnTo>
                    <a:pt x="75580" y="25662"/>
                  </a:lnTo>
                  <a:lnTo>
                    <a:pt x="71206" y="28626"/>
                  </a:lnTo>
                  <a:lnTo>
                    <a:pt x="66928" y="31726"/>
                  </a:lnTo>
                  <a:lnTo>
                    <a:pt x="62750" y="34960"/>
                  </a:lnTo>
                  <a:lnTo>
                    <a:pt x="58677" y="38325"/>
                  </a:lnTo>
                  <a:lnTo>
                    <a:pt x="54712" y="41817"/>
                  </a:lnTo>
                  <a:lnTo>
                    <a:pt x="50859" y="45432"/>
                  </a:lnTo>
                  <a:lnTo>
                    <a:pt x="47122" y="49167"/>
                  </a:lnTo>
                  <a:lnTo>
                    <a:pt x="43506" y="53018"/>
                  </a:lnTo>
                  <a:lnTo>
                    <a:pt x="40012" y="56982"/>
                  </a:lnTo>
                  <a:lnTo>
                    <a:pt x="36646" y="61054"/>
                  </a:lnTo>
                  <a:lnTo>
                    <a:pt x="33410" y="65230"/>
                  </a:lnTo>
                  <a:lnTo>
                    <a:pt x="30308" y="69507"/>
                  </a:lnTo>
                  <a:lnTo>
                    <a:pt x="27342" y="73880"/>
                  </a:lnTo>
                  <a:lnTo>
                    <a:pt x="24516" y="78344"/>
                  </a:lnTo>
                  <a:lnTo>
                    <a:pt x="21833" y="82895"/>
                  </a:lnTo>
                  <a:lnTo>
                    <a:pt x="19295" y="87528"/>
                  </a:lnTo>
                  <a:lnTo>
                    <a:pt x="16904" y="92240"/>
                  </a:lnTo>
                  <a:lnTo>
                    <a:pt x="14663" y="97025"/>
                  </a:lnTo>
                  <a:lnTo>
                    <a:pt x="12575" y="101878"/>
                  </a:lnTo>
                  <a:lnTo>
                    <a:pt x="10641" y="106794"/>
                  </a:lnTo>
                  <a:lnTo>
                    <a:pt x="8864" y="111770"/>
                  </a:lnTo>
                  <a:lnTo>
                    <a:pt x="7245" y="116799"/>
                  </a:lnTo>
                  <a:lnTo>
                    <a:pt x="5785" y="121877"/>
                  </a:lnTo>
                  <a:lnTo>
                    <a:pt x="4487" y="126998"/>
                  </a:lnTo>
                  <a:lnTo>
                    <a:pt x="3351" y="132158"/>
                  </a:lnTo>
                  <a:lnTo>
                    <a:pt x="2378" y="137351"/>
                  </a:lnTo>
                  <a:lnTo>
                    <a:pt x="1571" y="142572"/>
                  </a:lnTo>
                  <a:lnTo>
                    <a:pt x="928" y="147816"/>
                  </a:lnTo>
                  <a:lnTo>
                    <a:pt x="452" y="153078"/>
                  </a:lnTo>
                  <a:lnTo>
                    <a:pt x="142" y="158352"/>
                  </a:lnTo>
                  <a:lnTo>
                    <a:pt x="0" y="163634"/>
                  </a:lnTo>
                  <a:lnTo>
                    <a:pt x="24" y="168917"/>
                  </a:lnTo>
                  <a:lnTo>
                    <a:pt x="215" y="174197"/>
                  </a:lnTo>
                  <a:lnTo>
                    <a:pt x="572" y="179468"/>
                  </a:lnTo>
                  <a:lnTo>
                    <a:pt x="1096" y="184725"/>
                  </a:lnTo>
                  <a:lnTo>
                    <a:pt x="1786" y="189963"/>
                  </a:lnTo>
                  <a:lnTo>
                    <a:pt x="2642" y="195177"/>
                  </a:lnTo>
                  <a:lnTo>
                    <a:pt x="3661" y="200361"/>
                  </a:lnTo>
                  <a:lnTo>
                    <a:pt x="4844" y="205510"/>
                  </a:lnTo>
                  <a:lnTo>
                    <a:pt x="6189" y="210619"/>
                  </a:lnTo>
                  <a:lnTo>
                    <a:pt x="7695" y="215684"/>
                  </a:lnTo>
                  <a:lnTo>
                    <a:pt x="9360" y="220698"/>
                  </a:lnTo>
                  <a:lnTo>
                    <a:pt x="11182" y="225657"/>
                  </a:lnTo>
                  <a:lnTo>
                    <a:pt x="13161" y="230556"/>
                  </a:lnTo>
                  <a:lnTo>
                    <a:pt x="15293" y="235390"/>
                  </a:lnTo>
                  <a:lnTo>
                    <a:pt x="17577" y="240154"/>
                  </a:lnTo>
                  <a:lnTo>
                    <a:pt x="20011" y="244843"/>
                  </a:lnTo>
                  <a:lnTo>
                    <a:pt x="22591" y="249454"/>
                  </a:lnTo>
                  <a:lnTo>
                    <a:pt x="25316" y="253980"/>
                  </a:lnTo>
                  <a:lnTo>
                    <a:pt x="28182" y="258418"/>
                  </a:lnTo>
                  <a:lnTo>
                    <a:pt x="31187" y="262764"/>
                  </a:lnTo>
                  <a:lnTo>
                    <a:pt x="34328" y="267012"/>
                  </a:lnTo>
                  <a:lnTo>
                    <a:pt x="37602" y="271159"/>
                  </a:lnTo>
                  <a:lnTo>
                    <a:pt x="41005" y="275200"/>
                  </a:lnTo>
                  <a:lnTo>
                    <a:pt x="44535" y="279132"/>
                  </a:lnTo>
                  <a:lnTo>
                    <a:pt x="48186" y="282950"/>
                  </a:lnTo>
                  <a:lnTo>
                    <a:pt x="51957" y="286651"/>
                  </a:lnTo>
                  <a:lnTo>
                    <a:pt x="55842" y="290231"/>
                  </a:lnTo>
                  <a:lnTo>
                    <a:pt x="59839" y="293686"/>
                  </a:lnTo>
                  <a:lnTo>
                    <a:pt x="63943" y="297013"/>
                  </a:lnTo>
                  <a:lnTo>
                    <a:pt x="68150" y="300209"/>
                  </a:lnTo>
                  <a:lnTo>
                    <a:pt x="72456" y="303271"/>
                  </a:lnTo>
                  <a:lnTo>
                    <a:pt x="76857" y="306195"/>
                  </a:lnTo>
                  <a:lnTo>
                    <a:pt x="81347" y="308978"/>
                  </a:lnTo>
                  <a:lnTo>
                    <a:pt x="85924" y="311618"/>
                  </a:lnTo>
                  <a:lnTo>
                    <a:pt x="90581" y="314112"/>
                  </a:lnTo>
                  <a:lnTo>
                    <a:pt x="95316" y="316458"/>
                  </a:lnTo>
                  <a:lnTo>
                    <a:pt x="100121" y="318653"/>
                  </a:lnTo>
                  <a:lnTo>
                    <a:pt x="104994" y="320694"/>
                  </a:lnTo>
                  <a:lnTo>
                    <a:pt x="109929" y="322581"/>
                  </a:lnTo>
                  <a:lnTo>
                    <a:pt x="114921" y="324311"/>
                  </a:lnTo>
                  <a:lnTo>
                    <a:pt x="119965" y="325883"/>
                  </a:lnTo>
                  <a:lnTo>
                    <a:pt x="125057" y="327294"/>
                  </a:lnTo>
                  <a:lnTo>
                    <a:pt x="130190" y="328544"/>
                  </a:lnTo>
                  <a:lnTo>
                    <a:pt x="135361" y="329630"/>
                  </a:lnTo>
                  <a:lnTo>
                    <a:pt x="140563" y="330553"/>
                  </a:lnTo>
                  <a:lnTo>
                    <a:pt x="145791" y="331311"/>
                  </a:lnTo>
                  <a:lnTo>
                    <a:pt x="151041" y="331903"/>
                  </a:lnTo>
                  <a:lnTo>
                    <a:pt x="156308" y="332330"/>
                  </a:lnTo>
                  <a:lnTo>
                    <a:pt x="161584" y="332589"/>
                  </a:lnTo>
                  <a:lnTo>
                    <a:pt x="166867" y="332682"/>
                  </a:lnTo>
                  <a:lnTo>
                    <a:pt x="172150" y="332607"/>
                  </a:lnTo>
                  <a:lnTo>
                    <a:pt x="177428" y="332366"/>
                  </a:lnTo>
                  <a:lnTo>
                    <a:pt x="182695" y="331958"/>
                  </a:lnTo>
                  <a:lnTo>
                    <a:pt x="187947" y="331384"/>
                  </a:lnTo>
                  <a:lnTo>
                    <a:pt x="193178" y="330644"/>
                  </a:lnTo>
                  <a:lnTo>
                    <a:pt x="198384" y="329739"/>
                  </a:lnTo>
                  <a:lnTo>
                    <a:pt x="203558" y="328671"/>
                  </a:lnTo>
                  <a:lnTo>
                    <a:pt x="208696" y="327439"/>
                  </a:lnTo>
                  <a:lnTo>
                    <a:pt x="213792" y="326045"/>
                  </a:lnTo>
                  <a:lnTo>
                    <a:pt x="218841" y="324491"/>
                  </a:lnTo>
                  <a:lnTo>
                    <a:pt x="223839" y="322779"/>
                  </a:lnTo>
                  <a:lnTo>
                    <a:pt x="228781" y="320909"/>
                  </a:lnTo>
                  <a:lnTo>
                    <a:pt x="233661" y="318884"/>
                  </a:lnTo>
                  <a:lnTo>
                    <a:pt x="238474" y="316706"/>
                  </a:lnTo>
                  <a:lnTo>
                    <a:pt x="243216" y="314376"/>
                  </a:lnTo>
                  <a:lnTo>
                    <a:pt x="247883" y="311898"/>
                  </a:lnTo>
                  <a:lnTo>
                    <a:pt x="252468" y="309274"/>
                  </a:lnTo>
                  <a:lnTo>
                    <a:pt x="256968" y="306506"/>
                  </a:lnTo>
                  <a:lnTo>
                    <a:pt x="261379" y="303598"/>
                  </a:lnTo>
                  <a:lnTo>
                    <a:pt x="265696" y="300551"/>
                  </a:lnTo>
                  <a:lnTo>
                    <a:pt x="269914" y="297370"/>
                  </a:lnTo>
                  <a:lnTo>
                    <a:pt x="274029" y="294057"/>
                  </a:lnTo>
                  <a:lnTo>
                    <a:pt x="278038" y="290615"/>
                  </a:lnTo>
                  <a:lnTo>
                    <a:pt x="281936" y="287049"/>
                  </a:lnTo>
                  <a:lnTo>
                    <a:pt x="285719" y="283361"/>
                  </a:lnTo>
                  <a:lnTo>
                    <a:pt x="289384" y="279556"/>
                  </a:lnTo>
                  <a:lnTo>
                    <a:pt x="292927" y="275636"/>
                  </a:lnTo>
                  <a:lnTo>
                    <a:pt x="296344" y="271607"/>
                  </a:lnTo>
                  <a:lnTo>
                    <a:pt x="299632" y="267471"/>
                  </a:lnTo>
                  <a:lnTo>
                    <a:pt x="302788" y="263234"/>
                  </a:lnTo>
                  <a:lnTo>
                    <a:pt x="305808" y="258899"/>
                  </a:lnTo>
                  <a:lnTo>
                    <a:pt x="308690" y="254471"/>
                  </a:lnTo>
                  <a:lnTo>
                    <a:pt x="311430" y="249954"/>
                  </a:lnTo>
                  <a:lnTo>
                    <a:pt x="314027" y="245352"/>
                  </a:lnTo>
                  <a:lnTo>
                    <a:pt x="316476" y="240671"/>
                  </a:lnTo>
                  <a:lnTo>
                    <a:pt x="318777" y="235915"/>
                  </a:lnTo>
                  <a:lnTo>
                    <a:pt x="320926" y="231088"/>
                  </a:lnTo>
                  <a:lnTo>
                    <a:pt x="322921" y="226196"/>
                  </a:lnTo>
                  <a:lnTo>
                    <a:pt x="324761" y="221244"/>
                  </a:lnTo>
                  <a:lnTo>
                    <a:pt x="326443" y="216235"/>
                  </a:lnTo>
                  <a:lnTo>
                    <a:pt x="327967" y="211176"/>
                  </a:lnTo>
                  <a:lnTo>
                    <a:pt x="329329" y="206072"/>
                  </a:lnTo>
                  <a:lnTo>
                    <a:pt x="330530" y="200927"/>
                  </a:lnTo>
                  <a:lnTo>
                    <a:pt x="331567" y="195746"/>
                  </a:lnTo>
                  <a:lnTo>
                    <a:pt x="332441" y="190536"/>
                  </a:lnTo>
                  <a:lnTo>
                    <a:pt x="333149" y="185300"/>
                  </a:lnTo>
                  <a:lnTo>
                    <a:pt x="333691" y="180045"/>
                  </a:lnTo>
                  <a:lnTo>
                    <a:pt x="334067" y="174775"/>
                  </a:lnTo>
                  <a:lnTo>
                    <a:pt x="334276" y="169495"/>
                  </a:lnTo>
                  <a:lnTo>
                    <a:pt x="334319" y="164212"/>
                  </a:lnTo>
                  <a:lnTo>
                    <a:pt x="334194" y="158930"/>
                  </a:lnTo>
                  <a:lnTo>
                    <a:pt x="333903" y="153655"/>
                  </a:lnTo>
                  <a:lnTo>
                    <a:pt x="333445" y="148392"/>
                  </a:lnTo>
                  <a:lnTo>
                    <a:pt x="332820" y="143145"/>
                  </a:lnTo>
                  <a:lnTo>
                    <a:pt x="332031" y="137921"/>
                  </a:lnTo>
                  <a:lnTo>
                    <a:pt x="331076" y="132725"/>
                  </a:lnTo>
                  <a:lnTo>
                    <a:pt x="329958" y="127561"/>
                  </a:lnTo>
                  <a:lnTo>
                    <a:pt x="328678" y="122436"/>
                  </a:lnTo>
                  <a:lnTo>
                    <a:pt x="327236" y="117353"/>
                  </a:lnTo>
                  <a:lnTo>
                    <a:pt x="325634" y="112318"/>
                  </a:lnTo>
                  <a:lnTo>
                    <a:pt x="323874" y="107337"/>
                  </a:lnTo>
                  <a:lnTo>
                    <a:pt x="321957" y="102413"/>
                  </a:lnTo>
                  <a:lnTo>
                    <a:pt x="319885" y="97553"/>
                  </a:lnTo>
                  <a:lnTo>
                    <a:pt x="317662" y="92760"/>
                  </a:lnTo>
                  <a:lnTo>
                    <a:pt x="315287" y="88041"/>
                  </a:lnTo>
                  <a:lnTo>
                    <a:pt x="312765" y="83398"/>
                  </a:lnTo>
                  <a:lnTo>
                    <a:pt x="310097" y="78838"/>
                  </a:lnTo>
                  <a:lnTo>
                    <a:pt x="307287" y="74364"/>
                  </a:lnTo>
                  <a:lnTo>
                    <a:pt x="304336" y="69981"/>
                  </a:lnTo>
                  <a:lnTo>
                    <a:pt x="301249" y="65694"/>
                  </a:lnTo>
                  <a:lnTo>
                    <a:pt x="298028" y="61506"/>
                  </a:lnTo>
                  <a:lnTo>
                    <a:pt x="294675" y="57423"/>
                  </a:lnTo>
                  <a:lnTo>
                    <a:pt x="291196" y="53447"/>
                  </a:lnTo>
                  <a:lnTo>
                    <a:pt x="287593" y="49583"/>
                  </a:lnTo>
                  <a:lnTo>
                    <a:pt x="283869" y="45835"/>
                  </a:lnTo>
                  <a:lnTo>
                    <a:pt x="280029" y="42207"/>
                  </a:lnTo>
                  <a:lnTo>
                    <a:pt x="276075" y="38701"/>
                  </a:lnTo>
                  <a:lnTo>
                    <a:pt x="272014" y="35323"/>
                  </a:lnTo>
                  <a:lnTo>
                    <a:pt x="267847" y="32074"/>
                  </a:lnTo>
                  <a:lnTo>
                    <a:pt x="263580" y="28959"/>
                  </a:lnTo>
                  <a:lnTo>
                    <a:pt x="259216" y="25980"/>
                  </a:lnTo>
                  <a:lnTo>
                    <a:pt x="254761" y="23140"/>
                  </a:lnTo>
                  <a:lnTo>
                    <a:pt x="250218" y="20443"/>
                  </a:lnTo>
                  <a:lnTo>
                    <a:pt x="245592" y="17891"/>
                  </a:lnTo>
                  <a:lnTo>
                    <a:pt x="240888" y="15486"/>
                  </a:lnTo>
                  <a:lnTo>
                    <a:pt x="236110" y="13231"/>
                  </a:lnTo>
                  <a:lnTo>
                    <a:pt x="231263" y="11128"/>
                  </a:lnTo>
                  <a:lnTo>
                    <a:pt x="226352" y="9179"/>
                  </a:lnTo>
                  <a:lnTo>
                    <a:pt x="221383" y="7386"/>
                  </a:lnTo>
                  <a:lnTo>
                    <a:pt x="216358" y="5752"/>
                  </a:lnTo>
                  <a:lnTo>
                    <a:pt x="211285" y="4277"/>
                  </a:lnTo>
                  <a:lnTo>
                    <a:pt x="206168" y="2963"/>
                  </a:lnTo>
                  <a:lnTo>
                    <a:pt x="201012" y="1811"/>
                  </a:lnTo>
                  <a:lnTo>
                    <a:pt x="195821" y="823"/>
                  </a:lnTo>
                  <a:lnTo>
                    <a:pt x="190603" y="0"/>
                  </a:lnTo>
                  <a:lnTo>
                    <a:pt x="167156" y="165515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7" name="pg637"/>
            <p:cNvSpPr/>
            <p:nvPr/>
          </p:nvSpPr>
          <p:spPr>
            <a:xfrm>
              <a:off x="4486215" y="5399291"/>
              <a:ext cx="23446" cy="167167"/>
            </a:xfrm>
            <a:custGeom>
              <a:avLst/>
              <a:pathLst>
                <a:path w="23446" h="167167">
                  <a:moveTo>
                    <a:pt x="23446" y="1652"/>
                  </a:moveTo>
                  <a:lnTo>
                    <a:pt x="15659" y="735"/>
                  </a:lnTo>
                  <a:lnTo>
                    <a:pt x="7838" y="183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8" name="pg638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9" name="pg639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0" name="pg640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1" name="pg641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2" name="pg642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3" name="pg643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4" name="pg644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5" name="pg645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6" name="pg646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7" name="pg647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8" name="pg648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9" name="pg649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0" name="pg650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1" name="pg651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2" name="pg652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3" name="pg653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4" name="pg654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5" name="pg655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6" name="pg656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7" name="pg657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8" name="pg658"/>
            <p:cNvSpPr/>
            <p:nvPr/>
          </p:nvSpPr>
          <p:spPr>
            <a:xfrm>
              <a:off x="4856376" y="5399291"/>
              <a:ext cx="167167" cy="297628"/>
            </a:xfrm>
            <a:custGeom>
              <a:avLst/>
              <a:pathLst>
                <a:path w="167167" h="297628">
                  <a:moveTo>
                    <a:pt x="167167" y="0"/>
                  </a:moveTo>
                  <a:lnTo>
                    <a:pt x="161814" y="85"/>
                  </a:lnTo>
                  <a:lnTo>
                    <a:pt x="156466" y="342"/>
                  </a:lnTo>
                  <a:lnTo>
                    <a:pt x="151130" y="771"/>
                  </a:lnTo>
                  <a:lnTo>
                    <a:pt x="145809" y="1369"/>
                  </a:lnTo>
                  <a:lnTo>
                    <a:pt x="140511" y="2138"/>
                  </a:lnTo>
                  <a:lnTo>
                    <a:pt x="135240" y="3077"/>
                  </a:lnTo>
                  <a:lnTo>
                    <a:pt x="130002" y="4183"/>
                  </a:lnTo>
                  <a:lnTo>
                    <a:pt x="124802" y="5457"/>
                  </a:lnTo>
                  <a:lnTo>
                    <a:pt x="119645" y="6896"/>
                  </a:lnTo>
                  <a:lnTo>
                    <a:pt x="114538" y="8500"/>
                  </a:lnTo>
                  <a:lnTo>
                    <a:pt x="109484" y="10267"/>
                  </a:lnTo>
                  <a:lnTo>
                    <a:pt x="104489" y="12195"/>
                  </a:lnTo>
                  <a:lnTo>
                    <a:pt x="99559" y="14281"/>
                  </a:lnTo>
                  <a:lnTo>
                    <a:pt x="94697" y="16524"/>
                  </a:lnTo>
                  <a:lnTo>
                    <a:pt x="89911" y="18922"/>
                  </a:lnTo>
                  <a:lnTo>
                    <a:pt x="85203" y="21472"/>
                  </a:lnTo>
                  <a:lnTo>
                    <a:pt x="80580" y="24172"/>
                  </a:lnTo>
                  <a:lnTo>
                    <a:pt x="76045" y="27018"/>
                  </a:lnTo>
                  <a:lnTo>
                    <a:pt x="71604" y="30007"/>
                  </a:lnTo>
                  <a:lnTo>
                    <a:pt x="67261" y="33138"/>
                  </a:lnTo>
                  <a:lnTo>
                    <a:pt x="63020" y="36406"/>
                  </a:lnTo>
                  <a:lnTo>
                    <a:pt x="58886" y="39808"/>
                  </a:lnTo>
                  <a:lnTo>
                    <a:pt x="54864" y="43341"/>
                  </a:lnTo>
                  <a:lnTo>
                    <a:pt x="50956" y="47000"/>
                  </a:lnTo>
                  <a:lnTo>
                    <a:pt x="47168" y="50783"/>
                  </a:lnTo>
                  <a:lnTo>
                    <a:pt x="43502" y="54686"/>
                  </a:lnTo>
                  <a:lnTo>
                    <a:pt x="39964" y="58703"/>
                  </a:lnTo>
                  <a:lnTo>
                    <a:pt x="36556" y="62832"/>
                  </a:lnTo>
                  <a:lnTo>
                    <a:pt x="33282" y="67068"/>
                  </a:lnTo>
                  <a:lnTo>
                    <a:pt x="30145" y="71407"/>
                  </a:lnTo>
                  <a:lnTo>
                    <a:pt x="27149" y="75844"/>
                  </a:lnTo>
                  <a:lnTo>
                    <a:pt x="24296" y="80374"/>
                  </a:lnTo>
                  <a:lnTo>
                    <a:pt x="21590" y="84994"/>
                  </a:lnTo>
                  <a:lnTo>
                    <a:pt x="19034" y="89698"/>
                  </a:lnTo>
                  <a:lnTo>
                    <a:pt x="16629" y="94481"/>
                  </a:lnTo>
                  <a:lnTo>
                    <a:pt x="14378" y="99339"/>
                  </a:lnTo>
                  <a:lnTo>
                    <a:pt x="12285" y="104266"/>
                  </a:lnTo>
                  <a:lnTo>
                    <a:pt x="10350" y="109258"/>
                  </a:lnTo>
                  <a:lnTo>
                    <a:pt x="8576" y="114309"/>
                  </a:lnTo>
                  <a:lnTo>
                    <a:pt x="6965" y="119415"/>
                  </a:lnTo>
                  <a:lnTo>
                    <a:pt x="5518" y="124569"/>
                  </a:lnTo>
                  <a:lnTo>
                    <a:pt x="4237" y="129768"/>
                  </a:lnTo>
                  <a:lnTo>
                    <a:pt x="3123" y="135004"/>
                  </a:lnTo>
                  <a:lnTo>
                    <a:pt x="2177" y="140274"/>
                  </a:lnTo>
                  <a:lnTo>
                    <a:pt x="1400" y="145571"/>
                  </a:lnTo>
                  <a:lnTo>
                    <a:pt x="794" y="150890"/>
                  </a:lnTo>
                  <a:lnTo>
                    <a:pt x="358" y="156226"/>
                  </a:lnTo>
                  <a:lnTo>
                    <a:pt x="93" y="161573"/>
                  </a:lnTo>
                  <a:lnTo>
                    <a:pt x="0" y="166926"/>
                  </a:lnTo>
                  <a:lnTo>
                    <a:pt x="78" y="172280"/>
                  </a:lnTo>
                  <a:lnTo>
                    <a:pt x="327" y="177627"/>
                  </a:lnTo>
                  <a:lnTo>
                    <a:pt x="747" y="182965"/>
                  </a:lnTo>
                  <a:lnTo>
                    <a:pt x="1339" y="188286"/>
                  </a:lnTo>
                  <a:lnTo>
                    <a:pt x="2100" y="193585"/>
                  </a:lnTo>
                  <a:lnTo>
                    <a:pt x="3031" y="198857"/>
                  </a:lnTo>
                  <a:lnTo>
                    <a:pt x="4130" y="204097"/>
                  </a:lnTo>
                  <a:lnTo>
                    <a:pt x="5396" y="209299"/>
                  </a:lnTo>
                  <a:lnTo>
                    <a:pt x="6828" y="214458"/>
                  </a:lnTo>
                  <a:lnTo>
                    <a:pt x="8425" y="219568"/>
                  </a:lnTo>
                  <a:lnTo>
                    <a:pt x="10184" y="224624"/>
                  </a:lnTo>
                  <a:lnTo>
                    <a:pt x="12104" y="229622"/>
                  </a:lnTo>
                  <a:lnTo>
                    <a:pt x="14184" y="234555"/>
                  </a:lnTo>
                  <a:lnTo>
                    <a:pt x="16420" y="239419"/>
                  </a:lnTo>
                  <a:lnTo>
                    <a:pt x="18811" y="244210"/>
                  </a:lnTo>
                  <a:lnTo>
                    <a:pt x="21354" y="248921"/>
                  </a:lnTo>
                  <a:lnTo>
                    <a:pt x="24047" y="253548"/>
                  </a:lnTo>
                  <a:lnTo>
                    <a:pt x="26887" y="258087"/>
                  </a:lnTo>
                  <a:lnTo>
                    <a:pt x="29870" y="262532"/>
                  </a:lnTo>
                  <a:lnTo>
                    <a:pt x="32994" y="266880"/>
                  </a:lnTo>
                  <a:lnTo>
                    <a:pt x="36256" y="271125"/>
                  </a:lnTo>
                  <a:lnTo>
                    <a:pt x="39652" y="275264"/>
                  </a:lnTo>
                  <a:lnTo>
                    <a:pt x="43179" y="279292"/>
                  </a:lnTo>
                  <a:lnTo>
                    <a:pt x="46833" y="283205"/>
                  </a:lnTo>
                  <a:lnTo>
                    <a:pt x="50611" y="286999"/>
                  </a:lnTo>
                  <a:lnTo>
                    <a:pt x="54508" y="290669"/>
                  </a:lnTo>
                  <a:lnTo>
                    <a:pt x="58520" y="294214"/>
                  </a:lnTo>
                  <a:lnTo>
                    <a:pt x="62644" y="297628"/>
                  </a:lnTo>
                  <a:lnTo>
                    <a:pt x="167167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9" name="pg659"/>
            <p:cNvSpPr/>
            <p:nvPr/>
          </p:nvSpPr>
          <p:spPr>
            <a:xfrm>
              <a:off x="4919021" y="5566459"/>
              <a:ext cx="104522" cy="130460"/>
            </a:xfrm>
            <a:custGeom>
              <a:avLst/>
              <a:pathLst>
                <a:path w="104522" h="130460">
                  <a:moveTo>
                    <a:pt x="0" y="130460"/>
                  </a:moveTo>
                  <a:lnTo>
                    <a:pt x="104522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0" name="pg660"/>
            <p:cNvSpPr/>
            <p:nvPr/>
          </p:nvSpPr>
          <p:spPr>
            <a:xfrm>
              <a:off x="4919021" y="5566459"/>
              <a:ext cx="104522" cy="130460"/>
            </a:xfrm>
            <a:custGeom>
              <a:avLst/>
              <a:pathLst>
                <a:path w="104522" h="130460">
                  <a:moveTo>
                    <a:pt x="0" y="130460"/>
                  </a:moveTo>
                  <a:lnTo>
                    <a:pt x="104522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1" name="pg661"/>
            <p:cNvSpPr/>
            <p:nvPr/>
          </p:nvSpPr>
          <p:spPr>
            <a:xfrm>
              <a:off x="4919021" y="5566459"/>
              <a:ext cx="104522" cy="130460"/>
            </a:xfrm>
            <a:custGeom>
              <a:avLst/>
              <a:pathLst>
                <a:path w="104522" h="130460">
                  <a:moveTo>
                    <a:pt x="0" y="130460"/>
                  </a:moveTo>
                  <a:lnTo>
                    <a:pt x="104522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2" name="pg662"/>
            <p:cNvSpPr/>
            <p:nvPr/>
          </p:nvSpPr>
          <p:spPr>
            <a:xfrm>
              <a:off x="4919021" y="5566459"/>
              <a:ext cx="104522" cy="130460"/>
            </a:xfrm>
            <a:custGeom>
              <a:avLst/>
              <a:pathLst>
                <a:path w="104522" h="130460">
                  <a:moveTo>
                    <a:pt x="0" y="130460"/>
                  </a:moveTo>
                  <a:lnTo>
                    <a:pt x="104522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3" name="pg663"/>
            <p:cNvSpPr/>
            <p:nvPr/>
          </p:nvSpPr>
          <p:spPr>
            <a:xfrm>
              <a:off x="4919021" y="5566459"/>
              <a:ext cx="104522" cy="130460"/>
            </a:xfrm>
            <a:custGeom>
              <a:avLst/>
              <a:pathLst>
                <a:path w="104522" h="130460">
                  <a:moveTo>
                    <a:pt x="0" y="130460"/>
                  </a:moveTo>
                  <a:lnTo>
                    <a:pt x="104522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4" name="pg664"/>
            <p:cNvSpPr/>
            <p:nvPr/>
          </p:nvSpPr>
          <p:spPr>
            <a:xfrm>
              <a:off x="4919021" y="5566459"/>
              <a:ext cx="104522" cy="159398"/>
            </a:xfrm>
            <a:custGeom>
              <a:avLst/>
              <a:pathLst>
                <a:path w="104522" h="159398">
                  <a:moveTo>
                    <a:pt x="0" y="130460"/>
                  </a:moveTo>
                  <a:lnTo>
                    <a:pt x="4889" y="134231"/>
                  </a:lnTo>
                  <a:lnTo>
                    <a:pt x="9914" y="137819"/>
                  </a:lnTo>
                  <a:lnTo>
                    <a:pt x="15068" y="141219"/>
                  </a:lnTo>
                  <a:lnTo>
                    <a:pt x="20345" y="144426"/>
                  </a:lnTo>
                  <a:lnTo>
                    <a:pt x="25736" y="147437"/>
                  </a:lnTo>
                  <a:lnTo>
                    <a:pt x="31235" y="150246"/>
                  </a:lnTo>
                  <a:lnTo>
                    <a:pt x="36833" y="152850"/>
                  </a:lnTo>
                  <a:lnTo>
                    <a:pt x="42525" y="155245"/>
                  </a:lnTo>
                  <a:lnTo>
                    <a:pt x="48300" y="157429"/>
                  </a:lnTo>
                  <a:lnTo>
                    <a:pt x="54153" y="159398"/>
                  </a:lnTo>
                  <a:lnTo>
                    <a:pt x="104522" y="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5" name="pg665"/>
            <p:cNvSpPr/>
            <p:nvPr/>
          </p:nvSpPr>
          <p:spPr>
            <a:xfrm>
              <a:off x="4973174" y="5399291"/>
              <a:ext cx="217533" cy="334320"/>
            </a:xfrm>
            <a:custGeom>
              <a:avLst/>
              <a:pathLst>
                <a:path w="217533" h="334320">
                  <a:moveTo>
                    <a:pt x="0" y="326565"/>
                  </a:moveTo>
                  <a:lnTo>
                    <a:pt x="5113" y="328092"/>
                  </a:lnTo>
                  <a:lnTo>
                    <a:pt x="10272" y="329454"/>
                  </a:lnTo>
                  <a:lnTo>
                    <a:pt x="15472" y="330651"/>
                  </a:lnTo>
                  <a:lnTo>
                    <a:pt x="20708" y="331682"/>
                  </a:lnTo>
                  <a:lnTo>
                    <a:pt x="25974" y="332545"/>
                  </a:lnTo>
                  <a:lnTo>
                    <a:pt x="31265" y="333239"/>
                  </a:lnTo>
                  <a:lnTo>
                    <a:pt x="36575" y="333764"/>
                  </a:lnTo>
                  <a:lnTo>
                    <a:pt x="41900" y="334120"/>
                  </a:lnTo>
                  <a:lnTo>
                    <a:pt x="47233" y="334305"/>
                  </a:lnTo>
                  <a:lnTo>
                    <a:pt x="52569" y="334320"/>
                  </a:lnTo>
                  <a:lnTo>
                    <a:pt x="57903" y="334165"/>
                  </a:lnTo>
                  <a:lnTo>
                    <a:pt x="63229" y="333839"/>
                  </a:lnTo>
                  <a:lnTo>
                    <a:pt x="68542" y="333344"/>
                  </a:lnTo>
                  <a:lnTo>
                    <a:pt x="73837" y="332679"/>
                  </a:lnTo>
                  <a:lnTo>
                    <a:pt x="79108" y="331846"/>
                  </a:lnTo>
                  <a:lnTo>
                    <a:pt x="84349" y="330844"/>
                  </a:lnTo>
                  <a:lnTo>
                    <a:pt x="89556" y="329676"/>
                  </a:lnTo>
                  <a:lnTo>
                    <a:pt x="94723" y="328343"/>
                  </a:lnTo>
                  <a:lnTo>
                    <a:pt x="99845" y="326845"/>
                  </a:lnTo>
                  <a:lnTo>
                    <a:pt x="104916" y="325185"/>
                  </a:lnTo>
                  <a:lnTo>
                    <a:pt x="109932" y="323363"/>
                  </a:lnTo>
                  <a:lnTo>
                    <a:pt x="114887" y="321382"/>
                  </a:lnTo>
                  <a:lnTo>
                    <a:pt x="119776" y="319245"/>
                  </a:lnTo>
                  <a:lnTo>
                    <a:pt x="124594" y="316952"/>
                  </a:lnTo>
                  <a:lnTo>
                    <a:pt x="129337" y="314506"/>
                  </a:lnTo>
                  <a:lnTo>
                    <a:pt x="134000" y="311911"/>
                  </a:lnTo>
                  <a:lnTo>
                    <a:pt x="138577" y="309168"/>
                  </a:lnTo>
                  <a:lnTo>
                    <a:pt x="143064" y="306280"/>
                  </a:lnTo>
                  <a:lnTo>
                    <a:pt x="147457" y="303251"/>
                  </a:lnTo>
                  <a:lnTo>
                    <a:pt x="151751" y="300083"/>
                  </a:lnTo>
                  <a:lnTo>
                    <a:pt x="155942" y="296779"/>
                  </a:lnTo>
                  <a:lnTo>
                    <a:pt x="160025" y="293343"/>
                  </a:lnTo>
                  <a:lnTo>
                    <a:pt x="163996" y="289779"/>
                  </a:lnTo>
                  <a:lnTo>
                    <a:pt x="167852" y="286090"/>
                  </a:lnTo>
                  <a:lnTo>
                    <a:pt x="171588" y="282280"/>
                  </a:lnTo>
                  <a:lnTo>
                    <a:pt x="175200" y="278352"/>
                  </a:lnTo>
                  <a:lnTo>
                    <a:pt x="178685" y="274311"/>
                  </a:lnTo>
                  <a:lnTo>
                    <a:pt x="182040" y="270161"/>
                  </a:lnTo>
                  <a:lnTo>
                    <a:pt x="185260" y="265906"/>
                  </a:lnTo>
                  <a:lnTo>
                    <a:pt x="188343" y="261550"/>
                  </a:lnTo>
                  <a:lnTo>
                    <a:pt x="191285" y="257098"/>
                  </a:lnTo>
                  <a:lnTo>
                    <a:pt x="194083" y="252555"/>
                  </a:lnTo>
                  <a:lnTo>
                    <a:pt x="196736" y="247924"/>
                  </a:lnTo>
                  <a:lnTo>
                    <a:pt x="199239" y="243212"/>
                  </a:lnTo>
                  <a:lnTo>
                    <a:pt x="201590" y="238421"/>
                  </a:lnTo>
                  <a:lnTo>
                    <a:pt x="203787" y="233559"/>
                  </a:lnTo>
                  <a:lnTo>
                    <a:pt x="205828" y="228628"/>
                  </a:lnTo>
                  <a:lnTo>
                    <a:pt x="207710" y="223635"/>
                  </a:lnTo>
                  <a:lnTo>
                    <a:pt x="209433" y="218584"/>
                  </a:lnTo>
                  <a:lnTo>
                    <a:pt x="210993" y="213481"/>
                  </a:lnTo>
                  <a:lnTo>
                    <a:pt x="212389" y="208331"/>
                  </a:lnTo>
                  <a:lnTo>
                    <a:pt x="213620" y="203139"/>
                  </a:lnTo>
                  <a:lnTo>
                    <a:pt x="214685" y="197910"/>
                  </a:lnTo>
                  <a:lnTo>
                    <a:pt x="215583" y="192649"/>
                  </a:lnTo>
                  <a:lnTo>
                    <a:pt x="216312" y="187363"/>
                  </a:lnTo>
                  <a:lnTo>
                    <a:pt x="216872" y="182057"/>
                  </a:lnTo>
                  <a:lnTo>
                    <a:pt x="217262" y="176735"/>
                  </a:lnTo>
                  <a:lnTo>
                    <a:pt x="217483" y="171403"/>
                  </a:lnTo>
                  <a:lnTo>
                    <a:pt x="217533" y="166067"/>
                  </a:lnTo>
                  <a:lnTo>
                    <a:pt x="217413" y="160732"/>
                  </a:lnTo>
                  <a:lnTo>
                    <a:pt x="217122" y="155404"/>
                  </a:lnTo>
                  <a:lnTo>
                    <a:pt x="216662" y="150087"/>
                  </a:lnTo>
                  <a:lnTo>
                    <a:pt x="216032" y="144789"/>
                  </a:lnTo>
                  <a:lnTo>
                    <a:pt x="215233" y="139512"/>
                  </a:lnTo>
                  <a:lnTo>
                    <a:pt x="214266" y="134265"/>
                  </a:lnTo>
                  <a:lnTo>
                    <a:pt x="213133" y="129050"/>
                  </a:lnTo>
                  <a:lnTo>
                    <a:pt x="211833" y="123875"/>
                  </a:lnTo>
                  <a:lnTo>
                    <a:pt x="210369" y="118743"/>
                  </a:lnTo>
                  <a:lnTo>
                    <a:pt x="208742" y="113661"/>
                  </a:lnTo>
                  <a:lnTo>
                    <a:pt x="206954" y="108633"/>
                  </a:lnTo>
                  <a:lnTo>
                    <a:pt x="205006" y="103665"/>
                  </a:lnTo>
                  <a:lnTo>
                    <a:pt x="202900" y="98762"/>
                  </a:lnTo>
                  <a:lnTo>
                    <a:pt x="200639" y="93929"/>
                  </a:lnTo>
                  <a:lnTo>
                    <a:pt x="198225" y="89170"/>
                  </a:lnTo>
                  <a:lnTo>
                    <a:pt x="195660" y="84490"/>
                  </a:lnTo>
                  <a:lnTo>
                    <a:pt x="192947" y="79895"/>
                  </a:lnTo>
                  <a:lnTo>
                    <a:pt x="190089" y="75389"/>
                  </a:lnTo>
                  <a:lnTo>
                    <a:pt x="187089" y="70976"/>
                  </a:lnTo>
                  <a:lnTo>
                    <a:pt x="183949" y="66661"/>
                  </a:lnTo>
                  <a:lnTo>
                    <a:pt x="180673" y="62449"/>
                  </a:lnTo>
                  <a:lnTo>
                    <a:pt x="177264" y="58343"/>
                  </a:lnTo>
                  <a:lnTo>
                    <a:pt x="173726" y="54349"/>
                  </a:lnTo>
                  <a:lnTo>
                    <a:pt x="170063" y="50469"/>
                  </a:lnTo>
                  <a:lnTo>
                    <a:pt x="166277" y="46708"/>
                  </a:lnTo>
                  <a:lnTo>
                    <a:pt x="162373" y="43070"/>
                  </a:lnTo>
                  <a:lnTo>
                    <a:pt x="158355" y="39558"/>
                  </a:lnTo>
                  <a:lnTo>
                    <a:pt x="154227" y="36177"/>
                  </a:lnTo>
                  <a:lnTo>
                    <a:pt x="149993" y="32929"/>
                  </a:lnTo>
                  <a:lnTo>
                    <a:pt x="145658" y="29817"/>
                  </a:lnTo>
                  <a:lnTo>
                    <a:pt x="141226" y="26846"/>
                  </a:lnTo>
                  <a:lnTo>
                    <a:pt x="136701" y="24017"/>
                  </a:lnTo>
                  <a:lnTo>
                    <a:pt x="132088" y="21335"/>
                  </a:lnTo>
                  <a:lnTo>
                    <a:pt x="127392" y="18801"/>
                  </a:lnTo>
                  <a:lnTo>
                    <a:pt x="122617" y="16418"/>
                  </a:lnTo>
                  <a:lnTo>
                    <a:pt x="117769" y="14189"/>
                  </a:lnTo>
                  <a:lnTo>
                    <a:pt x="112852" y="12116"/>
                  </a:lnTo>
                  <a:lnTo>
                    <a:pt x="107871" y="10200"/>
                  </a:lnTo>
                  <a:lnTo>
                    <a:pt x="102832" y="8445"/>
                  </a:lnTo>
                  <a:lnTo>
                    <a:pt x="97739" y="6852"/>
                  </a:lnTo>
                  <a:lnTo>
                    <a:pt x="92598" y="5421"/>
                  </a:lnTo>
                  <a:lnTo>
                    <a:pt x="87414" y="4156"/>
                  </a:lnTo>
                  <a:lnTo>
                    <a:pt x="82192" y="3057"/>
                  </a:lnTo>
                  <a:lnTo>
                    <a:pt x="76938" y="2124"/>
                  </a:lnTo>
                  <a:lnTo>
                    <a:pt x="71657" y="1360"/>
                  </a:lnTo>
                  <a:lnTo>
                    <a:pt x="66354" y="766"/>
                  </a:lnTo>
                  <a:lnTo>
                    <a:pt x="61035" y="340"/>
                  </a:lnTo>
                  <a:lnTo>
                    <a:pt x="55705" y="85"/>
                  </a:lnTo>
                  <a:lnTo>
                    <a:pt x="50369" y="0"/>
                  </a:lnTo>
                  <a:lnTo>
                    <a:pt x="50369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6" name="pg666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7" name="pg667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8" name="pg668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9" name="pg669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0" name="pg670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1" name="pg671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2" name="pg672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3" name="pg673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4" name="pg674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5" name="pg675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6" name="pg676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7" name="pg677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8" name="pg678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9" name="pg679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0" name="pg680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1" name="pg681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2" name="pg682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3" name="pg683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4" name="pg684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5" name="pg685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6" name="pg686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7" name="pg687"/>
            <p:cNvSpPr/>
            <p:nvPr/>
          </p:nvSpPr>
          <p:spPr>
            <a:xfrm>
              <a:off x="5378093" y="5269756"/>
              <a:ext cx="167165" cy="167167"/>
            </a:xfrm>
            <a:custGeom>
              <a:avLst/>
              <a:pathLst>
                <a:path w="167165" h="167167">
                  <a:moveTo>
                    <a:pt x="167165" y="0"/>
                  </a:moveTo>
                  <a:lnTo>
                    <a:pt x="161713" y="88"/>
                  </a:lnTo>
                  <a:lnTo>
                    <a:pt x="156268" y="355"/>
                  </a:lnTo>
                  <a:lnTo>
                    <a:pt x="150834" y="799"/>
                  </a:lnTo>
                  <a:lnTo>
                    <a:pt x="145418" y="1420"/>
                  </a:lnTo>
                  <a:lnTo>
                    <a:pt x="140024" y="2217"/>
                  </a:lnTo>
                  <a:lnTo>
                    <a:pt x="134660" y="3190"/>
                  </a:lnTo>
                  <a:lnTo>
                    <a:pt x="129330" y="4337"/>
                  </a:lnTo>
                  <a:lnTo>
                    <a:pt x="124041" y="5658"/>
                  </a:lnTo>
                  <a:lnTo>
                    <a:pt x="118797" y="7150"/>
                  </a:lnTo>
                  <a:lnTo>
                    <a:pt x="113604" y="8812"/>
                  </a:lnTo>
                  <a:lnTo>
                    <a:pt x="108469" y="10643"/>
                  </a:lnTo>
                  <a:lnTo>
                    <a:pt x="103396" y="12640"/>
                  </a:lnTo>
                  <a:lnTo>
                    <a:pt x="98391" y="14802"/>
                  </a:lnTo>
                  <a:lnTo>
                    <a:pt x="93459" y="17125"/>
                  </a:lnTo>
                  <a:lnTo>
                    <a:pt x="88606" y="19609"/>
                  </a:lnTo>
                  <a:lnTo>
                    <a:pt x="83836" y="22249"/>
                  </a:lnTo>
                  <a:lnTo>
                    <a:pt x="79154" y="25043"/>
                  </a:lnTo>
                  <a:lnTo>
                    <a:pt x="74567" y="27989"/>
                  </a:lnTo>
                  <a:lnTo>
                    <a:pt x="70077" y="31082"/>
                  </a:lnTo>
                  <a:lnTo>
                    <a:pt x="65691" y="34321"/>
                  </a:lnTo>
                  <a:lnTo>
                    <a:pt x="61413" y="37700"/>
                  </a:lnTo>
                  <a:lnTo>
                    <a:pt x="57248" y="41218"/>
                  </a:lnTo>
                  <a:lnTo>
                    <a:pt x="53199" y="44869"/>
                  </a:lnTo>
                  <a:lnTo>
                    <a:pt x="49272" y="48650"/>
                  </a:lnTo>
                  <a:lnTo>
                    <a:pt x="45470" y="52558"/>
                  </a:lnTo>
                  <a:lnTo>
                    <a:pt x="41797" y="56587"/>
                  </a:lnTo>
                  <a:lnTo>
                    <a:pt x="38258" y="60734"/>
                  </a:lnTo>
                  <a:lnTo>
                    <a:pt x="34856" y="64994"/>
                  </a:lnTo>
                  <a:lnTo>
                    <a:pt x="31594" y="69363"/>
                  </a:lnTo>
                  <a:lnTo>
                    <a:pt x="28477" y="73836"/>
                  </a:lnTo>
                  <a:lnTo>
                    <a:pt x="25507" y="78408"/>
                  </a:lnTo>
                  <a:lnTo>
                    <a:pt x="22688" y="83074"/>
                  </a:lnTo>
                  <a:lnTo>
                    <a:pt x="20023" y="87830"/>
                  </a:lnTo>
                  <a:lnTo>
                    <a:pt x="17514" y="92671"/>
                  </a:lnTo>
                  <a:lnTo>
                    <a:pt x="15164" y="97590"/>
                  </a:lnTo>
                  <a:lnTo>
                    <a:pt x="12976" y="102584"/>
                  </a:lnTo>
                  <a:lnTo>
                    <a:pt x="10952" y="107646"/>
                  </a:lnTo>
                  <a:lnTo>
                    <a:pt x="9095" y="112772"/>
                  </a:lnTo>
                  <a:lnTo>
                    <a:pt x="7405" y="117955"/>
                  </a:lnTo>
                  <a:lnTo>
                    <a:pt x="5885" y="123191"/>
                  </a:lnTo>
                  <a:lnTo>
                    <a:pt x="4537" y="128474"/>
                  </a:lnTo>
                  <a:lnTo>
                    <a:pt x="3362" y="133797"/>
                  </a:lnTo>
                  <a:lnTo>
                    <a:pt x="2361" y="139157"/>
                  </a:lnTo>
                  <a:lnTo>
                    <a:pt x="1535" y="144546"/>
                  </a:lnTo>
                  <a:lnTo>
                    <a:pt x="885" y="149959"/>
                  </a:lnTo>
                  <a:lnTo>
                    <a:pt x="413" y="155390"/>
                  </a:lnTo>
                  <a:lnTo>
                    <a:pt x="117" y="160834"/>
                  </a:lnTo>
                  <a:lnTo>
                    <a:pt x="0" y="166285"/>
                  </a:lnTo>
                  <a:lnTo>
                    <a:pt x="167165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8" name="pg688"/>
            <p:cNvSpPr/>
            <p:nvPr/>
          </p:nvSpPr>
          <p:spPr>
            <a:xfrm>
              <a:off x="5378093" y="5436041"/>
              <a:ext cx="167165" cy="882"/>
            </a:xfrm>
            <a:custGeom>
              <a:avLst/>
              <a:pathLst>
                <a:path w="167165" h="882">
                  <a:moveTo>
                    <a:pt x="0" y="0"/>
                  </a:moveTo>
                  <a:lnTo>
                    <a:pt x="167165" y="88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9" name="pg689"/>
            <p:cNvSpPr/>
            <p:nvPr/>
          </p:nvSpPr>
          <p:spPr>
            <a:xfrm>
              <a:off x="5378093" y="5436041"/>
              <a:ext cx="167165" cy="882"/>
            </a:xfrm>
            <a:custGeom>
              <a:avLst/>
              <a:pathLst>
                <a:path w="167165" h="882">
                  <a:moveTo>
                    <a:pt x="0" y="0"/>
                  </a:moveTo>
                  <a:lnTo>
                    <a:pt x="167165" y="88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0" name="pg690"/>
            <p:cNvSpPr/>
            <p:nvPr/>
          </p:nvSpPr>
          <p:spPr>
            <a:xfrm>
              <a:off x="5378093" y="5436041"/>
              <a:ext cx="167165" cy="882"/>
            </a:xfrm>
            <a:custGeom>
              <a:avLst/>
              <a:pathLst>
                <a:path w="167165" h="882">
                  <a:moveTo>
                    <a:pt x="0" y="0"/>
                  </a:moveTo>
                  <a:lnTo>
                    <a:pt x="167165" y="882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1" name="pg691"/>
            <p:cNvSpPr/>
            <p:nvPr/>
          </p:nvSpPr>
          <p:spPr>
            <a:xfrm>
              <a:off x="5378093" y="5436041"/>
              <a:ext cx="167165" cy="882"/>
            </a:xfrm>
            <a:custGeom>
              <a:avLst/>
              <a:pathLst>
                <a:path w="167165" h="882">
                  <a:moveTo>
                    <a:pt x="0" y="0"/>
                  </a:moveTo>
                  <a:lnTo>
                    <a:pt x="167165" y="882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2" name="pg692"/>
            <p:cNvSpPr/>
            <p:nvPr/>
          </p:nvSpPr>
          <p:spPr>
            <a:xfrm>
              <a:off x="5378093" y="5436041"/>
              <a:ext cx="167165" cy="36768"/>
            </a:xfrm>
            <a:custGeom>
              <a:avLst/>
              <a:pathLst>
                <a:path w="167165" h="36768">
                  <a:moveTo>
                    <a:pt x="0" y="0"/>
                  </a:moveTo>
                  <a:lnTo>
                    <a:pt x="81" y="6174"/>
                  </a:lnTo>
                  <a:lnTo>
                    <a:pt x="390" y="12341"/>
                  </a:lnTo>
                  <a:lnTo>
                    <a:pt x="927" y="18492"/>
                  </a:lnTo>
                  <a:lnTo>
                    <a:pt x="1691" y="24619"/>
                  </a:lnTo>
                  <a:lnTo>
                    <a:pt x="2681" y="30714"/>
                  </a:lnTo>
                  <a:lnTo>
                    <a:pt x="3895" y="36768"/>
                  </a:lnTo>
                  <a:lnTo>
                    <a:pt x="167165" y="882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3" name="pg693"/>
            <p:cNvSpPr/>
            <p:nvPr/>
          </p:nvSpPr>
          <p:spPr>
            <a:xfrm>
              <a:off x="5381988" y="5269756"/>
              <a:ext cx="330424" cy="334330"/>
            </a:xfrm>
            <a:custGeom>
              <a:avLst/>
              <a:pathLst>
                <a:path w="330424" h="334330">
                  <a:moveTo>
                    <a:pt x="0" y="203053"/>
                  </a:moveTo>
                  <a:lnTo>
                    <a:pt x="1217" y="208204"/>
                  </a:lnTo>
                  <a:lnTo>
                    <a:pt x="2598" y="213314"/>
                  </a:lnTo>
                  <a:lnTo>
                    <a:pt x="4139" y="218377"/>
                  </a:lnTo>
                  <a:lnTo>
                    <a:pt x="5840" y="223389"/>
                  </a:lnTo>
                  <a:lnTo>
                    <a:pt x="7699" y="228344"/>
                  </a:lnTo>
                  <a:lnTo>
                    <a:pt x="9713" y="233239"/>
                  </a:lnTo>
                  <a:lnTo>
                    <a:pt x="11882" y="238067"/>
                  </a:lnTo>
                  <a:lnTo>
                    <a:pt x="14202" y="242823"/>
                  </a:lnTo>
                  <a:lnTo>
                    <a:pt x="16672" y="247505"/>
                  </a:lnTo>
                  <a:lnTo>
                    <a:pt x="19289" y="252105"/>
                  </a:lnTo>
                  <a:lnTo>
                    <a:pt x="22050" y="256621"/>
                  </a:lnTo>
                  <a:lnTo>
                    <a:pt x="24952" y="261046"/>
                  </a:lnTo>
                  <a:lnTo>
                    <a:pt x="27994" y="265378"/>
                  </a:lnTo>
                  <a:lnTo>
                    <a:pt x="31171" y="269611"/>
                  </a:lnTo>
                  <a:lnTo>
                    <a:pt x="34480" y="273742"/>
                  </a:lnTo>
                  <a:lnTo>
                    <a:pt x="37918" y="277765"/>
                  </a:lnTo>
                  <a:lnTo>
                    <a:pt x="41482" y="281678"/>
                  </a:lnTo>
                  <a:lnTo>
                    <a:pt x="45168" y="285476"/>
                  </a:lnTo>
                  <a:lnTo>
                    <a:pt x="48973" y="289156"/>
                  </a:lnTo>
                  <a:lnTo>
                    <a:pt x="52892" y="292713"/>
                  </a:lnTo>
                  <a:lnTo>
                    <a:pt x="56922" y="296144"/>
                  </a:lnTo>
                  <a:lnTo>
                    <a:pt x="61058" y="299446"/>
                  </a:lnTo>
                  <a:lnTo>
                    <a:pt x="65297" y="302615"/>
                  </a:lnTo>
                  <a:lnTo>
                    <a:pt x="69634" y="305649"/>
                  </a:lnTo>
                  <a:lnTo>
                    <a:pt x="74065" y="308544"/>
                  </a:lnTo>
                  <a:lnTo>
                    <a:pt x="78585" y="311297"/>
                  </a:lnTo>
                  <a:lnTo>
                    <a:pt x="83190" y="313906"/>
                  </a:lnTo>
                  <a:lnTo>
                    <a:pt x="87875" y="316367"/>
                  </a:lnTo>
                  <a:lnTo>
                    <a:pt x="92636" y="318679"/>
                  </a:lnTo>
                  <a:lnTo>
                    <a:pt x="97468" y="320839"/>
                  </a:lnTo>
                  <a:lnTo>
                    <a:pt x="102366" y="322845"/>
                  </a:lnTo>
                  <a:lnTo>
                    <a:pt x="107325" y="324695"/>
                  </a:lnTo>
                  <a:lnTo>
                    <a:pt x="112340" y="326387"/>
                  </a:lnTo>
                  <a:lnTo>
                    <a:pt x="117406" y="327920"/>
                  </a:lnTo>
                  <a:lnTo>
                    <a:pt x="122517" y="329291"/>
                  </a:lnTo>
                  <a:lnTo>
                    <a:pt x="127670" y="330500"/>
                  </a:lnTo>
                  <a:lnTo>
                    <a:pt x="132859" y="331545"/>
                  </a:lnTo>
                  <a:lnTo>
                    <a:pt x="138078" y="332425"/>
                  </a:lnTo>
                  <a:lnTo>
                    <a:pt x="143322" y="333140"/>
                  </a:lnTo>
                  <a:lnTo>
                    <a:pt x="148586" y="333688"/>
                  </a:lnTo>
                  <a:lnTo>
                    <a:pt x="153865" y="334070"/>
                  </a:lnTo>
                  <a:lnTo>
                    <a:pt x="159153" y="334284"/>
                  </a:lnTo>
                  <a:lnTo>
                    <a:pt x="164446" y="334330"/>
                  </a:lnTo>
                  <a:lnTo>
                    <a:pt x="169737" y="334209"/>
                  </a:lnTo>
                  <a:lnTo>
                    <a:pt x="175022" y="333921"/>
                  </a:lnTo>
                  <a:lnTo>
                    <a:pt x="180295" y="333465"/>
                  </a:lnTo>
                  <a:lnTo>
                    <a:pt x="185551" y="332843"/>
                  </a:lnTo>
                  <a:lnTo>
                    <a:pt x="190784" y="332054"/>
                  </a:lnTo>
                  <a:lnTo>
                    <a:pt x="195990" y="331101"/>
                  </a:lnTo>
                  <a:lnTo>
                    <a:pt x="201164" y="329983"/>
                  </a:lnTo>
                  <a:lnTo>
                    <a:pt x="206299" y="328702"/>
                  </a:lnTo>
                  <a:lnTo>
                    <a:pt x="211391" y="327258"/>
                  </a:lnTo>
                  <a:lnTo>
                    <a:pt x="216435" y="325655"/>
                  </a:lnTo>
                  <a:lnTo>
                    <a:pt x="221426" y="323892"/>
                  </a:lnTo>
                  <a:lnTo>
                    <a:pt x="226358" y="321973"/>
                  </a:lnTo>
                  <a:lnTo>
                    <a:pt x="231227" y="319898"/>
                  </a:lnTo>
                  <a:lnTo>
                    <a:pt x="236028" y="317670"/>
                  </a:lnTo>
                  <a:lnTo>
                    <a:pt x="240756" y="315291"/>
                  </a:lnTo>
                  <a:lnTo>
                    <a:pt x="245406" y="312764"/>
                  </a:lnTo>
                  <a:lnTo>
                    <a:pt x="249974" y="310091"/>
                  </a:lnTo>
                  <a:lnTo>
                    <a:pt x="254455" y="307275"/>
                  </a:lnTo>
                  <a:lnTo>
                    <a:pt x="258845" y="304318"/>
                  </a:lnTo>
                  <a:lnTo>
                    <a:pt x="263139" y="301223"/>
                  </a:lnTo>
                  <a:lnTo>
                    <a:pt x="267332" y="297995"/>
                  </a:lnTo>
                  <a:lnTo>
                    <a:pt x="271422" y="294635"/>
                  </a:lnTo>
                  <a:lnTo>
                    <a:pt x="275403" y="291147"/>
                  </a:lnTo>
                  <a:lnTo>
                    <a:pt x="279272" y="287535"/>
                  </a:lnTo>
                  <a:lnTo>
                    <a:pt x="283024" y="283803"/>
                  </a:lnTo>
                  <a:lnTo>
                    <a:pt x="286656" y="279953"/>
                  </a:lnTo>
                  <a:lnTo>
                    <a:pt x="290165" y="275990"/>
                  </a:lnTo>
                  <a:lnTo>
                    <a:pt x="293546" y="271919"/>
                  </a:lnTo>
                  <a:lnTo>
                    <a:pt x="296797" y="267742"/>
                  </a:lnTo>
                  <a:lnTo>
                    <a:pt x="299914" y="263465"/>
                  </a:lnTo>
                  <a:lnTo>
                    <a:pt x="302894" y="259091"/>
                  </a:lnTo>
                  <a:lnTo>
                    <a:pt x="305734" y="254624"/>
                  </a:lnTo>
                  <a:lnTo>
                    <a:pt x="308431" y="250071"/>
                  </a:lnTo>
                  <a:lnTo>
                    <a:pt x="310983" y="245434"/>
                  </a:lnTo>
                  <a:lnTo>
                    <a:pt x="313387" y="240718"/>
                  </a:lnTo>
                  <a:lnTo>
                    <a:pt x="315640" y="235929"/>
                  </a:lnTo>
                  <a:lnTo>
                    <a:pt x="317740" y="231071"/>
                  </a:lnTo>
                  <a:lnTo>
                    <a:pt x="319686" y="226149"/>
                  </a:lnTo>
                  <a:lnTo>
                    <a:pt x="321475" y="221168"/>
                  </a:lnTo>
                  <a:lnTo>
                    <a:pt x="323105" y="216133"/>
                  </a:lnTo>
                  <a:lnTo>
                    <a:pt x="324575" y="211048"/>
                  </a:lnTo>
                  <a:lnTo>
                    <a:pt x="325883" y="205920"/>
                  </a:lnTo>
                  <a:lnTo>
                    <a:pt x="327028" y="200752"/>
                  </a:lnTo>
                  <a:lnTo>
                    <a:pt x="328010" y="195552"/>
                  </a:lnTo>
                  <a:lnTo>
                    <a:pt x="328826" y="190322"/>
                  </a:lnTo>
                  <a:lnTo>
                    <a:pt x="329476" y="185070"/>
                  </a:lnTo>
                  <a:lnTo>
                    <a:pt x="329959" y="179799"/>
                  </a:lnTo>
                  <a:lnTo>
                    <a:pt x="330275" y="174516"/>
                  </a:lnTo>
                  <a:lnTo>
                    <a:pt x="330424" y="169225"/>
                  </a:lnTo>
                  <a:lnTo>
                    <a:pt x="330406" y="163933"/>
                  </a:lnTo>
                  <a:lnTo>
                    <a:pt x="330220" y="158643"/>
                  </a:lnTo>
                  <a:lnTo>
                    <a:pt x="329866" y="153362"/>
                  </a:lnTo>
                  <a:lnTo>
                    <a:pt x="329346" y="148095"/>
                  </a:lnTo>
                  <a:lnTo>
                    <a:pt x="328659" y="142847"/>
                  </a:lnTo>
                  <a:lnTo>
                    <a:pt x="327806" y="137624"/>
                  </a:lnTo>
                  <a:lnTo>
                    <a:pt x="326788" y="132430"/>
                  </a:lnTo>
                  <a:lnTo>
                    <a:pt x="325606" y="127271"/>
                  </a:lnTo>
                  <a:lnTo>
                    <a:pt x="324262" y="122152"/>
                  </a:lnTo>
                  <a:lnTo>
                    <a:pt x="322756" y="117078"/>
                  </a:lnTo>
                  <a:lnTo>
                    <a:pt x="321091" y="112054"/>
                  </a:lnTo>
                  <a:lnTo>
                    <a:pt x="319267" y="107086"/>
                  </a:lnTo>
                  <a:lnTo>
                    <a:pt x="317287" y="102177"/>
                  </a:lnTo>
                  <a:lnTo>
                    <a:pt x="315152" y="97334"/>
                  </a:lnTo>
                  <a:lnTo>
                    <a:pt x="312865" y="92561"/>
                  </a:lnTo>
                  <a:lnTo>
                    <a:pt x="310429" y="87863"/>
                  </a:lnTo>
                  <a:lnTo>
                    <a:pt x="307844" y="83244"/>
                  </a:lnTo>
                  <a:lnTo>
                    <a:pt x="305115" y="78709"/>
                  </a:lnTo>
                  <a:lnTo>
                    <a:pt x="302244" y="74263"/>
                  </a:lnTo>
                  <a:lnTo>
                    <a:pt x="299233" y="69910"/>
                  </a:lnTo>
                  <a:lnTo>
                    <a:pt x="296086" y="65655"/>
                  </a:lnTo>
                  <a:lnTo>
                    <a:pt x="292806" y="61501"/>
                  </a:lnTo>
                  <a:lnTo>
                    <a:pt x="289396" y="57453"/>
                  </a:lnTo>
                  <a:lnTo>
                    <a:pt x="285860" y="53516"/>
                  </a:lnTo>
                  <a:lnTo>
                    <a:pt x="282200" y="49692"/>
                  </a:lnTo>
                  <a:lnTo>
                    <a:pt x="278422" y="45986"/>
                  </a:lnTo>
                  <a:lnTo>
                    <a:pt x="274528" y="42401"/>
                  </a:lnTo>
                  <a:lnTo>
                    <a:pt x="270522" y="38941"/>
                  </a:lnTo>
                  <a:lnTo>
                    <a:pt x="266409" y="35610"/>
                  </a:lnTo>
                  <a:lnTo>
                    <a:pt x="262193" y="32411"/>
                  </a:lnTo>
                  <a:lnTo>
                    <a:pt x="257877" y="29347"/>
                  </a:lnTo>
                  <a:lnTo>
                    <a:pt x="253467" y="26421"/>
                  </a:lnTo>
                  <a:lnTo>
                    <a:pt x="248966" y="23636"/>
                  </a:lnTo>
                  <a:lnTo>
                    <a:pt x="244380" y="20995"/>
                  </a:lnTo>
                  <a:lnTo>
                    <a:pt x="239712" y="18501"/>
                  </a:lnTo>
                  <a:lnTo>
                    <a:pt x="234967" y="16156"/>
                  </a:lnTo>
                  <a:lnTo>
                    <a:pt x="230151" y="13962"/>
                  </a:lnTo>
                  <a:lnTo>
                    <a:pt x="225267" y="11921"/>
                  </a:lnTo>
                  <a:lnTo>
                    <a:pt x="220321" y="10036"/>
                  </a:lnTo>
                  <a:lnTo>
                    <a:pt x="215318" y="8309"/>
                  </a:lnTo>
                  <a:lnTo>
                    <a:pt x="210263" y="6741"/>
                  </a:lnTo>
                  <a:lnTo>
                    <a:pt x="205161" y="5334"/>
                  </a:lnTo>
                  <a:lnTo>
                    <a:pt x="200017" y="4089"/>
                  </a:lnTo>
                  <a:lnTo>
                    <a:pt x="194836" y="3007"/>
                  </a:lnTo>
                  <a:lnTo>
                    <a:pt x="189624" y="2090"/>
                  </a:lnTo>
                  <a:lnTo>
                    <a:pt x="184385" y="1338"/>
                  </a:lnTo>
                  <a:lnTo>
                    <a:pt x="179124" y="753"/>
                  </a:lnTo>
                  <a:lnTo>
                    <a:pt x="173848" y="335"/>
                  </a:lnTo>
                  <a:lnTo>
                    <a:pt x="168562" y="83"/>
                  </a:lnTo>
                  <a:lnTo>
                    <a:pt x="163270" y="0"/>
                  </a:lnTo>
                  <a:lnTo>
                    <a:pt x="16327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4" name="pg694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5" name="pg695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6" name="pg696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7" name="pg697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8" name="pg698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9" name="pg699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0" name="pg700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1" name="pg701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2" name="pg702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3" name="pg703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4" name="pg704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5" name="pg705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6" name="pg706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7" name="pg707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8" name="pg708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9" name="pg709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0" name="pg710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1" name="pg711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2" name="pg712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3" name="pg713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4" name="pg714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5" name="pg715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6" name="pg716"/>
            <p:cNvSpPr/>
            <p:nvPr/>
          </p:nvSpPr>
          <p:spPr>
            <a:xfrm>
              <a:off x="5885075" y="5018213"/>
              <a:ext cx="135963" cy="167167"/>
            </a:xfrm>
            <a:custGeom>
              <a:avLst/>
              <a:pathLst>
                <a:path w="135963" h="167167">
                  <a:moveTo>
                    <a:pt x="135963" y="0"/>
                  </a:moveTo>
                  <a:lnTo>
                    <a:pt x="130489" y="89"/>
                  </a:lnTo>
                  <a:lnTo>
                    <a:pt x="125020" y="358"/>
                  </a:lnTo>
                  <a:lnTo>
                    <a:pt x="119563" y="806"/>
                  </a:lnTo>
                  <a:lnTo>
                    <a:pt x="114124" y="1432"/>
                  </a:lnTo>
                  <a:lnTo>
                    <a:pt x="108708" y="2236"/>
                  </a:lnTo>
                  <a:lnTo>
                    <a:pt x="103322" y="3217"/>
                  </a:lnTo>
                  <a:lnTo>
                    <a:pt x="97970" y="4374"/>
                  </a:lnTo>
                  <a:lnTo>
                    <a:pt x="92659" y="5706"/>
                  </a:lnTo>
                  <a:lnTo>
                    <a:pt x="87395" y="7210"/>
                  </a:lnTo>
                  <a:lnTo>
                    <a:pt x="82183" y="8887"/>
                  </a:lnTo>
                  <a:lnTo>
                    <a:pt x="77028" y="10733"/>
                  </a:lnTo>
                  <a:lnTo>
                    <a:pt x="71937" y="12747"/>
                  </a:lnTo>
                  <a:lnTo>
                    <a:pt x="66914" y="14926"/>
                  </a:lnTo>
                  <a:lnTo>
                    <a:pt x="61966" y="17269"/>
                  </a:lnTo>
                  <a:lnTo>
                    <a:pt x="57097" y="19773"/>
                  </a:lnTo>
                  <a:lnTo>
                    <a:pt x="52312" y="22435"/>
                  </a:lnTo>
                  <a:lnTo>
                    <a:pt x="47617" y="25252"/>
                  </a:lnTo>
                  <a:lnTo>
                    <a:pt x="43017" y="28221"/>
                  </a:lnTo>
                  <a:lnTo>
                    <a:pt x="38517" y="31339"/>
                  </a:lnTo>
                  <a:lnTo>
                    <a:pt x="34121" y="34603"/>
                  </a:lnTo>
                  <a:lnTo>
                    <a:pt x="29834" y="38010"/>
                  </a:lnTo>
                  <a:lnTo>
                    <a:pt x="25662" y="41554"/>
                  </a:lnTo>
                  <a:lnTo>
                    <a:pt x="21607" y="45234"/>
                  </a:lnTo>
                  <a:lnTo>
                    <a:pt x="17675" y="49044"/>
                  </a:lnTo>
                  <a:lnTo>
                    <a:pt x="13871" y="52981"/>
                  </a:lnTo>
                  <a:lnTo>
                    <a:pt x="10197" y="57041"/>
                  </a:lnTo>
                  <a:lnTo>
                    <a:pt x="6658" y="61218"/>
                  </a:lnTo>
                  <a:lnTo>
                    <a:pt x="3257" y="65510"/>
                  </a:lnTo>
                  <a:lnTo>
                    <a:pt x="0" y="69910"/>
                  </a:lnTo>
                  <a:lnTo>
                    <a:pt x="135963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7" name="pg717"/>
            <p:cNvSpPr/>
            <p:nvPr/>
          </p:nvSpPr>
          <p:spPr>
            <a:xfrm>
              <a:off x="5885075" y="5088124"/>
              <a:ext cx="135963" cy="97256"/>
            </a:xfrm>
            <a:custGeom>
              <a:avLst/>
              <a:pathLst>
                <a:path w="135963" h="97256">
                  <a:moveTo>
                    <a:pt x="0" y="0"/>
                  </a:moveTo>
                  <a:lnTo>
                    <a:pt x="135963" y="9725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8" name="pg718"/>
            <p:cNvSpPr/>
            <p:nvPr/>
          </p:nvSpPr>
          <p:spPr>
            <a:xfrm>
              <a:off x="5885075" y="5088124"/>
              <a:ext cx="135963" cy="97256"/>
            </a:xfrm>
            <a:custGeom>
              <a:avLst/>
              <a:pathLst>
                <a:path w="135963" h="97256">
                  <a:moveTo>
                    <a:pt x="0" y="0"/>
                  </a:moveTo>
                  <a:lnTo>
                    <a:pt x="135963" y="97256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9" name="pg719"/>
            <p:cNvSpPr/>
            <p:nvPr/>
          </p:nvSpPr>
          <p:spPr>
            <a:xfrm>
              <a:off x="5885075" y="5088124"/>
              <a:ext cx="135963" cy="97256"/>
            </a:xfrm>
            <a:custGeom>
              <a:avLst/>
              <a:pathLst>
                <a:path w="135963" h="97256">
                  <a:moveTo>
                    <a:pt x="0" y="0"/>
                  </a:moveTo>
                  <a:lnTo>
                    <a:pt x="135963" y="97256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0" name="pg720"/>
            <p:cNvSpPr/>
            <p:nvPr/>
          </p:nvSpPr>
          <p:spPr>
            <a:xfrm>
              <a:off x="5873601" y="5088124"/>
              <a:ext cx="147437" cy="97256"/>
            </a:xfrm>
            <a:custGeom>
              <a:avLst/>
              <a:pathLst>
                <a:path w="147437" h="97256">
                  <a:moveTo>
                    <a:pt x="11473" y="0"/>
                  </a:moveTo>
                  <a:lnTo>
                    <a:pt x="7383" y="5988"/>
                  </a:lnTo>
                  <a:lnTo>
                    <a:pt x="3556" y="12149"/>
                  </a:lnTo>
                  <a:lnTo>
                    <a:pt x="0" y="18470"/>
                  </a:lnTo>
                  <a:lnTo>
                    <a:pt x="147437" y="97256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1" name="pg721"/>
            <p:cNvSpPr/>
            <p:nvPr/>
          </p:nvSpPr>
          <p:spPr>
            <a:xfrm>
              <a:off x="5853890" y="5018213"/>
              <a:ext cx="334296" cy="334334"/>
            </a:xfrm>
            <a:custGeom>
              <a:avLst/>
              <a:pathLst>
                <a:path w="334296" h="334334">
                  <a:moveTo>
                    <a:pt x="19711" y="88381"/>
                  </a:moveTo>
                  <a:lnTo>
                    <a:pt x="17286" y="93097"/>
                  </a:lnTo>
                  <a:lnTo>
                    <a:pt x="15012" y="97889"/>
                  </a:lnTo>
                  <a:lnTo>
                    <a:pt x="12891" y="102749"/>
                  </a:lnTo>
                  <a:lnTo>
                    <a:pt x="10925" y="107675"/>
                  </a:lnTo>
                  <a:lnTo>
                    <a:pt x="9117" y="112661"/>
                  </a:lnTo>
                  <a:lnTo>
                    <a:pt x="7467" y="117701"/>
                  </a:lnTo>
                  <a:lnTo>
                    <a:pt x="5979" y="122791"/>
                  </a:lnTo>
                  <a:lnTo>
                    <a:pt x="4652" y="127926"/>
                  </a:lnTo>
                  <a:lnTo>
                    <a:pt x="3489" y="133100"/>
                  </a:lnTo>
                  <a:lnTo>
                    <a:pt x="2491" y="138309"/>
                  </a:lnTo>
                  <a:lnTo>
                    <a:pt x="1658" y="143547"/>
                  </a:lnTo>
                  <a:lnTo>
                    <a:pt x="992" y="148808"/>
                  </a:lnTo>
                  <a:lnTo>
                    <a:pt x="493" y="154088"/>
                  </a:lnTo>
                  <a:lnTo>
                    <a:pt x="162" y="159381"/>
                  </a:lnTo>
                  <a:lnTo>
                    <a:pt x="0" y="164682"/>
                  </a:lnTo>
                  <a:lnTo>
                    <a:pt x="5" y="169985"/>
                  </a:lnTo>
                  <a:lnTo>
                    <a:pt x="178" y="175286"/>
                  </a:lnTo>
                  <a:lnTo>
                    <a:pt x="520" y="180578"/>
                  </a:lnTo>
                  <a:lnTo>
                    <a:pt x="1029" y="185857"/>
                  </a:lnTo>
                  <a:lnTo>
                    <a:pt x="1706" y="191117"/>
                  </a:lnTo>
                  <a:lnTo>
                    <a:pt x="2549" y="196353"/>
                  </a:lnTo>
                  <a:lnTo>
                    <a:pt x="3557" y="201560"/>
                  </a:lnTo>
                  <a:lnTo>
                    <a:pt x="4731" y="206732"/>
                  </a:lnTo>
                  <a:lnTo>
                    <a:pt x="6067" y="211864"/>
                  </a:lnTo>
                  <a:lnTo>
                    <a:pt x="7566" y="216951"/>
                  </a:lnTo>
                  <a:lnTo>
                    <a:pt x="9226" y="221988"/>
                  </a:lnTo>
                  <a:lnTo>
                    <a:pt x="11044" y="226970"/>
                  </a:lnTo>
                  <a:lnTo>
                    <a:pt x="13020" y="231892"/>
                  </a:lnTo>
                  <a:lnTo>
                    <a:pt x="15151" y="236749"/>
                  </a:lnTo>
                  <a:lnTo>
                    <a:pt x="17434" y="241535"/>
                  </a:lnTo>
                  <a:lnTo>
                    <a:pt x="19869" y="246247"/>
                  </a:lnTo>
                  <a:lnTo>
                    <a:pt x="22451" y="250879"/>
                  </a:lnTo>
                  <a:lnTo>
                    <a:pt x="25180" y="255427"/>
                  </a:lnTo>
                  <a:lnTo>
                    <a:pt x="28051" y="259886"/>
                  </a:lnTo>
                  <a:lnTo>
                    <a:pt x="31062" y="264252"/>
                  </a:lnTo>
                  <a:lnTo>
                    <a:pt x="34210" y="268520"/>
                  </a:lnTo>
                  <a:lnTo>
                    <a:pt x="37492" y="272685"/>
                  </a:lnTo>
                  <a:lnTo>
                    <a:pt x="40904" y="276745"/>
                  </a:lnTo>
                  <a:lnTo>
                    <a:pt x="44444" y="280695"/>
                  </a:lnTo>
                  <a:lnTo>
                    <a:pt x="48107" y="284530"/>
                  </a:lnTo>
                  <a:lnTo>
                    <a:pt x="51890" y="288247"/>
                  </a:lnTo>
                  <a:lnTo>
                    <a:pt x="55789" y="291842"/>
                  </a:lnTo>
                  <a:lnTo>
                    <a:pt x="59799" y="295312"/>
                  </a:lnTo>
                  <a:lnTo>
                    <a:pt x="63918" y="298653"/>
                  </a:lnTo>
                  <a:lnTo>
                    <a:pt x="68141" y="301861"/>
                  </a:lnTo>
                  <a:lnTo>
                    <a:pt x="72464" y="304934"/>
                  </a:lnTo>
                  <a:lnTo>
                    <a:pt x="76881" y="307868"/>
                  </a:lnTo>
                  <a:lnTo>
                    <a:pt x="81390" y="310661"/>
                  </a:lnTo>
                  <a:lnTo>
                    <a:pt x="85985" y="313309"/>
                  </a:lnTo>
                  <a:lnTo>
                    <a:pt x="90662" y="315810"/>
                  </a:lnTo>
                  <a:lnTo>
                    <a:pt x="95415" y="318161"/>
                  </a:lnTo>
                  <a:lnTo>
                    <a:pt x="100241" y="320361"/>
                  </a:lnTo>
                  <a:lnTo>
                    <a:pt x="105134" y="322406"/>
                  </a:lnTo>
                  <a:lnTo>
                    <a:pt x="110090" y="324295"/>
                  </a:lnTo>
                  <a:lnTo>
                    <a:pt x="115103" y="326026"/>
                  </a:lnTo>
                  <a:lnTo>
                    <a:pt x="120168" y="327597"/>
                  </a:lnTo>
                  <a:lnTo>
                    <a:pt x="125281" y="329007"/>
                  </a:lnTo>
                  <a:lnTo>
                    <a:pt x="130436" y="330253"/>
                  </a:lnTo>
                  <a:lnTo>
                    <a:pt x="135628" y="331336"/>
                  </a:lnTo>
                  <a:lnTo>
                    <a:pt x="140851" y="332253"/>
                  </a:lnTo>
                  <a:lnTo>
                    <a:pt x="146101" y="333004"/>
                  </a:lnTo>
                  <a:lnTo>
                    <a:pt x="151372" y="333588"/>
                  </a:lnTo>
                  <a:lnTo>
                    <a:pt x="156659" y="334005"/>
                  </a:lnTo>
                  <a:lnTo>
                    <a:pt x="161957" y="334254"/>
                  </a:lnTo>
                  <a:lnTo>
                    <a:pt x="167260" y="334334"/>
                  </a:lnTo>
                  <a:lnTo>
                    <a:pt x="172562" y="334247"/>
                  </a:lnTo>
                  <a:lnTo>
                    <a:pt x="177860" y="333991"/>
                  </a:lnTo>
                  <a:lnTo>
                    <a:pt x="183146" y="333567"/>
                  </a:lnTo>
                  <a:lnTo>
                    <a:pt x="188416" y="332976"/>
                  </a:lnTo>
                  <a:lnTo>
                    <a:pt x="193665" y="332218"/>
                  </a:lnTo>
                  <a:lnTo>
                    <a:pt x="198888" y="331294"/>
                  </a:lnTo>
                  <a:lnTo>
                    <a:pt x="204078" y="330204"/>
                  </a:lnTo>
                  <a:lnTo>
                    <a:pt x="209231" y="328951"/>
                  </a:lnTo>
                  <a:lnTo>
                    <a:pt x="214342" y="327534"/>
                  </a:lnTo>
                  <a:lnTo>
                    <a:pt x="219405" y="325957"/>
                  </a:lnTo>
                  <a:lnTo>
                    <a:pt x="224416" y="324219"/>
                  </a:lnTo>
                  <a:lnTo>
                    <a:pt x="229369" y="322323"/>
                  </a:lnTo>
                  <a:lnTo>
                    <a:pt x="234259" y="320272"/>
                  </a:lnTo>
                  <a:lnTo>
                    <a:pt x="239082" y="318066"/>
                  </a:lnTo>
                  <a:lnTo>
                    <a:pt x="243833" y="315708"/>
                  </a:lnTo>
                  <a:lnTo>
                    <a:pt x="248506" y="313201"/>
                  </a:lnTo>
                  <a:lnTo>
                    <a:pt x="253098" y="310547"/>
                  </a:lnTo>
                  <a:lnTo>
                    <a:pt x="257603" y="307748"/>
                  </a:lnTo>
                  <a:lnTo>
                    <a:pt x="262016" y="304808"/>
                  </a:lnTo>
                  <a:lnTo>
                    <a:pt x="266335" y="301729"/>
                  </a:lnTo>
                  <a:lnTo>
                    <a:pt x="270553" y="298515"/>
                  </a:lnTo>
                  <a:lnTo>
                    <a:pt x="274668" y="295169"/>
                  </a:lnTo>
                  <a:lnTo>
                    <a:pt x="278674" y="291694"/>
                  </a:lnTo>
                  <a:lnTo>
                    <a:pt x="282568" y="288094"/>
                  </a:lnTo>
                  <a:lnTo>
                    <a:pt x="286346" y="284371"/>
                  </a:lnTo>
                  <a:lnTo>
                    <a:pt x="290004" y="280531"/>
                  </a:lnTo>
                  <a:lnTo>
                    <a:pt x="293538" y="276577"/>
                  </a:lnTo>
                  <a:lnTo>
                    <a:pt x="296945" y="272513"/>
                  </a:lnTo>
                  <a:lnTo>
                    <a:pt x="300222" y="268343"/>
                  </a:lnTo>
                  <a:lnTo>
                    <a:pt x="303364" y="264070"/>
                  </a:lnTo>
                  <a:lnTo>
                    <a:pt x="306369" y="259701"/>
                  </a:lnTo>
                  <a:lnTo>
                    <a:pt x="309235" y="255238"/>
                  </a:lnTo>
                  <a:lnTo>
                    <a:pt x="311957" y="250686"/>
                  </a:lnTo>
                  <a:lnTo>
                    <a:pt x="314533" y="246051"/>
                  </a:lnTo>
                  <a:lnTo>
                    <a:pt x="316961" y="241336"/>
                  </a:lnTo>
                  <a:lnTo>
                    <a:pt x="319239" y="236546"/>
                  </a:lnTo>
                  <a:lnTo>
                    <a:pt x="321363" y="231687"/>
                  </a:lnTo>
                  <a:lnTo>
                    <a:pt x="323332" y="226763"/>
                  </a:lnTo>
                  <a:lnTo>
                    <a:pt x="325144" y="221778"/>
                  </a:lnTo>
                  <a:lnTo>
                    <a:pt x="326797" y="216739"/>
                  </a:lnTo>
                  <a:lnTo>
                    <a:pt x="328289" y="211650"/>
                  </a:lnTo>
                  <a:lnTo>
                    <a:pt x="329619" y="206516"/>
                  </a:lnTo>
                  <a:lnTo>
                    <a:pt x="330785" y="201342"/>
                  </a:lnTo>
                  <a:lnTo>
                    <a:pt x="331787" y="196134"/>
                  </a:lnTo>
                  <a:lnTo>
                    <a:pt x="332623" y="190897"/>
                  </a:lnTo>
                  <a:lnTo>
                    <a:pt x="333292" y="185636"/>
                  </a:lnTo>
                  <a:lnTo>
                    <a:pt x="333795" y="180357"/>
                  </a:lnTo>
                  <a:lnTo>
                    <a:pt x="334129" y="175064"/>
                  </a:lnTo>
                  <a:lnTo>
                    <a:pt x="334296" y="169763"/>
                  </a:lnTo>
                  <a:lnTo>
                    <a:pt x="334294" y="164460"/>
                  </a:lnTo>
                  <a:lnTo>
                    <a:pt x="334124" y="159159"/>
                  </a:lnTo>
                  <a:lnTo>
                    <a:pt x="333786" y="153866"/>
                  </a:lnTo>
                  <a:lnTo>
                    <a:pt x="333280" y="148587"/>
                  </a:lnTo>
                  <a:lnTo>
                    <a:pt x="332607" y="143327"/>
                  </a:lnTo>
                  <a:lnTo>
                    <a:pt x="331768" y="138090"/>
                  </a:lnTo>
                  <a:lnTo>
                    <a:pt x="330762" y="132883"/>
                  </a:lnTo>
                  <a:lnTo>
                    <a:pt x="329593" y="127710"/>
                  </a:lnTo>
                  <a:lnTo>
                    <a:pt x="328259" y="122577"/>
                  </a:lnTo>
                  <a:lnTo>
                    <a:pt x="326764" y="117489"/>
                  </a:lnTo>
                  <a:lnTo>
                    <a:pt x="325108" y="112450"/>
                  </a:lnTo>
                  <a:lnTo>
                    <a:pt x="323292" y="107467"/>
                  </a:lnTo>
                  <a:lnTo>
                    <a:pt x="321320" y="102544"/>
                  </a:lnTo>
                  <a:lnTo>
                    <a:pt x="319193" y="97686"/>
                  </a:lnTo>
                  <a:lnTo>
                    <a:pt x="316912" y="92898"/>
                  </a:lnTo>
                  <a:lnTo>
                    <a:pt x="314481" y="88185"/>
                  </a:lnTo>
                  <a:lnTo>
                    <a:pt x="311901" y="83551"/>
                  </a:lnTo>
                  <a:lnTo>
                    <a:pt x="309176" y="79001"/>
                  </a:lnTo>
                  <a:lnTo>
                    <a:pt x="306308" y="74541"/>
                  </a:lnTo>
                  <a:lnTo>
                    <a:pt x="303300" y="70173"/>
                  </a:lnTo>
                  <a:lnTo>
                    <a:pt x="300154" y="65903"/>
                  </a:lnTo>
                  <a:lnTo>
                    <a:pt x="296875" y="61735"/>
                  </a:lnTo>
                  <a:lnTo>
                    <a:pt x="293465" y="57673"/>
                  </a:lnTo>
                  <a:lnTo>
                    <a:pt x="289928" y="53721"/>
                  </a:lnTo>
                  <a:lnTo>
                    <a:pt x="286268" y="49883"/>
                  </a:lnTo>
                  <a:lnTo>
                    <a:pt x="282488" y="46164"/>
                  </a:lnTo>
                  <a:lnTo>
                    <a:pt x="278591" y="42566"/>
                  </a:lnTo>
                  <a:lnTo>
                    <a:pt x="274583" y="39093"/>
                  </a:lnTo>
                  <a:lnTo>
                    <a:pt x="270466" y="35750"/>
                  </a:lnTo>
                  <a:lnTo>
                    <a:pt x="266245" y="32539"/>
                  </a:lnTo>
                  <a:lnTo>
                    <a:pt x="261925" y="29463"/>
                  </a:lnTo>
                  <a:lnTo>
                    <a:pt x="257509" y="26526"/>
                  </a:lnTo>
                  <a:lnTo>
                    <a:pt x="253002" y="23730"/>
                  </a:lnTo>
                  <a:lnTo>
                    <a:pt x="248409" y="21079"/>
                  </a:lnTo>
                  <a:lnTo>
                    <a:pt x="243734" y="18575"/>
                  </a:lnTo>
                  <a:lnTo>
                    <a:pt x="238982" y="16220"/>
                  </a:lnTo>
                  <a:lnTo>
                    <a:pt x="234158" y="14018"/>
                  </a:lnTo>
                  <a:lnTo>
                    <a:pt x="229266" y="11969"/>
                  </a:lnTo>
                  <a:lnTo>
                    <a:pt x="224311" y="10077"/>
                  </a:lnTo>
                  <a:lnTo>
                    <a:pt x="219300" y="8342"/>
                  </a:lnTo>
                  <a:lnTo>
                    <a:pt x="214235" y="6768"/>
                  </a:lnTo>
                  <a:lnTo>
                    <a:pt x="209124" y="5355"/>
                  </a:lnTo>
                  <a:lnTo>
                    <a:pt x="203970" y="4105"/>
                  </a:lnTo>
                  <a:lnTo>
                    <a:pt x="198779" y="3019"/>
                  </a:lnTo>
                  <a:lnTo>
                    <a:pt x="193556" y="2098"/>
                  </a:lnTo>
                  <a:lnTo>
                    <a:pt x="188306" y="1344"/>
                  </a:lnTo>
                  <a:lnTo>
                    <a:pt x="183035" y="756"/>
                  </a:lnTo>
                  <a:lnTo>
                    <a:pt x="177749" y="336"/>
                  </a:lnTo>
                  <a:lnTo>
                    <a:pt x="172451" y="84"/>
                  </a:lnTo>
                  <a:lnTo>
                    <a:pt x="167148" y="0"/>
                  </a:lnTo>
                  <a:lnTo>
                    <a:pt x="167148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2" name="pg722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3" name="pg723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4" name="pg724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5" name="pg725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6" name="pg726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7" name="pg727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8" name="pg728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9" name="pg729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0" name="pg730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1" name="pg731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2" name="pg732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3" name="pg733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4" name="pg734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5" name="pg735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6" name="pg736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7" name="pg737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8" name="pg738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9" name="pg739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0" name="pg740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1" name="pg741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2" name="pg742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3" name="pg743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4" name="pg744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5" name="pg745"/>
            <p:cNvSpPr/>
            <p:nvPr/>
          </p:nvSpPr>
          <p:spPr>
            <a:xfrm>
              <a:off x="6256078" y="4659281"/>
              <a:ext cx="334324" cy="334327"/>
            </a:xfrm>
            <a:custGeom>
              <a:avLst/>
              <a:pathLst>
                <a:path w="334324" h="334327">
                  <a:moveTo>
                    <a:pt x="167156" y="0"/>
                  </a:moveTo>
                  <a:lnTo>
                    <a:pt x="161837" y="84"/>
                  </a:lnTo>
                  <a:lnTo>
                    <a:pt x="156522" y="338"/>
                  </a:lnTo>
                  <a:lnTo>
                    <a:pt x="151219" y="761"/>
                  </a:lnTo>
                  <a:lnTo>
                    <a:pt x="145931" y="1352"/>
                  </a:lnTo>
                  <a:lnTo>
                    <a:pt x="140665" y="2112"/>
                  </a:lnTo>
                  <a:lnTo>
                    <a:pt x="135426" y="3039"/>
                  </a:lnTo>
                  <a:lnTo>
                    <a:pt x="130219" y="4131"/>
                  </a:lnTo>
                  <a:lnTo>
                    <a:pt x="125049" y="5389"/>
                  </a:lnTo>
                  <a:lnTo>
                    <a:pt x="119922" y="6811"/>
                  </a:lnTo>
                  <a:lnTo>
                    <a:pt x="114843" y="8396"/>
                  </a:lnTo>
                  <a:lnTo>
                    <a:pt x="109817" y="10141"/>
                  </a:lnTo>
                  <a:lnTo>
                    <a:pt x="104849" y="12045"/>
                  </a:lnTo>
                  <a:lnTo>
                    <a:pt x="99944" y="14107"/>
                  </a:lnTo>
                  <a:lnTo>
                    <a:pt x="95107" y="16323"/>
                  </a:lnTo>
                  <a:lnTo>
                    <a:pt x="90344" y="18692"/>
                  </a:lnTo>
                  <a:lnTo>
                    <a:pt x="85658" y="21212"/>
                  </a:lnTo>
                  <a:lnTo>
                    <a:pt x="81054" y="23879"/>
                  </a:lnTo>
                  <a:lnTo>
                    <a:pt x="76538" y="26692"/>
                  </a:lnTo>
                  <a:lnTo>
                    <a:pt x="72113" y="29647"/>
                  </a:lnTo>
                  <a:lnTo>
                    <a:pt x="67785" y="32741"/>
                  </a:lnTo>
                  <a:lnTo>
                    <a:pt x="63558" y="35972"/>
                  </a:lnTo>
                  <a:lnTo>
                    <a:pt x="59435" y="39335"/>
                  </a:lnTo>
                  <a:lnTo>
                    <a:pt x="55422" y="42828"/>
                  </a:lnTo>
                  <a:lnTo>
                    <a:pt x="51521" y="46446"/>
                  </a:lnTo>
                  <a:lnTo>
                    <a:pt x="47738" y="50187"/>
                  </a:lnTo>
                  <a:lnTo>
                    <a:pt x="44076" y="54047"/>
                  </a:lnTo>
                  <a:lnTo>
                    <a:pt x="40538" y="58021"/>
                  </a:lnTo>
                  <a:lnTo>
                    <a:pt x="37129" y="62106"/>
                  </a:lnTo>
                  <a:lnTo>
                    <a:pt x="33852" y="66297"/>
                  </a:lnTo>
                  <a:lnTo>
                    <a:pt x="30709" y="70590"/>
                  </a:lnTo>
                  <a:lnTo>
                    <a:pt x="27705" y="74981"/>
                  </a:lnTo>
                  <a:lnTo>
                    <a:pt x="24842" y="79466"/>
                  </a:lnTo>
                  <a:lnTo>
                    <a:pt x="22123" y="84039"/>
                  </a:lnTo>
                  <a:lnTo>
                    <a:pt x="19551" y="88697"/>
                  </a:lnTo>
                  <a:lnTo>
                    <a:pt x="17129" y="93434"/>
                  </a:lnTo>
                  <a:lnTo>
                    <a:pt x="14858" y="98245"/>
                  </a:lnTo>
                  <a:lnTo>
                    <a:pt x="12742" y="103127"/>
                  </a:lnTo>
                  <a:lnTo>
                    <a:pt x="10782" y="108073"/>
                  </a:lnTo>
                  <a:lnTo>
                    <a:pt x="8981" y="113079"/>
                  </a:lnTo>
                  <a:lnTo>
                    <a:pt x="7340" y="118141"/>
                  </a:lnTo>
                  <a:lnTo>
                    <a:pt x="5861" y="123251"/>
                  </a:lnTo>
                  <a:lnTo>
                    <a:pt x="4545" y="128406"/>
                  </a:lnTo>
                  <a:lnTo>
                    <a:pt x="3394" y="133601"/>
                  </a:lnTo>
                  <a:lnTo>
                    <a:pt x="2408" y="138829"/>
                  </a:lnTo>
                  <a:lnTo>
                    <a:pt x="1590" y="144087"/>
                  </a:lnTo>
                  <a:lnTo>
                    <a:pt x="939" y="149367"/>
                  </a:lnTo>
                  <a:lnTo>
                    <a:pt x="457" y="154666"/>
                  </a:lnTo>
                  <a:lnTo>
                    <a:pt x="144" y="159977"/>
                  </a:lnTo>
                  <a:lnTo>
                    <a:pt x="0" y="165295"/>
                  </a:lnTo>
                  <a:lnTo>
                    <a:pt x="25" y="170616"/>
                  </a:lnTo>
                  <a:lnTo>
                    <a:pt x="219" y="175933"/>
                  </a:lnTo>
                  <a:lnTo>
                    <a:pt x="583" y="181241"/>
                  </a:lnTo>
                  <a:lnTo>
                    <a:pt x="1115" y="186535"/>
                  </a:lnTo>
                  <a:lnTo>
                    <a:pt x="1815" y="191809"/>
                  </a:lnTo>
                  <a:lnTo>
                    <a:pt x="2683" y="197058"/>
                  </a:lnTo>
                  <a:lnTo>
                    <a:pt x="3718" y="202277"/>
                  </a:lnTo>
                  <a:lnTo>
                    <a:pt x="4918" y="207460"/>
                  </a:lnTo>
                  <a:lnTo>
                    <a:pt x="6282" y="212603"/>
                  </a:lnTo>
                  <a:lnTo>
                    <a:pt x="7810" y="217699"/>
                  </a:lnTo>
                  <a:lnTo>
                    <a:pt x="9498" y="222745"/>
                  </a:lnTo>
                  <a:lnTo>
                    <a:pt x="11347" y="227734"/>
                  </a:lnTo>
                  <a:lnTo>
                    <a:pt x="13353" y="232661"/>
                  </a:lnTo>
                  <a:lnTo>
                    <a:pt x="15515" y="237523"/>
                  </a:lnTo>
                  <a:lnTo>
                    <a:pt x="17831" y="242313"/>
                  </a:lnTo>
                  <a:lnTo>
                    <a:pt x="20298" y="247027"/>
                  </a:lnTo>
                  <a:lnTo>
                    <a:pt x="22914" y="251660"/>
                  </a:lnTo>
                  <a:lnTo>
                    <a:pt x="25676" y="256207"/>
                  </a:lnTo>
                  <a:lnTo>
                    <a:pt x="28581" y="260665"/>
                  </a:lnTo>
                  <a:lnTo>
                    <a:pt x="31627" y="265027"/>
                  </a:lnTo>
                  <a:lnTo>
                    <a:pt x="34809" y="269291"/>
                  </a:lnTo>
                  <a:lnTo>
                    <a:pt x="38126" y="273451"/>
                  </a:lnTo>
                  <a:lnTo>
                    <a:pt x="41574" y="277503"/>
                  </a:lnTo>
                  <a:lnTo>
                    <a:pt x="45149" y="281443"/>
                  </a:lnTo>
                  <a:lnTo>
                    <a:pt x="48847" y="285268"/>
                  </a:lnTo>
                  <a:lnTo>
                    <a:pt x="52666" y="288973"/>
                  </a:lnTo>
                  <a:lnTo>
                    <a:pt x="56600" y="292555"/>
                  </a:lnTo>
                  <a:lnTo>
                    <a:pt x="60646" y="296010"/>
                  </a:lnTo>
                  <a:lnTo>
                    <a:pt x="64800" y="299334"/>
                  </a:lnTo>
                  <a:lnTo>
                    <a:pt x="69058" y="302524"/>
                  </a:lnTo>
                  <a:lnTo>
                    <a:pt x="73415" y="305578"/>
                  </a:lnTo>
                  <a:lnTo>
                    <a:pt x="77867" y="308491"/>
                  </a:lnTo>
                  <a:lnTo>
                    <a:pt x="82410" y="311261"/>
                  </a:lnTo>
                  <a:lnTo>
                    <a:pt x="87038" y="313885"/>
                  </a:lnTo>
                  <a:lnTo>
                    <a:pt x="91748" y="316360"/>
                  </a:lnTo>
                  <a:lnTo>
                    <a:pt x="96534" y="318684"/>
                  </a:lnTo>
                  <a:lnTo>
                    <a:pt x="101392" y="320855"/>
                  </a:lnTo>
                  <a:lnTo>
                    <a:pt x="106316" y="322870"/>
                  </a:lnTo>
                  <a:lnTo>
                    <a:pt x="111302" y="324727"/>
                  </a:lnTo>
                  <a:lnTo>
                    <a:pt x="116344" y="326425"/>
                  </a:lnTo>
                  <a:lnTo>
                    <a:pt x="121438" y="327961"/>
                  </a:lnTo>
                  <a:lnTo>
                    <a:pt x="126578" y="329335"/>
                  </a:lnTo>
                  <a:lnTo>
                    <a:pt x="131759" y="330544"/>
                  </a:lnTo>
                  <a:lnTo>
                    <a:pt x="136976" y="331587"/>
                  </a:lnTo>
                  <a:lnTo>
                    <a:pt x="142224" y="332465"/>
                  </a:lnTo>
                  <a:lnTo>
                    <a:pt x="147497" y="333174"/>
                  </a:lnTo>
                  <a:lnTo>
                    <a:pt x="152790" y="333716"/>
                  </a:lnTo>
                  <a:lnTo>
                    <a:pt x="158097" y="334089"/>
                  </a:lnTo>
                  <a:lnTo>
                    <a:pt x="163414" y="334292"/>
                  </a:lnTo>
                  <a:lnTo>
                    <a:pt x="168734" y="334327"/>
                  </a:lnTo>
                  <a:lnTo>
                    <a:pt x="174053" y="334192"/>
                  </a:lnTo>
                  <a:lnTo>
                    <a:pt x="179365" y="333888"/>
                  </a:lnTo>
                  <a:lnTo>
                    <a:pt x="184664" y="333415"/>
                  </a:lnTo>
                  <a:lnTo>
                    <a:pt x="189946" y="332774"/>
                  </a:lnTo>
                  <a:lnTo>
                    <a:pt x="195204" y="331965"/>
                  </a:lnTo>
                  <a:lnTo>
                    <a:pt x="200434" y="330989"/>
                  </a:lnTo>
                  <a:lnTo>
                    <a:pt x="205631" y="329847"/>
                  </a:lnTo>
                  <a:lnTo>
                    <a:pt x="210788" y="328540"/>
                  </a:lnTo>
                  <a:lnTo>
                    <a:pt x="215902" y="327070"/>
                  </a:lnTo>
                  <a:lnTo>
                    <a:pt x="220966" y="325437"/>
                  </a:lnTo>
                  <a:lnTo>
                    <a:pt x="225975" y="323645"/>
                  </a:lnTo>
                  <a:lnTo>
                    <a:pt x="230925" y="321694"/>
                  </a:lnTo>
                  <a:lnTo>
                    <a:pt x="235810" y="319586"/>
                  </a:lnTo>
                  <a:lnTo>
                    <a:pt x="240626" y="317324"/>
                  </a:lnTo>
                  <a:lnTo>
                    <a:pt x="245367" y="314910"/>
                  </a:lnTo>
                  <a:lnTo>
                    <a:pt x="250029" y="312346"/>
                  </a:lnTo>
                  <a:lnTo>
                    <a:pt x="254607" y="309636"/>
                  </a:lnTo>
                  <a:lnTo>
                    <a:pt x="259097" y="306780"/>
                  </a:lnTo>
                  <a:lnTo>
                    <a:pt x="263493" y="303784"/>
                  </a:lnTo>
                  <a:lnTo>
                    <a:pt x="267792" y="300649"/>
                  </a:lnTo>
                  <a:lnTo>
                    <a:pt x="271989" y="297379"/>
                  </a:lnTo>
                  <a:lnTo>
                    <a:pt x="276079" y="293977"/>
                  </a:lnTo>
                  <a:lnTo>
                    <a:pt x="280060" y="290446"/>
                  </a:lnTo>
                  <a:lnTo>
                    <a:pt x="283926" y="286791"/>
                  </a:lnTo>
                  <a:lnTo>
                    <a:pt x="287673" y="283014"/>
                  </a:lnTo>
                  <a:lnTo>
                    <a:pt x="291299" y="279120"/>
                  </a:lnTo>
                  <a:lnTo>
                    <a:pt x="294799" y="275113"/>
                  </a:lnTo>
                  <a:lnTo>
                    <a:pt x="298169" y="270996"/>
                  </a:lnTo>
                  <a:lnTo>
                    <a:pt x="301407" y="266775"/>
                  </a:lnTo>
                  <a:lnTo>
                    <a:pt x="304509" y="262452"/>
                  </a:lnTo>
                  <a:lnTo>
                    <a:pt x="307472" y="258033"/>
                  </a:lnTo>
                  <a:lnTo>
                    <a:pt x="310292" y="253521"/>
                  </a:lnTo>
                  <a:lnTo>
                    <a:pt x="312968" y="248923"/>
                  </a:lnTo>
                  <a:lnTo>
                    <a:pt x="315496" y="244241"/>
                  </a:lnTo>
                  <a:lnTo>
                    <a:pt x="317873" y="239481"/>
                  </a:lnTo>
                  <a:lnTo>
                    <a:pt x="320098" y="234648"/>
                  </a:lnTo>
                  <a:lnTo>
                    <a:pt x="322168" y="229747"/>
                  </a:lnTo>
                  <a:lnTo>
                    <a:pt x="324081" y="224782"/>
                  </a:lnTo>
                  <a:lnTo>
                    <a:pt x="325835" y="219759"/>
                  </a:lnTo>
                  <a:lnTo>
                    <a:pt x="327429" y="214683"/>
                  </a:lnTo>
                  <a:lnTo>
                    <a:pt x="328860" y="209559"/>
                  </a:lnTo>
                  <a:lnTo>
                    <a:pt x="330127" y="204391"/>
                  </a:lnTo>
                  <a:lnTo>
                    <a:pt x="331229" y="199186"/>
                  </a:lnTo>
                  <a:lnTo>
                    <a:pt x="332165" y="193949"/>
                  </a:lnTo>
                  <a:lnTo>
                    <a:pt x="332933" y="188684"/>
                  </a:lnTo>
                  <a:lnTo>
                    <a:pt x="333534" y="183397"/>
                  </a:lnTo>
                  <a:lnTo>
                    <a:pt x="333966" y="178095"/>
                  </a:lnTo>
                  <a:lnTo>
                    <a:pt x="334230" y="172781"/>
                  </a:lnTo>
                  <a:lnTo>
                    <a:pt x="334324" y="167461"/>
                  </a:lnTo>
                  <a:lnTo>
                    <a:pt x="167156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6" name="pg746"/>
            <p:cNvSpPr/>
            <p:nvPr/>
          </p:nvSpPr>
          <p:spPr>
            <a:xfrm>
              <a:off x="6423235" y="4826449"/>
              <a:ext cx="167167" cy="294"/>
            </a:xfrm>
            <a:custGeom>
              <a:avLst/>
              <a:pathLst>
                <a:path w="167167" h="294">
                  <a:moveTo>
                    <a:pt x="167167" y="294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7" name="pg747"/>
            <p:cNvSpPr/>
            <p:nvPr/>
          </p:nvSpPr>
          <p:spPr>
            <a:xfrm>
              <a:off x="6423235" y="4826449"/>
              <a:ext cx="167167" cy="294"/>
            </a:xfrm>
            <a:custGeom>
              <a:avLst/>
              <a:pathLst>
                <a:path w="167167" h="294">
                  <a:moveTo>
                    <a:pt x="167167" y="294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8" name="pg748"/>
            <p:cNvSpPr/>
            <p:nvPr/>
          </p:nvSpPr>
          <p:spPr>
            <a:xfrm>
              <a:off x="6423235" y="4750792"/>
              <a:ext cx="167167" cy="75950"/>
            </a:xfrm>
            <a:custGeom>
              <a:avLst/>
              <a:pathLst>
                <a:path w="167167" h="75950">
                  <a:moveTo>
                    <a:pt x="167167" y="75950"/>
                  </a:moveTo>
                  <a:lnTo>
                    <a:pt x="167082" y="70322"/>
                  </a:lnTo>
                  <a:lnTo>
                    <a:pt x="166808" y="64700"/>
                  </a:lnTo>
                  <a:lnTo>
                    <a:pt x="166344" y="59090"/>
                  </a:lnTo>
                  <a:lnTo>
                    <a:pt x="165692" y="53500"/>
                  </a:lnTo>
                  <a:lnTo>
                    <a:pt x="164852" y="47934"/>
                  </a:lnTo>
                  <a:lnTo>
                    <a:pt x="163826" y="42400"/>
                  </a:lnTo>
                  <a:lnTo>
                    <a:pt x="162613" y="36903"/>
                  </a:lnTo>
                  <a:lnTo>
                    <a:pt x="161216" y="31451"/>
                  </a:lnTo>
                  <a:lnTo>
                    <a:pt x="159637" y="26048"/>
                  </a:lnTo>
                  <a:lnTo>
                    <a:pt x="157876" y="20702"/>
                  </a:lnTo>
                  <a:lnTo>
                    <a:pt x="155936" y="15418"/>
                  </a:lnTo>
                  <a:lnTo>
                    <a:pt x="153820" y="10202"/>
                  </a:lnTo>
                  <a:lnTo>
                    <a:pt x="151529" y="5061"/>
                  </a:lnTo>
                  <a:lnTo>
                    <a:pt x="149067" y="0"/>
                  </a:lnTo>
                  <a:lnTo>
                    <a:pt x="0" y="75656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9" name="pg749"/>
            <p:cNvSpPr/>
            <p:nvPr/>
          </p:nvSpPr>
          <p:spPr>
            <a:xfrm>
              <a:off x="6423235" y="4659281"/>
              <a:ext cx="149067" cy="167167"/>
            </a:xfrm>
            <a:custGeom>
              <a:avLst/>
              <a:pathLst>
                <a:path w="149067" h="167167">
                  <a:moveTo>
                    <a:pt x="149067" y="91510"/>
                  </a:moveTo>
                  <a:lnTo>
                    <a:pt x="146539" y="86723"/>
                  </a:lnTo>
                  <a:lnTo>
                    <a:pt x="143857" y="82020"/>
                  </a:lnTo>
                  <a:lnTo>
                    <a:pt x="141025" y="77407"/>
                  </a:lnTo>
                  <a:lnTo>
                    <a:pt x="138044" y="72887"/>
                  </a:lnTo>
                  <a:lnTo>
                    <a:pt x="134919" y="68467"/>
                  </a:lnTo>
                  <a:lnTo>
                    <a:pt x="131652" y="64150"/>
                  </a:lnTo>
                  <a:lnTo>
                    <a:pt x="128247" y="59941"/>
                  </a:lnTo>
                  <a:lnTo>
                    <a:pt x="124708" y="55844"/>
                  </a:lnTo>
                  <a:lnTo>
                    <a:pt x="121038" y="51864"/>
                  </a:lnTo>
                  <a:lnTo>
                    <a:pt x="117241" y="48005"/>
                  </a:lnTo>
                  <a:lnTo>
                    <a:pt x="113321" y="44272"/>
                  </a:lnTo>
                  <a:lnTo>
                    <a:pt x="109282" y="40667"/>
                  </a:lnTo>
                  <a:lnTo>
                    <a:pt x="105128" y="37194"/>
                  </a:lnTo>
                  <a:lnTo>
                    <a:pt x="100865" y="33858"/>
                  </a:lnTo>
                  <a:lnTo>
                    <a:pt x="96495" y="30662"/>
                  </a:lnTo>
                  <a:lnTo>
                    <a:pt x="92024" y="27609"/>
                  </a:lnTo>
                  <a:lnTo>
                    <a:pt x="87457" y="24702"/>
                  </a:lnTo>
                  <a:lnTo>
                    <a:pt x="82798" y="21945"/>
                  </a:lnTo>
                  <a:lnTo>
                    <a:pt x="78052" y="19340"/>
                  </a:lnTo>
                  <a:lnTo>
                    <a:pt x="73225" y="16890"/>
                  </a:lnTo>
                  <a:lnTo>
                    <a:pt x="68320" y="14598"/>
                  </a:lnTo>
                  <a:lnTo>
                    <a:pt x="63344" y="12466"/>
                  </a:lnTo>
                  <a:lnTo>
                    <a:pt x="58301" y="10496"/>
                  </a:lnTo>
                  <a:lnTo>
                    <a:pt x="53198" y="8690"/>
                  </a:lnTo>
                  <a:lnTo>
                    <a:pt x="48038" y="7051"/>
                  </a:lnTo>
                  <a:lnTo>
                    <a:pt x="42828" y="5579"/>
                  </a:lnTo>
                  <a:lnTo>
                    <a:pt x="37573" y="4277"/>
                  </a:lnTo>
                  <a:lnTo>
                    <a:pt x="32279" y="3146"/>
                  </a:lnTo>
                  <a:lnTo>
                    <a:pt x="26951" y="2186"/>
                  </a:lnTo>
                  <a:lnTo>
                    <a:pt x="21595" y="1400"/>
                  </a:lnTo>
                  <a:lnTo>
                    <a:pt x="16216" y="788"/>
                  </a:lnTo>
                  <a:lnTo>
                    <a:pt x="10820" y="350"/>
                  </a:lnTo>
                  <a:lnTo>
                    <a:pt x="5413" y="87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0" name="pg750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1" name="pg751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2" name="pg752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3" name="pg753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4" name="pg754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5" name="pg755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6" name="pg756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7" name="pg757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8" name="pg758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9" name="pg759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0" name="pg760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1" name="pg761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2" name="pg762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3" name="pg763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4" name="pg764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5" name="pg765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6" name="pg766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7" name="pg767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8" name="pg768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9" name="pg769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0" name="pg770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1" name="pg771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2" name="pg772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3" name="pg773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4" name="pg774"/>
            <p:cNvSpPr/>
            <p:nvPr/>
          </p:nvSpPr>
          <p:spPr>
            <a:xfrm>
              <a:off x="6561315" y="4213821"/>
              <a:ext cx="167156" cy="260559"/>
            </a:xfrm>
            <a:custGeom>
              <a:avLst/>
              <a:pathLst>
                <a:path w="167156" h="260559">
                  <a:moveTo>
                    <a:pt x="167156" y="0"/>
                  </a:moveTo>
                  <a:lnTo>
                    <a:pt x="161759" y="87"/>
                  </a:lnTo>
                  <a:lnTo>
                    <a:pt x="156367" y="348"/>
                  </a:lnTo>
                  <a:lnTo>
                    <a:pt x="150987" y="783"/>
                  </a:lnTo>
                  <a:lnTo>
                    <a:pt x="145623" y="1392"/>
                  </a:lnTo>
                  <a:lnTo>
                    <a:pt x="140282" y="2174"/>
                  </a:lnTo>
                  <a:lnTo>
                    <a:pt x="134969" y="3127"/>
                  </a:lnTo>
                  <a:lnTo>
                    <a:pt x="129689" y="4252"/>
                  </a:lnTo>
                  <a:lnTo>
                    <a:pt x="124449" y="5547"/>
                  </a:lnTo>
                  <a:lnTo>
                    <a:pt x="119253" y="7010"/>
                  </a:lnTo>
                  <a:lnTo>
                    <a:pt x="114107" y="8640"/>
                  </a:lnTo>
                  <a:lnTo>
                    <a:pt x="109016" y="10435"/>
                  </a:lnTo>
                  <a:lnTo>
                    <a:pt x="103986" y="12394"/>
                  </a:lnTo>
                  <a:lnTo>
                    <a:pt x="99022" y="14515"/>
                  </a:lnTo>
                  <a:lnTo>
                    <a:pt x="94129" y="16794"/>
                  </a:lnTo>
                  <a:lnTo>
                    <a:pt x="89312" y="19230"/>
                  </a:lnTo>
                  <a:lnTo>
                    <a:pt x="84576" y="21821"/>
                  </a:lnTo>
                  <a:lnTo>
                    <a:pt x="79927" y="24563"/>
                  </a:lnTo>
                  <a:lnTo>
                    <a:pt x="75368" y="27453"/>
                  </a:lnTo>
                  <a:lnTo>
                    <a:pt x="70905" y="30490"/>
                  </a:lnTo>
                  <a:lnTo>
                    <a:pt x="66542" y="33669"/>
                  </a:lnTo>
                  <a:lnTo>
                    <a:pt x="62284" y="36987"/>
                  </a:lnTo>
                  <a:lnTo>
                    <a:pt x="58136" y="40440"/>
                  </a:lnTo>
                  <a:lnTo>
                    <a:pt x="54101" y="44026"/>
                  </a:lnTo>
                  <a:lnTo>
                    <a:pt x="50184" y="47741"/>
                  </a:lnTo>
                  <a:lnTo>
                    <a:pt x="46389" y="51580"/>
                  </a:lnTo>
                  <a:lnTo>
                    <a:pt x="42720" y="55539"/>
                  </a:lnTo>
                  <a:lnTo>
                    <a:pt x="39181" y="59615"/>
                  </a:lnTo>
                  <a:lnTo>
                    <a:pt x="35775" y="63803"/>
                  </a:lnTo>
                  <a:lnTo>
                    <a:pt x="32507" y="68098"/>
                  </a:lnTo>
                  <a:lnTo>
                    <a:pt x="29378" y="72498"/>
                  </a:lnTo>
                  <a:lnTo>
                    <a:pt x="26394" y="76995"/>
                  </a:lnTo>
                  <a:lnTo>
                    <a:pt x="23556" y="81587"/>
                  </a:lnTo>
                  <a:lnTo>
                    <a:pt x="20867" y="86268"/>
                  </a:lnTo>
                  <a:lnTo>
                    <a:pt x="18332" y="91033"/>
                  </a:lnTo>
                  <a:lnTo>
                    <a:pt x="15951" y="95878"/>
                  </a:lnTo>
                  <a:lnTo>
                    <a:pt x="13728" y="100797"/>
                  </a:lnTo>
                  <a:lnTo>
                    <a:pt x="11665" y="105785"/>
                  </a:lnTo>
                  <a:lnTo>
                    <a:pt x="9765" y="110838"/>
                  </a:lnTo>
                  <a:lnTo>
                    <a:pt x="8028" y="115949"/>
                  </a:lnTo>
                  <a:lnTo>
                    <a:pt x="6457" y="121113"/>
                  </a:lnTo>
                  <a:lnTo>
                    <a:pt x="5054" y="126325"/>
                  </a:lnTo>
                  <a:lnTo>
                    <a:pt x="3820" y="131581"/>
                  </a:lnTo>
                  <a:lnTo>
                    <a:pt x="2756" y="136873"/>
                  </a:lnTo>
                  <a:lnTo>
                    <a:pt x="1864" y="142196"/>
                  </a:lnTo>
                  <a:lnTo>
                    <a:pt x="1144" y="147546"/>
                  </a:lnTo>
                  <a:lnTo>
                    <a:pt x="597" y="152916"/>
                  </a:lnTo>
                  <a:lnTo>
                    <a:pt x="224" y="158301"/>
                  </a:lnTo>
                  <a:lnTo>
                    <a:pt x="24" y="163696"/>
                  </a:lnTo>
                  <a:lnTo>
                    <a:pt x="0" y="169094"/>
                  </a:lnTo>
                  <a:lnTo>
                    <a:pt x="149" y="174489"/>
                  </a:lnTo>
                  <a:lnTo>
                    <a:pt x="472" y="179878"/>
                  </a:lnTo>
                  <a:lnTo>
                    <a:pt x="970" y="185253"/>
                  </a:lnTo>
                  <a:lnTo>
                    <a:pt x="1640" y="190609"/>
                  </a:lnTo>
                  <a:lnTo>
                    <a:pt x="2483" y="195941"/>
                  </a:lnTo>
                  <a:lnTo>
                    <a:pt x="3498" y="201242"/>
                  </a:lnTo>
                  <a:lnTo>
                    <a:pt x="4684" y="206509"/>
                  </a:lnTo>
                  <a:lnTo>
                    <a:pt x="6039" y="211734"/>
                  </a:lnTo>
                  <a:lnTo>
                    <a:pt x="7562" y="216912"/>
                  </a:lnTo>
                  <a:lnTo>
                    <a:pt x="9251" y="222039"/>
                  </a:lnTo>
                  <a:lnTo>
                    <a:pt x="11105" y="227109"/>
                  </a:lnTo>
                  <a:lnTo>
                    <a:pt x="13122" y="232116"/>
                  </a:lnTo>
                  <a:lnTo>
                    <a:pt x="15299" y="237055"/>
                  </a:lnTo>
                  <a:lnTo>
                    <a:pt x="17634" y="241922"/>
                  </a:lnTo>
                  <a:lnTo>
                    <a:pt x="20126" y="246711"/>
                  </a:lnTo>
                  <a:lnTo>
                    <a:pt x="22771" y="251416"/>
                  </a:lnTo>
                  <a:lnTo>
                    <a:pt x="25566" y="256034"/>
                  </a:lnTo>
                  <a:lnTo>
                    <a:pt x="28509" y="260559"/>
                  </a:lnTo>
                  <a:lnTo>
                    <a:pt x="167156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5" name="pg775"/>
            <p:cNvSpPr/>
            <p:nvPr/>
          </p:nvSpPr>
          <p:spPr>
            <a:xfrm>
              <a:off x="6589825" y="4380988"/>
              <a:ext cx="138646" cy="93392"/>
            </a:xfrm>
            <a:custGeom>
              <a:avLst/>
              <a:pathLst>
                <a:path w="138646" h="93392">
                  <a:moveTo>
                    <a:pt x="0" y="93392"/>
                  </a:moveTo>
                  <a:lnTo>
                    <a:pt x="138646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6" name="pg776"/>
            <p:cNvSpPr/>
            <p:nvPr/>
          </p:nvSpPr>
          <p:spPr>
            <a:xfrm>
              <a:off x="6589825" y="4380988"/>
              <a:ext cx="138646" cy="128602"/>
            </a:xfrm>
            <a:custGeom>
              <a:avLst/>
              <a:pathLst>
                <a:path w="138646" h="128602">
                  <a:moveTo>
                    <a:pt x="0" y="93392"/>
                  </a:moveTo>
                  <a:lnTo>
                    <a:pt x="3413" y="98270"/>
                  </a:lnTo>
                  <a:lnTo>
                    <a:pt x="6999" y="103024"/>
                  </a:lnTo>
                  <a:lnTo>
                    <a:pt x="10751" y="107647"/>
                  </a:lnTo>
                  <a:lnTo>
                    <a:pt x="14666" y="112133"/>
                  </a:lnTo>
                  <a:lnTo>
                    <a:pt x="18738" y="116477"/>
                  </a:lnTo>
                  <a:lnTo>
                    <a:pt x="22962" y="120673"/>
                  </a:lnTo>
                  <a:lnTo>
                    <a:pt x="27333" y="124717"/>
                  </a:lnTo>
                  <a:lnTo>
                    <a:pt x="31845" y="128602"/>
                  </a:lnTo>
                  <a:lnTo>
                    <a:pt x="138646" y="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7" name="pg777"/>
            <p:cNvSpPr/>
            <p:nvPr/>
          </p:nvSpPr>
          <p:spPr>
            <a:xfrm>
              <a:off x="6621671" y="4213821"/>
              <a:ext cx="273952" cy="334333"/>
            </a:xfrm>
            <a:custGeom>
              <a:avLst/>
              <a:pathLst>
                <a:path w="273952" h="334333">
                  <a:moveTo>
                    <a:pt x="0" y="295769"/>
                  </a:moveTo>
                  <a:lnTo>
                    <a:pt x="4128" y="299089"/>
                  </a:lnTo>
                  <a:lnTo>
                    <a:pt x="8360" y="302276"/>
                  </a:lnTo>
                  <a:lnTo>
                    <a:pt x="12690" y="305327"/>
                  </a:lnTo>
                  <a:lnTo>
                    <a:pt x="17115" y="308240"/>
                  </a:lnTo>
                  <a:lnTo>
                    <a:pt x="21630" y="311010"/>
                  </a:lnTo>
                  <a:lnTo>
                    <a:pt x="26231" y="313637"/>
                  </a:lnTo>
                  <a:lnTo>
                    <a:pt x="30912" y="316116"/>
                  </a:lnTo>
                  <a:lnTo>
                    <a:pt x="35670" y="318446"/>
                  </a:lnTo>
                  <a:lnTo>
                    <a:pt x="40499" y="320624"/>
                  </a:lnTo>
                  <a:lnTo>
                    <a:pt x="45395" y="322648"/>
                  </a:lnTo>
                  <a:lnTo>
                    <a:pt x="50352" y="324515"/>
                  </a:lnTo>
                  <a:lnTo>
                    <a:pt x="55366" y="326225"/>
                  </a:lnTo>
                  <a:lnTo>
                    <a:pt x="60432" y="327775"/>
                  </a:lnTo>
                  <a:lnTo>
                    <a:pt x="65544" y="329163"/>
                  </a:lnTo>
                  <a:lnTo>
                    <a:pt x="70698" y="330389"/>
                  </a:lnTo>
                  <a:lnTo>
                    <a:pt x="75888" y="331451"/>
                  </a:lnTo>
                  <a:lnTo>
                    <a:pt x="81109" y="332348"/>
                  </a:lnTo>
                  <a:lnTo>
                    <a:pt x="86356" y="333079"/>
                  </a:lnTo>
                  <a:lnTo>
                    <a:pt x="91623" y="333644"/>
                  </a:lnTo>
                  <a:lnTo>
                    <a:pt x="96906" y="334041"/>
                  </a:lnTo>
                  <a:lnTo>
                    <a:pt x="102198" y="334271"/>
                  </a:lnTo>
                  <a:lnTo>
                    <a:pt x="107496" y="334333"/>
                  </a:lnTo>
                  <a:lnTo>
                    <a:pt x="112792" y="334227"/>
                  </a:lnTo>
                  <a:lnTo>
                    <a:pt x="118082" y="333953"/>
                  </a:lnTo>
                  <a:lnTo>
                    <a:pt x="123362" y="333512"/>
                  </a:lnTo>
                  <a:lnTo>
                    <a:pt x="128624" y="332904"/>
                  </a:lnTo>
                  <a:lnTo>
                    <a:pt x="133865" y="332129"/>
                  </a:lnTo>
                  <a:lnTo>
                    <a:pt x="139078" y="331189"/>
                  </a:lnTo>
                  <a:lnTo>
                    <a:pt x="144259" y="330084"/>
                  </a:lnTo>
                  <a:lnTo>
                    <a:pt x="149402" y="328815"/>
                  </a:lnTo>
                  <a:lnTo>
                    <a:pt x="154503" y="327384"/>
                  </a:lnTo>
                  <a:lnTo>
                    <a:pt x="159556" y="325792"/>
                  </a:lnTo>
                  <a:lnTo>
                    <a:pt x="164555" y="324041"/>
                  </a:lnTo>
                  <a:lnTo>
                    <a:pt x="169497" y="322132"/>
                  </a:lnTo>
                  <a:lnTo>
                    <a:pt x="174376" y="320067"/>
                  </a:lnTo>
                  <a:lnTo>
                    <a:pt x="179187" y="317849"/>
                  </a:lnTo>
                  <a:lnTo>
                    <a:pt x="183925" y="315480"/>
                  </a:lnTo>
                  <a:lnTo>
                    <a:pt x="188585" y="312962"/>
                  </a:lnTo>
                  <a:lnTo>
                    <a:pt x="193164" y="310297"/>
                  </a:lnTo>
                  <a:lnTo>
                    <a:pt x="197656" y="307489"/>
                  </a:lnTo>
                  <a:lnTo>
                    <a:pt x="202057" y="304540"/>
                  </a:lnTo>
                  <a:lnTo>
                    <a:pt x="206362" y="301452"/>
                  </a:lnTo>
                  <a:lnTo>
                    <a:pt x="210566" y="298230"/>
                  </a:lnTo>
                  <a:lnTo>
                    <a:pt x="214667" y="294876"/>
                  </a:lnTo>
                  <a:lnTo>
                    <a:pt x="218660" y="291395"/>
                  </a:lnTo>
                  <a:lnTo>
                    <a:pt x="222540" y="287788"/>
                  </a:lnTo>
                  <a:lnTo>
                    <a:pt x="226304" y="284060"/>
                  </a:lnTo>
                  <a:lnTo>
                    <a:pt x="229948" y="280215"/>
                  </a:lnTo>
                  <a:lnTo>
                    <a:pt x="233468" y="276256"/>
                  </a:lnTo>
                  <a:lnTo>
                    <a:pt x="236861" y="272187"/>
                  </a:lnTo>
                  <a:lnTo>
                    <a:pt x="240123" y="268014"/>
                  </a:lnTo>
                  <a:lnTo>
                    <a:pt x="243252" y="263739"/>
                  </a:lnTo>
                  <a:lnTo>
                    <a:pt x="246243" y="259367"/>
                  </a:lnTo>
                  <a:lnTo>
                    <a:pt x="249094" y="254902"/>
                  </a:lnTo>
                  <a:lnTo>
                    <a:pt x="251803" y="250349"/>
                  </a:lnTo>
                  <a:lnTo>
                    <a:pt x="254366" y="245713"/>
                  </a:lnTo>
                  <a:lnTo>
                    <a:pt x="256781" y="240998"/>
                  </a:lnTo>
                  <a:lnTo>
                    <a:pt x="259045" y="236208"/>
                  </a:lnTo>
                  <a:lnTo>
                    <a:pt x="261156" y="231350"/>
                  </a:lnTo>
                  <a:lnTo>
                    <a:pt x="263112" y="226426"/>
                  </a:lnTo>
                  <a:lnTo>
                    <a:pt x="264911" y="221444"/>
                  </a:lnTo>
                  <a:lnTo>
                    <a:pt x="266552" y="216407"/>
                  </a:lnTo>
                  <a:lnTo>
                    <a:pt x="268032" y="211320"/>
                  </a:lnTo>
                  <a:lnTo>
                    <a:pt x="269350" y="206189"/>
                  </a:lnTo>
                  <a:lnTo>
                    <a:pt x="270505" y="201019"/>
                  </a:lnTo>
                  <a:lnTo>
                    <a:pt x="271495" y="195815"/>
                  </a:lnTo>
                  <a:lnTo>
                    <a:pt x="272320" y="190582"/>
                  </a:lnTo>
                  <a:lnTo>
                    <a:pt x="272979" y="185326"/>
                  </a:lnTo>
                  <a:lnTo>
                    <a:pt x="273471" y="180051"/>
                  </a:lnTo>
                  <a:lnTo>
                    <a:pt x="273795" y="174763"/>
                  </a:lnTo>
                  <a:lnTo>
                    <a:pt x="273952" y="169468"/>
                  </a:lnTo>
                  <a:lnTo>
                    <a:pt x="273941" y="164171"/>
                  </a:lnTo>
                  <a:lnTo>
                    <a:pt x="273762" y="158876"/>
                  </a:lnTo>
                  <a:lnTo>
                    <a:pt x="273416" y="153590"/>
                  </a:lnTo>
                  <a:lnTo>
                    <a:pt x="272902" y="148317"/>
                  </a:lnTo>
                  <a:lnTo>
                    <a:pt x="272221" y="143064"/>
                  </a:lnTo>
                  <a:lnTo>
                    <a:pt x="271374" y="137834"/>
                  </a:lnTo>
                  <a:lnTo>
                    <a:pt x="270362" y="132635"/>
                  </a:lnTo>
                  <a:lnTo>
                    <a:pt x="269186" y="127469"/>
                  </a:lnTo>
                  <a:lnTo>
                    <a:pt x="267847" y="122344"/>
                  </a:lnTo>
                  <a:lnTo>
                    <a:pt x="266345" y="117263"/>
                  </a:lnTo>
                  <a:lnTo>
                    <a:pt x="264684" y="112233"/>
                  </a:lnTo>
                  <a:lnTo>
                    <a:pt x="262864" y="107258"/>
                  </a:lnTo>
                  <a:lnTo>
                    <a:pt x="260888" y="102343"/>
                  </a:lnTo>
                  <a:lnTo>
                    <a:pt x="258756" y="97493"/>
                  </a:lnTo>
                  <a:lnTo>
                    <a:pt x="256472" y="92713"/>
                  </a:lnTo>
                  <a:lnTo>
                    <a:pt x="254038" y="88008"/>
                  </a:lnTo>
                  <a:lnTo>
                    <a:pt x="251456" y="83383"/>
                  </a:lnTo>
                  <a:lnTo>
                    <a:pt x="248728" y="78841"/>
                  </a:lnTo>
                  <a:lnTo>
                    <a:pt x="245858" y="74388"/>
                  </a:lnTo>
                  <a:lnTo>
                    <a:pt x="242849" y="70029"/>
                  </a:lnTo>
                  <a:lnTo>
                    <a:pt x="239703" y="65767"/>
                  </a:lnTo>
                  <a:lnTo>
                    <a:pt x="236423" y="61607"/>
                  </a:lnTo>
                  <a:lnTo>
                    <a:pt x="233013" y="57552"/>
                  </a:lnTo>
                  <a:lnTo>
                    <a:pt x="229476" y="53608"/>
                  </a:lnTo>
                  <a:lnTo>
                    <a:pt x="225817" y="49778"/>
                  </a:lnTo>
                  <a:lnTo>
                    <a:pt x="222037" y="46066"/>
                  </a:lnTo>
                  <a:lnTo>
                    <a:pt x="218142" y="42475"/>
                  </a:lnTo>
                  <a:lnTo>
                    <a:pt x="214135" y="39010"/>
                  </a:lnTo>
                  <a:lnTo>
                    <a:pt x="210021" y="35673"/>
                  </a:lnTo>
                  <a:lnTo>
                    <a:pt x="205802" y="32469"/>
                  </a:lnTo>
                  <a:lnTo>
                    <a:pt x="201485" y="29399"/>
                  </a:lnTo>
                  <a:lnTo>
                    <a:pt x="197072" y="26468"/>
                  </a:lnTo>
                  <a:lnTo>
                    <a:pt x="192568" y="23679"/>
                  </a:lnTo>
                  <a:lnTo>
                    <a:pt x="187979" y="21033"/>
                  </a:lnTo>
                  <a:lnTo>
                    <a:pt x="183307" y="18534"/>
                  </a:lnTo>
                  <a:lnTo>
                    <a:pt x="178559" y="16185"/>
                  </a:lnTo>
                  <a:lnTo>
                    <a:pt x="173739" y="13987"/>
                  </a:lnTo>
                  <a:lnTo>
                    <a:pt x="168852" y="11943"/>
                  </a:lnTo>
                  <a:lnTo>
                    <a:pt x="163903" y="10055"/>
                  </a:lnTo>
                  <a:lnTo>
                    <a:pt x="158896" y="8324"/>
                  </a:lnTo>
                  <a:lnTo>
                    <a:pt x="153836" y="6753"/>
                  </a:lnTo>
                  <a:lnTo>
                    <a:pt x="148730" y="5343"/>
                  </a:lnTo>
                  <a:lnTo>
                    <a:pt x="143581" y="4096"/>
                  </a:lnTo>
                  <a:lnTo>
                    <a:pt x="138396" y="3012"/>
                  </a:lnTo>
                  <a:lnTo>
                    <a:pt x="133179" y="2094"/>
                  </a:lnTo>
                  <a:lnTo>
                    <a:pt x="127935" y="1341"/>
                  </a:lnTo>
                  <a:lnTo>
                    <a:pt x="122670" y="754"/>
                  </a:lnTo>
                  <a:lnTo>
                    <a:pt x="117389" y="335"/>
                  </a:lnTo>
                  <a:lnTo>
                    <a:pt x="112097" y="83"/>
                  </a:lnTo>
                  <a:lnTo>
                    <a:pt x="106801" y="0"/>
                  </a:lnTo>
                  <a:lnTo>
                    <a:pt x="106801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8" name="pg778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9" name="pg779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0" name="pg780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1" name="pg781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2" name="pg782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3" name="pg783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4" name="pg784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5" name="pg785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6" name="pg786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7" name="pg787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8" name="pg788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9" name="pg789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0" name="pg790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1" name="pg791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2" name="pg792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3" name="pg793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4" name="pg794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5" name="pg795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6" name="pg796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7" name="pg797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8" name="pg798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9" name="pg799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0" name="pg800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1" name="pg801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2" name="pg802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3" name="pg803"/>
            <p:cNvSpPr/>
            <p:nvPr/>
          </p:nvSpPr>
          <p:spPr>
            <a:xfrm>
              <a:off x="6751861" y="3707720"/>
              <a:ext cx="224753" cy="334334"/>
            </a:xfrm>
            <a:custGeom>
              <a:avLst/>
              <a:pathLst>
                <a:path w="224753" h="334334">
                  <a:moveTo>
                    <a:pt x="167149" y="0"/>
                  </a:moveTo>
                  <a:lnTo>
                    <a:pt x="161841" y="84"/>
                  </a:lnTo>
                  <a:lnTo>
                    <a:pt x="156538" y="337"/>
                  </a:lnTo>
                  <a:lnTo>
                    <a:pt x="151246" y="758"/>
                  </a:lnTo>
                  <a:lnTo>
                    <a:pt x="145970" y="1346"/>
                  </a:lnTo>
                  <a:lnTo>
                    <a:pt x="140716" y="2103"/>
                  </a:lnTo>
                  <a:lnTo>
                    <a:pt x="135488" y="3025"/>
                  </a:lnTo>
                  <a:lnTo>
                    <a:pt x="130292" y="4113"/>
                  </a:lnTo>
                  <a:lnTo>
                    <a:pt x="125133" y="5366"/>
                  </a:lnTo>
                  <a:lnTo>
                    <a:pt x="120017" y="6782"/>
                  </a:lnTo>
                  <a:lnTo>
                    <a:pt x="114948" y="8359"/>
                  </a:lnTo>
                  <a:lnTo>
                    <a:pt x="109931" y="10097"/>
                  </a:lnTo>
                  <a:lnTo>
                    <a:pt x="104973" y="11993"/>
                  </a:lnTo>
                  <a:lnTo>
                    <a:pt x="100077" y="14045"/>
                  </a:lnTo>
                  <a:lnTo>
                    <a:pt x="95249" y="16252"/>
                  </a:lnTo>
                  <a:lnTo>
                    <a:pt x="90493" y="18611"/>
                  </a:lnTo>
                  <a:lnTo>
                    <a:pt x="85815" y="21120"/>
                  </a:lnTo>
                  <a:lnTo>
                    <a:pt x="81218" y="23776"/>
                  </a:lnTo>
                  <a:lnTo>
                    <a:pt x="76709" y="26577"/>
                  </a:lnTo>
                  <a:lnTo>
                    <a:pt x="72290" y="29520"/>
                  </a:lnTo>
                  <a:lnTo>
                    <a:pt x="67967" y="32601"/>
                  </a:lnTo>
                  <a:lnTo>
                    <a:pt x="63744" y="35818"/>
                  </a:lnTo>
                  <a:lnTo>
                    <a:pt x="59626" y="39168"/>
                  </a:lnTo>
                  <a:lnTo>
                    <a:pt x="55616" y="42647"/>
                  </a:lnTo>
                  <a:lnTo>
                    <a:pt x="51718" y="46251"/>
                  </a:lnTo>
                  <a:lnTo>
                    <a:pt x="47937" y="49977"/>
                  </a:lnTo>
                  <a:lnTo>
                    <a:pt x="44276" y="53822"/>
                  </a:lnTo>
                  <a:lnTo>
                    <a:pt x="40739" y="57780"/>
                  </a:lnTo>
                  <a:lnTo>
                    <a:pt x="37329" y="61849"/>
                  </a:lnTo>
                  <a:lnTo>
                    <a:pt x="34051" y="66025"/>
                  </a:lnTo>
                  <a:lnTo>
                    <a:pt x="30906" y="70302"/>
                  </a:lnTo>
                  <a:lnTo>
                    <a:pt x="27899" y="74677"/>
                  </a:lnTo>
                  <a:lnTo>
                    <a:pt x="25032" y="79145"/>
                  </a:lnTo>
                  <a:lnTo>
                    <a:pt x="22309" y="83702"/>
                  </a:lnTo>
                  <a:lnTo>
                    <a:pt x="19732" y="88343"/>
                  </a:lnTo>
                  <a:lnTo>
                    <a:pt x="17303" y="93064"/>
                  </a:lnTo>
                  <a:lnTo>
                    <a:pt x="15026" y="97859"/>
                  </a:lnTo>
                  <a:lnTo>
                    <a:pt x="12902" y="102725"/>
                  </a:lnTo>
                  <a:lnTo>
                    <a:pt x="10934" y="107655"/>
                  </a:lnTo>
                  <a:lnTo>
                    <a:pt x="9123" y="112645"/>
                  </a:lnTo>
                  <a:lnTo>
                    <a:pt x="7471" y="117690"/>
                  </a:lnTo>
                  <a:lnTo>
                    <a:pt x="5981" y="122786"/>
                  </a:lnTo>
                  <a:lnTo>
                    <a:pt x="4653" y="127925"/>
                  </a:lnTo>
                  <a:lnTo>
                    <a:pt x="3489" y="133105"/>
                  </a:lnTo>
                  <a:lnTo>
                    <a:pt x="2490" y="138319"/>
                  </a:lnTo>
                  <a:lnTo>
                    <a:pt x="1657" y="143562"/>
                  </a:lnTo>
                  <a:lnTo>
                    <a:pt x="990" y="148829"/>
                  </a:lnTo>
                  <a:lnTo>
                    <a:pt x="492" y="154114"/>
                  </a:lnTo>
                  <a:lnTo>
                    <a:pt x="162" y="159412"/>
                  </a:lnTo>
                  <a:lnTo>
                    <a:pt x="0" y="164718"/>
                  </a:lnTo>
                  <a:lnTo>
                    <a:pt x="6" y="170027"/>
                  </a:lnTo>
                  <a:lnTo>
                    <a:pt x="181" y="175333"/>
                  </a:lnTo>
                  <a:lnTo>
                    <a:pt x="525" y="180630"/>
                  </a:lnTo>
                  <a:lnTo>
                    <a:pt x="1036" y="185914"/>
                  </a:lnTo>
                  <a:lnTo>
                    <a:pt x="1715" y="191180"/>
                  </a:lnTo>
                  <a:lnTo>
                    <a:pt x="2561" y="196420"/>
                  </a:lnTo>
                  <a:lnTo>
                    <a:pt x="3573" y="201632"/>
                  </a:lnTo>
                  <a:lnTo>
                    <a:pt x="4750" y="206808"/>
                  </a:lnTo>
                  <a:lnTo>
                    <a:pt x="6090" y="211945"/>
                  </a:lnTo>
                  <a:lnTo>
                    <a:pt x="7593" y="217037"/>
                  </a:lnTo>
                  <a:lnTo>
                    <a:pt x="9257" y="222078"/>
                  </a:lnTo>
                  <a:lnTo>
                    <a:pt x="11081" y="227064"/>
                  </a:lnTo>
                  <a:lnTo>
                    <a:pt x="13061" y="231989"/>
                  </a:lnTo>
                  <a:lnTo>
                    <a:pt x="15197" y="236849"/>
                  </a:lnTo>
                  <a:lnTo>
                    <a:pt x="17486" y="241639"/>
                  </a:lnTo>
                  <a:lnTo>
                    <a:pt x="19927" y="246353"/>
                  </a:lnTo>
                  <a:lnTo>
                    <a:pt x="22515" y="250988"/>
                  </a:lnTo>
                  <a:lnTo>
                    <a:pt x="25250" y="255538"/>
                  </a:lnTo>
                  <a:lnTo>
                    <a:pt x="28127" y="260000"/>
                  </a:lnTo>
                  <a:lnTo>
                    <a:pt x="31145" y="264367"/>
                  </a:lnTo>
                  <a:lnTo>
                    <a:pt x="34300" y="268637"/>
                  </a:lnTo>
                  <a:lnTo>
                    <a:pt x="37589" y="272804"/>
                  </a:lnTo>
                  <a:lnTo>
                    <a:pt x="41009" y="276864"/>
                  </a:lnTo>
                  <a:lnTo>
                    <a:pt x="44555" y="280814"/>
                  </a:lnTo>
                  <a:lnTo>
                    <a:pt x="48226" y="284650"/>
                  </a:lnTo>
                  <a:lnTo>
                    <a:pt x="52016" y="288367"/>
                  </a:lnTo>
                  <a:lnTo>
                    <a:pt x="55923" y="291961"/>
                  </a:lnTo>
                  <a:lnTo>
                    <a:pt x="59941" y="295430"/>
                  </a:lnTo>
                  <a:lnTo>
                    <a:pt x="64068" y="298770"/>
                  </a:lnTo>
                  <a:lnTo>
                    <a:pt x="68299" y="301976"/>
                  </a:lnTo>
                  <a:lnTo>
                    <a:pt x="72629" y="305047"/>
                  </a:lnTo>
                  <a:lnTo>
                    <a:pt x="77055" y="307979"/>
                  </a:lnTo>
                  <a:lnTo>
                    <a:pt x="81572" y="310769"/>
                  </a:lnTo>
                  <a:lnTo>
                    <a:pt x="86175" y="313414"/>
                  </a:lnTo>
                  <a:lnTo>
                    <a:pt x="90859" y="315911"/>
                  </a:lnTo>
                  <a:lnTo>
                    <a:pt x="95621" y="318258"/>
                  </a:lnTo>
                  <a:lnTo>
                    <a:pt x="100454" y="320453"/>
                  </a:lnTo>
                  <a:lnTo>
                    <a:pt x="105355" y="322494"/>
                  </a:lnTo>
                  <a:lnTo>
                    <a:pt x="110318" y="324378"/>
                  </a:lnTo>
                  <a:lnTo>
                    <a:pt x="115339" y="326103"/>
                  </a:lnTo>
                  <a:lnTo>
                    <a:pt x="120412" y="327668"/>
                  </a:lnTo>
                  <a:lnTo>
                    <a:pt x="125532" y="329071"/>
                  </a:lnTo>
                  <a:lnTo>
                    <a:pt x="130694" y="330311"/>
                  </a:lnTo>
                  <a:lnTo>
                    <a:pt x="135892" y="331386"/>
                  </a:lnTo>
                  <a:lnTo>
                    <a:pt x="141122" y="332296"/>
                  </a:lnTo>
                  <a:lnTo>
                    <a:pt x="146379" y="333039"/>
                  </a:lnTo>
                  <a:lnTo>
                    <a:pt x="151656" y="333615"/>
                  </a:lnTo>
                  <a:lnTo>
                    <a:pt x="156949" y="334023"/>
                  </a:lnTo>
                  <a:lnTo>
                    <a:pt x="162252" y="334263"/>
                  </a:lnTo>
                  <a:lnTo>
                    <a:pt x="167561" y="334334"/>
                  </a:lnTo>
                  <a:lnTo>
                    <a:pt x="172868" y="334237"/>
                  </a:lnTo>
                  <a:lnTo>
                    <a:pt x="178171" y="333971"/>
                  </a:lnTo>
                  <a:lnTo>
                    <a:pt x="183461" y="333537"/>
                  </a:lnTo>
                  <a:lnTo>
                    <a:pt x="188736" y="332935"/>
                  </a:lnTo>
                  <a:lnTo>
                    <a:pt x="193989" y="332166"/>
                  </a:lnTo>
                  <a:lnTo>
                    <a:pt x="199214" y="331230"/>
                  </a:lnTo>
                  <a:lnTo>
                    <a:pt x="204408" y="330129"/>
                  </a:lnTo>
                  <a:lnTo>
                    <a:pt x="209563" y="328864"/>
                  </a:lnTo>
                  <a:lnTo>
                    <a:pt x="214676" y="327436"/>
                  </a:lnTo>
                  <a:lnTo>
                    <a:pt x="219741" y="325846"/>
                  </a:lnTo>
                  <a:lnTo>
                    <a:pt x="224753" y="324096"/>
                  </a:lnTo>
                  <a:lnTo>
                    <a:pt x="167149" y="16716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4" name="pg804"/>
            <p:cNvSpPr/>
            <p:nvPr/>
          </p:nvSpPr>
          <p:spPr>
            <a:xfrm>
              <a:off x="6919011" y="3707737"/>
              <a:ext cx="167163" cy="324079"/>
            </a:xfrm>
            <a:custGeom>
              <a:avLst/>
              <a:pathLst>
                <a:path w="167163" h="324079">
                  <a:moveTo>
                    <a:pt x="57604" y="324079"/>
                  </a:moveTo>
                  <a:lnTo>
                    <a:pt x="62580" y="322162"/>
                  </a:lnTo>
                  <a:lnTo>
                    <a:pt x="67493" y="320087"/>
                  </a:lnTo>
                  <a:lnTo>
                    <a:pt x="72338" y="317856"/>
                  </a:lnTo>
                  <a:lnTo>
                    <a:pt x="77108" y="315472"/>
                  </a:lnTo>
                  <a:lnTo>
                    <a:pt x="81800" y="312937"/>
                  </a:lnTo>
                  <a:lnTo>
                    <a:pt x="86409" y="310253"/>
                  </a:lnTo>
                  <a:lnTo>
                    <a:pt x="90930" y="307424"/>
                  </a:lnTo>
                  <a:lnTo>
                    <a:pt x="95358" y="304452"/>
                  </a:lnTo>
                  <a:lnTo>
                    <a:pt x="99690" y="301340"/>
                  </a:lnTo>
                  <a:lnTo>
                    <a:pt x="103920" y="298092"/>
                  </a:lnTo>
                  <a:lnTo>
                    <a:pt x="108044" y="294710"/>
                  </a:lnTo>
                  <a:lnTo>
                    <a:pt x="112058" y="291198"/>
                  </a:lnTo>
                  <a:lnTo>
                    <a:pt x="115958" y="287561"/>
                  </a:lnTo>
                  <a:lnTo>
                    <a:pt x="119740" y="283800"/>
                  </a:lnTo>
                  <a:lnTo>
                    <a:pt x="123400" y="279921"/>
                  </a:lnTo>
                  <a:lnTo>
                    <a:pt x="126934" y="275928"/>
                  </a:lnTo>
                  <a:lnTo>
                    <a:pt x="130340" y="271823"/>
                  </a:lnTo>
                  <a:lnTo>
                    <a:pt x="133612" y="267612"/>
                  </a:lnTo>
                  <a:lnTo>
                    <a:pt x="136749" y="263299"/>
                  </a:lnTo>
                  <a:lnTo>
                    <a:pt x="139746" y="258888"/>
                  </a:lnTo>
                  <a:lnTo>
                    <a:pt x="142602" y="254383"/>
                  </a:lnTo>
                  <a:lnTo>
                    <a:pt x="145312" y="249790"/>
                  </a:lnTo>
                  <a:lnTo>
                    <a:pt x="147874" y="245112"/>
                  </a:lnTo>
                  <a:lnTo>
                    <a:pt x="150286" y="240356"/>
                  </a:lnTo>
                  <a:lnTo>
                    <a:pt x="152544" y="235524"/>
                  </a:lnTo>
                  <a:lnTo>
                    <a:pt x="154648" y="230623"/>
                  </a:lnTo>
                  <a:lnTo>
                    <a:pt x="156594" y="225658"/>
                  </a:lnTo>
                  <a:lnTo>
                    <a:pt x="158381" y="220633"/>
                  </a:lnTo>
                  <a:lnTo>
                    <a:pt x="160006" y="215553"/>
                  </a:lnTo>
                  <a:lnTo>
                    <a:pt x="161469" y="210425"/>
                  </a:lnTo>
                  <a:lnTo>
                    <a:pt x="162767" y="205252"/>
                  </a:lnTo>
                  <a:lnTo>
                    <a:pt x="163899" y="200040"/>
                  </a:lnTo>
                  <a:lnTo>
                    <a:pt x="164865" y="194795"/>
                  </a:lnTo>
                  <a:lnTo>
                    <a:pt x="165663" y="189522"/>
                  </a:lnTo>
                  <a:lnTo>
                    <a:pt x="166293" y="184226"/>
                  </a:lnTo>
                  <a:lnTo>
                    <a:pt x="166753" y="178913"/>
                  </a:lnTo>
                  <a:lnTo>
                    <a:pt x="167043" y="173587"/>
                  </a:lnTo>
                  <a:lnTo>
                    <a:pt x="167163" y="168256"/>
                  </a:lnTo>
                  <a:lnTo>
                    <a:pt x="167113" y="162923"/>
                  </a:lnTo>
                  <a:lnTo>
                    <a:pt x="166894" y="157594"/>
                  </a:lnTo>
                  <a:lnTo>
                    <a:pt x="166504" y="152275"/>
                  </a:lnTo>
                  <a:lnTo>
                    <a:pt x="165945" y="146971"/>
                  </a:lnTo>
                  <a:lnTo>
                    <a:pt x="165216" y="141688"/>
                  </a:lnTo>
                  <a:lnTo>
                    <a:pt x="164320" y="136431"/>
                  </a:lnTo>
                  <a:lnTo>
                    <a:pt x="163256" y="131204"/>
                  </a:lnTo>
                  <a:lnTo>
                    <a:pt x="162027" y="126015"/>
                  </a:lnTo>
                  <a:lnTo>
                    <a:pt x="160632" y="120867"/>
                  </a:lnTo>
                  <a:lnTo>
                    <a:pt x="159074" y="115767"/>
                  </a:lnTo>
                  <a:lnTo>
                    <a:pt x="157354" y="110719"/>
                  </a:lnTo>
                  <a:lnTo>
                    <a:pt x="155474" y="105728"/>
                  </a:lnTo>
                  <a:lnTo>
                    <a:pt x="153435" y="100799"/>
                  </a:lnTo>
                  <a:lnTo>
                    <a:pt x="151241" y="95939"/>
                  </a:lnTo>
                  <a:lnTo>
                    <a:pt x="148892" y="91150"/>
                  </a:lnTo>
                  <a:lnTo>
                    <a:pt x="146392" y="86440"/>
                  </a:lnTo>
                  <a:lnTo>
                    <a:pt x="143743" y="81811"/>
                  </a:lnTo>
                  <a:lnTo>
                    <a:pt x="140947" y="77269"/>
                  </a:lnTo>
                  <a:lnTo>
                    <a:pt x="138008" y="72819"/>
                  </a:lnTo>
                  <a:lnTo>
                    <a:pt x="134929" y="68464"/>
                  </a:lnTo>
                  <a:lnTo>
                    <a:pt x="131712" y="64210"/>
                  </a:lnTo>
                  <a:lnTo>
                    <a:pt x="128362" y="60061"/>
                  </a:lnTo>
                  <a:lnTo>
                    <a:pt x="124880" y="56021"/>
                  </a:lnTo>
                  <a:lnTo>
                    <a:pt x="121272" y="52094"/>
                  </a:lnTo>
                  <a:lnTo>
                    <a:pt x="117540" y="48284"/>
                  </a:lnTo>
                  <a:lnTo>
                    <a:pt x="113688" y="44595"/>
                  </a:lnTo>
                  <a:lnTo>
                    <a:pt x="109721" y="41031"/>
                  </a:lnTo>
                  <a:lnTo>
                    <a:pt x="105642" y="37595"/>
                  </a:lnTo>
                  <a:lnTo>
                    <a:pt x="101455" y="34291"/>
                  </a:lnTo>
                  <a:lnTo>
                    <a:pt x="97166" y="31122"/>
                  </a:lnTo>
                  <a:lnTo>
                    <a:pt x="92777" y="28092"/>
                  </a:lnTo>
                  <a:lnTo>
                    <a:pt x="88294" y="25203"/>
                  </a:lnTo>
                  <a:lnTo>
                    <a:pt x="83721" y="22459"/>
                  </a:lnTo>
                  <a:lnTo>
                    <a:pt x="79063" y="19862"/>
                  </a:lnTo>
                  <a:lnTo>
                    <a:pt x="74324" y="17415"/>
                  </a:lnTo>
                  <a:lnTo>
                    <a:pt x="69510" y="15120"/>
                  </a:lnTo>
                  <a:lnTo>
                    <a:pt x="64625" y="12980"/>
                  </a:lnTo>
                  <a:lnTo>
                    <a:pt x="59674" y="10997"/>
                  </a:lnTo>
                  <a:lnTo>
                    <a:pt x="54662" y="9173"/>
                  </a:lnTo>
                  <a:lnTo>
                    <a:pt x="49595" y="7509"/>
                  </a:lnTo>
                  <a:lnTo>
                    <a:pt x="44477" y="6009"/>
                  </a:lnTo>
                  <a:lnTo>
                    <a:pt x="39314" y="4672"/>
                  </a:lnTo>
                  <a:lnTo>
                    <a:pt x="34111" y="3500"/>
                  </a:lnTo>
                  <a:lnTo>
                    <a:pt x="28874" y="2495"/>
                  </a:lnTo>
                  <a:lnTo>
                    <a:pt x="23607" y="1658"/>
                  </a:lnTo>
                  <a:lnTo>
                    <a:pt x="18315" y="989"/>
                  </a:lnTo>
                  <a:lnTo>
                    <a:pt x="13006" y="490"/>
                  </a:lnTo>
                  <a:lnTo>
                    <a:pt x="7683" y="160"/>
                  </a:lnTo>
                  <a:lnTo>
                    <a:pt x="2352" y="0"/>
                  </a:lnTo>
                  <a:lnTo>
                    <a:pt x="0" y="16715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5" name="pg805"/>
            <p:cNvSpPr/>
            <p:nvPr/>
          </p:nvSpPr>
          <p:spPr>
            <a:xfrm>
              <a:off x="6919011" y="3707720"/>
              <a:ext cx="2352" cy="167167"/>
            </a:xfrm>
            <a:custGeom>
              <a:avLst/>
              <a:pathLst>
                <a:path w="2352" h="167167">
                  <a:moveTo>
                    <a:pt x="2352" y="16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6" name="tx806"/>
            <p:cNvSpPr/>
            <p:nvPr/>
          </p:nvSpPr>
          <p:spPr>
            <a:xfrm>
              <a:off x="6777419" y="3269982"/>
              <a:ext cx="412718" cy="13106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AKN</a:t>
              </a:r>
            </a:p>
          </p:txBody>
        </p:sp>
        <p:sp>
          <p:nvSpPr>
            <p:cNvPr id="807" name="tx807"/>
            <p:cNvSpPr/>
            <p:nvPr/>
          </p:nvSpPr>
          <p:spPr>
            <a:xfrm>
              <a:off x="6723255" y="2731398"/>
              <a:ext cx="39151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GEN</a:t>
              </a:r>
            </a:p>
          </p:txBody>
        </p:sp>
        <p:sp>
          <p:nvSpPr>
            <p:cNvPr id="808" name="tx808"/>
            <p:cNvSpPr/>
            <p:nvPr/>
          </p:nvSpPr>
          <p:spPr>
            <a:xfrm>
              <a:off x="6537972" y="2225298"/>
              <a:ext cx="38100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TOB</a:t>
              </a:r>
            </a:p>
          </p:txBody>
        </p:sp>
        <p:sp>
          <p:nvSpPr>
            <p:cNvPr id="809" name="tx809"/>
            <p:cNvSpPr/>
            <p:nvPr/>
          </p:nvSpPr>
          <p:spPr>
            <a:xfrm>
              <a:off x="6248501" y="1779837"/>
              <a:ext cx="349467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FOS</a:t>
              </a:r>
            </a:p>
          </p:txBody>
        </p:sp>
        <p:sp>
          <p:nvSpPr>
            <p:cNvPr id="810" name="tx810"/>
            <p:cNvSpPr/>
            <p:nvPr/>
          </p:nvSpPr>
          <p:spPr>
            <a:xfrm>
              <a:off x="5798773" y="1425231"/>
              <a:ext cx="444531" cy="12901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AMX</a:t>
              </a:r>
            </a:p>
          </p:txBody>
        </p:sp>
        <p:sp>
          <p:nvSpPr>
            <p:cNvPr id="811" name="tx811"/>
            <p:cNvSpPr/>
            <p:nvPr/>
          </p:nvSpPr>
          <p:spPr>
            <a:xfrm>
              <a:off x="5391826" y="1169363"/>
              <a:ext cx="306864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TIC</a:t>
              </a:r>
            </a:p>
          </p:txBody>
        </p:sp>
        <p:sp>
          <p:nvSpPr>
            <p:cNvPr id="812" name="tx812"/>
            <p:cNvSpPr/>
            <p:nvPr/>
          </p:nvSpPr>
          <p:spPr>
            <a:xfrm>
              <a:off x="4817138" y="1039827"/>
              <a:ext cx="412812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MEC</a:t>
              </a:r>
            </a:p>
          </p:txBody>
        </p:sp>
        <p:sp>
          <p:nvSpPr>
            <p:cNvPr id="813" name="tx813"/>
            <p:cNvSpPr/>
            <p:nvPr/>
          </p:nvSpPr>
          <p:spPr>
            <a:xfrm>
              <a:off x="4285158" y="1045594"/>
              <a:ext cx="402114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TEM</a:t>
              </a:r>
            </a:p>
          </p:txBody>
        </p:sp>
        <p:sp>
          <p:nvSpPr>
            <p:cNvPr id="814" name="tx814"/>
            <p:cNvSpPr/>
            <p:nvPr/>
          </p:nvSpPr>
          <p:spPr>
            <a:xfrm>
              <a:off x="3747491" y="1169363"/>
              <a:ext cx="43402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AMC</a:t>
              </a:r>
            </a:p>
          </p:txBody>
        </p:sp>
        <p:sp>
          <p:nvSpPr>
            <p:cNvPr id="815" name="tx815"/>
            <p:cNvSpPr/>
            <p:nvPr/>
          </p:nvSpPr>
          <p:spPr>
            <a:xfrm>
              <a:off x="3319382" y="1426673"/>
              <a:ext cx="338677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TZP</a:t>
              </a:r>
            </a:p>
          </p:txBody>
        </p:sp>
        <p:sp>
          <p:nvSpPr>
            <p:cNvPr id="816" name="tx816"/>
            <p:cNvSpPr/>
            <p:nvPr/>
          </p:nvSpPr>
          <p:spPr>
            <a:xfrm>
              <a:off x="2869514" y="1779837"/>
              <a:ext cx="43402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CXM</a:t>
              </a:r>
            </a:p>
          </p:txBody>
        </p:sp>
        <p:sp>
          <p:nvSpPr>
            <p:cNvPr id="817" name="tx817"/>
            <p:cNvSpPr/>
            <p:nvPr/>
          </p:nvSpPr>
          <p:spPr>
            <a:xfrm>
              <a:off x="2590741" y="2225298"/>
              <a:ext cx="381093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FOX</a:t>
              </a:r>
            </a:p>
          </p:txBody>
        </p:sp>
        <p:sp>
          <p:nvSpPr>
            <p:cNvPr id="818" name="tx818"/>
            <p:cNvSpPr/>
            <p:nvPr/>
          </p:nvSpPr>
          <p:spPr>
            <a:xfrm>
              <a:off x="2400248" y="2731398"/>
              <a:ext cx="38100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CAZ</a:t>
              </a:r>
            </a:p>
          </p:txBody>
        </p:sp>
        <p:sp>
          <p:nvSpPr>
            <p:cNvPr id="819" name="tx819"/>
            <p:cNvSpPr/>
            <p:nvPr/>
          </p:nvSpPr>
          <p:spPr>
            <a:xfrm>
              <a:off x="2324783" y="3268726"/>
              <a:ext cx="402394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CFM</a:t>
              </a:r>
            </a:p>
          </p:txBody>
        </p:sp>
        <p:sp>
          <p:nvSpPr>
            <p:cNvPr id="820" name="tx820"/>
            <p:cNvSpPr/>
            <p:nvPr/>
          </p:nvSpPr>
          <p:spPr>
            <a:xfrm>
              <a:off x="2394900" y="3806055"/>
              <a:ext cx="391697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CRO</a:t>
              </a:r>
            </a:p>
          </p:txBody>
        </p:sp>
        <p:sp>
          <p:nvSpPr>
            <p:cNvPr id="821" name="tx821"/>
            <p:cNvSpPr/>
            <p:nvPr/>
          </p:nvSpPr>
          <p:spPr>
            <a:xfrm>
              <a:off x="2590787" y="4312155"/>
              <a:ext cx="38100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CTX</a:t>
              </a:r>
            </a:p>
          </p:txBody>
        </p:sp>
        <p:sp>
          <p:nvSpPr>
            <p:cNvPr id="822" name="tx822"/>
            <p:cNvSpPr/>
            <p:nvPr/>
          </p:nvSpPr>
          <p:spPr>
            <a:xfrm>
              <a:off x="2922395" y="4763383"/>
              <a:ext cx="328259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FEP</a:t>
              </a:r>
            </a:p>
          </p:txBody>
        </p:sp>
        <p:sp>
          <p:nvSpPr>
            <p:cNvPr id="823" name="tx823"/>
            <p:cNvSpPr/>
            <p:nvPr/>
          </p:nvSpPr>
          <p:spPr>
            <a:xfrm>
              <a:off x="3308824" y="5122314"/>
              <a:ext cx="359791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ERT</a:t>
              </a:r>
            </a:p>
          </p:txBody>
        </p:sp>
        <p:sp>
          <p:nvSpPr>
            <p:cNvPr id="824" name="tx824"/>
            <p:cNvSpPr/>
            <p:nvPr/>
          </p:nvSpPr>
          <p:spPr>
            <a:xfrm>
              <a:off x="3795116" y="5373857"/>
              <a:ext cx="338770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IMP</a:t>
              </a:r>
            </a:p>
          </p:txBody>
        </p:sp>
        <p:sp>
          <p:nvSpPr>
            <p:cNvPr id="825" name="tx825"/>
            <p:cNvSpPr/>
            <p:nvPr/>
          </p:nvSpPr>
          <p:spPr>
            <a:xfrm>
              <a:off x="4300924" y="5498928"/>
              <a:ext cx="370582" cy="12910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FUR</a:t>
              </a:r>
            </a:p>
          </p:txBody>
        </p:sp>
        <p:sp>
          <p:nvSpPr>
            <p:cNvPr id="826" name="tx826"/>
            <p:cNvSpPr/>
            <p:nvPr/>
          </p:nvSpPr>
          <p:spPr>
            <a:xfrm>
              <a:off x="4875320" y="5497626"/>
              <a:ext cx="296447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CIP</a:t>
              </a:r>
            </a:p>
          </p:txBody>
        </p:sp>
        <p:sp>
          <p:nvSpPr>
            <p:cNvPr id="827" name="tx827"/>
            <p:cNvSpPr/>
            <p:nvPr/>
          </p:nvSpPr>
          <p:spPr>
            <a:xfrm>
              <a:off x="5360107" y="5369532"/>
              <a:ext cx="370302" cy="12901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LEV</a:t>
              </a:r>
            </a:p>
          </p:txBody>
        </p:sp>
        <p:sp>
          <p:nvSpPr>
            <p:cNvPr id="828" name="tx828"/>
            <p:cNvSpPr/>
            <p:nvPr/>
          </p:nvSpPr>
          <p:spPr>
            <a:xfrm>
              <a:off x="5819935" y="5116547"/>
              <a:ext cx="402208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NOR</a:t>
              </a:r>
            </a:p>
          </p:txBody>
        </p:sp>
        <p:sp>
          <p:nvSpPr>
            <p:cNvPr id="829" name="tx829"/>
            <p:cNvSpPr/>
            <p:nvPr/>
          </p:nvSpPr>
          <p:spPr>
            <a:xfrm>
              <a:off x="6243292" y="4757616"/>
              <a:ext cx="359885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OFL</a:t>
              </a:r>
            </a:p>
          </p:txBody>
        </p:sp>
        <p:sp>
          <p:nvSpPr>
            <p:cNvPr id="830" name="tx830"/>
            <p:cNvSpPr/>
            <p:nvPr/>
          </p:nvSpPr>
          <p:spPr>
            <a:xfrm>
              <a:off x="6532716" y="4313411"/>
              <a:ext cx="391510" cy="13106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NAL</a:t>
              </a:r>
            </a:p>
          </p:txBody>
        </p:sp>
        <p:sp>
          <p:nvSpPr>
            <p:cNvPr id="831" name="tx831"/>
            <p:cNvSpPr/>
            <p:nvPr/>
          </p:nvSpPr>
          <p:spPr>
            <a:xfrm>
              <a:off x="6739068" y="3805915"/>
              <a:ext cx="359885" cy="1319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TSU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/>
  <cp:revision>3</cp:revision>
  <dcterms:created xsi:type="dcterms:W3CDTF">2017-02-13T16:18:36Z</dcterms:created>
  <dcterms:modified xsi:type="dcterms:W3CDTF">2025-06-05T15:15:26Z</dcterms:modified>
  <cp:category/>
</cp:coreProperties>
</file>