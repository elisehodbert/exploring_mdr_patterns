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92866" y="3088065"/>
              <a:ext cx="4124027" cy="239790"/>
            </a:xfrm>
            <a:custGeom>
              <a:avLst/>
              <a:pathLst>
                <a:path w="4124027" h="239790">
                  <a:moveTo>
                    <a:pt x="4124027" y="239790"/>
                  </a:moveTo>
                  <a:lnTo>
                    <a:pt x="0" y="0"/>
                  </a:lnTo>
                </a:path>
              </a:pathLst>
            </a:custGeom>
            <a:ln w="29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92866" y="3347263"/>
              <a:ext cx="4124027" cy="239790"/>
            </a:xfrm>
            <a:custGeom>
              <a:avLst/>
              <a:pathLst>
                <a:path w="4124027" h="239790">
                  <a:moveTo>
                    <a:pt x="4124027" y="0"/>
                  </a:moveTo>
                  <a:lnTo>
                    <a:pt x="0" y="239790"/>
                  </a:lnTo>
                </a:path>
              </a:pathLst>
            </a:custGeom>
            <a:ln w="25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810369" y="3366540"/>
              <a:ext cx="4008773" cy="705658"/>
            </a:xfrm>
            <a:custGeom>
              <a:avLst/>
              <a:pathLst>
                <a:path w="4008773" h="705658">
                  <a:moveTo>
                    <a:pt x="4008773" y="0"/>
                  </a:moveTo>
                  <a:lnTo>
                    <a:pt x="0" y="705658"/>
                  </a:lnTo>
                </a:path>
              </a:pathLst>
            </a:custGeom>
            <a:ln w="27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038950" y="3385429"/>
              <a:ext cx="3784661" cy="1131136"/>
            </a:xfrm>
            <a:custGeom>
              <a:avLst/>
              <a:pathLst>
                <a:path w="3784661" h="1131136">
                  <a:moveTo>
                    <a:pt x="3784661" y="0"/>
                  </a:moveTo>
                  <a:lnTo>
                    <a:pt x="0" y="1131136"/>
                  </a:lnTo>
                </a:path>
              </a:pathLst>
            </a:custGeom>
            <a:ln w="48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942934" y="2988702"/>
              <a:ext cx="21405" cy="182824"/>
            </a:xfrm>
            <a:custGeom>
              <a:avLst/>
              <a:pathLst>
                <a:path w="21405" h="182824">
                  <a:moveTo>
                    <a:pt x="21405" y="182824"/>
                  </a:moveTo>
                  <a:lnTo>
                    <a:pt x="0" y="0"/>
                  </a:lnTo>
                </a:path>
              </a:pathLst>
            </a:custGeom>
            <a:ln w="37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84506" y="3500206"/>
              <a:ext cx="160659" cy="676729"/>
            </a:xfrm>
            <a:custGeom>
              <a:avLst/>
              <a:pathLst>
                <a:path w="160659" h="676729">
                  <a:moveTo>
                    <a:pt x="160659" y="0"/>
                  </a:moveTo>
                  <a:lnTo>
                    <a:pt x="0" y="676729"/>
                  </a:lnTo>
                </a:path>
              </a:pathLst>
            </a:custGeom>
            <a:ln w="24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17807" y="3494614"/>
              <a:ext cx="408711" cy="1121027"/>
            </a:xfrm>
            <a:custGeom>
              <a:avLst/>
              <a:pathLst>
                <a:path w="408711" h="1121027">
                  <a:moveTo>
                    <a:pt x="408711" y="0"/>
                  </a:moveTo>
                  <a:lnTo>
                    <a:pt x="0" y="1121027"/>
                  </a:lnTo>
                </a:path>
              </a:pathLst>
            </a:custGeom>
            <a:ln w="76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28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27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24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27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30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177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29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37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35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29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57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28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29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06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30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29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01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29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29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114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37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29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115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32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9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120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37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29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120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37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28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30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279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120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196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24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25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23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106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25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26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100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25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27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115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25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28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120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25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28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120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73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39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27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27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170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39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209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40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27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27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209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42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27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216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43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27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216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43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48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112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31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48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168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43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48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157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36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173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46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48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48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170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50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209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56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48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48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209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56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48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216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60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48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216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60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43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90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170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37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42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157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46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173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37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37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47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170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58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209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37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2647670" y="1223275"/>
              <a:ext cx="1847919" cy="1740472"/>
            </a:xfrm>
            <a:custGeom>
              <a:avLst/>
              <a:pathLst>
                <a:path w="1847919" h="1740472">
                  <a:moveTo>
                    <a:pt x="1847919" y="0"/>
                  </a:moveTo>
                  <a:lnTo>
                    <a:pt x="0" y="1740472"/>
                  </a:lnTo>
                </a:path>
              </a:pathLst>
            </a:custGeom>
            <a:ln w="37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58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209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37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709248" y="1248255"/>
              <a:ext cx="1944675" cy="2951732"/>
            </a:xfrm>
            <a:custGeom>
              <a:avLst/>
              <a:pathLst>
                <a:path w="1944675" h="2951732">
                  <a:moveTo>
                    <a:pt x="0" y="0"/>
                  </a:moveTo>
                  <a:lnTo>
                    <a:pt x="1944675" y="2951732"/>
                  </a:lnTo>
                </a:path>
              </a:pathLst>
            </a:custGeom>
            <a:ln w="61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216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37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6204530" y="4887311"/>
              <a:ext cx="134326" cy="126515"/>
            </a:xfrm>
            <a:custGeom>
              <a:avLst/>
              <a:pathLst>
                <a:path w="134326" h="126515">
                  <a:moveTo>
                    <a:pt x="0" y="126515"/>
                  </a:moveTo>
                  <a:lnTo>
                    <a:pt x="134326" y="0"/>
                  </a:lnTo>
                </a:path>
              </a:pathLst>
            </a:custGeom>
            <a:ln w="61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216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24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273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193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193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177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245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247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290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24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57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24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24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102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35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24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24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131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54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246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280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12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24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279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177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304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293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24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256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154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24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364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327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24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352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304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24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364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327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24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364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327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24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12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22818" y="3170392"/>
              <a:ext cx="60960" cy="167167"/>
            </a:xfrm>
            <a:custGeom>
              <a:avLst/>
              <a:pathLst>
                <a:path w="60960" h="167167">
                  <a:moveTo>
                    <a:pt x="60960" y="0"/>
                  </a:moveTo>
                  <a:lnTo>
                    <a:pt x="54722" y="116"/>
                  </a:lnTo>
                  <a:lnTo>
                    <a:pt x="48492" y="465"/>
                  </a:lnTo>
                  <a:lnTo>
                    <a:pt x="42279" y="1047"/>
                  </a:lnTo>
                  <a:lnTo>
                    <a:pt x="36093" y="1859"/>
                  </a:lnTo>
                  <a:lnTo>
                    <a:pt x="29941" y="2903"/>
                  </a:lnTo>
                  <a:lnTo>
                    <a:pt x="23833" y="4175"/>
                  </a:lnTo>
                  <a:lnTo>
                    <a:pt x="17776" y="5674"/>
                  </a:lnTo>
                  <a:lnTo>
                    <a:pt x="11779" y="7398"/>
                  </a:lnTo>
                  <a:lnTo>
                    <a:pt x="5851" y="9345"/>
                  </a:lnTo>
                  <a:lnTo>
                    <a:pt x="0" y="11511"/>
                  </a:lnTo>
                  <a:lnTo>
                    <a:pt x="6096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922818" y="3181904"/>
              <a:ext cx="60960" cy="155655"/>
            </a:xfrm>
            <a:custGeom>
              <a:avLst/>
              <a:pathLst>
                <a:path w="60960" h="155655">
                  <a:moveTo>
                    <a:pt x="0" y="0"/>
                  </a:moveTo>
                  <a:lnTo>
                    <a:pt x="60960" y="1556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816615" y="3170415"/>
              <a:ext cx="334331" cy="334299"/>
            </a:xfrm>
            <a:custGeom>
              <a:avLst/>
              <a:pathLst>
                <a:path w="334331" h="334299">
                  <a:moveTo>
                    <a:pt x="106203" y="11488"/>
                  </a:moveTo>
                  <a:lnTo>
                    <a:pt x="101302" y="13497"/>
                  </a:lnTo>
                  <a:lnTo>
                    <a:pt x="96468" y="15661"/>
                  </a:lnTo>
                  <a:lnTo>
                    <a:pt x="91705" y="17976"/>
                  </a:lnTo>
                  <a:lnTo>
                    <a:pt x="87017" y="20441"/>
                  </a:lnTo>
                  <a:lnTo>
                    <a:pt x="82410" y="23054"/>
                  </a:lnTo>
                  <a:lnTo>
                    <a:pt x="77888" y="25811"/>
                  </a:lnTo>
                  <a:lnTo>
                    <a:pt x="73456" y="28710"/>
                  </a:lnTo>
                  <a:lnTo>
                    <a:pt x="69117" y="31748"/>
                  </a:lnTo>
                  <a:lnTo>
                    <a:pt x="64878" y="34922"/>
                  </a:lnTo>
                  <a:lnTo>
                    <a:pt x="60740" y="38229"/>
                  </a:lnTo>
                  <a:lnTo>
                    <a:pt x="56710" y="41665"/>
                  </a:lnTo>
                  <a:lnTo>
                    <a:pt x="52790" y="45227"/>
                  </a:lnTo>
                  <a:lnTo>
                    <a:pt x="48986" y="48911"/>
                  </a:lnTo>
                  <a:lnTo>
                    <a:pt x="45299" y="52714"/>
                  </a:lnTo>
                  <a:lnTo>
                    <a:pt x="41736" y="56632"/>
                  </a:lnTo>
                  <a:lnTo>
                    <a:pt x="38298" y="60661"/>
                  </a:lnTo>
                  <a:lnTo>
                    <a:pt x="34989" y="64797"/>
                  </a:lnTo>
                  <a:lnTo>
                    <a:pt x="31813" y="69035"/>
                  </a:lnTo>
                  <a:lnTo>
                    <a:pt x="28773" y="73372"/>
                  </a:lnTo>
                  <a:lnTo>
                    <a:pt x="25872" y="77803"/>
                  </a:lnTo>
                  <a:lnTo>
                    <a:pt x="23113" y="82324"/>
                  </a:lnTo>
                  <a:lnTo>
                    <a:pt x="20498" y="86930"/>
                  </a:lnTo>
                  <a:lnTo>
                    <a:pt x="18031" y="91616"/>
                  </a:lnTo>
                  <a:lnTo>
                    <a:pt x="15713" y="96378"/>
                  </a:lnTo>
                  <a:lnTo>
                    <a:pt x="13547" y="101211"/>
                  </a:lnTo>
                  <a:lnTo>
                    <a:pt x="11536" y="106111"/>
                  </a:lnTo>
                  <a:lnTo>
                    <a:pt x="9680" y="111072"/>
                  </a:lnTo>
                  <a:lnTo>
                    <a:pt x="7983" y="116089"/>
                  </a:lnTo>
                  <a:lnTo>
                    <a:pt x="6446" y="121157"/>
                  </a:lnTo>
                  <a:lnTo>
                    <a:pt x="5070" y="126271"/>
                  </a:lnTo>
                  <a:lnTo>
                    <a:pt x="3856" y="131427"/>
                  </a:lnTo>
                  <a:lnTo>
                    <a:pt x="2807" y="136618"/>
                  </a:lnTo>
                  <a:lnTo>
                    <a:pt x="1922" y="141840"/>
                  </a:lnTo>
                  <a:lnTo>
                    <a:pt x="1204" y="147087"/>
                  </a:lnTo>
                  <a:lnTo>
                    <a:pt x="651" y="152354"/>
                  </a:lnTo>
                  <a:lnTo>
                    <a:pt x="267" y="157637"/>
                  </a:lnTo>
                  <a:lnTo>
                    <a:pt x="49" y="162929"/>
                  </a:lnTo>
                  <a:lnTo>
                    <a:pt x="0" y="168225"/>
                  </a:lnTo>
                  <a:lnTo>
                    <a:pt x="118" y="173520"/>
                  </a:lnTo>
                  <a:lnTo>
                    <a:pt x="403" y="178808"/>
                  </a:lnTo>
                  <a:lnTo>
                    <a:pt x="857" y="184085"/>
                  </a:lnTo>
                  <a:lnTo>
                    <a:pt x="1477" y="189345"/>
                  </a:lnTo>
                  <a:lnTo>
                    <a:pt x="2263" y="194582"/>
                  </a:lnTo>
                  <a:lnTo>
                    <a:pt x="3215" y="199792"/>
                  </a:lnTo>
                  <a:lnTo>
                    <a:pt x="4332" y="204970"/>
                  </a:lnTo>
                  <a:lnTo>
                    <a:pt x="5612" y="210109"/>
                  </a:lnTo>
                  <a:lnTo>
                    <a:pt x="7054" y="215205"/>
                  </a:lnTo>
                  <a:lnTo>
                    <a:pt x="8657" y="220253"/>
                  </a:lnTo>
                  <a:lnTo>
                    <a:pt x="10419" y="225248"/>
                  </a:lnTo>
                  <a:lnTo>
                    <a:pt x="12338" y="230184"/>
                  </a:lnTo>
                  <a:lnTo>
                    <a:pt x="14413" y="235057"/>
                  </a:lnTo>
                  <a:lnTo>
                    <a:pt x="16641" y="239862"/>
                  </a:lnTo>
                  <a:lnTo>
                    <a:pt x="19020" y="244594"/>
                  </a:lnTo>
                  <a:lnTo>
                    <a:pt x="21548" y="249248"/>
                  </a:lnTo>
                  <a:lnTo>
                    <a:pt x="24222" y="253819"/>
                  </a:lnTo>
                  <a:lnTo>
                    <a:pt x="27039" y="258304"/>
                  </a:lnTo>
                  <a:lnTo>
                    <a:pt x="29998" y="262697"/>
                  </a:lnTo>
                  <a:lnTo>
                    <a:pt x="33093" y="266994"/>
                  </a:lnTo>
                  <a:lnTo>
                    <a:pt x="36324" y="271191"/>
                  </a:lnTo>
                  <a:lnTo>
                    <a:pt x="39686" y="275284"/>
                  </a:lnTo>
                  <a:lnTo>
                    <a:pt x="43175" y="279268"/>
                  </a:lnTo>
                  <a:lnTo>
                    <a:pt x="46790" y="283140"/>
                  </a:lnTo>
                  <a:lnTo>
                    <a:pt x="50525" y="286895"/>
                  </a:lnTo>
                  <a:lnTo>
                    <a:pt x="54377" y="290529"/>
                  </a:lnTo>
                  <a:lnTo>
                    <a:pt x="58342" y="294040"/>
                  </a:lnTo>
                  <a:lnTo>
                    <a:pt x="62416" y="297424"/>
                  </a:lnTo>
                  <a:lnTo>
                    <a:pt x="66596" y="300677"/>
                  </a:lnTo>
                  <a:lnTo>
                    <a:pt x="70877" y="303796"/>
                  </a:lnTo>
                  <a:lnTo>
                    <a:pt x="75254" y="306777"/>
                  </a:lnTo>
                  <a:lnTo>
                    <a:pt x="79723" y="309619"/>
                  </a:lnTo>
                  <a:lnTo>
                    <a:pt x="84281" y="312317"/>
                  </a:lnTo>
                  <a:lnTo>
                    <a:pt x="88921" y="314870"/>
                  </a:lnTo>
                  <a:lnTo>
                    <a:pt x="93640" y="317275"/>
                  </a:lnTo>
                  <a:lnTo>
                    <a:pt x="98433" y="319528"/>
                  </a:lnTo>
                  <a:lnTo>
                    <a:pt x="103295" y="321629"/>
                  </a:lnTo>
                  <a:lnTo>
                    <a:pt x="108221" y="323575"/>
                  </a:lnTo>
                  <a:lnTo>
                    <a:pt x="113206" y="325364"/>
                  </a:lnTo>
                  <a:lnTo>
                    <a:pt x="118245" y="326993"/>
                  </a:lnTo>
                  <a:lnTo>
                    <a:pt x="123334" y="328463"/>
                  </a:lnTo>
                  <a:lnTo>
                    <a:pt x="128466" y="329770"/>
                  </a:lnTo>
                  <a:lnTo>
                    <a:pt x="133637" y="330915"/>
                  </a:lnTo>
                  <a:lnTo>
                    <a:pt x="138842" y="331894"/>
                  </a:lnTo>
                  <a:lnTo>
                    <a:pt x="144075" y="332709"/>
                  </a:lnTo>
                  <a:lnTo>
                    <a:pt x="149332" y="333357"/>
                  </a:lnTo>
                  <a:lnTo>
                    <a:pt x="154606" y="333839"/>
                  </a:lnTo>
                  <a:lnTo>
                    <a:pt x="159893" y="334153"/>
                  </a:lnTo>
                  <a:lnTo>
                    <a:pt x="165187" y="334299"/>
                  </a:lnTo>
                  <a:lnTo>
                    <a:pt x="170484" y="334278"/>
                  </a:lnTo>
                  <a:lnTo>
                    <a:pt x="175776" y="334089"/>
                  </a:lnTo>
                  <a:lnTo>
                    <a:pt x="181061" y="333732"/>
                  </a:lnTo>
                  <a:lnTo>
                    <a:pt x="186331" y="333209"/>
                  </a:lnTo>
                  <a:lnTo>
                    <a:pt x="191582" y="332518"/>
                  </a:lnTo>
                  <a:lnTo>
                    <a:pt x="196809" y="331661"/>
                  </a:lnTo>
                  <a:lnTo>
                    <a:pt x="202005" y="330640"/>
                  </a:lnTo>
                  <a:lnTo>
                    <a:pt x="207167" y="329454"/>
                  </a:lnTo>
                  <a:lnTo>
                    <a:pt x="212289" y="328105"/>
                  </a:lnTo>
                  <a:lnTo>
                    <a:pt x="217365" y="326595"/>
                  </a:lnTo>
                  <a:lnTo>
                    <a:pt x="222391" y="324925"/>
                  </a:lnTo>
                  <a:lnTo>
                    <a:pt x="227362" y="323096"/>
                  </a:lnTo>
                  <a:lnTo>
                    <a:pt x="232272" y="321111"/>
                  </a:lnTo>
                  <a:lnTo>
                    <a:pt x="237117" y="318971"/>
                  </a:lnTo>
                  <a:lnTo>
                    <a:pt x="241891" y="316679"/>
                  </a:lnTo>
                  <a:lnTo>
                    <a:pt x="246591" y="314236"/>
                  </a:lnTo>
                  <a:lnTo>
                    <a:pt x="251211" y="311646"/>
                  </a:lnTo>
                  <a:lnTo>
                    <a:pt x="255746" y="308911"/>
                  </a:lnTo>
                  <a:lnTo>
                    <a:pt x="260193" y="306034"/>
                  </a:lnTo>
                  <a:lnTo>
                    <a:pt x="264546" y="303017"/>
                  </a:lnTo>
                  <a:lnTo>
                    <a:pt x="268801" y="299864"/>
                  </a:lnTo>
                  <a:lnTo>
                    <a:pt x="272955" y="296578"/>
                  </a:lnTo>
                  <a:lnTo>
                    <a:pt x="277002" y="293161"/>
                  </a:lnTo>
                  <a:lnTo>
                    <a:pt x="280939" y="289619"/>
                  </a:lnTo>
                  <a:lnTo>
                    <a:pt x="284761" y="285953"/>
                  </a:lnTo>
                  <a:lnTo>
                    <a:pt x="288466" y="282168"/>
                  </a:lnTo>
                  <a:lnTo>
                    <a:pt x="292049" y="278268"/>
                  </a:lnTo>
                  <a:lnTo>
                    <a:pt x="295507" y="274256"/>
                  </a:lnTo>
                  <a:lnTo>
                    <a:pt x="298835" y="270136"/>
                  </a:lnTo>
                  <a:lnTo>
                    <a:pt x="302032" y="265913"/>
                  </a:lnTo>
                  <a:lnTo>
                    <a:pt x="305093" y="261591"/>
                  </a:lnTo>
                  <a:lnTo>
                    <a:pt x="308016" y="257174"/>
                  </a:lnTo>
                  <a:lnTo>
                    <a:pt x="310797" y="252667"/>
                  </a:lnTo>
                  <a:lnTo>
                    <a:pt x="313434" y="248074"/>
                  </a:lnTo>
                  <a:lnTo>
                    <a:pt x="315925" y="243400"/>
                  </a:lnTo>
                  <a:lnTo>
                    <a:pt x="318266" y="238649"/>
                  </a:lnTo>
                  <a:lnTo>
                    <a:pt x="320455" y="233826"/>
                  </a:lnTo>
                  <a:lnTo>
                    <a:pt x="322491" y="228937"/>
                  </a:lnTo>
                  <a:lnTo>
                    <a:pt x="324370" y="223985"/>
                  </a:lnTo>
                  <a:lnTo>
                    <a:pt x="326092" y="218977"/>
                  </a:lnTo>
                  <a:lnTo>
                    <a:pt x="327654" y="213916"/>
                  </a:lnTo>
                  <a:lnTo>
                    <a:pt x="329055" y="208809"/>
                  </a:lnTo>
                  <a:lnTo>
                    <a:pt x="330294" y="203659"/>
                  </a:lnTo>
                  <a:lnTo>
                    <a:pt x="331369" y="198473"/>
                  </a:lnTo>
                  <a:lnTo>
                    <a:pt x="332279" y="193256"/>
                  </a:lnTo>
                  <a:lnTo>
                    <a:pt x="333023" y="188012"/>
                  </a:lnTo>
                  <a:lnTo>
                    <a:pt x="333601" y="182747"/>
                  </a:lnTo>
                  <a:lnTo>
                    <a:pt x="334012" y="177467"/>
                  </a:lnTo>
                  <a:lnTo>
                    <a:pt x="334255" y="172176"/>
                  </a:lnTo>
                  <a:lnTo>
                    <a:pt x="334331" y="166880"/>
                  </a:lnTo>
                  <a:lnTo>
                    <a:pt x="334238" y="161585"/>
                  </a:lnTo>
                  <a:lnTo>
                    <a:pt x="333979" y="156295"/>
                  </a:lnTo>
                  <a:lnTo>
                    <a:pt x="333551" y="151016"/>
                  </a:lnTo>
                  <a:lnTo>
                    <a:pt x="332957" y="145753"/>
                  </a:lnTo>
                  <a:lnTo>
                    <a:pt x="332196" y="140512"/>
                  </a:lnTo>
                  <a:lnTo>
                    <a:pt x="331269" y="135297"/>
                  </a:lnTo>
                  <a:lnTo>
                    <a:pt x="330178" y="130115"/>
                  </a:lnTo>
                  <a:lnTo>
                    <a:pt x="328923" y="124969"/>
                  </a:lnTo>
                  <a:lnTo>
                    <a:pt x="327506" y="119866"/>
                  </a:lnTo>
                  <a:lnTo>
                    <a:pt x="325928" y="114810"/>
                  </a:lnTo>
                  <a:lnTo>
                    <a:pt x="324190" y="109807"/>
                  </a:lnTo>
                  <a:lnTo>
                    <a:pt x="322295" y="104861"/>
                  </a:lnTo>
                  <a:lnTo>
                    <a:pt x="320244" y="99978"/>
                  </a:lnTo>
                  <a:lnTo>
                    <a:pt x="318040" y="95163"/>
                  </a:lnTo>
                  <a:lnTo>
                    <a:pt x="315684" y="90419"/>
                  </a:lnTo>
                  <a:lnTo>
                    <a:pt x="313179" y="85753"/>
                  </a:lnTo>
                  <a:lnTo>
                    <a:pt x="310527" y="81168"/>
                  </a:lnTo>
                  <a:lnTo>
                    <a:pt x="307732" y="76670"/>
                  </a:lnTo>
                  <a:lnTo>
                    <a:pt x="304795" y="72262"/>
                  </a:lnTo>
                  <a:lnTo>
                    <a:pt x="301720" y="67950"/>
                  </a:lnTo>
                  <a:lnTo>
                    <a:pt x="298510" y="63737"/>
                  </a:lnTo>
                  <a:lnTo>
                    <a:pt x="295169" y="59628"/>
                  </a:lnTo>
                  <a:lnTo>
                    <a:pt x="291699" y="55627"/>
                  </a:lnTo>
                  <a:lnTo>
                    <a:pt x="288103" y="51738"/>
                  </a:lnTo>
                  <a:lnTo>
                    <a:pt x="284387" y="47965"/>
                  </a:lnTo>
                  <a:lnTo>
                    <a:pt x="280553" y="44311"/>
                  </a:lnTo>
                  <a:lnTo>
                    <a:pt x="276605" y="40781"/>
                  </a:lnTo>
                  <a:lnTo>
                    <a:pt x="272547" y="37377"/>
                  </a:lnTo>
                  <a:lnTo>
                    <a:pt x="268383" y="34104"/>
                  </a:lnTo>
                  <a:lnTo>
                    <a:pt x="264118" y="30964"/>
                  </a:lnTo>
                  <a:lnTo>
                    <a:pt x="259755" y="27961"/>
                  </a:lnTo>
                  <a:lnTo>
                    <a:pt x="255299" y="25098"/>
                  </a:lnTo>
                  <a:lnTo>
                    <a:pt x="250755" y="22377"/>
                  </a:lnTo>
                  <a:lnTo>
                    <a:pt x="246127" y="19802"/>
                  </a:lnTo>
                  <a:lnTo>
                    <a:pt x="241420" y="17374"/>
                  </a:lnTo>
                  <a:lnTo>
                    <a:pt x="236638" y="15097"/>
                  </a:lnTo>
                  <a:lnTo>
                    <a:pt x="231787" y="12972"/>
                  </a:lnTo>
                  <a:lnTo>
                    <a:pt x="226871" y="11003"/>
                  </a:lnTo>
                  <a:lnTo>
                    <a:pt x="221894" y="9190"/>
                  </a:lnTo>
                  <a:lnTo>
                    <a:pt x="216863" y="7535"/>
                  </a:lnTo>
                  <a:lnTo>
                    <a:pt x="211782" y="6041"/>
                  </a:lnTo>
                  <a:lnTo>
                    <a:pt x="206656" y="4708"/>
                  </a:lnTo>
                  <a:lnTo>
                    <a:pt x="201491" y="3539"/>
                  </a:lnTo>
                  <a:lnTo>
                    <a:pt x="196291" y="2533"/>
                  </a:lnTo>
                  <a:lnTo>
                    <a:pt x="191061" y="1693"/>
                  </a:lnTo>
                  <a:lnTo>
                    <a:pt x="185808" y="1019"/>
                  </a:lnTo>
                  <a:lnTo>
                    <a:pt x="180536" y="512"/>
                  </a:lnTo>
                  <a:lnTo>
                    <a:pt x="175251" y="172"/>
                  </a:lnTo>
                  <a:lnTo>
                    <a:pt x="169957" y="0"/>
                  </a:lnTo>
                  <a:lnTo>
                    <a:pt x="167163" y="1671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83779" y="3170392"/>
              <a:ext cx="2793" cy="167167"/>
            </a:xfrm>
            <a:custGeom>
              <a:avLst/>
              <a:pathLst>
                <a:path w="2793" h="167167">
                  <a:moveTo>
                    <a:pt x="2793" y="2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7405" y="2655501"/>
              <a:ext cx="166090" cy="167167"/>
            </a:xfrm>
            <a:custGeom>
              <a:avLst/>
              <a:pathLst>
                <a:path w="166090" h="167167">
                  <a:moveTo>
                    <a:pt x="166090" y="0"/>
                  </a:moveTo>
                  <a:lnTo>
                    <a:pt x="160677" y="87"/>
                  </a:lnTo>
                  <a:lnTo>
                    <a:pt x="155271" y="350"/>
                  </a:lnTo>
                  <a:lnTo>
                    <a:pt x="149875" y="788"/>
                  </a:lnTo>
                  <a:lnTo>
                    <a:pt x="144497" y="1400"/>
                  </a:lnTo>
                  <a:lnTo>
                    <a:pt x="139141" y="2186"/>
                  </a:lnTo>
                  <a:lnTo>
                    <a:pt x="133814" y="3145"/>
                  </a:lnTo>
                  <a:lnTo>
                    <a:pt x="128520" y="4276"/>
                  </a:lnTo>
                  <a:lnTo>
                    <a:pt x="123266" y="5578"/>
                  </a:lnTo>
                  <a:lnTo>
                    <a:pt x="118057" y="7049"/>
                  </a:lnTo>
                  <a:lnTo>
                    <a:pt x="112898" y="8688"/>
                  </a:lnTo>
                  <a:lnTo>
                    <a:pt x="107795" y="10493"/>
                  </a:lnTo>
                  <a:lnTo>
                    <a:pt x="102753" y="12463"/>
                  </a:lnTo>
                  <a:lnTo>
                    <a:pt x="97777" y="14594"/>
                  </a:lnTo>
                  <a:lnTo>
                    <a:pt x="92873" y="16886"/>
                  </a:lnTo>
                  <a:lnTo>
                    <a:pt x="88046" y="19335"/>
                  </a:lnTo>
                  <a:lnTo>
                    <a:pt x="83301" y="21940"/>
                  </a:lnTo>
                  <a:lnTo>
                    <a:pt x="78642" y="24696"/>
                  </a:lnTo>
                  <a:lnTo>
                    <a:pt x="74075" y="27602"/>
                  </a:lnTo>
                  <a:lnTo>
                    <a:pt x="69605" y="30654"/>
                  </a:lnTo>
                  <a:lnTo>
                    <a:pt x="65236" y="33850"/>
                  </a:lnTo>
                  <a:lnTo>
                    <a:pt x="60972" y="37185"/>
                  </a:lnTo>
                  <a:lnTo>
                    <a:pt x="56819" y="40657"/>
                  </a:lnTo>
                  <a:lnTo>
                    <a:pt x="52780" y="44261"/>
                  </a:lnTo>
                  <a:lnTo>
                    <a:pt x="48860" y="47994"/>
                  </a:lnTo>
                  <a:lnTo>
                    <a:pt x="45063" y="51852"/>
                  </a:lnTo>
                  <a:lnTo>
                    <a:pt x="41393" y="55831"/>
                  </a:lnTo>
                  <a:lnTo>
                    <a:pt x="37854" y="59926"/>
                  </a:lnTo>
                  <a:lnTo>
                    <a:pt x="34449" y="64134"/>
                  </a:lnTo>
                  <a:lnTo>
                    <a:pt x="31182" y="68450"/>
                  </a:lnTo>
                  <a:lnTo>
                    <a:pt x="28057" y="72870"/>
                  </a:lnTo>
                  <a:lnTo>
                    <a:pt x="25076" y="77388"/>
                  </a:lnTo>
                  <a:lnTo>
                    <a:pt x="22243" y="82001"/>
                  </a:lnTo>
                  <a:lnTo>
                    <a:pt x="19561" y="86703"/>
                  </a:lnTo>
                  <a:lnTo>
                    <a:pt x="17033" y="91489"/>
                  </a:lnTo>
                  <a:lnTo>
                    <a:pt x="14661" y="96355"/>
                  </a:lnTo>
                  <a:lnTo>
                    <a:pt x="12448" y="101295"/>
                  </a:lnTo>
                  <a:lnTo>
                    <a:pt x="10396" y="106304"/>
                  </a:lnTo>
                  <a:lnTo>
                    <a:pt x="8507" y="111376"/>
                  </a:lnTo>
                  <a:lnTo>
                    <a:pt x="6783" y="116508"/>
                  </a:lnTo>
                  <a:lnTo>
                    <a:pt x="5226" y="121692"/>
                  </a:lnTo>
                  <a:lnTo>
                    <a:pt x="3838" y="126924"/>
                  </a:lnTo>
                  <a:lnTo>
                    <a:pt x="2620" y="132198"/>
                  </a:lnTo>
                  <a:lnTo>
                    <a:pt x="1574" y="137509"/>
                  </a:lnTo>
                  <a:lnTo>
                    <a:pt x="700" y="142851"/>
                  </a:lnTo>
                  <a:lnTo>
                    <a:pt x="0" y="148219"/>
                  </a:lnTo>
                  <a:lnTo>
                    <a:pt x="16609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57405" y="2803721"/>
              <a:ext cx="166090" cy="18948"/>
            </a:xfrm>
            <a:custGeom>
              <a:avLst/>
              <a:pathLst>
                <a:path w="166090" h="18948">
                  <a:moveTo>
                    <a:pt x="0" y="0"/>
                  </a:moveTo>
                  <a:lnTo>
                    <a:pt x="166090" y="189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56342" y="2679644"/>
              <a:ext cx="334308" cy="310191"/>
            </a:xfrm>
            <a:custGeom>
              <a:avLst/>
              <a:pathLst>
                <a:path w="334308" h="310191">
                  <a:moveTo>
                    <a:pt x="1062" y="124076"/>
                  </a:moveTo>
                  <a:lnTo>
                    <a:pt x="545" y="129353"/>
                  </a:lnTo>
                  <a:lnTo>
                    <a:pt x="195" y="134643"/>
                  </a:lnTo>
                  <a:lnTo>
                    <a:pt x="13" y="139942"/>
                  </a:lnTo>
                  <a:lnTo>
                    <a:pt x="0" y="145244"/>
                  </a:lnTo>
                  <a:lnTo>
                    <a:pt x="154" y="150543"/>
                  </a:lnTo>
                  <a:lnTo>
                    <a:pt x="476" y="155835"/>
                  </a:lnTo>
                  <a:lnTo>
                    <a:pt x="966" y="161115"/>
                  </a:lnTo>
                  <a:lnTo>
                    <a:pt x="1624" y="166376"/>
                  </a:lnTo>
                  <a:lnTo>
                    <a:pt x="2448" y="171613"/>
                  </a:lnTo>
                  <a:lnTo>
                    <a:pt x="3437" y="176822"/>
                  </a:lnTo>
                  <a:lnTo>
                    <a:pt x="4591" y="181997"/>
                  </a:lnTo>
                  <a:lnTo>
                    <a:pt x="5909" y="187132"/>
                  </a:lnTo>
                  <a:lnTo>
                    <a:pt x="7389" y="192223"/>
                  </a:lnTo>
                  <a:lnTo>
                    <a:pt x="9029" y="197265"/>
                  </a:lnTo>
                  <a:lnTo>
                    <a:pt x="10829" y="202252"/>
                  </a:lnTo>
                  <a:lnTo>
                    <a:pt x="12786" y="207180"/>
                  </a:lnTo>
                  <a:lnTo>
                    <a:pt x="14898" y="212043"/>
                  </a:lnTo>
                  <a:lnTo>
                    <a:pt x="17163" y="216836"/>
                  </a:lnTo>
                  <a:lnTo>
                    <a:pt x="19579" y="221556"/>
                  </a:lnTo>
                  <a:lnTo>
                    <a:pt x="22144" y="226196"/>
                  </a:lnTo>
                  <a:lnTo>
                    <a:pt x="24854" y="230753"/>
                  </a:lnTo>
                  <a:lnTo>
                    <a:pt x="27708" y="235221"/>
                  </a:lnTo>
                  <a:lnTo>
                    <a:pt x="30702" y="239597"/>
                  </a:lnTo>
                  <a:lnTo>
                    <a:pt x="33833" y="243875"/>
                  </a:lnTo>
                  <a:lnTo>
                    <a:pt x="37098" y="248053"/>
                  </a:lnTo>
                  <a:lnTo>
                    <a:pt x="40494" y="252124"/>
                  </a:lnTo>
                  <a:lnTo>
                    <a:pt x="44018" y="256086"/>
                  </a:lnTo>
                  <a:lnTo>
                    <a:pt x="47665" y="259934"/>
                  </a:lnTo>
                  <a:lnTo>
                    <a:pt x="51433" y="263664"/>
                  </a:lnTo>
                  <a:lnTo>
                    <a:pt x="55317" y="267273"/>
                  </a:lnTo>
                  <a:lnTo>
                    <a:pt x="59313" y="270757"/>
                  </a:lnTo>
                  <a:lnTo>
                    <a:pt x="63418" y="274113"/>
                  </a:lnTo>
                  <a:lnTo>
                    <a:pt x="67627" y="277336"/>
                  </a:lnTo>
                  <a:lnTo>
                    <a:pt x="71937" y="280425"/>
                  </a:lnTo>
                  <a:lnTo>
                    <a:pt x="76342" y="283375"/>
                  </a:lnTo>
                  <a:lnTo>
                    <a:pt x="80838" y="286185"/>
                  </a:lnTo>
                  <a:lnTo>
                    <a:pt x="85422" y="288850"/>
                  </a:lnTo>
                  <a:lnTo>
                    <a:pt x="90087" y="291368"/>
                  </a:lnTo>
                  <a:lnTo>
                    <a:pt x="94830" y="293738"/>
                  </a:lnTo>
                  <a:lnTo>
                    <a:pt x="99646" y="295955"/>
                  </a:lnTo>
                  <a:lnTo>
                    <a:pt x="104530" y="298019"/>
                  </a:lnTo>
                  <a:lnTo>
                    <a:pt x="109477" y="299927"/>
                  </a:lnTo>
                  <a:lnTo>
                    <a:pt x="114481" y="301677"/>
                  </a:lnTo>
                  <a:lnTo>
                    <a:pt x="119539" y="303268"/>
                  </a:lnTo>
                  <a:lnTo>
                    <a:pt x="124645" y="304697"/>
                  </a:lnTo>
                  <a:lnTo>
                    <a:pt x="129793" y="305964"/>
                  </a:lnTo>
                  <a:lnTo>
                    <a:pt x="134979" y="307066"/>
                  </a:lnTo>
                  <a:lnTo>
                    <a:pt x="140197" y="308004"/>
                  </a:lnTo>
                  <a:lnTo>
                    <a:pt x="145443" y="308776"/>
                  </a:lnTo>
                  <a:lnTo>
                    <a:pt x="150710" y="309381"/>
                  </a:lnTo>
                  <a:lnTo>
                    <a:pt x="155994" y="309819"/>
                  </a:lnTo>
                  <a:lnTo>
                    <a:pt x="161289" y="310089"/>
                  </a:lnTo>
                  <a:lnTo>
                    <a:pt x="166590" y="310191"/>
                  </a:lnTo>
                  <a:lnTo>
                    <a:pt x="171891" y="310125"/>
                  </a:lnTo>
                  <a:lnTo>
                    <a:pt x="177188" y="309890"/>
                  </a:lnTo>
                  <a:lnTo>
                    <a:pt x="182474" y="309488"/>
                  </a:lnTo>
                  <a:lnTo>
                    <a:pt x="187746" y="308918"/>
                  </a:lnTo>
                  <a:lnTo>
                    <a:pt x="192996" y="308182"/>
                  </a:lnTo>
                  <a:lnTo>
                    <a:pt x="198221" y="307279"/>
                  </a:lnTo>
                  <a:lnTo>
                    <a:pt x="203414" y="306211"/>
                  </a:lnTo>
                  <a:lnTo>
                    <a:pt x="208571" y="304979"/>
                  </a:lnTo>
                  <a:lnTo>
                    <a:pt x="213686" y="303585"/>
                  </a:lnTo>
                  <a:lnTo>
                    <a:pt x="218754" y="302028"/>
                  </a:lnTo>
                  <a:lnTo>
                    <a:pt x="223770" y="300312"/>
                  </a:lnTo>
                  <a:lnTo>
                    <a:pt x="228730" y="298437"/>
                  </a:lnTo>
                  <a:lnTo>
                    <a:pt x="233627" y="296406"/>
                  </a:lnTo>
                  <a:lnTo>
                    <a:pt x="238458" y="294221"/>
                  </a:lnTo>
                  <a:lnTo>
                    <a:pt x="243217" y="291884"/>
                  </a:lnTo>
                  <a:lnTo>
                    <a:pt x="247899" y="289397"/>
                  </a:lnTo>
                  <a:lnTo>
                    <a:pt x="252500" y="286762"/>
                  </a:lnTo>
                  <a:lnTo>
                    <a:pt x="257016" y="283983"/>
                  </a:lnTo>
                  <a:lnTo>
                    <a:pt x="261441" y="281063"/>
                  </a:lnTo>
                  <a:lnTo>
                    <a:pt x="265771" y="278003"/>
                  </a:lnTo>
                  <a:lnTo>
                    <a:pt x="270002" y="274808"/>
                  </a:lnTo>
                  <a:lnTo>
                    <a:pt x="274129" y="271480"/>
                  </a:lnTo>
                  <a:lnTo>
                    <a:pt x="278149" y="268023"/>
                  </a:lnTo>
                  <a:lnTo>
                    <a:pt x="282057" y="264440"/>
                  </a:lnTo>
                  <a:lnTo>
                    <a:pt x="285850" y="260735"/>
                  </a:lnTo>
                  <a:lnTo>
                    <a:pt x="289523" y="256912"/>
                  </a:lnTo>
                  <a:lnTo>
                    <a:pt x="293073" y="252974"/>
                  </a:lnTo>
                  <a:lnTo>
                    <a:pt x="296496" y="248926"/>
                  </a:lnTo>
                  <a:lnTo>
                    <a:pt x="299789" y="244771"/>
                  </a:lnTo>
                  <a:lnTo>
                    <a:pt x="302949" y="240513"/>
                  </a:lnTo>
                  <a:lnTo>
                    <a:pt x="305973" y="236158"/>
                  </a:lnTo>
                  <a:lnTo>
                    <a:pt x="308856" y="231709"/>
                  </a:lnTo>
                  <a:lnTo>
                    <a:pt x="311597" y="227170"/>
                  </a:lnTo>
                  <a:lnTo>
                    <a:pt x="314193" y="222547"/>
                  </a:lnTo>
                  <a:lnTo>
                    <a:pt x="316641" y="217844"/>
                  </a:lnTo>
                  <a:lnTo>
                    <a:pt x="318939" y="213066"/>
                  </a:lnTo>
                  <a:lnTo>
                    <a:pt x="321083" y="208217"/>
                  </a:lnTo>
                  <a:lnTo>
                    <a:pt x="323073" y="203303"/>
                  </a:lnTo>
                  <a:lnTo>
                    <a:pt x="324907" y="198328"/>
                  </a:lnTo>
                  <a:lnTo>
                    <a:pt x="326581" y="193298"/>
                  </a:lnTo>
                  <a:lnTo>
                    <a:pt x="328095" y="188217"/>
                  </a:lnTo>
                  <a:lnTo>
                    <a:pt x="329447" y="183090"/>
                  </a:lnTo>
                  <a:lnTo>
                    <a:pt x="330636" y="177923"/>
                  </a:lnTo>
                  <a:lnTo>
                    <a:pt x="331661" y="172721"/>
                  </a:lnTo>
                  <a:lnTo>
                    <a:pt x="332520" y="167489"/>
                  </a:lnTo>
                  <a:lnTo>
                    <a:pt x="333212" y="162233"/>
                  </a:lnTo>
                  <a:lnTo>
                    <a:pt x="333738" y="156957"/>
                  </a:lnTo>
                  <a:lnTo>
                    <a:pt x="334096" y="151667"/>
                  </a:lnTo>
                  <a:lnTo>
                    <a:pt x="334286" y="146369"/>
                  </a:lnTo>
                  <a:lnTo>
                    <a:pt x="334308" y="141067"/>
                  </a:lnTo>
                  <a:lnTo>
                    <a:pt x="334162" y="135767"/>
                  </a:lnTo>
                  <a:lnTo>
                    <a:pt x="333848" y="130475"/>
                  </a:lnTo>
                  <a:lnTo>
                    <a:pt x="333366" y="125195"/>
                  </a:lnTo>
                  <a:lnTo>
                    <a:pt x="332717" y="119933"/>
                  </a:lnTo>
                  <a:lnTo>
                    <a:pt x="331902" y="114694"/>
                  </a:lnTo>
                  <a:lnTo>
                    <a:pt x="330920" y="109483"/>
                  </a:lnTo>
                  <a:lnTo>
                    <a:pt x="329774" y="104307"/>
                  </a:lnTo>
                  <a:lnTo>
                    <a:pt x="328465" y="99169"/>
                  </a:lnTo>
                  <a:lnTo>
                    <a:pt x="326993" y="94076"/>
                  </a:lnTo>
                  <a:lnTo>
                    <a:pt x="325360" y="89032"/>
                  </a:lnTo>
                  <a:lnTo>
                    <a:pt x="323568" y="84042"/>
                  </a:lnTo>
                  <a:lnTo>
                    <a:pt x="321619" y="79111"/>
                  </a:lnTo>
                  <a:lnTo>
                    <a:pt x="319515" y="74245"/>
                  </a:lnTo>
                  <a:lnTo>
                    <a:pt x="317257" y="69447"/>
                  </a:lnTo>
                  <a:lnTo>
                    <a:pt x="314848" y="64724"/>
                  </a:lnTo>
                  <a:lnTo>
                    <a:pt x="312291" y="60080"/>
                  </a:lnTo>
                  <a:lnTo>
                    <a:pt x="309587" y="55519"/>
                  </a:lnTo>
                  <a:lnTo>
                    <a:pt x="306741" y="51046"/>
                  </a:lnTo>
                  <a:lnTo>
                    <a:pt x="303754" y="46666"/>
                  </a:lnTo>
                  <a:lnTo>
                    <a:pt x="300629" y="42382"/>
                  </a:lnTo>
                  <a:lnTo>
                    <a:pt x="297371" y="38200"/>
                  </a:lnTo>
                  <a:lnTo>
                    <a:pt x="293981" y="34123"/>
                  </a:lnTo>
                  <a:lnTo>
                    <a:pt x="290464" y="30156"/>
                  </a:lnTo>
                  <a:lnTo>
                    <a:pt x="286822" y="26302"/>
                  </a:lnTo>
                  <a:lnTo>
                    <a:pt x="283061" y="22566"/>
                  </a:lnTo>
                  <a:lnTo>
                    <a:pt x="279182" y="18951"/>
                  </a:lnTo>
                  <a:lnTo>
                    <a:pt x="275191" y="15461"/>
                  </a:lnTo>
                  <a:lnTo>
                    <a:pt x="271092" y="12099"/>
                  </a:lnTo>
                  <a:lnTo>
                    <a:pt x="266888" y="8868"/>
                  </a:lnTo>
                  <a:lnTo>
                    <a:pt x="262583" y="5773"/>
                  </a:lnTo>
                  <a:lnTo>
                    <a:pt x="258183" y="2816"/>
                  </a:lnTo>
                  <a:lnTo>
                    <a:pt x="253690" y="0"/>
                  </a:lnTo>
                  <a:lnTo>
                    <a:pt x="167152" y="1430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923495" y="2655501"/>
              <a:ext cx="86538" cy="167167"/>
            </a:xfrm>
            <a:custGeom>
              <a:avLst/>
              <a:pathLst>
                <a:path w="86538" h="167167">
                  <a:moveTo>
                    <a:pt x="86538" y="24142"/>
                  </a:moveTo>
                  <a:lnTo>
                    <a:pt x="81625" y="21282"/>
                  </a:lnTo>
                  <a:lnTo>
                    <a:pt x="76617" y="18591"/>
                  </a:lnTo>
                  <a:lnTo>
                    <a:pt x="71521" y="16072"/>
                  </a:lnTo>
                  <a:lnTo>
                    <a:pt x="66342" y="13728"/>
                  </a:lnTo>
                  <a:lnTo>
                    <a:pt x="61087" y="11561"/>
                  </a:lnTo>
                  <a:lnTo>
                    <a:pt x="55760" y="9574"/>
                  </a:lnTo>
                  <a:lnTo>
                    <a:pt x="50370" y="7769"/>
                  </a:lnTo>
                  <a:lnTo>
                    <a:pt x="44921" y="6148"/>
                  </a:lnTo>
                  <a:lnTo>
                    <a:pt x="39420" y="4714"/>
                  </a:lnTo>
                  <a:lnTo>
                    <a:pt x="33874" y="3468"/>
                  </a:lnTo>
                  <a:lnTo>
                    <a:pt x="28288" y="2410"/>
                  </a:lnTo>
                  <a:lnTo>
                    <a:pt x="22670" y="1544"/>
                  </a:lnTo>
                  <a:lnTo>
                    <a:pt x="17025" y="869"/>
                  </a:lnTo>
                  <a:lnTo>
                    <a:pt x="11361" y="386"/>
                  </a:lnTo>
                  <a:lnTo>
                    <a:pt x="568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97939" y="2168369"/>
              <a:ext cx="47953" cy="167167"/>
            </a:xfrm>
            <a:custGeom>
              <a:avLst/>
              <a:pathLst>
                <a:path w="47953" h="167167">
                  <a:moveTo>
                    <a:pt x="47953" y="0"/>
                  </a:moveTo>
                  <a:lnTo>
                    <a:pt x="41875" y="110"/>
                  </a:lnTo>
                  <a:lnTo>
                    <a:pt x="35804" y="442"/>
                  </a:lnTo>
                  <a:lnTo>
                    <a:pt x="29750" y="993"/>
                  </a:lnTo>
                  <a:lnTo>
                    <a:pt x="23720" y="1765"/>
                  </a:lnTo>
                  <a:lnTo>
                    <a:pt x="17722" y="2756"/>
                  </a:lnTo>
                  <a:lnTo>
                    <a:pt x="11764" y="3964"/>
                  </a:lnTo>
                  <a:lnTo>
                    <a:pt x="5854" y="5387"/>
                  </a:lnTo>
                  <a:lnTo>
                    <a:pt x="0" y="7025"/>
                  </a:lnTo>
                  <a:lnTo>
                    <a:pt x="4795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697939" y="2175394"/>
              <a:ext cx="47953" cy="160141"/>
            </a:xfrm>
            <a:custGeom>
              <a:avLst/>
              <a:pathLst>
                <a:path w="47953" h="160141">
                  <a:moveTo>
                    <a:pt x="0" y="0"/>
                  </a:moveTo>
                  <a:lnTo>
                    <a:pt x="47953" y="160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578728" y="2175394"/>
              <a:ext cx="259816" cy="327291"/>
            </a:xfrm>
            <a:custGeom>
              <a:avLst/>
              <a:pathLst>
                <a:path w="259816" h="327291">
                  <a:moveTo>
                    <a:pt x="119210" y="0"/>
                  </a:moveTo>
                  <a:lnTo>
                    <a:pt x="114137" y="1607"/>
                  </a:lnTo>
                  <a:lnTo>
                    <a:pt x="109118" y="3375"/>
                  </a:lnTo>
                  <a:lnTo>
                    <a:pt x="104158" y="5302"/>
                  </a:lnTo>
                  <a:lnTo>
                    <a:pt x="99261" y="7386"/>
                  </a:lnTo>
                  <a:lnTo>
                    <a:pt x="94434" y="9624"/>
                  </a:lnTo>
                  <a:lnTo>
                    <a:pt x="89680" y="12016"/>
                  </a:lnTo>
                  <a:lnTo>
                    <a:pt x="85004" y="14557"/>
                  </a:lnTo>
                  <a:lnTo>
                    <a:pt x="80412" y="17246"/>
                  </a:lnTo>
                  <a:lnTo>
                    <a:pt x="75908" y="20079"/>
                  </a:lnTo>
                  <a:lnTo>
                    <a:pt x="71496" y="23055"/>
                  </a:lnTo>
                  <a:lnTo>
                    <a:pt x="67181" y="26169"/>
                  </a:lnTo>
                  <a:lnTo>
                    <a:pt x="62968" y="29420"/>
                  </a:lnTo>
                  <a:lnTo>
                    <a:pt x="58860" y="32802"/>
                  </a:lnTo>
                  <a:lnTo>
                    <a:pt x="54862" y="36314"/>
                  </a:lnTo>
                  <a:lnTo>
                    <a:pt x="50977" y="39951"/>
                  </a:lnTo>
                  <a:lnTo>
                    <a:pt x="47210" y="43710"/>
                  </a:lnTo>
                  <a:lnTo>
                    <a:pt x="43565" y="47587"/>
                  </a:lnTo>
                  <a:lnTo>
                    <a:pt x="40046" y="51578"/>
                  </a:lnTo>
                  <a:lnTo>
                    <a:pt x="36654" y="55679"/>
                  </a:lnTo>
                  <a:lnTo>
                    <a:pt x="33396" y="59886"/>
                  </a:lnTo>
                  <a:lnTo>
                    <a:pt x="30272" y="64195"/>
                  </a:lnTo>
                  <a:lnTo>
                    <a:pt x="27288" y="68600"/>
                  </a:lnTo>
                  <a:lnTo>
                    <a:pt x="24445" y="73099"/>
                  </a:lnTo>
                  <a:lnTo>
                    <a:pt x="21747" y="77685"/>
                  </a:lnTo>
                  <a:lnTo>
                    <a:pt x="19196" y="82356"/>
                  </a:lnTo>
                  <a:lnTo>
                    <a:pt x="16795" y="87105"/>
                  </a:lnTo>
                  <a:lnTo>
                    <a:pt x="14547" y="91928"/>
                  </a:lnTo>
                  <a:lnTo>
                    <a:pt x="12453" y="96820"/>
                  </a:lnTo>
                  <a:lnTo>
                    <a:pt x="10516" y="101776"/>
                  </a:lnTo>
                  <a:lnTo>
                    <a:pt x="8738" y="106792"/>
                  </a:lnTo>
                  <a:lnTo>
                    <a:pt x="7120" y="111861"/>
                  </a:lnTo>
                  <a:lnTo>
                    <a:pt x="5664" y="116980"/>
                  </a:lnTo>
                  <a:lnTo>
                    <a:pt x="4372" y="122142"/>
                  </a:lnTo>
                  <a:lnTo>
                    <a:pt x="3245" y="127343"/>
                  </a:lnTo>
                  <a:lnTo>
                    <a:pt x="2284" y="132577"/>
                  </a:lnTo>
                  <a:lnTo>
                    <a:pt x="1490" y="137839"/>
                  </a:lnTo>
                  <a:lnTo>
                    <a:pt x="865" y="143123"/>
                  </a:lnTo>
                  <a:lnTo>
                    <a:pt x="407" y="148425"/>
                  </a:lnTo>
                  <a:lnTo>
                    <a:pt x="119" y="153739"/>
                  </a:lnTo>
                  <a:lnTo>
                    <a:pt x="0" y="159059"/>
                  </a:lnTo>
                  <a:lnTo>
                    <a:pt x="50" y="164380"/>
                  </a:lnTo>
                  <a:lnTo>
                    <a:pt x="269" y="169697"/>
                  </a:lnTo>
                  <a:lnTo>
                    <a:pt x="658" y="175004"/>
                  </a:lnTo>
                  <a:lnTo>
                    <a:pt x="1215" y="180296"/>
                  </a:lnTo>
                  <a:lnTo>
                    <a:pt x="1941" y="185568"/>
                  </a:lnTo>
                  <a:lnTo>
                    <a:pt x="2834" y="190814"/>
                  </a:lnTo>
                  <a:lnTo>
                    <a:pt x="3894" y="196029"/>
                  </a:lnTo>
                  <a:lnTo>
                    <a:pt x="5119" y="201207"/>
                  </a:lnTo>
                  <a:lnTo>
                    <a:pt x="6508" y="206344"/>
                  </a:lnTo>
                  <a:lnTo>
                    <a:pt x="8060" y="211434"/>
                  </a:lnTo>
                  <a:lnTo>
                    <a:pt x="9773" y="216472"/>
                  </a:lnTo>
                  <a:lnTo>
                    <a:pt x="11646" y="221453"/>
                  </a:lnTo>
                  <a:lnTo>
                    <a:pt x="13676" y="226372"/>
                  </a:lnTo>
                  <a:lnTo>
                    <a:pt x="15862" y="231224"/>
                  </a:lnTo>
                  <a:lnTo>
                    <a:pt x="18201" y="236004"/>
                  </a:lnTo>
                  <a:lnTo>
                    <a:pt x="20691" y="240707"/>
                  </a:lnTo>
                  <a:lnTo>
                    <a:pt x="23330" y="245328"/>
                  </a:lnTo>
                  <a:lnTo>
                    <a:pt x="26114" y="249863"/>
                  </a:lnTo>
                  <a:lnTo>
                    <a:pt x="29041" y="254307"/>
                  </a:lnTo>
                  <a:lnTo>
                    <a:pt x="32108" y="258656"/>
                  </a:lnTo>
                  <a:lnTo>
                    <a:pt x="35312" y="262904"/>
                  </a:lnTo>
                  <a:lnTo>
                    <a:pt x="38650" y="267049"/>
                  </a:lnTo>
                  <a:lnTo>
                    <a:pt x="42118" y="271085"/>
                  </a:lnTo>
                  <a:lnTo>
                    <a:pt x="45712" y="275009"/>
                  </a:lnTo>
                  <a:lnTo>
                    <a:pt x="49430" y="278817"/>
                  </a:lnTo>
                  <a:lnTo>
                    <a:pt x="53267" y="282504"/>
                  </a:lnTo>
                  <a:lnTo>
                    <a:pt x="57219" y="286067"/>
                  </a:lnTo>
                  <a:lnTo>
                    <a:pt x="61283" y="289503"/>
                  </a:lnTo>
                  <a:lnTo>
                    <a:pt x="65454" y="292807"/>
                  </a:lnTo>
                  <a:lnTo>
                    <a:pt x="69728" y="295977"/>
                  </a:lnTo>
                  <a:lnTo>
                    <a:pt x="74101" y="299010"/>
                  </a:lnTo>
                  <a:lnTo>
                    <a:pt x="78568" y="301901"/>
                  </a:lnTo>
                  <a:lnTo>
                    <a:pt x="83125" y="304649"/>
                  </a:lnTo>
                  <a:lnTo>
                    <a:pt x="87768" y="307251"/>
                  </a:lnTo>
                  <a:lnTo>
                    <a:pt x="92490" y="309704"/>
                  </a:lnTo>
                  <a:lnTo>
                    <a:pt x="97288" y="312005"/>
                  </a:lnTo>
                  <a:lnTo>
                    <a:pt x="102157" y="314152"/>
                  </a:lnTo>
                  <a:lnTo>
                    <a:pt x="107092" y="316143"/>
                  </a:lnTo>
                  <a:lnTo>
                    <a:pt x="112088" y="317976"/>
                  </a:lnTo>
                  <a:lnTo>
                    <a:pt x="117140" y="319649"/>
                  </a:lnTo>
                  <a:lnTo>
                    <a:pt x="122242" y="321160"/>
                  </a:lnTo>
                  <a:lnTo>
                    <a:pt x="127390" y="322508"/>
                  </a:lnTo>
                  <a:lnTo>
                    <a:pt x="132578" y="323692"/>
                  </a:lnTo>
                  <a:lnTo>
                    <a:pt x="137801" y="324710"/>
                  </a:lnTo>
                  <a:lnTo>
                    <a:pt x="143054" y="325561"/>
                  </a:lnTo>
                  <a:lnTo>
                    <a:pt x="148331" y="326245"/>
                  </a:lnTo>
                  <a:lnTo>
                    <a:pt x="153628" y="326760"/>
                  </a:lnTo>
                  <a:lnTo>
                    <a:pt x="158938" y="327106"/>
                  </a:lnTo>
                  <a:lnTo>
                    <a:pt x="164256" y="327284"/>
                  </a:lnTo>
                  <a:lnTo>
                    <a:pt x="169578" y="327291"/>
                  </a:lnTo>
                  <a:lnTo>
                    <a:pt x="174897" y="327130"/>
                  </a:lnTo>
                  <a:lnTo>
                    <a:pt x="180208" y="326799"/>
                  </a:lnTo>
                  <a:lnTo>
                    <a:pt x="185506" y="326299"/>
                  </a:lnTo>
                  <a:lnTo>
                    <a:pt x="190785" y="325631"/>
                  </a:lnTo>
                  <a:lnTo>
                    <a:pt x="196041" y="324796"/>
                  </a:lnTo>
                  <a:lnTo>
                    <a:pt x="201267" y="323793"/>
                  </a:lnTo>
                  <a:lnTo>
                    <a:pt x="206459" y="322625"/>
                  </a:lnTo>
                  <a:lnTo>
                    <a:pt x="211610" y="321292"/>
                  </a:lnTo>
                  <a:lnTo>
                    <a:pt x="216717" y="319795"/>
                  </a:lnTo>
                  <a:lnTo>
                    <a:pt x="221774" y="318137"/>
                  </a:lnTo>
                  <a:lnTo>
                    <a:pt x="226775" y="316319"/>
                  </a:lnTo>
                  <a:lnTo>
                    <a:pt x="231715" y="314343"/>
                  </a:lnTo>
                  <a:lnTo>
                    <a:pt x="236591" y="312210"/>
                  </a:lnTo>
                  <a:lnTo>
                    <a:pt x="241396" y="309923"/>
                  </a:lnTo>
                  <a:lnTo>
                    <a:pt x="246126" y="307484"/>
                  </a:lnTo>
                  <a:lnTo>
                    <a:pt x="250775" y="304896"/>
                  </a:lnTo>
                  <a:lnTo>
                    <a:pt x="255340" y="302162"/>
                  </a:lnTo>
                  <a:lnTo>
                    <a:pt x="259816" y="299283"/>
                  </a:lnTo>
                  <a:lnTo>
                    <a:pt x="167163" y="160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745892" y="2168369"/>
              <a:ext cx="167164" cy="306309"/>
            </a:xfrm>
            <a:custGeom>
              <a:avLst/>
              <a:pathLst>
                <a:path w="167164" h="306309">
                  <a:moveTo>
                    <a:pt x="92652" y="306309"/>
                  </a:moveTo>
                  <a:lnTo>
                    <a:pt x="97047" y="303280"/>
                  </a:lnTo>
                  <a:lnTo>
                    <a:pt x="101342" y="300113"/>
                  </a:lnTo>
                  <a:lnTo>
                    <a:pt x="105534" y="296810"/>
                  </a:lnTo>
                  <a:lnTo>
                    <a:pt x="109619" y="293375"/>
                  </a:lnTo>
                  <a:lnTo>
                    <a:pt x="113592" y="289812"/>
                  </a:lnTo>
                  <a:lnTo>
                    <a:pt x="117449" y="286123"/>
                  </a:lnTo>
                  <a:lnTo>
                    <a:pt x="121186" y="282314"/>
                  </a:lnTo>
                  <a:lnTo>
                    <a:pt x="124800" y="278387"/>
                  </a:lnTo>
                  <a:lnTo>
                    <a:pt x="128287" y="274346"/>
                  </a:lnTo>
                  <a:lnTo>
                    <a:pt x="131642" y="270196"/>
                  </a:lnTo>
                  <a:lnTo>
                    <a:pt x="134864" y="265942"/>
                  </a:lnTo>
                  <a:lnTo>
                    <a:pt x="137949" y="261586"/>
                  </a:lnTo>
                  <a:lnTo>
                    <a:pt x="140892" y="257135"/>
                  </a:lnTo>
                  <a:lnTo>
                    <a:pt x="143692" y="252591"/>
                  </a:lnTo>
                  <a:lnTo>
                    <a:pt x="146346" y="247961"/>
                  </a:lnTo>
                  <a:lnTo>
                    <a:pt x="148850" y="243248"/>
                  </a:lnTo>
                  <a:lnTo>
                    <a:pt x="151203" y="238458"/>
                  </a:lnTo>
                  <a:lnTo>
                    <a:pt x="153402" y="233595"/>
                  </a:lnTo>
                  <a:lnTo>
                    <a:pt x="155444" y="228664"/>
                  </a:lnTo>
                  <a:lnTo>
                    <a:pt x="157328" y="223671"/>
                  </a:lnTo>
                  <a:lnTo>
                    <a:pt x="159051" y="218620"/>
                  </a:lnTo>
                  <a:lnTo>
                    <a:pt x="160613" y="213517"/>
                  </a:lnTo>
                  <a:lnTo>
                    <a:pt x="162011" y="208366"/>
                  </a:lnTo>
                  <a:lnTo>
                    <a:pt x="163243" y="203174"/>
                  </a:lnTo>
                  <a:lnTo>
                    <a:pt x="164309" y="197944"/>
                  </a:lnTo>
                  <a:lnTo>
                    <a:pt x="165208" y="192684"/>
                  </a:lnTo>
                  <a:lnTo>
                    <a:pt x="165938" y="187397"/>
                  </a:lnTo>
                  <a:lnTo>
                    <a:pt x="166500" y="182090"/>
                  </a:lnTo>
                  <a:lnTo>
                    <a:pt x="166891" y="176767"/>
                  </a:lnTo>
                  <a:lnTo>
                    <a:pt x="167112" y="171435"/>
                  </a:lnTo>
                  <a:lnTo>
                    <a:pt x="167164" y="166098"/>
                  </a:lnTo>
                  <a:lnTo>
                    <a:pt x="167044" y="160763"/>
                  </a:lnTo>
                  <a:lnTo>
                    <a:pt x="166755" y="155434"/>
                  </a:lnTo>
                  <a:lnTo>
                    <a:pt x="166295" y="150117"/>
                  </a:lnTo>
                  <a:lnTo>
                    <a:pt x="165666" y="144817"/>
                  </a:lnTo>
                  <a:lnTo>
                    <a:pt x="164868" y="139540"/>
                  </a:lnTo>
                  <a:lnTo>
                    <a:pt x="163902" y="134292"/>
                  </a:lnTo>
                  <a:lnTo>
                    <a:pt x="162769" y="129076"/>
                  </a:lnTo>
                  <a:lnTo>
                    <a:pt x="161471" y="123900"/>
                  </a:lnTo>
                  <a:lnTo>
                    <a:pt x="160007" y="118768"/>
                  </a:lnTo>
                  <a:lnTo>
                    <a:pt x="158381" y="113685"/>
                  </a:lnTo>
                  <a:lnTo>
                    <a:pt x="156593" y="108656"/>
                  </a:lnTo>
                  <a:lnTo>
                    <a:pt x="154645" y="103687"/>
                  </a:lnTo>
                  <a:lnTo>
                    <a:pt x="152540" y="98783"/>
                  </a:lnTo>
                  <a:lnTo>
                    <a:pt x="150279" y="93949"/>
                  </a:lnTo>
                  <a:lnTo>
                    <a:pt x="147866" y="89189"/>
                  </a:lnTo>
                  <a:lnTo>
                    <a:pt x="145301" y="84509"/>
                  </a:lnTo>
                  <a:lnTo>
                    <a:pt x="142589" y="79913"/>
                  </a:lnTo>
                  <a:lnTo>
                    <a:pt x="139731" y="75406"/>
                  </a:lnTo>
                  <a:lnTo>
                    <a:pt x="136730" y="70992"/>
                  </a:lnTo>
                  <a:lnTo>
                    <a:pt x="133591" y="66676"/>
                  </a:lnTo>
                  <a:lnTo>
                    <a:pt x="130315" y="62463"/>
                  </a:lnTo>
                  <a:lnTo>
                    <a:pt x="126906" y="58357"/>
                  </a:lnTo>
                  <a:lnTo>
                    <a:pt x="123368" y="54361"/>
                  </a:lnTo>
                  <a:lnTo>
                    <a:pt x="119704" y="50480"/>
                  </a:lnTo>
                  <a:lnTo>
                    <a:pt x="115918" y="46719"/>
                  </a:lnTo>
                  <a:lnTo>
                    <a:pt x="112015" y="43080"/>
                  </a:lnTo>
                  <a:lnTo>
                    <a:pt x="107996" y="39568"/>
                  </a:lnTo>
                  <a:lnTo>
                    <a:pt x="103868" y="36185"/>
                  </a:lnTo>
                  <a:lnTo>
                    <a:pt x="99634" y="32936"/>
                  </a:lnTo>
                  <a:lnTo>
                    <a:pt x="95299" y="29824"/>
                  </a:lnTo>
                  <a:lnTo>
                    <a:pt x="90866" y="26852"/>
                  </a:lnTo>
                  <a:lnTo>
                    <a:pt x="86341" y="24023"/>
                  </a:lnTo>
                  <a:lnTo>
                    <a:pt x="81727" y="21340"/>
                  </a:lnTo>
                  <a:lnTo>
                    <a:pt x="77031" y="18805"/>
                  </a:lnTo>
                  <a:lnTo>
                    <a:pt x="72256" y="16422"/>
                  </a:lnTo>
                  <a:lnTo>
                    <a:pt x="67407" y="14192"/>
                  </a:lnTo>
                  <a:lnTo>
                    <a:pt x="62489" y="12119"/>
                  </a:lnTo>
                  <a:lnTo>
                    <a:pt x="57508" y="10203"/>
                  </a:lnTo>
                  <a:lnTo>
                    <a:pt x="52468" y="8447"/>
                  </a:lnTo>
                  <a:lnTo>
                    <a:pt x="47375" y="6853"/>
                  </a:lnTo>
                  <a:lnTo>
                    <a:pt x="42234" y="5423"/>
                  </a:lnTo>
                  <a:lnTo>
                    <a:pt x="37049" y="4157"/>
                  </a:lnTo>
                  <a:lnTo>
                    <a:pt x="31827" y="3057"/>
                  </a:lnTo>
                  <a:lnTo>
                    <a:pt x="26572" y="2125"/>
                  </a:lnTo>
                  <a:lnTo>
                    <a:pt x="21290" y="1361"/>
                  </a:lnTo>
                  <a:lnTo>
                    <a:pt x="15986" y="766"/>
                  </a:lnTo>
                  <a:lnTo>
                    <a:pt x="10666" y="340"/>
                  </a:lnTo>
                  <a:lnTo>
                    <a:pt x="533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10910" y="1735255"/>
              <a:ext cx="49635" cy="167167"/>
            </a:xfrm>
            <a:custGeom>
              <a:avLst/>
              <a:pathLst>
                <a:path w="49635" h="167167">
                  <a:moveTo>
                    <a:pt x="49635" y="0"/>
                  </a:moveTo>
                  <a:lnTo>
                    <a:pt x="43337" y="118"/>
                  </a:lnTo>
                  <a:lnTo>
                    <a:pt x="37048" y="474"/>
                  </a:lnTo>
                  <a:lnTo>
                    <a:pt x="30777" y="1067"/>
                  </a:lnTo>
                  <a:lnTo>
                    <a:pt x="24533" y="1895"/>
                  </a:lnTo>
                  <a:lnTo>
                    <a:pt x="18324" y="2958"/>
                  </a:lnTo>
                  <a:lnTo>
                    <a:pt x="12160" y="4254"/>
                  </a:lnTo>
                  <a:lnTo>
                    <a:pt x="6049" y="5782"/>
                  </a:lnTo>
                  <a:lnTo>
                    <a:pt x="0" y="7539"/>
                  </a:lnTo>
                  <a:lnTo>
                    <a:pt x="4963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293380" y="1742794"/>
              <a:ext cx="334326" cy="326787"/>
            </a:xfrm>
            <a:custGeom>
              <a:avLst/>
              <a:pathLst>
                <a:path w="334326" h="326787">
                  <a:moveTo>
                    <a:pt x="117530" y="0"/>
                  </a:moveTo>
                  <a:lnTo>
                    <a:pt x="112501" y="1651"/>
                  </a:lnTo>
                  <a:lnTo>
                    <a:pt x="107527" y="3461"/>
                  </a:lnTo>
                  <a:lnTo>
                    <a:pt x="102613" y="5427"/>
                  </a:lnTo>
                  <a:lnTo>
                    <a:pt x="97763" y="7548"/>
                  </a:lnTo>
                  <a:lnTo>
                    <a:pt x="92983" y="9822"/>
                  </a:lnTo>
                  <a:lnTo>
                    <a:pt x="88278" y="12246"/>
                  </a:lnTo>
                  <a:lnTo>
                    <a:pt x="83651" y="14817"/>
                  </a:lnTo>
                  <a:lnTo>
                    <a:pt x="79108" y="17534"/>
                  </a:lnTo>
                  <a:lnTo>
                    <a:pt x="74654" y="20393"/>
                  </a:lnTo>
                  <a:lnTo>
                    <a:pt x="70292" y="23392"/>
                  </a:lnTo>
                  <a:lnTo>
                    <a:pt x="66027" y="26527"/>
                  </a:lnTo>
                  <a:lnTo>
                    <a:pt x="61864" y="29796"/>
                  </a:lnTo>
                  <a:lnTo>
                    <a:pt x="57806" y="33195"/>
                  </a:lnTo>
                  <a:lnTo>
                    <a:pt x="53858" y="36720"/>
                  </a:lnTo>
                  <a:lnTo>
                    <a:pt x="50024" y="40369"/>
                  </a:lnTo>
                  <a:lnTo>
                    <a:pt x="46307" y="44138"/>
                  </a:lnTo>
                  <a:lnTo>
                    <a:pt x="42711" y="48022"/>
                  </a:lnTo>
                  <a:lnTo>
                    <a:pt x="39240" y="52018"/>
                  </a:lnTo>
                  <a:lnTo>
                    <a:pt x="35897" y="56122"/>
                  </a:lnTo>
                  <a:lnTo>
                    <a:pt x="32686" y="60330"/>
                  </a:lnTo>
                  <a:lnTo>
                    <a:pt x="29610" y="64637"/>
                  </a:lnTo>
                  <a:lnTo>
                    <a:pt x="26671" y="69040"/>
                  </a:lnTo>
                  <a:lnTo>
                    <a:pt x="23874" y="73534"/>
                  </a:lnTo>
                  <a:lnTo>
                    <a:pt x="21220" y="78113"/>
                  </a:lnTo>
                  <a:lnTo>
                    <a:pt x="18712" y="82775"/>
                  </a:lnTo>
                  <a:lnTo>
                    <a:pt x="16354" y="87513"/>
                  </a:lnTo>
                  <a:lnTo>
                    <a:pt x="14146" y="92324"/>
                  </a:lnTo>
                  <a:lnTo>
                    <a:pt x="12092" y="97203"/>
                  </a:lnTo>
                  <a:lnTo>
                    <a:pt x="10193" y="102143"/>
                  </a:lnTo>
                  <a:lnTo>
                    <a:pt x="8452" y="107142"/>
                  </a:lnTo>
                  <a:lnTo>
                    <a:pt x="6870" y="112193"/>
                  </a:lnTo>
                  <a:lnTo>
                    <a:pt x="5449" y="117292"/>
                  </a:lnTo>
                  <a:lnTo>
                    <a:pt x="4189" y="122433"/>
                  </a:lnTo>
                  <a:lnTo>
                    <a:pt x="3093" y="127612"/>
                  </a:lnTo>
                  <a:lnTo>
                    <a:pt x="2162" y="132822"/>
                  </a:lnTo>
                  <a:lnTo>
                    <a:pt x="1396" y="138060"/>
                  </a:lnTo>
                  <a:lnTo>
                    <a:pt x="796" y="143319"/>
                  </a:lnTo>
                  <a:lnTo>
                    <a:pt x="363" y="148594"/>
                  </a:lnTo>
                  <a:lnTo>
                    <a:pt x="98" y="153881"/>
                  </a:lnTo>
                  <a:lnTo>
                    <a:pt x="0" y="159173"/>
                  </a:lnTo>
                  <a:lnTo>
                    <a:pt x="69" y="164465"/>
                  </a:lnTo>
                  <a:lnTo>
                    <a:pt x="306" y="169753"/>
                  </a:lnTo>
                  <a:lnTo>
                    <a:pt x="710" y="175031"/>
                  </a:lnTo>
                  <a:lnTo>
                    <a:pt x="1281" y="180293"/>
                  </a:lnTo>
                  <a:lnTo>
                    <a:pt x="2019" y="185535"/>
                  </a:lnTo>
                  <a:lnTo>
                    <a:pt x="2922" y="190750"/>
                  </a:lnTo>
                  <a:lnTo>
                    <a:pt x="3989" y="195935"/>
                  </a:lnTo>
                  <a:lnTo>
                    <a:pt x="5220" y="201083"/>
                  </a:lnTo>
                  <a:lnTo>
                    <a:pt x="6614" y="206189"/>
                  </a:lnTo>
                  <a:lnTo>
                    <a:pt x="8169" y="211249"/>
                  </a:lnTo>
                  <a:lnTo>
                    <a:pt x="9883" y="216257"/>
                  </a:lnTo>
                  <a:lnTo>
                    <a:pt x="11754" y="221208"/>
                  </a:lnTo>
                  <a:lnTo>
                    <a:pt x="13782" y="226097"/>
                  </a:lnTo>
                  <a:lnTo>
                    <a:pt x="15963" y="230920"/>
                  </a:lnTo>
                  <a:lnTo>
                    <a:pt x="18296" y="235671"/>
                  </a:lnTo>
                  <a:lnTo>
                    <a:pt x="20778" y="240347"/>
                  </a:lnTo>
                  <a:lnTo>
                    <a:pt x="23407" y="244941"/>
                  </a:lnTo>
                  <a:lnTo>
                    <a:pt x="26180" y="249449"/>
                  </a:lnTo>
                  <a:lnTo>
                    <a:pt x="29095" y="253868"/>
                  </a:lnTo>
                  <a:lnTo>
                    <a:pt x="32148" y="258192"/>
                  </a:lnTo>
                  <a:lnTo>
                    <a:pt x="35336" y="262417"/>
                  </a:lnTo>
                  <a:lnTo>
                    <a:pt x="38656" y="266539"/>
                  </a:lnTo>
                  <a:lnTo>
                    <a:pt x="42105" y="270554"/>
                  </a:lnTo>
                  <a:lnTo>
                    <a:pt x="45680" y="274458"/>
                  </a:lnTo>
                  <a:lnTo>
                    <a:pt x="49376" y="278247"/>
                  </a:lnTo>
                  <a:lnTo>
                    <a:pt x="53191" y="281917"/>
                  </a:lnTo>
                  <a:lnTo>
                    <a:pt x="57120" y="285464"/>
                  </a:lnTo>
                  <a:lnTo>
                    <a:pt x="61159" y="288885"/>
                  </a:lnTo>
                  <a:lnTo>
                    <a:pt x="65304" y="292176"/>
                  </a:lnTo>
                  <a:lnTo>
                    <a:pt x="69552" y="295335"/>
                  </a:lnTo>
                  <a:lnTo>
                    <a:pt x="73897" y="298357"/>
                  </a:lnTo>
                  <a:lnTo>
                    <a:pt x="78336" y="301240"/>
                  </a:lnTo>
                  <a:lnTo>
                    <a:pt x="82864" y="303982"/>
                  </a:lnTo>
                  <a:lnTo>
                    <a:pt x="87476" y="306578"/>
                  </a:lnTo>
                  <a:lnTo>
                    <a:pt x="92169" y="309028"/>
                  </a:lnTo>
                  <a:lnTo>
                    <a:pt x="96936" y="311327"/>
                  </a:lnTo>
                  <a:lnTo>
                    <a:pt x="101774" y="313475"/>
                  </a:lnTo>
                  <a:lnTo>
                    <a:pt x="106678" y="315468"/>
                  </a:lnTo>
                  <a:lnTo>
                    <a:pt x="111642" y="317305"/>
                  </a:lnTo>
                  <a:lnTo>
                    <a:pt x="116662" y="318984"/>
                  </a:lnTo>
                  <a:lnTo>
                    <a:pt x="121732" y="320503"/>
                  </a:lnTo>
                  <a:lnTo>
                    <a:pt x="126848" y="321861"/>
                  </a:lnTo>
                  <a:lnTo>
                    <a:pt x="132005" y="323056"/>
                  </a:lnTo>
                  <a:lnTo>
                    <a:pt x="137197" y="324087"/>
                  </a:lnTo>
                  <a:lnTo>
                    <a:pt x="142418" y="324953"/>
                  </a:lnTo>
                  <a:lnTo>
                    <a:pt x="147665" y="325654"/>
                  </a:lnTo>
                  <a:lnTo>
                    <a:pt x="152931" y="326188"/>
                  </a:lnTo>
                  <a:lnTo>
                    <a:pt x="158212" y="326555"/>
                  </a:lnTo>
                  <a:lnTo>
                    <a:pt x="163501" y="326755"/>
                  </a:lnTo>
                  <a:lnTo>
                    <a:pt x="168794" y="326787"/>
                  </a:lnTo>
                  <a:lnTo>
                    <a:pt x="174085" y="326652"/>
                  </a:lnTo>
                  <a:lnTo>
                    <a:pt x="179370" y="326349"/>
                  </a:lnTo>
                  <a:lnTo>
                    <a:pt x="184642" y="325879"/>
                  </a:lnTo>
                  <a:lnTo>
                    <a:pt x="189897" y="325243"/>
                  </a:lnTo>
                  <a:lnTo>
                    <a:pt x="195129" y="324440"/>
                  </a:lnTo>
                  <a:lnTo>
                    <a:pt x="200333" y="323472"/>
                  </a:lnTo>
                  <a:lnTo>
                    <a:pt x="205503" y="322340"/>
                  </a:lnTo>
                  <a:lnTo>
                    <a:pt x="210636" y="321045"/>
                  </a:lnTo>
                  <a:lnTo>
                    <a:pt x="215724" y="319588"/>
                  </a:lnTo>
                  <a:lnTo>
                    <a:pt x="220764" y="317970"/>
                  </a:lnTo>
                  <a:lnTo>
                    <a:pt x="225750" y="316194"/>
                  </a:lnTo>
                  <a:lnTo>
                    <a:pt x="230678" y="314261"/>
                  </a:lnTo>
                  <a:lnTo>
                    <a:pt x="235542" y="312172"/>
                  </a:lnTo>
                  <a:lnTo>
                    <a:pt x="240337" y="309931"/>
                  </a:lnTo>
                  <a:lnTo>
                    <a:pt x="245059" y="307539"/>
                  </a:lnTo>
                  <a:lnTo>
                    <a:pt x="249703" y="304999"/>
                  </a:lnTo>
                  <a:lnTo>
                    <a:pt x="254264" y="302313"/>
                  </a:lnTo>
                  <a:lnTo>
                    <a:pt x="258737" y="299484"/>
                  </a:lnTo>
                  <a:lnTo>
                    <a:pt x="263119" y="296515"/>
                  </a:lnTo>
                  <a:lnTo>
                    <a:pt x="267405" y="293408"/>
                  </a:lnTo>
                  <a:lnTo>
                    <a:pt x="271590" y="290168"/>
                  </a:lnTo>
                  <a:lnTo>
                    <a:pt x="275671" y="286796"/>
                  </a:lnTo>
                  <a:lnTo>
                    <a:pt x="279642" y="283297"/>
                  </a:lnTo>
                  <a:lnTo>
                    <a:pt x="283501" y="279674"/>
                  </a:lnTo>
                  <a:lnTo>
                    <a:pt x="287244" y="275931"/>
                  </a:lnTo>
                  <a:lnTo>
                    <a:pt x="290866" y="272071"/>
                  </a:lnTo>
                  <a:lnTo>
                    <a:pt x="294364" y="268098"/>
                  </a:lnTo>
                  <a:lnTo>
                    <a:pt x="297734" y="264017"/>
                  </a:lnTo>
                  <a:lnTo>
                    <a:pt x="300973" y="259831"/>
                  </a:lnTo>
                  <a:lnTo>
                    <a:pt x="304079" y="255544"/>
                  </a:lnTo>
                  <a:lnTo>
                    <a:pt x="307047" y="251162"/>
                  </a:lnTo>
                  <a:lnTo>
                    <a:pt x="309875" y="246687"/>
                  </a:lnTo>
                  <a:lnTo>
                    <a:pt x="312559" y="242125"/>
                  </a:lnTo>
                  <a:lnTo>
                    <a:pt x="315098" y="237481"/>
                  </a:lnTo>
                  <a:lnTo>
                    <a:pt x="317489" y="232758"/>
                  </a:lnTo>
                  <a:lnTo>
                    <a:pt x="319729" y="227962"/>
                  </a:lnTo>
                  <a:lnTo>
                    <a:pt x="321816" y="223098"/>
                  </a:lnTo>
                  <a:lnTo>
                    <a:pt x="323748" y="218170"/>
                  </a:lnTo>
                  <a:lnTo>
                    <a:pt x="325523" y="213183"/>
                  </a:lnTo>
                  <a:lnTo>
                    <a:pt x="327139" y="208143"/>
                  </a:lnTo>
                  <a:lnTo>
                    <a:pt x="328595" y="203054"/>
                  </a:lnTo>
                  <a:lnTo>
                    <a:pt x="329889" y="197921"/>
                  </a:lnTo>
                  <a:lnTo>
                    <a:pt x="331019" y="192750"/>
                  </a:lnTo>
                  <a:lnTo>
                    <a:pt x="331986" y="187546"/>
                  </a:lnTo>
                  <a:lnTo>
                    <a:pt x="332787" y="182314"/>
                  </a:lnTo>
                  <a:lnTo>
                    <a:pt x="333422" y="177059"/>
                  </a:lnTo>
                  <a:lnTo>
                    <a:pt x="333891" y="171787"/>
                  </a:lnTo>
                  <a:lnTo>
                    <a:pt x="334192" y="166502"/>
                  </a:lnTo>
                  <a:lnTo>
                    <a:pt x="334326" y="161211"/>
                  </a:lnTo>
                  <a:lnTo>
                    <a:pt x="334293" y="155918"/>
                  </a:lnTo>
                  <a:lnTo>
                    <a:pt x="334091" y="150628"/>
                  </a:lnTo>
                  <a:lnTo>
                    <a:pt x="333723" y="145348"/>
                  </a:lnTo>
                  <a:lnTo>
                    <a:pt x="333187" y="140082"/>
                  </a:lnTo>
                  <a:lnTo>
                    <a:pt x="332485" y="134836"/>
                  </a:lnTo>
                  <a:lnTo>
                    <a:pt x="331617" y="129614"/>
                  </a:lnTo>
                  <a:lnTo>
                    <a:pt x="330585" y="124423"/>
                  </a:lnTo>
                  <a:lnTo>
                    <a:pt x="329388" y="119267"/>
                  </a:lnTo>
                  <a:lnTo>
                    <a:pt x="328029" y="114151"/>
                  </a:lnTo>
                  <a:lnTo>
                    <a:pt x="326509" y="109081"/>
                  </a:lnTo>
                  <a:lnTo>
                    <a:pt x="324828" y="104061"/>
                  </a:lnTo>
                  <a:lnTo>
                    <a:pt x="322990" y="99098"/>
                  </a:lnTo>
                  <a:lnTo>
                    <a:pt x="320996" y="94195"/>
                  </a:lnTo>
                  <a:lnTo>
                    <a:pt x="318847" y="89357"/>
                  </a:lnTo>
                  <a:lnTo>
                    <a:pt x="316546" y="84590"/>
                  </a:lnTo>
                  <a:lnTo>
                    <a:pt x="314096" y="79899"/>
                  </a:lnTo>
                  <a:lnTo>
                    <a:pt x="311498" y="75287"/>
                  </a:lnTo>
                  <a:lnTo>
                    <a:pt x="308755" y="70760"/>
                  </a:lnTo>
                  <a:lnTo>
                    <a:pt x="305871" y="66322"/>
                  </a:lnTo>
                  <a:lnTo>
                    <a:pt x="302847" y="61977"/>
                  </a:lnTo>
                  <a:lnTo>
                    <a:pt x="299687" y="57730"/>
                  </a:lnTo>
                  <a:lnTo>
                    <a:pt x="296395" y="53586"/>
                  </a:lnTo>
                  <a:lnTo>
                    <a:pt x="292973" y="49548"/>
                  </a:lnTo>
                  <a:lnTo>
                    <a:pt x="289425" y="45620"/>
                  </a:lnTo>
                  <a:lnTo>
                    <a:pt x="285754" y="41806"/>
                  </a:lnTo>
                  <a:lnTo>
                    <a:pt x="281964" y="38111"/>
                  </a:lnTo>
                  <a:lnTo>
                    <a:pt x="278059" y="34537"/>
                  </a:lnTo>
                  <a:lnTo>
                    <a:pt x="274043" y="31089"/>
                  </a:lnTo>
                  <a:lnTo>
                    <a:pt x="269920" y="27770"/>
                  </a:lnTo>
                  <a:lnTo>
                    <a:pt x="265694" y="24583"/>
                  </a:lnTo>
                  <a:lnTo>
                    <a:pt x="261369" y="21531"/>
                  </a:lnTo>
                  <a:lnTo>
                    <a:pt x="256950" y="18618"/>
                  </a:lnTo>
                  <a:lnTo>
                    <a:pt x="252441" y="15846"/>
                  </a:lnTo>
                  <a:lnTo>
                    <a:pt x="247846" y="13218"/>
                  </a:lnTo>
                  <a:lnTo>
                    <a:pt x="243170" y="10737"/>
                  </a:lnTo>
                  <a:lnTo>
                    <a:pt x="238418" y="8406"/>
                  </a:lnTo>
                  <a:lnTo>
                    <a:pt x="233595" y="6226"/>
                  </a:lnTo>
                  <a:lnTo>
                    <a:pt x="228705" y="4200"/>
                  </a:lnTo>
                  <a:lnTo>
                    <a:pt x="167166" y="1596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460546" y="1735255"/>
              <a:ext cx="61538" cy="167167"/>
            </a:xfrm>
            <a:custGeom>
              <a:avLst/>
              <a:pathLst>
                <a:path w="61538" h="167167">
                  <a:moveTo>
                    <a:pt x="61538" y="11739"/>
                  </a:moveTo>
                  <a:lnTo>
                    <a:pt x="56176" y="9721"/>
                  </a:lnTo>
                  <a:lnTo>
                    <a:pt x="50748" y="7889"/>
                  </a:lnTo>
                  <a:lnTo>
                    <a:pt x="45261" y="6243"/>
                  </a:lnTo>
                  <a:lnTo>
                    <a:pt x="39720" y="4787"/>
                  </a:lnTo>
                  <a:lnTo>
                    <a:pt x="34133" y="3521"/>
                  </a:lnTo>
                  <a:lnTo>
                    <a:pt x="28505" y="2448"/>
                  </a:lnTo>
                  <a:lnTo>
                    <a:pt x="22844" y="1568"/>
                  </a:lnTo>
                  <a:lnTo>
                    <a:pt x="17157" y="882"/>
                  </a:lnTo>
                  <a:lnTo>
                    <a:pt x="11449" y="392"/>
                  </a:lnTo>
                  <a:lnTo>
                    <a:pt x="572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5915686" y="1379510"/>
              <a:ext cx="327863" cy="334331"/>
            </a:xfrm>
            <a:custGeom>
              <a:avLst/>
              <a:pathLst>
                <a:path w="327863" h="334331">
                  <a:moveTo>
                    <a:pt x="167154" y="0"/>
                  </a:moveTo>
                  <a:lnTo>
                    <a:pt x="161861" y="83"/>
                  </a:lnTo>
                  <a:lnTo>
                    <a:pt x="156573" y="335"/>
                  </a:lnTo>
                  <a:lnTo>
                    <a:pt x="151296" y="753"/>
                  </a:lnTo>
                  <a:lnTo>
                    <a:pt x="146035" y="1339"/>
                  </a:lnTo>
                  <a:lnTo>
                    <a:pt x="140795" y="2091"/>
                  </a:lnTo>
                  <a:lnTo>
                    <a:pt x="135581" y="3008"/>
                  </a:lnTo>
                  <a:lnTo>
                    <a:pt x="130399" y="4090"/>
                  </a:lnTo>
                  <a:lnTo>
                    <a:pt x="125254" y="5336"/>
                  </a:lnTo>
                  <a:lnTo>
                    <a:pt x="120151" y="6743"/>
                  </a:lnTo>
                  <a:lnTo>
                    <a:pt x="115096" y="8312"/>
                  </a:lnTo>
                  <a:lnTo>
                    <a:pt x="110092" y="10040"/>
                  </a:lnTo>
                  <a:lnTo>
                    <a:pt x="105145" y="11925"/>
                  </a:lnTo>
                  <a:lnTo>
                    <a:pt x="100261" y="13967"/>
                  </a:lnTo>
                  <a:lnTo>
                    <a:pt x="95444" y="16161"/>
                  </a:lnTo>
                  <a:lnTo>
                    <a:pt x="90699" y="18508"/>
                  </a:lnTo>
                  <a:lnTo>
                    <a:pt x="86030" y="21003"/>
                  </a:lnTo>
                  <a:lnTo>
                    <a:pt x="81443" y="23645"/>
                  </a:lnTo>
                  <a:lnTo>
                    <a:pt x="76941" y="26431"/>
                  </a:lnTo>
                  <a:lnTo>
                    <a:pt x="72531" y="29358"/>
                  </a:lnTo>
                  <a:lnTo>
                    <a:pt x="68215" y="32423"/>
                  </a:lnTo>
                  <a:lnTo>
                    <a:pt x="63998" y="35623"/>
                  </a:lnTo>
                  <a:lnTo>
                    <a:pt x="59885" y="38955"/>
                  </a:lnTo>
                  <a:lnTo>
                    <a:pt x="55879" y="42416"/>
                  </a:lnTo>
                  <a:lnTo>
                    <a:pt x="51985" y="46002"/>
                  </a:lnTo>
                  <a:lnTo>
                    <a:pt x="48206" y="49709"/>
                  </a:lnTo>
                  <a:lnTo>
                    <a:pt x="44547" y="53534"/>
                  </a:lnTo>
                  <a:lnTo>
                    <a:pt x="41010" y="57473"/>
                  </a:lnTo>
                  <a:lnTo>
                    <a:pt x="37600" y="61522"/>
                  </a:lnTo>
                  <a:lnTo>
                    <a:pt x="34320" y="65677"/>
                  </a:lnTo>
                  <a:lnTo>
                    <a:pt x="31173" y="69934"/>
                  </a:lnTo>
                  <a:lnTo>
                    <a:pt x="28163" y="74288"/>
                  </a:lnTo>
                  <a:lnTo>
                    <a:pt x="25292" y="78735"/>
                  </a:lnTo>
                  <a:lnTo>
                    <a:pt x="22563" y="83271"/>
                  </a:lnTo>
                  <a:lnTo>
                    <a:pt x="19979" y="87892"/>
                  </a:lnTo>
                  <a:lnTo>
                    <a:pt x="17543" y="92591"/>
                  </a:lnTo>
                  <a:lnTo>
                    <a:pt x="15256" y="97366"/>
                  </a:lnTo>
                  <a:lnTo>
                    <a:pt x="13123" y="102210"/>
                  </a:lnTo>
                  <a:lnTo>
                    <a:pt x="11143" y="107120"/>
                  </a:lnTo>
                  <a:lnTo>
                    <a:pt x="9320" y="112090"/>
                  </a:lnTo>
                  <a:lnTo>
                    <a:pt x="7655" y="117115"/>
                  </a:lnTo>
                  <a:lnTo>
                    <a:pt x="6150" y="122190"/>
                  </a:lnTo>
                  <a:lnTo>
                    <a:pt x="4807" y="127310"/>
                  </a:lnTo>
                  <a:lnTo>
                    <a:pt x="3627" y="132471"/>
                  </a:lnTo>
                  <a:lnTo>
                    <a:pt x="2610" y="137666"/>
                  </a:lnTo>
                  <a:lnTo>
                    <a:pt x="1758" y="142890"/>
                  </a:lnTo>
                  <a:lnTo>
                    <a:pt x="1073" y="148139"/>
                  </a:lnTo>
                  <a:lnTo>
                    <a:pt x="553" y="153408"/>
                  </a:lnTo>
                  <a:lnTo>
                    <a:pt x="201" y="158689"/>
                  </a:lnTo>
                  <a:lnTo>
                    <a:pt x="17" y="163980"/>
                  </a:lnTo>
                  <a:lnTo>
                    <a:pt x="0" y="169273"/>
                  </a:lnTo>
                  <a:lnTo>
                    <a:pt x="150" y="174565"/>
                  </a:lnTo>
                  <a:lnTo>
                    <a:pt x="468" y="179849"/>
                  </a:lnTo>
                  <a:lnTo>
                    <a:pt x="953" y="185120"/>
                  </a:lnTo>
                  <a:lnTo>
                    <a:pt x="1605" y="190374"/>
                  </a:lnTo>
                  <a:lnTo>
                    <a:pt x="2423" y="195604"/>
                  </a:lnTo>
                  <a:lnTo>
                    <a:pt x="3406" y="200805"/>
                  </a:lnTo>
                  <a:lnTo>
                    <a:pt x="4553" y="205973"/>
                  </a:lnTo>
                  <a:lnTo>
                    <a:pt x="5863" y="211102"/>
                  </a:lnTo>
                  <a:lnTo>
                    <a:pt x="7335" y="216187"/>
                  </a:lnTo>
                  <a:lnTo>
                    <a:pt x="8967" y="221223"/>
                  </a:lnTo>
                  <a:lnTo>
                    <a:pt x="10758" y="226204"/>
                  </a:lnTo>
                  <a:lnTo>
                    <a:pt x="12706" y="231127"/>
                  </a:lnTo>
                  <a:lnTo>
                    <a:pt x="14808" y="235985"/>
                  </a:lnTo>
                  <a:lnTo>
                    <a:pt x="17064" y="240774"/>
                  </a:lnTo>
                  <a:lnTo>
                    <a:pt x="19470" y="245489"/>
                  </a:lnTo>
                  <a:lnTo>
                    <a:pt x="22024" y="250126"/>
                  </a:lnTo>
                  <a:lnTo>
                    <a:pt x="24723" y="254680"/>
                  </a:lnTo>
                  <a:lnTo>
                    <a:pt x="27565" y="259145"/>
                  </a:lnTo>
                  <a:lnTo>
                    <a:pt x="30548" y="263519"/>
                  </a:lnTo>
                  <a:lnTo>
                    <a:pt x="33667" y="267796"/>
                  </a:lnTo>
                  <a:lnTo>
                    <a:pt x="36920" y="271972"/>
                  </a:lnTo>
                  <a:lnTo>
                    <a:pt x="40304" y="276043"/>
                  </a:lnTo>
                  <a:lnTo>
                    <a:pt x="43815" y="280005"/>
                  </a:lnTo>
                  <a:lnTo>
                    <a:pt x="47449" y="283854"/>
                  </a:lnTo>
                  <a:lnTo>
                    <a:pt x="51204" y="287585"/>
                  </a:lnTo>
                  <a:lnTo>
                    <a:pt x="55075" y="291196"/>
                  </a:lnTo>
                  <a:lnTo>
                    <a:pt x="59058" y="294683"/>
                  </a:lnTo>
                  <a:lnTo>
                    <a:pt x="63150" y="298041"/>
                  </a:lnTo>
                  <a:lnTo>
                    <a:pt x="67346" y="301269"/>
                  </a:lnTo>
                  <a:lnTo>
                    <a:pt x="71642" y="304362"/>
                  </a:lnTo>
                  <a:lnTo>
                    <a:pt x="76034" y="307317"/>
                  </a:lnTo>
                  <a:lnTo>
                    <a:pt x="80517" y="310132"/>
                  </a:lnTo>
                  <a:lnTo>
                    <a:pt x="85087" y="312803"/>
                  </a:lnTo>
                  <a:lnTo>
                    <a:pt x="89739" y="315329"/>
                  </a:lnTo>
                  <a:lnTo>
                    <a:pt x="94469" y="317706"/>
                  </a:lnTo>
                  <a:lnTo>
                    <a:pt x="99272" y="319932"/>
                  </a:lnTo>
                  <a:lnTo>
                    <a:pt x="104143" y="322004"/>
                  </a:lnTo>
                  <a:lnTo>
                    <a:pt x="109077" y="323922"/>
                  </a:lnTo>
                  <a:lnTo>
                    <a:pt x="114070" y="325682"/>
                  </a:lnTo>
                  <a:lnTo>
                    <a:pt x="119115" y="327283"/>
                  </a:lnTo>
                  <a:lnTo>
                    <a:pt x="124209" y="328724"/>
                  </a:lnTo>
                  <a:lnTo>
                    <a:pt x="129346" y="330003"/>
                  </a:lnTo>
                  <a:lnTo>
                    <a:pt x="134521" y="331118"/>
                  </a:lnTo>
                  <a:lnTo>
                    <a:pt x="139728" y="332069"/>
                  </a:lnTo>
                  <a:lnTo>
                    <a:pt x="144963" y="332855"/>
                  </a:lnTo>
                  <a:lnTo>
                    <a:pt x="150221" y="333475"/>
                  </a:lnTo>
                  <a:lnTo>
                    <a:pt x="155495" y="333927"/>
                  </a:lnTo>
                  <a:lnTo>
                    <a:pt x="160781" y="334213"/>
                  </a:lnTo>
                  <a:lnTo>
                    <a:pt x="166073" y="334331"/>
                  </a:lnTo>
                  <a:lnTo>
                    <a:pt x="171366" y="334281"/>
                  </a:lnTo>
                  <a:lnTo>
                    <a:pt x="176656" y="334064"/>
                  </a:lnTo>
                  <a:lnTo>
                    <a:pt x="181935" y="333680"/>
                  </a:lnTo>
                  <a:lnTo>
                    <a:pt x="187200" y="333128"/>
                  </a:lnTo>
                  <a:lnTo>
                    <a:pt x="192445" y="332410"/>
                  </a:lnTo>
                  <a:lnTo>
                    <a:pt x="197664" y="331526"/>
                  </a:lnTo>
                  <a:lnTo>
                    <a:pt x="202853" y="330478"/>
                  </a:lnTo>
                  <a:lnTo>
                    <a:pt x="208006" y="329266"/>
                  </a:lnTo>
                  <a:lnTo>
                    <a:pt x="213118" y="327891"/>
                  </a:lnTo>
                  <a:lnTo>
                    <a:pt x="218184" y="326355"/>
                  </a:lnTo>
                  <a:lnTo>
                    <a:pt x="223199" y="324660"/>
                  </a:lnTo>
                  <a:lnTo>
                    <a:pt x="228157" y="322806"/>
                  </a:lnTo>
                  <a:lnTo>
                    <a:pt x="233054" y="320797"/>
                  </a:lnTo>
                  <a:lnTo>
                    <a:pt x="237886" y="318633"/>
                  </a:lnTo>
                  <a:lnTo>
                    <a:pt x="242646" y="316317"/>
                  </a:lnTo>
                  <a:lnTo>
                    <a:pt x="247331" y="313852"/>
                  </a:lnTo>
                  <a:lnTo>
                    <a:pt x="251935" y="311240"/>
                  </a:lnTo>
                  <a:lnTo>
                    <a:pt x="256454" y="308484"/>
                  </a:lnTo>
                  <a:lnTo>
                    <a:pt x="260884" y="305585"/>
                  </a:lnTo>
                  <a:lnTo>
                    <a:pt x="265220" y="302548"/>
                  </a:lnTo>
                  <a:lnTo>
                    <a:pt x="269457" y="299375"/>
                  </a:lnTo>
                  <a:lnTo>
                    <a:pt x="273592" y="296070"/>
                  </a:lnTo>
                  <a:lnTo>
                    <a:pt x="277620" y="292635"/>
                  </a:lnTo>
                  <a:lnTo>
                    <a:pt x="281537" y="289074"/>
                  </a:lnTo>
                  <a:lnTo>
                    <a:pt x="285340" y="285392"/>
                  </a:lnTo>
                  <a:lnTo>
                    <a:pt x="289024" y="281590"/>
                  </a:lnTo>
                  <a:lnTo>
                    <a:pt x="292585" y="277674"/>
                  </a:lnTo>
                  <a:lnTo>
                    <a:pt x="296022" y="273647"/>
                  </a:lnTo>
                  <a:lnTo>
                    <a:pt x="299328" y="269513"/>
                  </a:lnTo>
                  <a:lnTo>
                    <a:pt x="302503" y="265277"/>
                  </a:lnTo>
                  <a:lnTo>
                    <a:pt x="305541" y="260942"/>
                  </a:lnTo>
                  <a:lnTo>
                    <a:pt x="308441" y="256514"/>
                  </a:lnTo>
                  <a:lnTo>
                    <a:pt x="311199" y="251995"/>
                  </a:lnTo>
                  <a:lnTo>
                    <a:pt x="313813" y="247392"/>
                  </a:lnTo>
                  <a:lnTo>
                    <a:pt x="316279" y="242708"/>
                  </a:lnTo>
                  <a:lnTo>
                    <a:pt x="318596" y="237949"/>
                  </a:lnTo>
                  <a:lnTo>
                    <a:pt x="320762" y="233118"/>
                  </a:lnTo>
                  <a:lnTo>
                    <a:pt x="322773" y="228221"/>
                  </a:lnTo>
                  <a:lnTo>
                    <a:pt x="324628" y="223263"/>
                  </a:lnTo>
                  <a:lnTo>
                    <a:pt x="326325" y="218249"/>
                  </a:lnTo>
                  <a:lnTo>
                    <a:pt x="327863" y="213184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6082840" y="1546678"/>
              <a:ext cx="160709" cy="46016"/>
            </a:xfrm>
            <a:custGeom>
              <a:avLst/>
              <a:pathLst>
                <a:path w="160709" h="46016">
                  <a:moveTo>
                    <a:pt x="160709" y="4601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6082840" y="1546678"/>
              <a:ext cx="160934" cy="46016"/>
            </a:xfrm>
            <a:custGeom>
              <a:avLst/>
              <a:pathLst>
                <a:path w="160934" h="46016">
                  <a:moveTo>
                    <a:pt x="160709" y="46016"/>
                  </a:moveTo>
                  <a:lnTo>
                    <a:pt x="160934" y="45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6082840" y="1379510"/>
              <a:ext cx="167148" cy="212387"/>
            </a:xfrm>
            <a:custGeom>
              <a:avLst/>
              <a:pathLst>
                <a:path w="167148" h="212387">
                  <a:moveTo>
                    <a:pt x="160934" y="212387"/>
                  </a:moveTo>
                  <a:lnTo>
                    <a:pt x="162313" y="207156"/>
                  </a:lnTo>
                  <a:lnTo>
                    <a:pt x="163522" y="201883"/>
                  </a:lnTo>
                  <a:lnTo>
                    <a:pt x="164560" y="196574"/>
                  </a:lnTo>
                  <a:lnTo>
                    <a:pt x="165425" y="191233"/>
                  </a:lnTo>
                  <a:lnTo>
                    <a:pt x="166118" y="185868"/>
                  </a:lnTo>
                  <a:lnTo>
                    <a:pt x="166636" y="180483"/>
                  </a:lnTo>
                  <a:lnTo>
                    <a:pt x="166979" y="175084"/>
                  </a:lnTo>
                  <a:lnTo>
                    <a:pt x="167148" y="169677"/>
                  </a:lnTo>
                  <a:lnTo>
                    <a:pt x="167142" y="164267"/>
                  </a:lnTo>
                  <a:lnTo>
                    <a:pt x="166960" y="158860"/>
                  </a:lnTo>
                  <a:lnTo>
                    <a:pt x="166604" y="153462"/>
                  </a:lnTo>
                  <a:lnTo>
                    <a:pt x="166073" y="148078"/>
                  </a:lnTo>
                  <a:lnTo>
                    <a:pt x="165369" y="142714"/>
                  </a:lnTo>
                  <a:lnTo>
                    <a:pt x="164491" y="137376"/>
                  </a:lnTo>
                  <a:lnTo>
                    <a:pt x="163441" y="132069"/>
                  </a:lnTo>
                  <a:lnTo>
                    <a:pt x="162220" y="126799"/>
                  </a:lnTo>
                  <a:lnTo>
                    <a:pt x="160828" y="121571"/>
                  </a:lnTo>
                  <a:lnTo>
                    <a:pt x="159269" y="116391"/>
                  </a:lnTo>
                  <a:lnTo>
                    <a:pt x="157542" y="111264"/>
                  </a:lnTo>
                  <a:lnTo>
                    <a:pt x="155651" y="106195"/>
                  </a:lnTo>
                  <a:lnTo>
                    <a:pt x="153597" y="101191"/>
                  </a:lnTo>
                  <a:lnTo>
                    <a:pt x="151381" y="96255"/>
                  </a:lnTo>
                  <a:lnTo>
                    <a:pt x="149008" y="91394"/>
                  </a:lnTo>
                  <a:lnTo>
                    <a:pt x="146478" y="86612"/>
                  </a:lnTo>
                  <a:lnTo>
                    <a:pt x="143794" y="81914"/>
                  </a:lnTo>
                  <a:lnTo>
                    <a:pt x="140960" y="77306"/>
                  </a:lnTo>
                  <a:lnTo>
                    <a:pt x="137979" y="72792"/>
                  </a:lnTo>
                  <a:lnTo>
                    <a:pt x="134853" y="68377"/>
                  </a:lnTo>
                  <a:lnTo>
                    <a:pt x="131586" y="64065"/>
                  </a:lnTo>
                  <a:lnTo>
                    <a:pt x="128181" y="59861"/>
                  </a:lnTo>
                  <a:lnTo>
                    <a:pt x="124641" y="55770"/>
                  </a:lnTo>
                  <a:lnTo>
                    <a:pt x="120971" y="51795"/>
                  </a:lnTo>
                  <a:lnTo>
                    <a:pt x="117175" y="47941"/>
                  </a:lnTo>
                  <a:lnTo>
                    <a:pt x="113256" y="44212"/>
                  </a:lnTo>
                  <a:lnTo>
                    <a:pt x="109218" y="40611"/>
                  </a:lnTo>
                  <a:lnTo>
                    <a:pt x="105066" y="37144"/>
                  </a:lnTo>
                  <a:lnTo>
                    <a:pt x="100803" y="33812"/>
                  </a:lnTo>
                  <a:lnTo>
                    <a:pt x="96435" y="30620"/>
                  </a:lnTo>
                  <a:lnTo>
                    <a:pt x="91967" y="27571"/>
                  </a:lnTo>
                  <a:lnTo>
                    <a:pt x="87401" y="24668"/>
                  </a:lnTo>
                  <a:lnTo>
                    <a:pt x="82745" y="21915"/>
                  </a:lnTo>
                  <a:lnTo>
                    <a:pt x="78001" y="19313"/>
                  </a:lnTo>
                  <a:lnTo>
                    <a:pt x="73176" y="16867"/>
                  </a:lnTo>
                  <a:lnTo>
                    <a:pt x="68274" y="14578"/>
                  </a:lnTo>
                  <a:lnTo>
                    <a:pt x="63301" y="12448"/>
                  </a:lnTo>
                  <a:lnTo>
                    <a:pt x="58262" y="10481"/>
                  </a:lnTo>
                  <a:lnTo>
                    <a:pt x="53161" y="8678"/>
                  </a:lnTo>
                  <a:lnTo>
                    <a:pt x="48005" y="7041"/>
                  </a:lnTo>
                  <a:lnTo>
                    <a:pt x="42799" y="5571"/>
                  </a:lnTo>
                  <a:lnTo>
                    <a:pt x="37547" y="4271"/>
                  </a:lnTo>
                  <a:lnTo>
                    <a:pt x="32257" y="3141"/>
                  </a:lnTo>
                  <a:lnTo>
                    <a:pt x="26932" y="2183"/>
                  </a:lnTo>
                  <a:lnTo>
                    <a:pt x="21580" y="1398"/>
                  </a:lnTo>
                  <a:lnTo>
                    <a:pt x="16204" y="787"/>
                  </a:lnTo>
                  <a:lnTo>
                    <a:pt x="10812" y="350"/>
                  </a:lnTo>
                  <a:lnTo>
                    <a:pt x="5409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465977" y="1120312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2" y="334"/>
                  </a:lnTo>
                  <a:lnTo>
                    <a:pt x="151322" y="751"/>
                  </a:lnTo>
                  <a:lnTo>
                    <a:pt x="146068" y="1335"/>
                  </a:lnTo>
                  <a:lnTo>
                    <a:pt x="140836" y="2085"/>
                  </a:lnTo>
                  <a:lnTo>
                    <a:pt x="135629" y="3000"/>
                  </a:lnTo>
                  <a:lnTo>
                    <a:pt x="130454" y="4079"/>
                  </a:lnTo>
                  <a:lnTo>
                    <a:pt x="125316" y="5321"/>
                  </a:lnTo>
                  <a:lnTo>
                    <a:pt x="120220" y="6725"/>
                  </a:lnTo>
                  <a:lnTo>
                    <a:pt x="115170" y="8289"/>
                  </a:lnTo>
                  <a:lnTo>
                    <a:pt x="110173" y="10012"/>
                  </a:lnTo>
                  <a:lnTo>
                    <a:pt x="105232" y="11892"/>
                  </a:lnTo>
                  <a:lnTo>
                    <a:pt x="100354" y="13928"/>
                  </a:lnTo>
                  <a:lnTo>
                    <a:pt x="95542" y="16117"/>
                  </a:lnTo>
                  <a:lnTo>
                    <a:pt x="90802" y="18457"/>
                  </a:lnTo>
                  <a:lnTo>
                    <a:pt x="86138" y="20945"/>
                  </a:lnTo>
                  <a:lnTo>
                    <a:pt x="81555" y="23580"/>
                  </a:lnTo>
                  <a:lnTo>
                    <a:pt x="77058" y="26359"/>
                  </a:lnTo>
                  <a:lnTo>
                    <a:pt x="72651" y="29278"/>
                  </a:lnTo>
                  <a:lnTo>
                    <a:pt x="68338" y="32335"/>
                  </a:lnTo>
                  <a:lnTo>
                    <a:pt x="64125" y="35527"/>
                  </a:lnTo>
                  <a:lnTo>
                    <a:pt x="60014" y="38851"/>
                  </a:lnTo>
                  <a:lnTo>
                    <a:pt x="56010" y="42302"/>
                  </a:lnTo>
                  <a:lnTo>
                    <a:pt x="52118" y="45879"/>
                  </a:lnTo>
                  <a:lnTo>
                    <a:pt x="48340" y="49577"/>
                  </a:lnTo>
                  <a:lnTo>
                    <a:pt x="44682" y="53393"/>
                  </a:lnTo>
                  <a:lnTo>
                    <a:pt x="41146" y="57322"/>
                  </a:lnTo>
                  <a:lnTo>
                    <a:pt x="37736" y="61361"/>
                  </a:lnTo>
                  <a:lnTo>
                    <a:pt x="34455" y="65506"/>
                  </a:lnTo>
                  <a:lnTo>
                    <a:pt x="31307" y="69753"/>
                  </a:lnTo>
                  <a:lnTo>
                    <a:pt x="28295" y="74097"/>
                  </a:lnTo>
                  <a:lnTo>
                    <a:pt x="25422" y="78534"/>
                  </a:lnTo>
                  <a:lnTo>
                    <a:pt x="22690" y="83060"/>
                  </a:lnTo>
                  <a:lnTo>
                    <a:pt x="20103" y="87670"/>
                  </a:lnTo>
                  <a:lnTo>
                    <a:pt x="17663" y="92359"/>
                  </a:lnTo>
                  <a:lnTo>
                    <a:pt x="15372" y="97124"/>
                  </a:lnTo>
                  <a:lnTo>
                    <a:pt x="13234" y="101958"/>
                  </a:lnTo>
                  <a:lnTo>
                    <a:pt x="11249" y="106857"/>
                  </a:lnTo>
                  <a:lnTo>
                    <a:pt x="9420" y="111817"/>
                  </a:lnTo>
                  <a:lnTo>
                    <a:pt x="7749" y="116832"/>
                  </a:lnTo>
                  <a:lnTo>
                    <a:pt x="6237" y="121898"/>
                  </a:lnTo>
                  <a:lnTo>
                    <a:pt x="4886" y="127008"/>
                  </a:lnTo>
                  <a:lnTo>
                    <a:pt x="3697" y="132159"/>
                  </a:lnTo>
                  <a:lnTo>
                    <a:pt x="2672" y="137345"/>
                  </a:lnTo>
                  <a:lnTo>
                    <a:pt x="1811" y="142561"/>
                  </a:lnTo>
                  <a:lnTo>
                    <a:pt x="1116" y="147801"/>
                  </a:lnTo>
                  <a:lnTo>
                    <a:pt x="587" y="153061"/>
                  </a:lnTo>
                  <a:lnTo>
                    <a:pt x="224" y="158334"/>
                  </a:lnTo>
                  <a:lnTo>
                    <a:pt x="28" y="163617"/>
                  </a:lnTo>
                  <a:lnTo>
                    <a:pt x="0" y="168903"/>
                  </a:lnTo>
                  <a:lnTo>
                    <a:pt x="138" y="174188"/>
                  </a:lnTo>
                  <a:lnTo>
                    <a:pt x="443" y="179465"/>
                  </a:lnTo>
                  <a:lnTo>
                    <a:pt x="916" y="184730"/>
                  </a:lnTo>
                  <a:lnTo>
                    <a:pt x="1554" y="189978"/>
                  </a:lnTo>
                  <a:lnTo>
                    <a:pt x="2358" y="195202"/>
                  </a:lnTo>
                  <a:lnTo>
                    <a:pt x="3327" y="200399"/>
                  </a:lnTo>
                  <a:lnTo>
                    <a:pt x="4460" y="205562"/>
                  </a:lnTo>
                  <a:lnTo>
                    <a:pt x="5755" y="210687"/>
                  </a:lnTo>
                  <a:lnTo>
                    <a:pt x="7212" y="215769"/>
                  </a:lnTo>
                  <a:lnTo>
                    <a:pt x="8828" y="220802"/>
                  </a:lnTo>
                  <a:lnTo>
                    <a:pt x="10603" y="225781"/>
                  </a:lnTo>
                  <a:lnTo>
                    <a:pt x="12535" y="230702"/>
                  </a:lnTo>
                  <a:lnTo>
                    <a:pt x="14621" y="235559"/>
                  </a:lnTo>
                  <a:lnTo>
                    <a:pt x="16860" y="240348"/>
                  </a:lnTo>
                  <a:lnTo>
                    <a:pt x="19249" y="245063"/>
                  </a:lnTo>
                  <a:lnTo>
                    <a:pt x="21786" y="249701"/>
                  </a:lnTo>
                  <a:lnTo>
                    <a:pt x="24468" y="254256"/>
                  </a:lnTo>
                  <a:lnTo>
                    <a:pt x="27293" y="258724"/>
                  </a:lnTo>
                  <a:lnTo>
                    <a:pt x="30258" y="263101"/>
                  </a:lnTo>
                  <a:lnTo>
                    <a:pt x="33360" y="267382"/>
                  </a:lnTo>
                  <a:lnTo>
                    <a:pt x="36595" y="271562"/>
                  </a:lnTo>
                  <a:lnTo>
                    <a:pt x="39961" y="275638"/>
                  </a:lnTo>
                  <a:lnTo>
                    <a:pt x="43454" y="279605"/>
                  </a:lnTo>
                  <a:lnTo>
                    <a:pt x="47071" y="283461"/>
                  </a:lnTo>
                  <a:lnTo>
                    <a:pt x="50809" y="287199"/>
                  </a:lnTo>
                  <a:lnTo>
                    <a:pt x="54662" y="290818"/>
                  </a:lnTo>
                  <a:lnTo>
                    <a:pt x="58628" y="294313"/>
                  </a:lnTo>
                  <a:lnTo>
                    <a:pt x="62702" y="297681"/>
                  </a:lnTo>
                  <a:lnTo>
                    <a:pt x="66881" y="300919"/>
                  </a:lnTo>
                  <a:lnTo>
                    <a:pt x="71160" y="304022"/>
                  </a:lnTo>
                  <a:lnTo>
                    <a:pt x="75535" y="306989"/>
                  </a:lnTo>
                  <a:lnTo>
                    <a:pt x="80002" y="309816"/>
                  </a:lnTo>
                  <a:lnTo>
                    <a:pt x="84556" y="312501"/>
                  </a:lnTo>
                  <a:lnTo>
                    <a:pt x="89193" y="315040"/>
                  </a:lnTo>
                  <a:lnTo>
                    <a:pt x="93907" y="317431"/>
                  </a:lnTo>
                  <a:lnTo>
                    <a:pt x="98695" y="319672"/>
                  </a:lnTo>
                  <a:lnTo>
                    <a:pt x="103551" y="321760"/>
                  </a:lnTo>
                  <a:lnTo>
                    <a:pt x="108471" y="323694"/>
                  </a:lnTo>
                  <a:lnTo>
                    <a:pt x="113449" y="325472"/>
                  </a:lnTo>
                  <a:lnTo>
                    <a:pt x="118481" y="327091"/>
                  </a:lnTo>
                  <a:lnTo>
                    <a:pt x="123562" y="328550"/>
                  </a:lnTo>
                  <a:lnTo>
                    <a:pt x="128687" y="329847"/>
                  </a:lnTo>
                  <a:lnTo>
                    <a:pt x="133850" y="330982"/>
                  </a:lnTo>
                  <a:lnTo>
                    <a:pt x="139046" y="331954"/>
                  </a:lnTo>
                  <a:lnTo>
                    <a:pt x="144270" y="332760"/>
                  </a:lnTo>
                  <a:lnTo>
                    <a:pt x="149518" y="333401"/>
                  </a:lnTo>
                  <a:lnTo>
                    <a:pt x="154782" y="333876"/>
                  </a:lnTo>
                  <a:lnTo>
                    <a:pt x="160060" y="334184"/>
                  </a:lnTo>
                  <a:lnTo>
                    <a:pt x="165344" y="334325"/>
                  </a:lnTo>
                  <a:lnTo>
                    <a:pt x="170630" y="334298"/>
                  </a:lnTo>
                  <a:lnTo>
                    <a:pt x="175913" y="334105"/>
                  </a:lnTo>
                  <a:lnTo>
                    <a:pt x="181187" y="333745"/>
                  </a:lnTo>
                  <a:lnTo>
                    <a:pt x="186447" y="333218"/>
                  </a:lnTo>
                  <a:lnTo>
                    <a:pt x="191687" y="332525"/>
                  </a:lnTo>
                  <a:lnTo>
                    <a:pt x="196903" y="331667"/>
                  </a:lnTo>
                  <a:lnTo>
                    <a:pt x="202090" y="330644"/>
                  </a:lnTo>
                  <a:lnTo>
                    <a:pt x="207241" y="329458"/>
                  </a:lnTo>
                  <a:lnTo>
                    <a:pt x="212352" y="328109"/>
                  </a:lnTo>
                  <a:lnTo>
                    <a:pt x="217419" y="326600"/>
                  </a:lnTo>
                  <a:lnTo>
                    <a:pt x="222434" y="324931"/>
                  </a:lnTo>
                  <a:lnTo>
                    <a:pt x="227395" y="323104"/>
                  </a:lnTo>
                  <a:lnTo>
                    <a:pt x="232295" y="321122"/>
                  </a:lnTo>
                  <a:lnTo>
                    <a:pt x="237131" y="318985"/>
                  </a:lnTo>
                  <a:lnTo>
                    <a:pt x="241896" y="316697"/>
                  </a:lnTo>
                  <a:lnTo>
                    <a:pt x="246586" y="314259"/>
                  </a:lnTo>
                  <a:lnTo>
                    <a:pt x="251198" y="311674"/>
                  </a:lnTo>
                  <a:lnTo>
                    <a:pt x="255725" y="308945"/>
                  </a:lnTo>
                  <a:lnTo>
                    <a:pt x="260163" y="306073"/>
                  </a:lnTo>
                  <a:lnTo>
                    <a:pt x="264509" y="303063"/>
                  </a:lnTo>
                  <a:lnTo>
                    <a:pt x="268757" y="299917"/>
                  </a:lnTo>
                  <a:lnTo>
                    <a:pt x="272903" y="296638"/>
                  </a:lnTo>
                  <a:lnTo>
                    <a:pt x="276944" y="293230"/>
                  </a:lnTo>
                  <a:lnTo>
                    <a:pt x="280875" y="289696"/>
                  </a:lnTo>
                  <a:lnTo>
                    <a:pt x="284692" y="286039"/>
                  </a:lnTo>
                  <a:lnTo>
                    <a:pt x="288392" y="282263"/>
                  </a:lnTo>
                  <a:lnTo>
                    <a:pt x="291971" y="278373"/>
                  </a:lnTo>
                  <a:lnTo>
                    <a:pt x="295425" y="274371"/>
                  </a:lnTo>
                  <a:lnTo>
                    <a:pt x="298750" y="270261"/>
                  </a:lnTo>
                  <a:lnTo>
                    <a:pt x="301944" y="266049"/>
                  </a:lnTo>
                  <a:lnTo>
                    <a:pt x="305003" y="261738"/>
                  </a:lnTo>
                  <a:lnTo>
                    <a:pt x="307924" y="257332"/>
                  </a:lnTo>
                  <a:lnTo>
                    <a:pt x="310705" y="252836"/>
                  </a:lnTo>
                  <a:lnTo>
                    <a:pt x="313342" y="248255"/>
                  </a:lnTo>
                  <a:lnTo>
                    <a:pt x="315832" y="243592"/>
                  </a:lnTo>
                  <a:lnTo>
                    <a:pt x="318175" y="238853"/>
                  </a:lnTo>
                  <a:lnTo>
                    <a:pt x="320366" y="234042"/>
                  </a:lnTo>
                  <a:lnTo>
                    <a:pt x="322404" y="229165"/>
                  </a:lnTo>
                  <a:lnTo>
                    <a:pt x="324286" y="224225"/>
                  </a:lnTo>
                  <a:lnTo>
                    <a:pt x="326012" y="219229"/>
                  </a:lnTo>
                  <a:lnTo>
                    <a:pt x="327578" y="214180"/>
                  </a:lnTo>
                  <a:lnTo>
                    <a:pt x="328985" y="209084"/>
                  </a:lnTo>
                  <a:lnTo>
                    <a:pt x="330229" y="203946"/>
                  </a:lnTo>
                  <a:lnTo>
                    <a:pt x="331311" y="198772"/>
                  </a:lnTo>
                  <a:lnTo>
                    <a:pt x="332228" y="193566"/>
                  </a:lnTo>
                  <a:lnTo>
                    <a:pt x="332980" y="188334"/>
                  </a:lnTo>
                  <a:lnTo>
                    <a:pt x="333566" y="183080"/>
                  </a:lnTo>
                  <a:lnTo>
                    <a:pt x="333986" y="177810"/>
                  </a:lnTo>
                  <a:lnTo>
                    <a:pt x="334239" y="172530"/>
                  </a:lnTo>
                  <a:lnTo>
                    <a:pt x="334325" y="167245"/>
                  </a:lnTo>
                  <a:lnTo>
                    <a:pt x="334244" y="161959"/>
                  </a:lnTo>
                  <a:lnTo>
                    <a:pt x="333996" y="156679"/>
                  </a:lnTo>
                  <a:lnTo>
                    <a:pt x="333581" y="151409"/>
                  </a:lnTo>
                  <a:lnTo>
                    <a:pt x="333000" y="146155"/>
                  </a:lnTo>
                  <a:lnTo>
                    <a:pt x="332252" y="140922"/>
                  </a:lnTo>
                  <a:lnTo>
                    <a:pt x="331340" y="135715"/>
                  </a:lnTo>
                  <a:lnTo>
                    <a:pt x="330263" y="130539"/>
                  </a:lnTo>
                  <a:lnTo>
                    <a:pt x="329024" y="125400"/>
                  </a:lnTo>
                  <a:lnTo>
                    <a:pt x="327622" y="120303"/>
                  </a:lnTo>
                  <a:lnTo>
                    <a:pt x="326060" y="115253"/>
                  </a:lnTo>
                  <a:lnTo>
                    <a:pt x="324339" y="110255"/>
                  </a:lnTo>
                  <a:lnTo>
                    <a:pt x="322461" y="105313"/>
                  </a:lnTo>
                  <a:lnTo>
                    <a:pt x="320428" y="100434"/>
                  </a:lnTo>
                  <a:lnTo>
                    <a:pt x="318241" y="95621"/>
                  </a:lnTo>
                  <a:lnTo>
                    <a:pt x="315904" y="90880"/>
                  </a:lnTo>
                  <a:lnTo>
                    <a:pt x="313417" y="86215"/>
                  </a:lnTo>
                  <a:lnTo>
                    <a:pt x="310784" y="81631"/>
                  </a:lnTo>
                  <a:lnTo>
                    <a:pt x="308008" y="77133"/>
                  </a:lnTo>
                  <a:lnTo>
                    <a:pt x="305091" y="72724"/>
                  </a:lnTo>
                  <a:lnTo>
                    <a:pt x="302036" y="68410"/>
                  </a:lnTo>
                  <a:lnTo>
                    <a:pt x="298846" y="64195"/>
                  </a:lnTo>
                  <a:lnTo>
                    <a:pt x="295524" y="60083"/>
                  </a:lnTo>
                  <a:lnTo>
                    <a:pt x="292074" y="56077"/>
                  </a:lnTo>
                  <a:lnTo>
                    <a:pt x="288499" y="52183"/>
                  </a:lnTo>
                  <a:lnTo>
                    <a:pt x="284803" y="48404"/>
                  </a:lnTo>
                  <a:lnTo>
                    <a:pt x="280989" y="44744"/>
                  </a:lnTo>
                  <a:lnTo>
                    <a:pt x="277061" y="41206"/>
                  </a:lnTo>
                  <a:lnTo>
                    <a:pt x="273024" y="37794"/>
                  </a:lnTo>
                  <a:lnTo>
                    <a:pt x="268880" y="34511"/>
                  </a:lnTo>
                  <a:lnTo>
                    <a:pt x="264635" y="31361"/>
                  </a:lnTo>
                  <a:lnTo>
                    <a:pt x="260292" y="28347"/>
                  </a:lnTo>
                  <a:lnTo>
                    <a:pt x="255856" y="25472"/>
                  </a:lnTo>
                  <a:lnTo>
                    <a:pt x="251332" y="22738"/>
                  </a:lnTo>
                  <a:lnTo>
                    <a:pt x="246723" y="20149"/>
                  </a:lnTo>
                  <a:lnTo>
                    <a:pt x="242035" y="17707"/>
                  </a:lnTo>
                  <a:lnTo>
                    <a:pt x="237272" y="15414"/>
                  </a:lnTo>
                  <a:lnTo>
                    <a:pt x="232439" y="13273"/>
                  </a:lnTo>
                  <a:lnTo>
                    <a:pt x="227540" y="11286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633135" y="1131599"/>
              <a:ext cx="60382" cy="155881"/>
            </a:xfrm>
            <a:custGeom>
              <a:avLst/>
              <a:pathLst>
                <a:path w="60382" h="155881">
                  <a:moveTo>
                    <a:pt x="60382" y="0"/>
                  </a:moveTo>
                  <a:lnTo>
                    <a:pt x="0" y="1558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633135" y="1131302"/>
              <a:ext cx="60382" cy="156178"/>
            </a:xfrm>
            <a:custGeom>
              <a:avLst/>
              <a:pathLst>
                <a:path w="60382" h="156178">
                  <a:moveTo>
                    <a:pt x="60382" y="297"/>
                  </a:moveTo>
                  <a:lnTo>
                    <a:pt x="59609" y="0"/>
                  </a:lnTo>
                  <a:lnTo>
                    <a:pt x="0" y="1561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633135" y="1120312"/>
              <a:ext cx="59609" cy="167167"/>
            </a:xfrm>
            <a:custGeom>
              <a:avLst/>
              <a:pathLst>
                <a:path w="59609" h="167167">
                  <a:moveTo>
                    <a:pt x="59609" y="10989"/>
                  </a:moveTo>
                  <a:lnTo>
                    <a:pt x="53876" y="8919"/>
                  </a:lnTo>
                  <a:lnTo>
                    <a:pt x="48072" y="7061"/>
                  </a:lnTo>
                  <a:lnTo>
                    <a:pt x="42203" y="5415"/>
                  </a:lnTo>
                  <a:lnTo>
                    <a:pt x="36279" y="3984"/>
                  </a:lnTo>
                  <a:lnTo>
                    <a:pt x="30306" y="2770"/>
                  </a:lnTo>
                  <a:lnTo>
                    <a:pt x="24294" y="1774"/>
                  </a:lnTo>
                  <a:lnTo>
                    <a:pt x="18248" y="999"/>
                  </a:lnTo>
                  <a:lnTo>
                    <a:pt x="12179" y="444"/>
                  </a:lnTo>
                  <a:lnTo>
                    <a:pt x="6093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68520" y="971635"/>
              <a:ext cx="333946" cy="334329"/>
            </a:xfrm>
            <a:custGeom>
              <a:avLst/>
              <a:pathLst>
                <a:path w="333946" h="334329">
                  <a:moveTo>
                    <a:pt x="167155" y="0"/>
                  </a:moveTo>
                  <a:lnTo>
                    <a:pt x="161838" y="84"/>
                  </a:lnTo>
                  <a:lnTo>
                    <a:pt x="156525" y="338"/>
                  </a:lnTo>
                  <a:lnTo>
                    <a:pt x="151223" y="760"/>
                  </a:lnTo>
                  <a:lnTo>
                    <a:pt x="145938" y="1351"/>
                  </a:lnTo>
                  <a:lnTo>
                    <a:pt x="140674" y="2110"/>
                  </a:lnTo>
                  <a:lnTo>
                    <a:pt x="135437" y="3036"/>
                  </a:lnTo>
                  <a:lnTo>
                    <a:pt x="130231" y="4128"/>
                  </a:lnTo>
                  <a:lnTo>
                    <a:pt x="125064" y="5385"/>
                  </a:lnTo>
                  <a:lnTo>
                    <a:pt x="119939" y="6806"/>
                  </a:lnTo>
                  <a:lnTo>
                    <a:pt x="114861" y="8390"/>
                  </a:lnTo>
                  <a:lnTo>
                    <a:pt x="109837" y="10133"/>
                  </a:lnTo>
                  <a:lnTo>
                    <a:pt x="104870" y="12036"/>
                  </a:lnTo>
                  <a:lnTo>
                    <a:pt x="99967" y="14096"/>
                  </a:lnTo>
                  <a:lnTo>
                    <a:pt x="95132" y="16311"/>
                  </a:lnTo>
                  <a:lnTo>
                    <a:pt x="90369" y="18678"/>
                  </a:lnTo>
                  <a:lnTo>
                    <a:pt x="85684" y="21196"/>
                  </a:lnTo>
                  <a:lnTo>
                    <a:pt x="81082" y="23862"/>
                  </a:lnTo>
                  <a:lnTo>
                    <a:pt x="76567" y="26672"/>
                  </a:lnTo>
                  <a:lnTo>
                    <a:pt x="72143" y="29625"/>
                  </a:lnTo>
                  <a:lnTo>
                    <a:pt x="67816" y="32717"/>
                  </a:lnTo>
                  <a:lnTo>
                    <a:pt x="63589" y="35946"/>
                  </a:lnTo>
                  <a:lnTo>
                    <a:pt x="59468" y="39306"/>
                  </a:lnTo>
                  <a:lnTo>
                    <a:pt x="55455" y="42797"/>
                  </a:lnTo>
                  <a:lnTo>
                    <a:pt x="51555" y="46413"/>
                  </a:lnTo>
                  <a:lnTo>
                    <a:pt x="47772" y="50152"/>
                  </a:lnTo>
                  <a:lnTo>
                    <a:pt x="44110" y="54009"/>
                  </a:lnTo>
                  <a:lnTo>
                    <a:pt x="40573" y="57980"/>
                  </a:lnTo>
                  <a:lnTo>
                    <a:pt x="37163" y="62062"/>
                  </a:lnTo>
                  <a:lnTo>
                    <a:pt x="33886" y="66251"/>
                  </a:lnTo>
                  <a:lnTo>
                    <a:pt x="30743" y="70541"/>
                  </a:lnTo>
                  <a:lnTo>
                    <a:pt x="27738" y="74929"/>
                  </a:lnTo>
                  <a:lnTo>
                    <a:pt x="24874" y="79411"/>
                  </a:lnTo>
                  <a:lnTo>
                    <a:pt x="22155" y="83982"/>
                  </a:lnTo>
                  <a:lnTo>
                    <a:pt x="19582" y="88636"/>
                  </a:lnTo>
                  <a:lnTo>
                    <a:pt x="17158" y="93371"/>
                  </a:lnTo>
                  <a:lnTo>
                    <a:pt x="14887" y="98180"/>
                  </a:lnTo>
                  <a:lnTo>
                    <a:pt x="12769" y="103058"/>
                  </a:lnTo>
                  <a:lnTo>
                    <a:pt x="10808" y="108002"/>
                  </a:lnTo>
                  <a:lnTo>
                    <a:pt x="9005" y="113006"/>
                  </a:lnTo>
                  <a:lnTo>
                    <a:pt x="7362" y="118064"/>
                  </a:lnTo>
                  <a:lnTo>
                    <a:pt x="5881" y="123172"/>
                  </a:lnTo>
                  <a:lnTo>
                    <a:pt x="4563" y="128325"/>
                  </a:lnTo>
                  <a:lnTo>
                    <a:pt x="3410" y="133517"/>
                  </a:lnTo>
                  <a:lnTo>
                    <a:pt x="2422" y="138743"/>
                  </a:lnTo>
                  <a:lnTo>
                    <a:pt x="1601" y="143997"/>
                  </a:lnTo>
                  <a:lnTo>
                    <a:pt x="948" y="149275"/>
                  </a:lnTo>
                  <a:lnTo>
                    <a:pt x="463" y="154572"/>
                  </a:lnTo>
                  <a:lnTo>
                    <a:pt x="147" y="159881"/>
                  </a:lnTo>
                  <a:lnTo>
                    <a:pt x="0" y="165197"/>
                  </a:lnTo>
                  <a:lnTo>
                    <a:pt x="21" y="170516"/>
                  </a:lnTo>
                  <a:lnTo>
                    <a:pt x="213" y="175831"/>
                  </a:lnTo>
                  <a:lnTo>
                    <a:pt x="573" y="181137"/>
                  </a:lnTo>
                  <a:lnTo>
                    <a:pt x="1101" y="186429"/>
                  </a:lnTo>
                  <a:lnTo>
                    <a:pt x="1798" y="191702"/>
                  </a:lnTo>
                  <a:lnTo>
                    <a:pt x="2662" y="196950"/>
                  </a:lnTo>
                  <a:lnTo>
                    <a:pt x="3693" y="202167"/>
                  </a:lnTo>
                  <a:lnTo>
                    <a:pt x="4889" y="207349"/>
                  </a:lnTo>
                  <a:lnTo>
                    <a:pt x="6250" y="212491"/>
                  </a:lnTo>
                  <a:lnTo>
                    <a:pt x="7773" y="217587"/>
                  </a:lnTo>
                  <a:lnTo>
                    <a:pt x="9457" y="222631"/>
                  </a:lnTo>
                  <a:lnTo>
                    <a:pt x="11302" y="227620"/>
                  </a:lnTo>
                  <a:lnTo>
                    <a:pt x="13304" y="232547"/>
                  </a:lnTo>
                  <a:lnTo>
                    <a:pt x="15461" y="237408"/>
                  </a:lnTo>
                  <a:lnTo>
                    <a:pt x="17772" y="242198"/>
                  </a:lnTo>
                  <a:lnTo>
                    <a:pt x="20235" y="246912"/>
                  </a:lnTo>
                  <a:lnTo>
                    <a:pt x="22846" y="251546"/>
                  </a:lnTo>
                  <a:lnTo>
                    <a:pt x="25603" y="256094"/>
                  </a:lnTo>
                  <a:lnTo>
                    <a:pt x="28504" y="260552"/>
                  </a:lnTo>
                  <a:lnTo>
                    <a:pt x="31545" y="264915"/>
                  </a:lnTo>
                  <a:lnTo>
                    <a:pt x="34723" y="269180"/>
                  </a:lnTo>
                  <a:lnTo>
                    <a:pt x="38035" y="273341"/>
                  </a:lnTo>
                  <a:lnTo>
                    <a:pt x="41478" y="277394"/>
                  </a:lnTo>
                  <a:lnTo>
                    <a:pt x="45048" y="281337"/>
                  </a:lnTo>
                  <a:lnTo>
                    <a:pt x="48742" y="285163"/>
                  </a:lnTo>
                  <a:lnTo>
                    <a:pt x="52555" y="288870"/>
                  </a:lnTo>
                  <a:lnTo>
                    <a:pt x="56485" y="292454"/>
                  </a:lnTo>
                  <a:lnTo>
                    <a:pt x="60526" y="295912"/>
                  </a:lnTo>
                  <a:lnTo>
                    <a:pt x="64676" y="299238"/>
                  </a:lnTo>
                  <a:lnTo>
                    <a:pt x="68929" y="302432"/>
                  </a:lnTo>
                  <a:lnTo>
                    <a:pt x="73282" y="305488"/>
                  </a:lnTo>
                  <a:lnTo>
                    <a:pt x="77729" y="308404"/>
                  </a:lnTo>
                  <a:lnTo>
                    <a:pt x="82267" y="311177"/>
                  </a:lnTo>
                  <a:lnTo>
                    <a:pt x="86892" y="313805"/>
                  </a:lnTo>
                  <a:lnTo>
                    <a:pt x="91597" y="316284"/>
                  </a:lnTo>
                  <a:lnTo>
                    <a:pt x="96379" y="318612"/>
                  </a:lnTo>
                  <a:lnTo>
                    <a:pt x="101232" y="320787"/>
                  </a:lnTo>
                  <a:lnTo>
                    <a:pt x="106152" y="322806"/>
                  </a:lnTo>
                  <a:lnTo>
                    <a:pt x="111134" y="324668"/>
                  </a:lnTo>
                  <a:lnTo>
                    <a:pt x="116173" y="326370"/>
                  </a:lnTo>
                  <a:lnTo>
                    <a:pt x="121263" y="327912"/>
                  </a:lnTo>
                  <a:lnTo>
                    <a:pt x="126400" y="329290"/>
                  </a:lnTo>
                  <a:lnTo>
                    <a:pt x="131578" y="330505"/>
                  </a:lnTo>
                  <a:lnTo>
                    <a:pt x="136792" y="331554"/>
                  </a:lnTo>
                  <a:lnTo>
                    <a:pt x="142037" y="332436"/>
                  </a:lnTo>
                  <a:lnTo>
                    <a:pt x="147307" y="333152"/>
                  </a:lnTo>
                  <a:lnTo>
                    <a:pt x="152597" y="333699"/>
                  </a:lnTo>
                  <a:lnTo>
                    <a:pt x="157902" y="334078"/>
                  </a:lnTo>
                  <a:lnTo>
                    <a:pt x="163216" y="334288"/>
                  </a:lnTo>
                  <a:lnTo>
                    <a:pt x="168535" y="334329"/>
                  </a:lnTo>
                  <a:lnTo>
                    <a:pt x="173852" y="334200"/>
                  </a:lnTo>
                  <a:lnTo>
                    <a:pt x="179162" y="333903"/>
                  </a:lnTo>
                  <a:lnTo>
                    <a:pt x="184460" y="333436"/>
                  </a:lnTo>
                  <a:lnTo>
                    <a:pt x="189740" y="332802"/>
                  </a:lnTo>
                  <a:lnTo>
                    <a:pt x="194998" y="331999"/>
                  </a:lnTo>
                  <a:lnTo>
                    <a:pt x="200227" y="331030"/>
                  </a:lnTo>
                  <a:lnTo>
                    <a:pt x="205423" y="329895"/>
                  </a:lnTo>
                  <a:lnTo>
                    <a:pt x="210580" y="328596"/>
                  </a:lnTo>
                  <a:lnTo>
                    <a:pt x="215694" y="327133"/>
                  </a:lnTo>
                  <a:lnTo>
                    <a:pt x="220758" y="325507"/>
                  </a:lnTo>
                  <a:lnTo>
                    <a:pt x="225768" y="323722"/>
                  </a:lnTo>
                  <a:lnTo>
                    <a:pt x="230718" y="321778"/>
                  </a:lnTo>
                  <a:lnTo>
                    <a:pt x="235604" y="319678"/>
                  </a:lnTo>
                  <a:lnTo>
                    <a:pt x="240421" y="317424"/>
                  </a:lnTo>
                  <a:lnTo>
                    <a:pt x="245164" y="315017"/>
                  </a:lnTo>
                  <a:lnTo>
                    <a:pt x="249828" y="312460"/>
                  </a:lnTo>
                  <a:lnTo>
                    <a:pt x="254408" y="309757"/>
                  </a:lnTo>
                  <a:lnTo>
                    <a:pt x="258900" y="306909"/>
                  </a:lnTo>
                  <a:lnTo>
                    <a:pt x="263299" y="303920"/>
                  </a:lnTo>
                  <a:lnTo>
                    <a:pt x="267600" y="300792"/>
                  </a:lnTo>
                  <a:lnTo>
                    <a:pt x="271800" y="297529"/>
                  </a:lnTo>
                  <a:lnTo>
                    <a:pt x="275894" y="294135"/>
                  </a:lnTo>
                  <a:lnTo>
                    <a:pt x="279878" y="290611"/>
                  </a:lnTo>
                  <a:lnTo>
                    <a:pt x="283748" y="286963"/>
                  </a:lnTo>
                  <a:lnTo>
                    <a:pt x="287500" y="283193"/>
                  </a:lnTo>
                  <a:lnTo>
                    <a:pt x="291130" y="279306"/>
                  </a:lnTo>
                  <a:lnTo>
                    <a:pt x="294635" y="275306"/>
                  </a:lnTo>
                  <a:lnTo>
                    <a:pt x="298010" y="271196"/>
                  </a:lnTo>
                  <a:lnTo>
                    <a:pt x="301253" y="266980"/>
                  </a:lnTo>
                  <a:lnTo>
                    <a:pt x="304361" y="262664"/>
                  </a:lnTo>
                  <a:lnTo>
                    <a:pt x="307329" y="258251"/>
                  </a:lnTo>
                  <a:lnTo>
                    <a:pt x="310156" y="253746"/>
                  </a:lnTo>
                  <a:lnTo>
                    <a:pt x="312837" y="249153"/>
                  </a:lnTo>
                  <a:lnTo>
                    <a:pt x="315372" y="244477"/>
                  </a:lnTo>
                  <a:lnTo>
                    <a:pt x="317756" y="239723"/>
                  </a:lnTo>
                  <a:lnTo>
                    <a:pt x="319988" y="234896"/>
                  </a:lnTo>
                  <a:lnTo>
                    <a:pt x="322065" y="229999"/>
                  </a:lnTo>
                  <a:lnTo>
                    <a:pt x="323985" y="225040"/>
                  </a:lnTo>
                  <a:lnTo>
                    <a:pt x="325747" y="220022"/>
                  </a:lnTo>
                  <a:lnTo>
                    <a:pt x="327348" y="214950"/>
                  </a:lnTo>
                  <a:lnTo>
                    <a:pt x="328787" y="209830"/>
                  </a:lnTo>
                  <a:lnTo>
                    <a:pt x="330062" y="204666"/>
                  </a:lnTo>
                  <a:lnTo>
                    <a:pt x="331173" y="199465"/>
                  </a:lnTo>
                  <a:lnTo>
                    <a:pt x="332117" y="194231"/>
                  </a:lnTo>
                  <a:lnTo>
                    <a:pt x="332895" y="188970"/>
                  </a:lnTo>
                  <a:lnTo>
                    <a:pt x="333505" y="183686"/>
                  </a:lnTo>
                  <a:lnTo>
                    <a:pt x="333946" y="178386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5135676" y="1138802"/>
              <a:ext cx="166790" cy="11219"/>
            </a:xfrm>
            <a:custGeom>
              <a:avLst/>
              <a:pathLst>
                <a:path w="166790" h="11219">
                  <a:moveTo>
                    <a:pt x="166790" y="112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5135676" y="1138802"/>
              <a:ext cx="166905" cy="11219"/>
            </a:xfrm>
            <a:custGeom>
              <a:avLst/>
              <a:pathLst>
                <a:path w="166905" h="11219">
                  <a:moveTo>
                    <a:pt x="166790" y="11219"/>
                  </a:moveTo>
                  <a:lnTo>
                    <a:pt x="166905" y="9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5135676" y="971635"/>
              <a:ext cx="167160" cy="176527"/>
            </a:xfrm>
            <a:custGeom>
              <a:avLst/>
              <a:pathLst>
                <a:path w="167160" h="176527">
                  <a:moveTo>
                    <a:pt x="166905" y="176527"/>
                  </a:moveTo>
                  <a:lnTo>
                    <a:pt x="167121" y="171093"/>
                  </a:lnTo>
                  <a:lnTo>
                    <a:pt x="167160" y="165654"/>
                  </a:lnTo>
                  <a:lnTo>
                    <a:pt x="167022" y="160217"/>
                  </a:lnTo>
                  <a:lnTo>
                    <a:pt x="166708" y="154787"/>
                  </a:lnTo>
                  <a:lnTo>
                    <a:pt x="166217" y="149371"/>
                  </a:lnTo>
                  <a:lnTo>
                    <a:pt x="165550" y="143973"/>
                  </a:lnTo>
                  <a:lnTo>
                    <a:pt x="164708" y="138600"/>
                  </a:lnTo>
                  <a:lnTo>
                    <a:pt x="163691" y="133257"/>
                  </a:lnTo>
                  <a:lnTo>
                    <a:pt x="162502" y="127950"/>
                  </a:lnTo>
                  <a:lnTo>
                    <a:pt x="161140" y="122684"/>
                  </a:lnTo>
                  <a:lnTo>
                    <a:pt x="159608" y="117466"/>
                  </a:lnTo>
                  <a:lnTo>
                    <a:pt x="157906" y="112300"/>
                  </a:lnTo>
                  <a:lnTo>
                    <a:pt x="156038" y="107192"/>
                  </a:lnTo>
                  <a:lnTo>
                    <a:pt x="154004" y="102148"/>
                  </a:lnTo>
                  <a:lnTo>
                    <a:pt x="151808" y="97172"/>
                  </a:lnTo>
                  <a:lnTo>
                    <a:pt x="149450" y="92271"/>
                  </a:lnTo>
                  <a:lnTo>
                    <a:pt x="146935" y="87449"/>
                  </a:lnTo>
                  <a:lnTo>
                    <a:pt x="144264" y="82711"/>
                  </a:lnTo>
                  <a:lnTo>
                    <a:pt x="141440" y="78063"/>
                  </a:lnTo>
                  <a:lnTo>
                    <a:pt x="138467" y="73509"/>
                  </a:lnTo>
                  <a:lnTo>
                    <a:pt x="135347" y="69054"/>
                  </a:lnTo>
                  <a:lnTo>
                    <a:pt x="132083" y="64703"/>
                  </a:lnTo>
                  <a:lnTo>
                    <a:pt x="128680" y="60461"/>
                  </a:lnTo>
                  <a:lnTo>
                    <a:pt x="125141" y="56331"/>
                  </a:lnTo>
                  <a:lnTo>
                    <a:pt x="121469" y="52319"/>
                  </a:lnTo>
                  <a:lnTo>
                    <a:pt x="117669" y="48428"/>
                  </a:lnTo>
                  <a:lnTo>
                    <a:pt x="113744" y="44663"/>
                  </a:lnTo>
                  <a:lnTo>
                    <a:pt x="109698" y="41028"/>
                  </a:lnTo>
                  <a:lnTo>
                    <a:pt x="105537" y="37526"/>
                  </a:lnTo>
                  <a:lnTo>
                    <a:pt x="101264" y="34161"/>
                  </a:lnTo>
                  <a:lnTo>
                    <a:pt x="96883" y="30937"/>
                  </a:lnTo>
                  <a:lnTo>
                    <a:pt x="92400" y="27858"/>
                  </a:lnTo>
                  <a:lnTo>
                    <a:pt x="87820" y="24926"/>
                  </a:lnTo>
                  <a:lnTo>
                    <a:pt x="83146" y="22144"/>
                  </a:lnTo>
                  <a:lnTo>
                    <a:pt x="78384" y="19516"/>
                  </a:lnTo>
                  <a:lnTo>
                    <a:pt x="73540" y="17044"/>
                  </a:lnTo>
                  <a:lnTo>
                    <a:pt x="68617" y="14732"/>
                  </a:lnTo>
                  <a:lnTo>
                    <a:pt x="63622" y="12580"/>
                  </a:lnTo>
                  <a:lnTo>
                    <a:pt x="58560" y="10592"/>
                  </a:lnTo>
                  <a:lnTo>
                    <a:pt x="53435" y="8770"/>
                  </a:lnTo>
                  <a:lnTo>
                    <a:pt x="48254" y="7116"/>
                  </a:lnTo>
                  <a:lnTo>
                    <a:pt x="43022" y="5631"/>
                  </a:lnTo>
                  <a:lnTo>
                    <a:pt x="37744" y="4316"/>
                  </a:lnTo>
                  <a:lnTo>
                    <a:pt x="32427" y="3175"/>
                  </a:lnTo>
                  <a:lnTo>
                    <a:pt x="27075" y="2207"/>
                  </a:lnTo>
                  <a:lnTo>
                    <a:pt x="21694" y="1413"/>
                  </a:lnTo>
                  <a:lnTo>
                    <a:pt x="16291" y="795"/>
                  </a:lnTo>
                  <a:lnTo>
                    <a:pt x="10870" y="353"/>
                  </a:lnTo>
                  <a:lnTo>
                    <a:pt x="543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503602" y="941493"/>
              <a:ext cx="113677" cy="167167"/>
            </a:xfrm>
            <a:custGeom>
              <a:avLst/>
              <a:pathLst>
                <a:path w="113677" h="167167">
                  <a:moveTo>
                    <a:pt x="113677" y="0"/>
                  </a:moveTo>
                  <a:lnTo>
                    <a:pt x="107996" y="96"/>
                  </a:lnTo>
                  <a:lnTo>
                    <a:pt x="102321" y="386"/>
                  </a:lnTo>
                  <a:lnTo>
                    <a:pt x="96660" y="868"/>
                  </a:lnTo>
                  <a:lnTo>
                    <a:pt x="91018" y="1542"/>
                  </a:lnTo>
                  <a:lnTo>
                    <a:pt x="85403" y="2408"/>
                  </a:lnTo>
                  <a:lnTo>
                    <a:pt x="79820" y="3464"/>
                  </a:lnTo>
                  <a:lnTo>
                    <a:pt x="74276" y="4709"/>
                  </a:lnTo>
                  <a:lnTo>
                    <a:pt x="68778" y="6142"/>
                  </a:lnTo>
                  <a:lnTo>
                    <a:pt x="63332" y="7761"/>
                  </a:lnTo>
                  <a:lnTo>
                    <a:pt x="57944" y="9564"/>
                  </a:lnTo>
                  <a:lnTo>
                    <a:pt x="52620" y="11549"/>
                  </a:lnTo>
                  <a:lnTo>
                    <a:pt x="47367" y="13714"/>
                  </a:lnTo>
                  <a:lnTo>
                    <a:pt x="42190" y="16056"/>
                  </a:lnTo>
                  <a:lnTo>
                    <a:pt x="37096" y="18573"/>
                  </a:lnTo>
                  <a:lnTo>
                    <a:pt x="32090" y="21261"/>
                  </a:lnTo>
                  <a:lnTo>
                    <a:pt x="27179" y="24118"/>
                  </a:lnTo>
                  <a:lnTo>
                    <a:pt x="22368" y="27140"/>
                  </a:lnTo>
                  <a:lnTo>
                    <a:pt x="17662" y="30324"/>
                  </a:lnTo>
                  <a:lnTo>
                    <a:pt x="13067" y="33666"/>
                  </a:lnTo>
                  <a:lnTo>
                    <a:pt x="8588" y="37162"/>
                  </a:lnTo>
                  <a:lnTo>
                    <a:pt x="4230" y="40809"/>
                  </a:lnTo>
                  <a:lnTo>
                    <a:pt x="0" y="44601"/>
                  </a:lnTo>
                  <a:lnTo>
                    <a:pt x="11367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503602" y="986094"/>
              <a:ext cx="113677" cy="122565"/>
            </a:xfrm>
            <a:custGeom>
              <a:avLst/>
              <a:pathLst>
                <a:path w="113677" h="122565">
                  <a:moveTo>
                    <a:pt x="0" y="0"/>
                  </a:moveTo>
                  <a:lnTo>
                    <a:pt x="113677" y="1225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450112" y="960079"/>
              <a:ext cx="334322" cy="315741"/>
            </a:xfrm>
            <a:custGeom>
              <a:avLst/>
              <a:pathLst>
                <a:path w="334322" h="315741">
                  <a:moveTo>
                    <a:pt x="53489" y="26015"/>
                  </a:moveTo>
                  <a:lnTo>
                    <a:pt x="49671" y="29670"/>
                  </a:lnTo>
                  <a:lnTo>
                    <a:pt x="45971" y="33445"/>
                  </a:lnTo>
                  <a:lnTo>
                    <a:pt x="42391" y="37334"/>
                  </a:lnTo>
                  <a:lnTo>
                    <a:pt x="38936" y="41334"/>
                  </a:lnTo>
                  <a:lnTo>
                    <a:pt x="35610" y="45442"/>
                  </a:lnTo>
                  <a:lnTo>
                    <a:pt x="32415" y="49653"/>
                  </a:lnTo>
                  <a:lnTo>
                    <a:pt x="29354" y="53963"/>
                  </a:lnTo>
                  <a:lnTo>
                    <a:pt x="26432" y="58367"/>
                  </a:lnTo>
                  <a:lnTo>
                    <a:pt x="23650" y="62861"/>
                  </a:lnTo>
                  <a:lnTo>
                    <a:pt x="21012" y="67442"/>
                  </a:lnTo>
                  <a:lnTo>
                    <a:pt x="18519" y="72103"/>
                  </a:lnTo>
                  <a:lnTo>
                    <a:pt x="16176" y="76841"/>
                  </a:lnTo>
                  <a:lnTo>
                    <a:pt x="13983" y="81650"/>
                  </a:lnTo>
                  <a:lnTo>
                    <a:pt x="11944" y="86527"/>
                  </a:lnTo>
                  <a:lnTo>
                    <a:pt x="10059" y="91465"/>
                  </a:lnTo>
                  <a:lnTo>
                    <a:pt x="8332" y="96461"/>
                  </a:lnTo>
                  <a:lnTo>
                    <a:pt x="6764" y="101509"/>
                  </a:lnTo>
                  <a:lnTo>
                    <a:pt x="5356" y="106604"/>
                  </a:lnTo>
                  <a:lnTo>
                    <a:pt x="4109" y="111740"/>
                  </a:lnTo>
                  <a:lnTo>
                    <a:pt x="3026" y="116914"/>
                  </a:lnTo>
                  <a:lnTo>
                    <a:pt x="2107" y="122119"/>
                  </a:lnTo>
                  <a:lnTo>
                    <a:pt x="1353" y="127351"/>
                  </a:lnTo>
                  <a:lnTo>
                    <a:pt x="765" y="132604"/>
                  </a:lnTo>
                  <a:lnTo>
                    <a:pt x="343" y="137873"/>
                  </a:lnTo>
                  <a:lnTo>
                    <a:pt x="88" y="143152"/>
                  </a:lnTo>
                  <a:lnTo>
                    <a:pt x="0" y="148437"/>
                  </a:lnTo>
                  <a:lnTo>
                    <a:pt x="79" y="153723"/>
                  </a:lnTo>
                  <a:lnTo>
                    <a:pt x="325" y="159003"/>
                  </a:lnTo>
                  <a:lnTo>
                    <a:pt x="738" y="164272"/>
                  </a:lnTo>
                  <a:lnTo>
                    <a:pt x="1317" y="169526"/>
                  </a:lnTo>
                  <a:lnTo>
                    <a:pt x="2062" y="174759"/>
                  </a:lnTo>
                  <a:lnTo>
                    <a:pt x="2972" y="179966"/>
                  </a:lnTo>
                  <a:lnTo>
                    <a:pt x="4046" y="185141"/>
                  </a:lnTo>
                  <a:lnTo>
                    <a:pt x="5284" y="190280"/>
                  </a:lnTo>
                  <a:lnTo>
                    <a:pt x="6683" y="195378"/>
                  </a:lnTo>
                  <a:lnTo>
                    <a:pt x="8243" y="200428"/>
                  </a:lnTo>
                  <a:lnTo>
                    <a:pt x="9961" y="205427"/>
                  </a:lnTo>
                  <a:lnTo>
                    <a:pt x="11837" y="210368"/>
                  </a:lnTo>
                  <a:lnTo>
                    <a:pt x="13868" y="215248"/>
                  </a:lnTo>
                  <a:lnTo>
                    <a:pt x="16053" y="220062"/>
                  </a:lnTo>
                  <a:lnTo>
                    <a:pt x="18388" y="224803"/>
                  </a:lnTo>
                  <a:lnTo>
                    <a:pt x="20872" y="229469"/>
                  </a:lnTo>
                  <a:lnTo>
                    <a:pt x="23503" y="234054"/>
                  </a:lnTo>
                  <a:lnTo>
                    <a:pt x="26277" y="238553"/>
                  </a:lnTo>
                  <a:lnTo>
                    <a:pt x="29192" y="242962"/>
                  </a:lnTo>
                  <a:lnTo>
                    <a:pt x="32245" y="247277"/>
                  </a:lnTo>
                  <a:lnTo>
                    <a:pt x="35433" y="251494"/>
                  </a:lnTo>
                  <a:lnTo>
                    <a:pt x="38752" y="255607"/>
                  </a:lnTo>
                  <a:lnTo>
                    <a:pt x="42200" y="259614"/>
                  </a:lnTo>
                  <a:lnTo>
                    <a:pt x="45773" y="263509"/>
                  </a:lnTo>
                  <a:lnTo>
                    <a:pt x="49467" y="267290"/>
                  </a:lnTo>
                  <a:lnTo>
                    <a:pt x="53279" y="270951"/>
                  </a:lnTo>
                  <a:lnTo>
                    <a:pt x="57205" y="274491"/>
                  </a:lnTo>
                  <a:lnTo>
                    <a:pt x="61241" y="277904"/>
                  </a:lnTo>
                  <a:lnTo>
                    <a:pt x="65382" y="281189"/>
                  </a:lnTo>
                  <a:lnTo>
                    <a:pt x="69625" y="284340"/>
                  </a:lnTo>
                  <a:lnTo>
                    <a:pt x="73966" y="287356"/>
                  </a:lnTo>
                  <a:lnTo>
                    <a:pt x="78400" y="290234"/>
                  </a:lnTo>
                  <a:lnTo>
                    <a:pt x="82923" y="292969"/>
                  </a:lnTo>
                  <a:lnTo>
                    <a:pt x="87530" y="295560"/>
                  </a:lnTo>
                  <a:lnTo>
                    <a:pt x="92217" y="298005"/>
                  </a:lnTo>
                  <a:lnTo>
                    <a:pt x="96979" y="300300"/>
                  </a:lnTo>
                  <a:lnTo>
                    <a:pt x="101810" y="302443"/>
                  </a:lnTo>
                  <a:lnTo>
                    <a:pt x="106708" y="304432"/>
                  </a:lnTo>
                  <a:lnTo>
                    <a:pt x="111665" y="306266"/>
                  </a:lnTo>
                  <a:lnTo>
                    <a:pt x="116678" y="307942"/>
                  </a:lnTo>
                  <a:lnTo>
                    <a:pt x="121742" y="309458"/>
                  </a:lnTo>
                  <a:lnTo>
                    <a:pt x="126851" y="310814"/>
                  </a:lnTo>
                  <a:lnTo>
                    <a:pt x="132000" y="312008"/>
                  </a:lnTo>
                  <a:lnTo>
                    <a:pt x="137184" y="313038"/>
                  </a:lnTo>
                  <a:lnTo>
                    <a:pt x="142399" y="313903"/>
                  </a:lnTo>
                  <a:lnTo>
                    <a:pt x="147638" y="314604"/>
                  </a:lnTo>
                  <a:lnTo>
                    <a:pt x="152897" y="315138"/>
                  </a:lnTo>
                  <a:lnTo>
                    <a:pt x="158170" y="315506"/>
                  </a:lnTo>
                  <a:lnTo>
                    <a:pt x="163452" y="315707"/>
                  </a:lnTo>
                  <a:lnTo>
                    <a:pt x="168737" y="315741"/>
                  </a:lnTo>
                  <a:lnTo>
                    <a:pt x="174021" y="315608"/>
                  </a:lnTo>
                  <a:lnTo>
                    <a:pt x="179299" y="315308"/>
                  </a:lnTo>
                  <a:lnTo>
                    <a:pt x="184564" y="314841"/>
                  </a:lnTo>
                  <a:lnTo>
                    <a:pt x="189811" y="314208"/>
                  </a:lnTo>
                  <a:lnTo>
                    <a:pt x="195036" y="313409"/>
                  </a:lnTo>
                  <a:lnTo>
                    <a:pt x="200234" y="312445"/>
                  </a:lnTo>
                  <a:lnTo>
                    <a:pt x="205398" y="311318"/>
                  </a:lnTo>
                  <a:lnTo>
                    <a:pt x="210524" y="310028"/>
                  </a:lnTo>
                  <a:lnTo>
                    <a:pt x="215606" y="308577"/>
                  </a:lnTo>
                  <a:lnTo>
                    <a:pt x="220641" y="306965"/>
                  </a:lnTo>
                  <a:lnTo>
                    <a:pt x="225621" y="305195"/>
                  </a:lnTo>
                  <a:lnTo>
                    <a:pt x="230543" y="303269"/>
                  </a:lnTo>
                  <a:lnTo>
                    <a:pt x="235402" y="301188"/>
                  </a:lnTo>
                  <a:lnTo>
                    <a:pt x="240193" y="298954"/>
                  </a:lnTo>
                  <a:lnTo>
                    <a:pt x="244911" y="296570"/>
                  </a:lnTo>
                  <a:lnTo>
                    <a:pt x="249551" y="294038"/>
                  </a:lnTo>
                  <a:lnTo>
                    <a:pt x="254108" y="291361"/>
                  </a:lnTo>
                  <a:lnTo>
                    <a:pt x="258579" y="288541"/>
                  </a:lnTo>
                  <a:lnTo>
                    <a:pt x="262958" y="285581"/>
                  </a:lnTo>
                  <a:lnTo>
                    <a:pt x="267242" y="282484"/>
                  </a:lnTo>
                  <a:lnTo>
                    <a:pt x="271425" y="279253"/>
                  </a:lnTo>
                  <a:lnTo>
                    <a:pt x="275504" y="275892"/>
                  </a:lnTo>
                  <a:lnTo>
                    <a:pt x="279475" y="272403"/>
                  </a:lnTo>
                  <a:lnTo>
                    <a:pt x="283334" y="268790"/>
                  </a:lnTo>
                  <a:lnTo>
                    <a:pt x="287076" y="265057"/>
                  </a:lnTo>
                  <a:lnTo>
                    <a:pt x="290698" y="261208"/>
                  </a:lnTo>
                  <a:lnTo>
                    <a:pt x="294198" y="257246"/>
                  </a:lnTo>
                  <a:lnTo>
                    <a:pt x="297570" y="253176"/>
                  </a:lnTo>
                  <a:lnTo>
                    <a:pt x="300811" y="249001"/>
                  </a:lnTo>
                  <a:lnTo>
                    <a:pt x="303919" y="244725"/>
                  </a:lnTo>
                  <a:lnTo>
                    <a:pt x="306891" y="240354"/>
                  </a:lnTo>
                  <a:lnTo>
                    <a:pt x="309722" y="235890"/>
                  </a:lnTo>
                  <a:lnTo>
                    <a:pt x="312411" y="231340"/>
                  </a:lnTo>
                  <a:lnTo>
                    <a:pt x="314955" y="226706"/>
                  </a:lnTo>
                  <a:lnTo>
                    <a:pt x="317351" y="221995"/>
                  </a:lnTo>
                  <a:lnTo>
                    <a:pt x="319597" y="217210"/>
                  </a:lnTo>
                  <a:lnTo>
                    <a:pt x="321691" y="212357"/>
                  </a:lnTo>
                  <a:lnTo>
                    <a:pt x="323630" y="207439"/>
                  </a:lnTo>
                  <a:lnTo>
                    <a:pt x="325412" y="202463"/>
                  </a:lnTo>
                  <a:lnTo>
                    <a:pt x="327037" y="197433"/>
                  </a:lnTo>
                  <a:lnTo>
                    <a:pt x="328501" y="192354"/>
                  </a:lnTo>
                  <a:lnTo>
                    <a:pt x="329805" y="187232"/>
                  </a:lnTo>
                  <a:lnTo>
                    <a:pt x="330945" y="182071"/>
                  </a:lnTo>
                  <a:lnTo>
                    <a:pt x="331922" y="176876"/>
                  </a:lnTo>
                  <a:lnTo>
                    <a:pt x="332735" y="171653"/>
                  </a:lnTo>
                  <a:lnTo>
                    <a:pt x="333381" y="166407"/>
                  </a:lnTo>
                  <a:lnTo>
                    <a:pt x="333862" y="161143"/>
                  </a:lnTo>
                  <a:lnTo>
                    <a:pt x="334175" y="155866"/>
                  </a:lnTo>
                  <a:lnTo>
                    <a:pt x="334322" y="150583"/>
                  </a:lnTo>
                  <a:lnTo>
                    <a:pt x="334302" y="145297"/>
                  </a:lnTo>
                  <a:lnTo>
                    <a:pt x="334115" y="140014"/>
                  </a:lnTo>
                  <a:lnTo>
                    <a:pt x="333760" y="134741"/>
                  </a:lnTo>
                  <a:lnTo>
                    <a:pt x="333240" y="129481"/>
                  </a:lnTo>
                  <a:lnTo>
                    <a:pt x="332553" y="124240"/>
                  </a:lnTo>
                  <a:lnTo>
                    <a:pt x="331700" y="119023"/>
                  </a:lnTo>
                  <a:lnTo>
                    <a:pt x="330684" y="113836"/>
                  </a:lnTo>
                  <a:lnTo>
                    <a:pt x="329503" y="108684"/>
                  </a:lnTo>
                  <a:lnTo>
                    <a:pt x="328161" y="103571"/>
                  </a:lnTo>
                  <a:lnTo>
                    <a:pt x="326657" y="98504"/>
                  </a:lnTo>
                  <a:lnTo>
                    <a:pt x="324994" y="93486"/>
                  </a:lnTo>
                  <a:lnTo>
                    <a:pt x="323174" y="88524"/>
                  </a:lnTo>
                  <a:lnTo>
                    <a:pt x="321197" y="83622"/>
                  </a:lnTo>
                  <a:lnTo>
                    <a:pt x="319066" y="78784"/>
                  </a:lnTo>
                  <a:lnTo>
                    <a:pt x="316784" y="74017"/>
                  </a:lnTo>
                  <a:lnTo>
                    <a:pt x="314351" y="69324"/>
                  </a:lnTo>
                  <a:lnTo>
                    <a:pt x="311772" y="64710"/>
                  </a:lnTo>
                  <a:lnTo>
                    <a:pt x="309048" y="60180"/>
                  </a:lnTo>
                  <a:lnTo>
                    <a:pt x="306182" y="55739"/>
                  </a:lnTo>
                  <a:lnTo>
                    <a:pt x="303178" y="51390"/>
                  </a:lnTo>
                  <a:lnTo>
                    <a:pt x="300037" y="47139"/>
                  </a:lnTo>
                  <a:lnTo>
                    <a:pt x="296763" y="42989"/>
                  </a:lnTo>
                  <a:lnTo>
                    <a:pt x="293360" y="38944"/>
                  </a:lnTo>
                  <a:lnTo>
                    <a:pt x="289831" y="35009"/>
                  </a:lnTo>
                  <a:lnTo>
                    <a:pt x="286179" y="31188"/>
                  </a:lnTo>
                  <a:lnTo>
                    <a:pt x="282408" y="27484"/>
                  </a:lnTo>
                  <a:lnTo>
                    <a:pt x="278522" y="23901"/>
                  </a:lnTo>
                  <a:lnTo>
                    <a:pt x="274524" y="20443"/>
                  </a:lnTo>
                  <a:lnTo>
                    <a:pt x="270419" y="17113"/>
                  </a:lnTo>
                  <a:lnTo>
                    <a:pt x="266211" y="13914"/>
                  </a:lnTo>
                  <a:lnTo>
                    <a:pt x="261904" y="10850"/>
                  </a:lnTo>
                  <a:lnTo>
                    <a:pt x="257502" y="7924"/>
                  </a:lnTo>
                  <a:lnTo>
                    <a:pt x="253010" y="5138"/>
                  </a:lnTo>
                  <a:lnTo>
                    <a:pt x="248432" y="2496"/>
                  </a:lnTo>
                  <a:lnTo>
                    <a:pt x="243773" y="0"/>
                  </a:lnTo>
                  <a:lnTo>
                    <a:pt x="167167" y="1485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617280" y="941493"/>
              <a:ext cx="76606" cy="167167"/>
            </a:xfrm>
            <a:custGeom>
              <a:avLst/>
              <a:pathLst>
                <a:path w="76606" h="167167">
                  <a:moveTo>
                    <a:pt x="76606" y="18585"/>
                  </a:moveTo>
                  <a:lnTo>
                    <a:pt x="71510" y="16067"/>
                  </a:lnTo>
                  <a:lnTo>
                    <a:pt x="66332" y="13723"/>
                  </a:lnTo>
                  <a:lnTo>
                    <a:pt x="61077" y="11557"/>
                  </a:lnTo>
                  <a:lnTo>
                    <a:pt x="55752" y="9571"/>
                  </a:lnTo>
                  <a:lnTo>
                    <a:pt x="50362" y="7766"/>
                  </a:lnTo>
                  <a:lnTo>
                    <a:pt x="44914" y="6146"/>
                  </a:lnTo>
                  <a:lnTo>
                    <a:pt x="39414" y="4712"/>
                  </a:lnTo>
                  <a:lnTo>
                    <a:pt x="33868" y="3466"/>
                  </a:lnTo>
                  <a:lnTo>
                    <a:pt x="28283" y="2410"/>
                  </a:lnTo>
                  <a:lnTo>
                    <a:pt x="22666" y="1543"/>
                  </a:lnTo>
                  <a:lnTo>
                    <a:pt x="17022" y="868"/>
                  </a:lnTo>
                  <a:lnTo>
                    <a:pt x="11359" y="386"/>
                  </a:lnTo>
                  <a:lnTo>
                    <a:pt x="568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97791" y="1031511"/>
              <a:ext cx="108103" cy="167167"/>
            </a:xfrm>
            <a:custGeom>
              <a:avLst/>
              <a:pathLst>
                <a:path w="108103" h="167167">
                  <a:moveTo>
                    <a:pt x="108103" y="0"/>
                  </a:moveTo>
                  <a:lnTo>
                    <a:pt x="102506" y="93"/>
                  </a:lnTo>
                  <a:lnTo>
                    <a:pt x="96916" y="374"/>
                  </a:lnTo>
                  <a:lnTo>
                    <a:pt x="91338" y="842"/>
                  </a:lnTo>
                  <a:lnTo>
                    <a:pt x="85778" y="1497"/>
                  </a:lnTo>
                  <a:lnTo>
                    <a:pt x="80244" y="2337"/>
                  </a:lnTo>
                  <a:lnTo>
                    <a:pt x="74741" y="3362"/>
                  </a:lnTo>
                  <a:lnTo>
                    <a:pt x="69276" y="4571"/>
                  </a:lnTo>
                  <a:lnTo>
                    <a:pt x="63854" y="5962"/>
                  </a:lnTo>
                  <a:lnTo>
                    <a:pt x="58481" y="7534"/>
                  </a:lnTo>
                  <a:lnTo>
                    <a:pt x="53164" y="9285"/>
                  </a:lnTo>
                  <a:lnTo>
                    <a:pt x="47909" y="11213"/>
                  </a:lnTo>
                  <a:lnTo>
                    <a:pt x="42722" y="13316"/>
                  </a:lnTo>
                  <a:lnTo>
                    <a:pt x="37607" y="15591"/>
                  </a:lnTo>
                  <a:lnTo>
                    <a:pt x="32572" y="18036"/>
                  </a:lnTo>
                  <a:lnTo>
                    <a:pt x="27621" y="20649"/>
                  </a:lnTo>
                  <a:lnTo>
                    <a:pt x="22761" y="23425"/>
                  </a:lnTo>
                  <a:lnTo>
                    <a:pt x="17996" y="26363"/>
                  </a:lnTo>
                  <a:lnTo>
                    <a:pt x="13333" y="29459"/>
                  </a:lnTo>
                  <a:lnTo>
                    <a:pt x="8775" y="32709"/>
                  </a:lnTo>
                  <a:lnTo>
                    <a:pt x="4329" y="36110"/>
                  </a:lnTo>
                  <a:lnTo>
                    <a:pt x="0" y="39658"/>
                  </a:lnTo>
                  <a:lnTo>
                    <a:pt x="10810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997791" y="107117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938727" y="1071170"/>
              <a:ext cx="167167" cy="284520"/>
            </a:xfrm>
            <a:custGeom>
              <a:avLst/>
              <a:pathLst>
                <a:path w="167167" h="284520">
                  <a:moveTo>
                    <a:pt x="59063" y="0"/>
                  </a:moveTo>
                  <a:lnTo>
                    <a:pt x="55024" y="3537"/>
                  </a:lnTo>
                  <a:lnTo>
                    <a:pt x="51100" y="7203"/>
                  </a:lnTo>
                  <a:lnTo>
                    <a:pt x="47296" y="10993"/>
                  </a:lnTo>
                  <a:lnTo>
                    <a:pt x="43616" y="14903"/>
                  </a:lnTo>
                  <a:lnTo>
                    <a:pt x="40063" y="18929"/>
                  </a:lnTo>
                  <a:lnTo>
                    <a:pt x="36641" y="23067"/>
                  </a:lnTo>
                  <a:lnTo>
                    <a:pt x="33354" y="27314"/>
                  </a:lnTo>
                  <a:lnTo>
                    <a:pt x="30205" y="31663"/>
                  </a:lnTo>
                  <a:lnTo>
                    <a:pt x="27197" y="36111"/>
                  </a:lnTo>
                  <a:lnTo>
                    <a:pt x="24334" y="40654"/>
                  </a:lnTo>
                  <a:lnTo>
                    <a:pt x="21618" y="45286"/>
                  </a:lnTo>
                  <a:lnTo>
                    <a:pt x="19053" y="50003"/>
                  </a:lnTo>
                  <a:lnTo>
                    <a:pt x="16640" y="54800"/>
                  </a:lnTo>
                  <a:lnTo>
                    <a:pt x="14382" y="59672"/>
                  </a:lnTo>
                  <a:lnTo>
                    <a:pt x="12282" y="64614"/>
                  </a:lnTo>
                  <a:lnTo>
                    <a:pt x="10342" y="69621"/>
                  </a:lnTo>
                  <a:lnTo>
                    <a:pt x="8564" y="74688"/>
                  </a:lnTo>
                  <a:lnTo>
                    <a:pt x="6949" y="79809"/>
                  </a:lnTo>
                  <a:lnTo>
                    <a:pt x="5500" y="84980"/>
                  </a:lnTo>
                  <a:lnTo>
                    <a:pt x="4217" y="90194"/>
                  </a:lnTo>
                  <a:lnTo>
                    <a:pt x="3103" y="95447"/>
                  </a:lnTo>
                  <a:lnTo>
                    <a:pt x="2158" y="100733"/>
                  </a:lnTo>
                  <a:lnTo>
                    <a:pt x="1383" y="106046"/>
                  </a:lnTo>
                  <a:lnTo>
                    <a:pt x="779" y="111382"/>
                  </a:lnTo>
                  <a:lnTo>
                    <a:pt x="347" y="116734"/>
                  </a:lnTo>
                  <a:lnTo>
                    <a:pt x="87" y="122097"/>
                  </a:lnTo>
                  <a:lnTo>
                    <a:pt x="0" y="127466"/>
                  </a:lnTo>
                  <a:lnTo>
                    <a:pt x="84" y="132835"/>
                  </a:lnTo>
                  <a:lnTo>
                    <a:pt x="342" y="138199"/>
                  </a:lnTo>
                  <a:lnTo>
                    <a:pt x="771" y="143551"/>
                  </a:lnTo>
                  <a:lnTo>
                    <a:pt x="1372" y="148887"/>
                  </a:lnTo>
                  <a:lnTo>
                    <a:pt x="2144" y="154201"/>
                  </a:lnTo>
                  <a:lnTo>
                    <a:pt x="3087" y="159488"/>
                  </a:lnTo>
                  <a:lnTo>
                    <a:pt x="4199" y="164741"/>
                  </a:lnTo>
                  <a:lnTo>
                    <a:pt x="5478" y="169956"/>
                  </a:lnTo>
                  <a:lnTo>
                    <a:pt x="6925" y="175127"/>
                  </a:lnTo>
                  <a:lnTo>
                    <a:pt x="8537" y="180249"/>
                  </a:lnTo>
                  <a:lnTo>
                    <a:pt x="10313" y="185317"/>
                  </a:lnTo>
                  <a:lnTo>
                    <a:pt x="12250" y="190325"/>
                  </a:lnTo>
                  <a:lnTo>
                    <a:pt x="14348" y="195268"/>
                  </a:lnTo>
                  <a:lnTo>
                    <a:pt x="16603" y="200141"/>
                  </a:lnTo>
                  <a:lnTo>
                    <a:pt x="19013" y="204939"/>
                  </a:lnTo>
                  <a:lnTo>
                    <a:pt x="21577" y="209658"/>
                  </a:lnTo>
                  <a:lnTo>
                    <a:pt x="24290" y="214291"/>
                  </a:lnTo>
                  <a:lnTo>
                    <a:pt x="27151" y="218835"/>
                  </a:lnTo>
                  <a:lnTo>
                    <a:pt x="30157" y="223285"/>
                  </a:lnTo>
                  <a:lnTo>
                    <a:pt x="33303" y="227636"/>
                  </a:lnTo>
                  <a:lnTo>
                    <a:pt x="36588" y="231884"/>
                  </a:lnTo>
                  <a:lnTo>
                    <a:pt x="40008" y="236024"/>
                  </a:lnTo>
                  <a:lnTo>
                    <a:pt x="43559" y="240052"/>
                  </a:lnTo>
                  <a:lnTo>
                    <a:pt x="47237" y="243964"/>
                  </a:lnTo>
                  <a:lnTo>
                    <a:pt x="51039" y="247756"/>
                  </a:lnTo>
                  <a:lnTo>
                    <a:pt x="54961" y="251423"/>
                  </a:lnTo>
                  <a:lnTo>
                    <a:pt x="58999" y="254963"/>
                  </a:lnTo>
                  <a:lnTo>
                    <a:pt x="63148" y="258371"/>
                  </a:lnTo>
                  <a:lnTo>
                    <a:pt x="67405" y="261645"/>
                  </a:lnTo>
                  <a:lnTo>
                    <a:pt x="71765" y="264780"/>
                  </a:lnTo>
                  <a:lnTo>
                    <a:pt x="76223" y="267773"/>
                  </a:lnTo>
                  <a:lnTo>
                    <a:pt x="80774" y="270622"/>
                  </a:lnTo>
                  <a:lnTo>
                    <a:pt x="85415" y="273322"/>
                  </a:lnTo>
                  <a:lnTo>
                    <a:pt x="90141" y="275873"/>
                  </a:lnTo>
                  <a:lnTo>
                    <a:pt x="94946" y="278270"/>
                  </a:lnTo>
                  <a:lnTo>
                    <a:pt x="99825" y="280512"/>
                  </a:lnTo>
                  <a:lnTo>
                    <a:pt x="104774" y="282596"/>
                  </a:lnTo>
                  <a:lnTo>
                    <a:pt x="109787" y="284520"/>
                  </a:lnTo>
                  <a:lnTo>
                    <a:pt x="167167" y="1275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4048515" y="1031511"/>
              <a:ext cx="224527" cy="334334"/>
            </a:xfrm>
            <a:custGeom>
              <a:avLst/>
              <a:pathLst>
                <a:path w="224527" h="334334">
                  <a:moveTo>
                    <a:pt x="0" y="324178"/>
                  </a:moveTo>
                  <a:lnTo>
                    <a:pt x="5012" y="325920"/>
                  </a:lnTo>
                  <a:lnTo>
                    <a:pt x="10077" y="327502"/>
                  </a:lnTo>
                  <a:lnTo>
                    <a:pt x="15190" y="328923"/>
                  </a:lnTo>
                  <a:lnTo>
                    <a:pt x="20345" y="330181"/>
                  </a:lnTo>
                  <a:lnTo>
                    <a:pt x="25538" y="331274"/>
                  </a:lnTo>
                  <a:lnTo>
                    <a:pt x="30763" y="332202"/>
                  </a:lnTo>
                  <a:lnTo>
                    <a:pt x="36014" y="332963"/>
                  </a:lnTo>
                  <a:lnTo>
                    <a:pt x="41287" y="333558"/>
                  </a:lnTo>
                  <a:lnTo>
                    <a:pt x="46577" y="333985"/>
                  </a:lnTo>
                  <a:lnTo>
                    <a:pt x="51877" y="334244"/>
                  </a:lnTo>
                  <a:lnTo>
                    <a:pt x="57183" y="334334"/>
                  </a:lnTo>
                  <a:lnTo>
                    <a:pt x="62489" y="334256"/>
                  </a:lnTo>
                  <a:lnTo>
                    <a:pt x="67790" y="334010"/>
                  </a:lnTo>
                  <a:lnTo>
                    <a:pt x="73080" y="333595"/>
                  </a:lnTo>
                  <a:lnTo>
                    <a:pt x="78354" y="333013"/>
                  </a:lnTo>
                  <a:lnTo>
                    <a:pt x="83608" y="332264"/>
                  </a:lnTo>
                  <a:lnTo>
                    <a:pt x="88835" y="331348"/>
                  </a:lnTo>
                  <a:lnTo>
                    <a:pt x="94030" y="330267"/>
                  </a:lnTo>
                  <a:lnTo>
                    <a:pt x="99188" y="329022"/>
                  </a:lnTo>
                  <a:lnTo>
                    <a:pt x="104304" y="327613"/>
                  </a:lnTo>
                  <a:lnTo>
                    <a:pt x="109373" y="326043"/>
                  </a:lnTo>
                  <a:lnTo>
                    <a:pt x="114390" y="324313"/>
                  </a:lnTo>
                  <a:lnTo>
                    <a:pt x="119349" y="322424"/>
                  </a:lnTo>
                  <a:lnTo>
                    <a:pt x="124245" y="320379"/>
                  </a:lnTo>
                  <a:lnTo>
                    <a:pt x="129075" y="318179"/>
                  </a:lnTo>
                  <a:lnTo>
                    <a:pt x="133832" y="315828"/>
                  </a:lnTo>
                  <a:lnTo>
                    <a:pt x="138512" y="313326"/>
                  </a:lnTo>
                  <a:lnTo>
                    <a:pt x="143110" y="310677"/>
                  </a:lnTo>
                  <a:lnTo>
                    <a:pt x="147622" y="307884"/>
                  </a:lnTo>
                  <a:lnTo>
                    <a:pt x="152042" y="304949"/>
                  </a:lnTo>
                  <a:lnTo>
                    <a:pt x="156368" y="301875"/>
                  </a:lnTo>
                  <a:lnTo>
                    <a:pt x="160594" y="298665"/>
                  </a:lnTo>
                  <a:lnTo>
                    <a:pt x="164715" y="295323"/>
                  </a:lnTo>
                  <a:lnTo>
                    <a:pt x="168729" y="291851"/>
                  </a:lnTo>
                  <a:lnTo>
                    <a:pt x="172630" y="288254"/>
                  </a:lnTo>
                  <a:lnTo>
                    <a:pt x="176415" y="284535"/>
                  </a:lnTo>
                  <a:lnTo>
                    <a:pt x="180081" y="280698"/>
                  </a:lnTo>
                  <a:lnTo>
                    <a:pt x="183622" y="276746"/>
                  </a:lnTo>
                  <a:lnTo>
                    <a:pt x="187037" y="272684"/>
                  </a:lnTo>
                  <a:lnTo>
                    <a:pt x="190321" y="268516"/>
                  </a:lnTo>
                  <a:lnTo>
                    <a:pt x="193470" y="264245"/>
                  </a:lnTo>
                  <a:lnTo>
                    <a:pt x="196483" y="259877"/>
                  </a:lnTo>
                  <a:lnTo>
                    <a:pt x="199356" y="255415"/>
                  </a:lnTo>
                  <a:lnTo>
                    <a:pt x="202085" y="250864"/>
                  </a:lnTo>
                  <a:lnTo>
                    <a:pt x="204669" y="246229"/>
                  </a:lnTo>
                  <a:lnTo>
                    <a:pt x="207104" y="241514"/>
                  </a:lnTo>
                  <a:lnTo>
                    <a:pt x="209388" y="236725"/>
                  </a:lnTo>
                  <a:lnTo>
                    <a:pt x="211519" y="231865"/>
                  </a:lnTo>
                  <a:lnTo>
                    <a:pt x="213495" y="226940"/>
                  </a:lnTo>
                  <a:lnTo>
                    <a:pt x="215314" y="221955"/>
                  </a:lnTo>
                  <a:lnTo>
                    <a:pt x="216973" y="216914"/>
                  </a:lnTo>
                  <a:lnTo>
                    <a:pt x="218472" y="211824"/>
                  </a:lnTo>
                  <a:lnTo>
                    <a:pt x="219808" y="206688"/>
                  </a:lnTo>
                  <a:lnTo>
                    <a:pt x="220980" y="201513"/>
                  </a:lnTo>
                  <a:lnTo>
                    <a:pt x="221988" y="196303"/>
                  </a:lnTo>
                  <a:lnTo>
                    <a:pt x="222830" y="191063"/>
                  </a:lnTo>
                  <a:lnTo>
                    <a:pt x="223505" y="185800"/>
                  </a:lnTo>
                  <a:lnTo>
                    <a:pt x="224013" y="180518"/>
                  </a:lnTo>
                  <a:lnTo>
                    <a:pt x="224353" y="175222"/>
                  </a:lnTo>
                  <a:lnTo>
                    <a:pt x="224524" y="169919"/>
                  </a:lnTo>
                  <a:lnTo>
                    <a:pt x="224527" y="164612"/>
                  </a:lnTo>
                  <a:lnTo>
                    <a:pt x="224362" y="159308"/>
                  </a:lnTo>
                  <a:lnTo>
                    <a:pt x="224028" y="154012"/>
                  </a:lnTo>
                  <a:lnTo>
                    <a:pt x="223527" y="148729"/>
                  </a:lnTo>
                  <a:lnTo>
                    <a:pt x="222858" y="143465"/>
                  </a:lnTo>
                  <a:lnTo>
                    <a:pt x="222022" y="138225"/>
                  </a:lnTo>
                  <a:lnTo>
                    <a:pt x="221021" y="133014"/>
                  </a:lnTo>
                  <a:lnTo>
                    <a:pt x="219854" y="127837"/>
                  </a:lnTo>
                  <a:lnTo>
                    <a:pt x="218524" y="122700"/>
                  </a:lnTo>
                  <a:lnTo>
                    <a:pt x="217032" y="117607"/>
                  </a:lnTo>
                  <a:lnTo>
                    <a:pt x="215378" y="112565"/>
                  </a:lnTo>
                  <a:lnTo>
                    <a:pt x="213565" y="107578"/>
                  </a:lnTo>
                  <a:lnTo>
                    <a:pt x="211595" y="102650"/>
                  </a:lnTo>
                  <a:lnTo>
                    <a:pt x="209470" y="97788"/>
                  </a:lnTo>
                  <a:lnTo>
                    <a:pt x="207191" y="92996"/>
                  </a:lnTo>
                  <a:lnTo>
                    <a:pt x="204762" y="88278"/>
                  </a:lnTo>
                  <a:lnTo>
                    <a:pt x="202183" y="83640"/>
                  </a:lnTo>
                  <a:lnTo>
                    <a:pt x="199459" y="79086"/>
                  </a:lnTo>
                  <a:lnTo>
                    <a:pt x="196592" y="74621"/>
                  </a:lnTo>
                  <a:lnTo>
                    <a:pt x="193585" y="70249"/>
                  </a:lnTo>
                  <a:lnTo>
                    <a:pt x="190440" y="65975"/>
                  </a:lnTo>
                  <a:lnTo>
                    <a:pt x="187161" y="61802"/>
                  </a:lnTo>
                  <a:lnTo>
                    <a:pt x="183751" y="57736"/>
                  </a:lnTo>
                  <a:lnTo>
                    <a:pt x="180214" y="53780"/>
                  </a:lnTo>
                  <a:lnTo>
                    <a:pt x="176553" y="49939"/>
                  </a:lnTo>
                  <a:lnTo>
                    <a:pt x="172773" y="46215"/>
                  </a:lnTo>
                  <a:lnTo>
                    <a:pt x="168875" y="42613"/>
                  </a:lnTo>
                  <a:lnTo>
                    <a:pt x="164866" y="39137"/>
                  </a:lnTo>
                  <a:lnTo>
                    <a:pt x="160748" y="35790"/>
                  </a:lnTo>
                  <a:lnTo>
                    <a:pt x="156526" y="32576"/>
                  </a:lnTo>
                  <a:lnTo>
                    <a:pt x="152204" y="29496"/>
                  </a:lnTo>
                  <a:lnTo>
                    <a:pt x="147787" y="26556"/>
                  </a:lnTo>
                  <a:lnTo>
                    <a:pt x="143278" y="23757"/>
                  </a:lnTo>
                  <a:lnTo>
                    <a:pt x="138683" y="21103"/>
                  </a:lnTo>
                  <a:lnTo>
                    <a:pt x="134006" y="18596"/>
                  </a:lnTo>
                  <a:lnTo>
                    <a:pt x="129252" y="16239"/>
                  </a:lnTo>
                  <a:lnTo>
                    <a:pt x="124426" y="14034"/>
                  </a:lnTo>
                  <a:lnTo>
                    <a:pt x="119531" y="11983"/>
                  </a:lnTo>
                  <a:lnTo>
                    <a:pt x="114575" y="10088"/>
                  </a:lnTo>
                  <a:lnTo>
                    <a:pt x="109560" y="8352"/>
                  </a:lnTo>
                  <a:lnTo>
                    <a:pt x="104493" y="6776"/>
                  </a:lnTo>
                  <a:lnTo>
                    <a:pt x="99379" y="5361"/>
                  </a:lnTo>
                  <a:lnTo>
                    <a:pt x="94222" y="4110"/>
                  </a:lnTo>
                  <a:lnTo>
                    <a:pt x="89028" y="3023"/>
                  </a:lnTo>
                  <a:lnTo>
                    <a:pt x="83802" y="2101"/>
                  </a:lnTo>
                  <a:lnTo>
                    <a:pt x="78549" y="1345"/>
                  </a:lnTo>
                  <a:lnTo>
                    <a:pt x="73276" y="757"/>
                  </a:lnTo>
                  <a:lnTo>
                    <a:pt x="67986" y="336"/>
                  </a:lnTo>
                  <a:lnTo>
                    <a:pt x="62685" y="84"/>
                  </a:lnTo>
                  <a:lnTo>
                    <a:pt x="57379" y="0"/>
                  </a:lnTo>
                  <a:lnTo>
                    <a:pt x="5737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461923" y="1236837"/>
              <a:ext cx="167165" cy="316079"/>
            </a:xfrm>
            <a:custGeom>
              <a:avLst/>
              <a:pathLst>
                <a:path w="167165" h="316079">
                  <a:moveTo>
                    <a:pt x="167165" y="0"/>
                  </a:moveTo>
                  <a:lnTo>
                    <a:pt x="161788" y="86"/>
                  </a:lnTo>
                  <a:lnTo>
                    <a:pt x="156417" y="345"/>
                  </a:lnTo>
                  <a:lnTo>
                    <a:pt x="151058" y="777"/>
                  </a:lnTo>
                  <a:lnTo>
                    <a:pt x="145714" y="1381"/>
                  </a:lnTo>
                  <a:lnTo>
                    <a:pt x="140394" y="2157"/>
                  </a:lnTo>
                  <a:lnTo>
                    <a:pt x="135100" y="3103"/>
                  </a:lnTo>
                  <a:lnTo>
                    <a:pt x="129840" y="4219"/>
                  </a:lnTo>
                  <a:lnTo>
                    <a:pt x="124619" y="5504"/>
                  </a:lnTo>
                  <a:lnTo>
                    <a:pt x="119442" y="6956"/>
                  </a:lnTo>
                  <a:lnTo>
                    <a:pt x="114314" y="8574"/>
                  </a:lnTo>
                  <a:lnTo>
                    <a:pt x="109240" y="10356"/>
                  </a:lnTo>
                  <a:lnTo>
                    <a:pt x="104227" y="12300"/>
                  </a:lnTo>
                  <a:lnTo>
                    <a:pt x="99279" y="14404"/>
                  </a:lnTo>
                  <a:lnTo>
                    <a:pt x="94401" y="16666"/>
                  </a:lnTo>
                  <a:lnTo>
                    <a:pt x="89598" y="19085"/>
                  </a:lnTo>
                  <a:lnTo>
                    <a:pt x="84876" y="21656"/>
                  </a:lnTo>
                  <a:lnTo>
                    <a:pt x="80238" y="24378"/>
                  </a:lnTo>
                  <a:lnTo>
                    <a:pt x="75691" y="27247"/>
                  </a:lnTo>
                  <a:lnTo>
                    <a:pt x="71238" y="30262"/>
                  </a:lnTo>
                  <a:lnTo>
                    <a:pt x="66885" y="33418"/>
                  </a:lnTo>
                  <a:lnTo>
                    <a:pt x="62635" y="36712"/>
                  </a:lnTo>
                  <a:lnTo>
                    <a:pt x="58493" y="40141"/>
                  </a:lnTo>
                  <a:lnTo>
                    <a:pt x="54464" y="43702"/>
                  </a:lnTo>
                  <a:lnTo>
                    <a:pt x="50552" y="47391"/>
                  </a:lnTo>
                  <a:lnTo>
                    <a:pt x="46760" y="51203"/>
                  </a:lnTo>
                  <a:lnTo>
                    <a:pt x="43092" y="55135"/>
                  </a:lnTo>
                  <a:lnTo>
                    <a:pt x="39553" y="59184"/>
                  </a:lnTo>
                  <a:lnTo>
                    <a:pt x="36147" y="63344"/>
                  </a:lnTo>
                  <a:lnTo>
                    <a:pt x="32875" y="67611"/>
                  </a:lnTo>
                  <a:lnTo>
                    <a:pt x="29743" y="71982"/>
                  </a:lnTo>
                  <a:lnTo>
                    <a:pt x="26753" y="76451"/>
                  </a:lnTo>
                  <a:lnTo>
                    <a:pt x="23908" y="81014"/>
                  </a:lnTo>
                  <a:lnTo>
                    <a:pt x="21211" y="85666"/>
                  </a:lnTo>
                  <a:lnTo>
                    <a:pt x="18665" y="90402"/>
                  </a:lnTo>
                  <a:lnTo>
                    <a:pt x="16273" y="95218"/>
                  </a:lnTo>
                  <a:lnTo>
                    <a:pt x="14037" y="100108"/>
                  </a:lnTo>
                  <a:lnTo>
                    <a:pt x="11960" y="105067"/>
                  </a:lnTo>
                  <a:lnTo>
                    <a:pt x="10043" y="110091"/>
                  </a:lnTo>
                  <a:lnTo>
                    <a:pt x="8288" y="115174"/>
                  </a:lnTo>
                  <a:lnTo>
                    <a:pt x="6698" y="120311"/>
                  </a:lnTo>
                  <a:lnTo>
                    <a:pt x="5274" y="125496"/>
                  </a:lnTo>
                  <a:lnTo>
                    <a:pt x="4018" y="130724"/>
                  </a:lnTo>
                  <a:lnTo>
                    <a:pt x="2930" y="135990"/>
                  </a:lnTo>
                  <a:lnTo>
                    <a:pt x="2012" y="141288"/>
                  </a:lnTo>
                  <a:lnTo>
                    <a:pt x="1265" y="146613"/>
                  </a:lnTo>
                  <a:lnTo>
                    <a:pt x="690" y="151959"/>
                  </a:lnTo>
                  <a:lnTo>
                    <a:pt x="287" y="157321"/>
                  </a:lnTo>
                  <a:lnTo>
                    <a:pt x="57" y="162693"/>
                  </a:lnTo>
                  <a:lnTo>
                    <a:pt x="0" y="168070"/>
                  </a:lnTo>
                  <a:lnTo>
                    <a:pt x="115" y="173446"/>
                  </a:lnTo>
                  <a:lnTo>
                    <a:pt x="403" y="178815"/>
                  </a:lnTo>
                  <a:lnTo>
                    <a:pt x="864" y="184173"/>
                  </a:lnTo>
                  <a:lnTo>
                    <a:pt x="1497" y="189512"/>
                  </a:lnTo>
                  <a:lnTo>
                    <a:pt x="2302" y="194829"/>
                  </a:lnTo>
                  <a:lnTo>
                    <a:pt x="3277" y="200117"/>
                  </a:lnTo>
                  <a:lnTo>
                    <a:pt x="4421" y="205371"/>
                  </a:lnTo>
                  <a:lnTo>
                    <a:pt x="5734" y="210585"/>
                  </a:lnTo>
                  <a:lnTo>
                    <a:pt x="7214" y="215755"/>
                  </a:lnTo>
                  <a:lnTo>
                    <a:pt x="8859" y="220874"/>
                  </a:lnTo>
                  <a:lnTo>
                    <a:pt x="10669" y="225937"/>
                  </a:lnTo>
                  <a:lnTo>
                    <a:pt x="12640" y="230940"/>
                  </a:lnTo>
                  <a:lnTo>
                    <a:pt x="14771" y="235877"/>
                  </a:lnTo>
                  <a:lnTo>
                    <a:pt x="17059" y="240743"/>
                  </a:lnTo>
                  <a:lnTo>
                    <a:pt x="19503" y="245532"/>
                  </a:lnTo>
                  <a:lnTo>
                    <a:pt x="22100" y="250241"/>
                  </a:lnTo>
                  <a:lnTo>
                    <a:pt x="24847" y="254863"/>
                  </a:lnTo>
                  <a:lnTo>
                    <a:pt x="27741" y="259395"/>
                  </a:lnTo>
                  <a:lnTo>
                    <a:pt x="30779" y="263832"/>
                  </a:lnTo>
                  <a:lnTo>
                    <a:pt x="33959" y="268168"/>
                  </a:lnTo>
                  <a:lnTo>
                    <a:pt x="37276" y="272400"/>
                  </a:lnTo>
                  <a:lnTo>
                    <a:pt x="40728" y="276523"/>
                  </a:lnTo>
                  <a:lnTo>
                    <a:pt x="44310" y="280533"/>
                  </a:lnTo>
                  <a:lnTo>
                    <a:pt x="48020" y="284425"/>
                  </a:lnTo>
                  <a:lnTo>
                    <a:pt x="51853" y="288197"/>
                  </a:lnTo>
                  <a:lnTo>
                    <a:pt x="55805" y="291843"/>
                  </a:lnTo>
                  <a:lnTo>
                    <a:pt x="59872" y="295360"/>
                  </a:lnTo>
                  <a:lnTo>
                    <a:pt x="64051" y="298744"/>
                  </a:lnTo>
                  <a:lnTo>
                    <a:pt x="68336" y="301992"/>
                  </a:lnTo>
                  <a:lnTo>
                    <a:pt x="72723" y="305101"/>
                  </a:lnTo>
                  <a:lnTo>
                    <a:pt x="77208" y="308067"/>
                  </a:lnTo>
                  <a:lnTo>
                    <a:pt x="81786" y="310887"/>
                  </a:lnTo>
                  <a:lnTo>
                    <a:pt x="86453" y="313559"/>
                  </a:lnTo>
                  <a:lnTo>
                    <a:pt x="91203" y="316079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553127" y="1404005"/>
              <a:ext cx="75961" cy="148912"/>
            </a:xfrm>
            <a:custGeom>
              <a:avLst/>
              <a:pathLst>
                <a:path w="75961" h="148912">
                  <a:moveTo>
                    <a:pt x="0" y="148912"/>
                  </a:moveTo>
                  <a:lnTo>
                    <a:pt x="7596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553127" y="1404005"/>
              <a:ext cx="75961" cy="148912"/>
            </a:xfrm>
            <a:custGeom>
              <a:avLst/>
              <a:pathLst>
                <a:path w="75961" h="148912">
                  <a:moveTo>
                    <a:pt x="0" y="148912"/>
                  </a:moveTo>
                  <a:lnTo>
                    <a:pt x="7596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553127" y="1404005"/>
              <a:ext cx="75961" cy="148912"/>
            </a:xfrm>
            <a:custGeom>
              <a:avLst/>
              <a:pathLst>
                <a:path w="75961" h="148912">
                  <a:moveTo>
                    <a:pt x="0" y="148912"/>
                  </a:moveTo>
                  <a:lnTo>
                    <a:pt x="7596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553127" y="1404005"/>
              <a:ext cx="75961" cy="148912"/>
            </a:xfrm>
            <a:custGeom>
              <a:avLst/>
              <a:pathLst>
                <a:path w="75961" h="148912">
                  <a:moveTo>
                    <a:pt x="0" y="148912"/>
                  </a:moveTo>
                  <a:lnTo>
                    <a:pt x="759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553127" y="1404005"/>
              <a:ext cx="75961" cy="148912"/>
            </a:xfrm>
            <a:custGeom>
              <a:avLst/>
              <a:pathLst>
                <a:path w="75961" h="148912">
                  <a:moveTo>
                    <a:pt x="0" y="148912"/>
                  </a:moveTo>
                  <a:lnTo>
                    <a:pt x="759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553127" y="1404005"/>
              <a:ext cx="75961" cy="148912"/>
            </a:xfrm>
            <a:custGeom>
              <a:avLst/>
              <a:pathLst>
                <a:path w="75961" h="148912">
                  <a:moveTo>
                    <a:pt x="0" y="148912"/>
                  </a:moveTo>
                  <a:lnTo>
                    <a:pt x="759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553127" y="1404005"/>
              <a:ext cx="75961" cy="148912"/>
            </a:xfrm>
            <a:custGeom>
              <a:avLst/>
              <a:pathLst>
                <a:path w="75961" h="148912">
                  <a:moveTo>
                    <a:pt x="0" y="148912"/>
                  </a:moveTo>
                  <a:lnTo>
                    <a:pt x="759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553127" y="1404005"/>
              <a:ext cx="75961" cy="148912"/>
            </a:xfrm>
            <a:custGeom>
              <a:avLst/>
              <a:pathLst>
                <a:path w="75961" h="148912">
                  <a:moveTo>
                    <a:pt x="0" y="148912"/>
                  </a:moveTo>
                  <a:lnTo>
                    <a:pt x="7596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553127" y="1404005"/>
              <a:ext cx="75961" cy="148912"/>
            </a:xfrm>
            <a:custGeom>
              <a:avLst/>
              <a:pathLst>
                <a:path w="75961" h="148912">
                  <a:moveTo>
                    <a:pt x="0" y="148912"/>
                  </a:moveTo>
                  <a:lnTo>
                    <a:pt x="7596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553127" y="1404005"/>
              <a:ext cx="75961" cy="148912"/>
            </a:xfrm>
            <a:custGeom>
              <a:avLst/>
              <a:pathLst>
                <a:path w="75961" h="148912">
                  <a:moveTo>
                    <a:pt x="0" y="148912"/>
                  </a:moveTo>
                  <a:lnTo>
                    <a:pt x="7596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553127" y="1404005"/>
              <a:ext cx="75961" cy="148912"/>
            </a:xfrm>
            <a:custGeom>
              <a:avLst/>
              <a:pathLst>
                <a:path w="75961" h="148912">
                  <a:moveTo>
                    <a:pt x="0" y="148912"/>
                  </a:moveTo>
                  <a:lnTo>
                    <a:pt x="7596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553127" y="1404005"/>
              <a:ext cx="75961" cy="148912"/>
            </a:xfrm>
            <a:custGeom>
              <a:avLst/>
              <a:pathLst>
                <a:path w="75961" h="148912">
                  <a:moveTo>
                    <a:pt x="0" y="148912"/>
                  </a:moveTo>
                  <a:lnTo>
                    <a:pt x="759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553127" y="1404005"/>
              <a:ext cx="75961" cy="148912"/>
            </a:xfrm>
            <a:custGeom>
              <a:avLst/>
              <a:pathLst>
                <a:path w="75961" h="148912">
                  <a:moveTo>
                    <a:pt x="0" y="148912"/>
                  </a:moveTo>
                  <a:lnTo>
                    <a:pt x="759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553127" y="1404005"/>
              <a:ext cx="75961" cy="148912"/>
            </a:xfrm>
            <a:custGeom>
              <a:avLst/>
              <a:pathLst>
                <a:path w="75961" h="148912">
                  <a:moveTo>
                    <a:pt x="0" y="148912"/>
                  </a:moveTo>
                  <a:lnTo>
                    <a:pt x="759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553127" y="1404005"/>
              <a:ext cx="75961" cy="148912"/>
            </a:xfrm>
            <a:custGeom>
              <a:avLst/>
              <a:pathLst>
                <a:path w="75961" h="148912">
                  <a:moveTo>
                    <a:pt x="0" y="148912"/>
                  </a:moveTo>
                  <a:lnTo>
                    <a:pt x="759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553127" y="1404005"/>
              <a:ext cx="75961" cy="148912"/>
            </a:xfrm>
            <a:custGeom>
              <a:avLst/>
              <a:pathLst>
                <a:path w="75961" h="148912">
                  <a:moveTo>
                    <a:pt x="0" y="148912"/>
                  </a:moveTo>
                  <a:lnTo>
                    <a:pt x="7596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553127" y="1404005"/>
              <a:ext cx="75961" cy="148912"/>
            </a:xfrm>
            <a:custGeom>
              <a:avLst/>
              <a:pathLst>
                <a:path w="75961" h="148912">
                  <a:moveTo>
                    <a:pt x="0" y="148912"/>
                  </a:moveTo>
                  <a:lnTo>
                    <a:pt x="7596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553127" y="1252114"/>
              <a:ext cx="243126" cy="319055"/>
            </a:xfrm>
            <a:custGeom>
              <a:avLst/>
              <a:pathLst>
                <a:path w="243126" h="319055">
                  <a:moveTo>
                    <a:pt x="0" y="300802"/>
                  </a:moveTo>
                  <a:lnTo>
                    <a:pt x="4776" y="303144"/>
                  </a:lnTo>
                  <a:lnTo>
                    <a:pt x="9625" y="305332"/>
                  </a:lnTo>
                  <a:lnTo>
                    <a:pt x="14541" y="307365"/>
                  </a:lnTo>
                  <a:lnTo>
                    <a:pt x="19519" y="309241"/>
                  </a:lnTo>
                  <a:lnTo>
                    <a:pt x="24555" y="310957"/>
                  </a:lnTo>
                  <a:lnTo>
                    <a:pt x="29642" y="312512"/>
                  </a:lnTo>
                  <a:lnTo>
                    <a:pt x="34776" y="313905"/>
                  </a:lnTo>
                  <a:lnTo>
                    <a:pt x="39952" y="315133"/>
                  </a:lnTo>
                  <a:lnTo>
                    <a:pt x="45165" y="316196"/>
                  </a:lnTo>
                  <a:lnTo>
                    <a:pt x="50408" y="317093"/>
                  </a:lnTo>
                  <a:lnTo>
                    <a:pt x="55678" y="317822"/>
                  </a:lnTo>
                  <a:lnTo>
                    <a:pt x="60968" y="318384"/>
                  </a:lnTo>
                  <a:lnTo>
                    <a:pt x="66273" y="318776"/>
                  </a:lnTo>
                  <a:lnTo>
                    <a:pt x="71588" y="319000"/>
                  </a:lnTo>
                  <a:lnTo>
                    <a:pt x="76908" y="319055"/>
                  </a:lnTo>
                  <a:lnTo>
                    <a:pt x="82226" y="318940"/>
                  </a:lnTo>
                  <a:lnTo>
                    <a:pt x="87539" y="318656"/>
                  </a:lnTo>
                  <a:lnTo>
                    <a:pt x="92839" y="318203"/>
                  </a:lnTo>
                  <a:lnTo>
                    <a:pt x="98123" y="317582"/>
                  </a:lnTo>
                  <a:lnTo>
                    <a:pt x="103384" y="316793"/>
                  </a:lnTo>
                  <a:lnTo>
                    <a:pt x="108617" y="315837"/>
                  </a:lnTo>
                  <a:lnTo>
                    <a:pt x="113817" y="314715"/>
                  </a:lnTo>
                  <a:lnTo>
                    <a:pt x="118979" y="313428"/>
                  </a:lnTo>
                  <a:lnTo>
                    <a:pt x="124097" y="311977"/>
                  </a:lnTo>
                  <a:lnTo>
                    <a:pt x="129166" y="310364"/>
                  </a:lnTo>
                  <a:lnTo>
                    <a:pt x="134182" y="308591"/>
                  </a:lnTo>
                  <a:lnTo>
                    <a:pt x="139138" y="306659"/>
                  </a:lnTo>
                  <a:lnTo>
                    <a:pt x="144031" y="304571"/>
                  </a:lnTo>
                  <a:lnTo>
                    <a:pt x="148855" y="302327"/>
                  </a:lnTo>
                  <a:lnTo>
                    <a:pt x="153605" y="299932"/>
                  </a:lnTo>
                  <a:lnTo>
                    <a:pt x="158276" y="297386"/>
                  </a:lnTo>
                  <a:lnTo>
                    <a:pt x="162864" y="294694"/>
                  </a:lnTo>
                  <a:lnTo>
                    <a:pt x="167364" y="291856"/>
                  </a:lnTo>
                  <a:lnTo>
                    <a:pt x="171771" y="288877"/>
                  </a:lnTo>
                  <a:lnTo>
                    <a:pt x="176081" y="285759"/>
                  </a:lnTo>
                  <a:lnTo>
                    <a:pt x="180290" y="282505"/>
                  </a:lnTo>
                  <a:lnTo>
                    <a:pt x="184393" y="279120"/>
                  </a:lnTo>
                  <a:lnTo>
                    <a:pt x="188387" y="275605"/>
                  </a:lnTo>
                  <a:lnTo>
                    <a:pt x="192266" y="271965"/>
                  </a:lnTo>
                  <a:lnTo>
                    <a:pt x="196028" y="268203"/>
                  </a:lnTo>
                  <a:lnTo>
                    <a:pt x="199668" y="264324"/>
                  </a:lnTo>
                  <a:lnTo>
                    <a:pt x="203183" y="260331"/>
                  </a:lnTo>
                  <a:lnTo>
                    <a:pt x="206569" y="256228"/>
                  </a:lnTo>
                  <a:lnTo>
                    <a:pt x="209823" y="252019"/>
                  </a:lnTo>
                  <a:lnTo>
                    <a:pt x="212941" y="247709"/>
                  </a:lnTo>
                  <a:lnTo>
                    <a:pt x="215921" y="243302"/>
                  </a:lnTo>
                  <a:lnTo>
                    <a:pt x="218759" y="238802"/>
                  </a:lnTo>
                  <a:lnTo>
                    <a:pt x="221452" y="234215"/>
                  </a:lnTo>
                  <a:lnTo>
                    <a:pt x="223998" y="229544"/>
                  </a:lnTo>
                  <a:lnTo>
                    <a:pt x="226394" y="224794"/>
                  </a:lnTo>
                  <a:lnTo>
                    <a:pt x="228637" y="219970"/>
                  </a:lnTo>
                  <a:lnTo>
                    <a:pt x="230726" y="215078"/>
                  </a:lnTo>
                  <a:lnTo>
                    <a:pt x="232658" y="210121"/>
                  </a:lnTo>
                  <a:lnTo>
                    <a:pt x="234432" y="205106"/>
                  </a:lnTo>
                  <a:lnTo>
                    <a:pt x="236045" y="200037"/>
                  </a:lnTo>
                  <a:lnTo>
                    <a:pt x="237496" y="194918"/>
                  </a:lnTo>
                  <a:lnTo>
                    <a:pt x="238783" y="189757"/>
                  </a:lnTo>
                  <a:lnTo>
                    <a:pt x="239906" y="184557"/>
                  </a:lnTo>
                  <a:lnTo>
                    <a:pt x="240862" y="179324"/>
                  </a:lnTo>
                  <a:lnTo>
                    <a:pt x="241652" y="174063"/>
                  </a:lnTo>
                  <a:lnTo>
                    <a:pt x="242273" y="168779"/>
                  </a:lnTo>
                  <a:lnTo>
                    <a:pt x="242726" y="163479"/>
                  </a:lnTo>
                  <a:lnTo>
                    <a:pt x="243011" y="158167"/>
                  </a:lnTo>
                  <a:lnTo>
                    <a:pt x="243126" y="152848"/>
                  </a:lnTo>
                  <a:lnTo>
                    <a:pt x="243072" y="147529"/>
                  </a:lnTo>
                  <a:lnTo>
                    <a:pt x="242848" y="142214"/>
                  </a:lnTo>
                  <a:lnTo>
                    <a:pt x="242456" y="136908"/>
                  </a:lnTo>
                  <a:lnTo>
                    <a:pt x="241895" y="131618"/>
                  </a:lnTo>
                  <a:lnTo>
                    <a:pt x="241166" y="126348"/>
                  </a:lnTo>
                  <a:lnTo>
                    <a:pt x="240269" y="121105"/>
                  </a:lnTo>
                  <a:lnTo>
                    <a:pt x="239207" y="115892"/>
                  </a:lnTo>
                  <a:lnTo>
                    <a:pt x="237979" y="110716"/>
                  </a:lnTo>
                  <a:lnTo>
                    <a:pt x="236586" y="105582"/>
                  </a:lnTo>
                  <a:lnTo>
                    <a:pt x="235032" y="100494"/>
                  </a:lnTo>
                  <a:lnTo>
                    <a:pt x="233316" y="95459"/>
                  </a:lnTo>
                  <a:lnTo>
                    <a:pt x="231440" y="90480"/>
                  </a:lnTo>
                  <a:lnTo>
                    <a:pt x="229408" y="85564"/>
                  </a:lnTo>
                  <a:lnTo>
                    <a:pt x="227220" y="80715"/>
                  </a:lnTo>
                  <a:lnTo>
                    <a:pt x="224878" y="75938"/>
                  </a:lnTo>
                  <a:lnTo>
                    <a:pt x="222386" y="71239"/>
                  </a:lnTo>
                  <a:lnTo>
                    <a:pt x="219746" y="66620"/>
                  </a:lnTo>
                  <a:lnTo>
                    <a:pt x="216960" y="62088"/>
                  </a:lnTo>
                  <a:lnTo>
                    <a:pt x="214031" y="57647"/>
                  </a:lnTo>
                  <a:lnTo>
                    <a:pt x="210962" y="53302"/>
                  </a:lnTo>
                  <a:lnTo>
                    <a:pt x="207757" y="49056"/>
                  </a:lnTo>
                  <a:lnTo>
                    <a:pt x="204418" y="44915"/>
                  </a:lnTo>
                  <a:lnTo>
                    <a:pt x="200949" y="40881"/>
                  </a:lnTo>
                  <a:lnTo>
                    <a:pt x="197354" y="36960"/>
                  </a:lnTo>
                  <a:lnTo>
                    <a:pt x="193635" y="33156"/>
                  </a:lnTo>
                  <a:lnTo>
                    <a:pt x="189798" y="29472"/>
                  </a:lnTo>
                  <a:lnTo>
                    <a:pt x="185845" y="25912"/>
                  </a:lnTo>
                  <a:lnTo>
                    <a:pt x="181781" y="22479"/>
                  </a:lnTo>
                  <a:lnTo>
                    <a:pt x="177609" y="19178"/>
                  </a:lnTo>
                  <a:lnTo>
                    <a:pt x="173335" y="16010"/>
                  </a:lnTo>
                  <a:lnTo>
                    <a:pt x="168962" y="12981"/>
                  </a:lnTo>
                  <a:lnTo>
                    <a:pt x="164495" y="10092"/>
                  </a:lnTo>
                  <a:lnTo>
                    <a:pt x="159939" y="7347"/>
                  </a:lnTo>
                  <a:lnTo>
                    <a:pt x="155297" y="4748"/>
                  </a:lnTo>
                  <a:lnTo>
                    <a:pt x="150575" y="2298"/>
                  </a:lnTo>
                  <a:lnTo>
                    <a:pt x="145777" y="0"/>
                  </a:lnTo>
                  <a:lnTo>
                    <a:pt x="75961" y="1518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629088" y="1236837"/>
              <a:ext cx="69815" cy="167167"/>
            </a:xfrm>
            <a:custGeom>
              <a:avLst/>
              <a:pathLst>
                <a:path w="69815" h="167167">
                  <a:moveTo>
                    <a:pt x="69815" y="15277"/>
                  </a:moveTo>
                  <a:lnTo>
                    <a:pt x="64318" y="12868"/>
                  </a:lnTo>
                  <a:lnTo>
                    <a:pt x="58738" y="10659"/>
                  </a:lnTo>
                  <a:lnTo>
                    <a:pt x="53082" y="8651"/>
                  </a:lnTo>
                  <a:lnTo>
                    <a:pt x="47358" y="6848"/>
                  </a:lnTo>
                  <a:lnTo>
                    <a:pt x="41572" y="5251"/>
                  </a:lnTo>
                  <a:lnTo>
                    <a:pt x="35733" y="3863"/>
                  </a:lnTo>
                  <a:lnTo>
                    <a:pt x="29848" y="2686"/>
                  </a:lnTo>
                  <a:lnTo>
                    <a:pt x="23925" y="1720"/>
                  </a:lnTo>
                  <a:lnTo>
                    <a:pt x="17971" y="968"/>
                  </a:lnTo>
                  <a:lnTo>
                    <a:pt x="11993" y="430"/>
                  </a:lnTo>
                  <a:lnTo>
                    <a:pt x="6000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109272" y="1546402"/>
              <a:ext cx="103294" cy="167167"/>
            </a:xfrm>
            <a:custGeom>
              <a:avLst/>
              <a:pathLst>
                <a:path w="103294" h="167167">
                  <a:moveTo>
                    <a:pt x="103294" y="0"/>
                  </a:moveTo>
                  <a:lnTo>
                    <a:pt x="97727" y="92"/>
                  </a:lnTo>
                  <a:lnTo>
                    <a:pt x="92167" y="370"/>
                  </a:lnTo>
                  <a:lnTo>
                    <a:pt x="86619" y="833"/>
                  </a:lnTo>
                  <a:lnTo>
                    <a:pt x="81090" y="1481"/>
                  </a:lnTo>
                  <a:lnTo>
                    <a:pt x="75585" y="2312"/>
                  </a:lnTo>
                  <a:lnTo>
                    <a:pt x="70111" y="3326"/>
                  </a:lnTo>
                  <a:lnTo>
                    <a:pt x="64674" y="4522"/>
                  </a:lnTo>
                  <a:lnTo>
                    <a:pt x="59280" y="5898"/>
                  </a:lnTo>
                  <a:lnTo>
                    <a:pt x="53934" y="7453"/>
                  </a:lnTo>
                  <a:lnTo>
                    <a:pt x="48644" y="9185"/>
                  </a:lnTo>
                  <a:lnTo>
                    <a:pt x="43414" y="11092"/>
                  </a:lnTo>
                  <a:lnTo>
                    <a:pt x="38250" y="13173"/>
                  </a:lnTo>
                  <a:lnTo>
                    <a:pt x="33158" y="15424"/>
                  </a:lnTo>
                  <a:lnTo>
                    <a:pt x="28144" y="17843"/>
                  </a:lnTo>
                  <a:lnTo>
                    <a:pt x="23214" y="20428"/>
                  </a:lnTo>
                  <a:lnTo>
                    <a:pt x="18372" y="23176"/>
                  </a:lnTo>
                  <a:lnTo>
                    <a:pt x="13625" y="26084"/>
                  </a:lnTo>
                  <a:lnTo>
                    <a:pt x="8977" y="29148"/>
                  </a:lnTo>
                  <a:lnTo>
                    <a:pt x="4433" y="32365"/>
                  </a:lnTo>
                  <a:lnTo>
                    <a:pt x="0" y="35732"/>
                  </a:lnTo>
                  <a:lnTo>
                    <a:pt x="10329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109272" y="1582134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109272" y="1582134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109272" y="1582134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109272" y="1582134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109272" y="1582134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109272" y="1582134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109272" y="1582134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109272" y="1582134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109272" y="1582134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109272" y="1582134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109272" y="1582134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109272" y="1582134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109272" y="1582134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109272" y="1582134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109272" y="1582134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109272" y="1582134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45415" y="1582134"/>
              <a:ext cx="334312" cy="298601"/>
            </a:xfrm>
            <a:custGeom>
              <a:avLst/>
              <a:pathLst>
                <a:path w="334312" h="298601">
                  <a:moveTo>
                    <a:pt x="63857" y="0"/>
                  </a:moveTo>
                  <a:lnTo>
                    <a:pt x="59746" y="3337"/>
                  </a:lnTo>
                  <a:lnTo>
                    <a:pt x="55742" y="6803"/>
                  </a:lnTo>
                  <a:lnTo>
                    <a:pt x="51851" y="10394"/>
                  </a:lnTo>
                  <a:lnTo>
                    <a:pt x="48075" y="14107"/>
                  </a:lnTo>
                  <a:lnTo>
                    <a:pt x="44419" y="17937"/>
                  </a:lnTo>
                  <a:lnTo>
                    <a:pt x="40886" y="21881"/>
                  </a:lnTo>
                  <a:lnTo>
                    <a:pt x="37479" y="25935"/>
                  </a:lnTo>
                  <a:lnTo>
                    <a:pt x="34203" y="30095"/>
                  </a:lnTo>
                  <a:lnTo>
                    <a:pt x="31060" y="34356"/>
                  </a:lnTo>
                  <a:lnTo>
                    <a:pt x="28053" y="38715"/>
                  </a:lnTo>
                  <a:lnTo>
                    <a:pt x="25187" y="43167"/>
                  </a:lnTo>
                  <a:lnTo>
                    <a:pt x="22462" y="47708"/>
                  </a:lnTo>
                  <a:lnTo>
                    <a:pt x="19883" y="52333"/>
                  </a:lnTo>
                  <a:lnTo>
                    <a:pt x="17452" y="57037"/>
                  </a:lnTo>
                  <a:lnTo>
                    <a:pt x="15170" y="61815"/>
                  </a:lnTo>
                  <a:lnTo>
                    <a:pt x="13042" y="66664"/>
                  </a:lnTo>
                  <a:lnTo>
                    <a:pt x="11067" y="71577"/>
                  </a:lnTo>
                  <a:lnTo>
                    <a:pt x="9250" y="76551"/>
                  </a:lnTo>
                  <a:lnTo>
                    <a:pt x="7591" y="81579"/>
                  </a:lnTo>
                  <a:lnTo>
                    <a:pt x="6092" y="86658"/>
                  </a:lnTo>
                  <a:lnTo>
                    <a:pt x="4754" y="91781"/>
                  </a:lnTo>
                  <a:lnTo>
                    <a:pt x="3580" y="96945"/>
                  </a:lnTo>
                  <a:lnTo>
                    <a:pt x="2570" y="102143"/>
                  </a:lnTo>
                  <a:lnTo>
                    <a:pt x="1725" y="107370"/>
                  </a:lnTo>
                  <a:lnTo>
                    <a:pt x="1045" y="112621"/>
                  </a:lnTo>
                  <a:lnTo>
                    <a:pt x="533" y="117892"/>
                  </a:lnTo>
                  <a:lnTo>
                    <a:pt x="187" y="123176"/>
                  </a:lnTo>
                  <a:lnTo>
                    <a:pt x="10" y="128468"/>
                  </a:lnTo>
                  <a:lnTo>
                    <a:pt x="0" y="133763"/>
                  </a:lnTo>
                  <a:lnTo>
                    <a:pt x="157" y="139056"/>
                  </a:lnTo>
                  <a:lnTo>
                    <a:pt x="482" y="144341"/>
                  </a:lnTo>
                  <a:lnTo>
                    <a:pt x="975" y="149614"/>
                  </a:lnTo>
                  <a:lnTo>
                    <a:pt x="1634" y="154868"/>
                  </a:lnTo>
                  <a:lnTo>
                    <a:pt x="2459" y="160098"/>
                  </a:lnTo>
                  <a:lnTo>
                    <a:pt x="3449" y="165300"/>
                  </a:lnTo>
                  <a:lnTo>
                    <a:pt x="4604" y="170468"/>
                  </a:lnTo>
                  <a:lnTo>
                    <a:pt x="5922" y="175596"/>
                  </a:lnTo>
                  <a:lnTo>
                    <a:pt x="7401" y="180681"/>
                  </a:lnTo>
                  <a:lnTo>
                    <a:pt x="9041" y="185715"/>
                  </a:lnTo>
                  <a:lnTo>
                    <a:pt x="10840" y="190696"/>
                  </a:lnTo>
                  <a:lnTo>
                    <a:pt x="12795" y="195617"/>
                  </a:lnTo>
                  <a:lnTo>
                    <a:pt x="14905" y="200473"/>
                  </a:lnTo>
                  <a:lnTo>
                    <a:pt x="17168" y="205261"/>
                  </a:lnTo>
                  <a:lnTo>
                    <a:pt x="19582" y="209974"/>
                  </a:lnTo>
                  <a:lnTo>
                    <a:pt x="22143" y="214608"/>
                  </a:lnTo>
                  <a:lnTo>
                    <a:pt x="24850" y="219159"/>
                  </a:lnTo>
                  <a:lnTo>
                    <a:pt x="27700" y="223622"/>
                  </a:lnTo>
                  <a:lnTo>
                    <a:pt x="30690" y="227993"/>
                  </a:lnTo>
                  <a:lnTo>
                    <a:pt x="33817" y="232266"/>
                  </a:lnTo>
                  <a:lnTo>
                    <a:pt x="37077" y="236439"/>
                  </a:lnTo>
                  <a:lnTo>
                    <a:pt x="40468" y="240506"/>
                  </a:lnTo>
                  <a:lnTo>
                    <a:pt x="43986" y="244463"/>
                  </a:lnTo>
                  <a:lnTo>
                    <a:pt x="47628" y="248307"/>
                  </a:lnTo>
                  <a:lnTo>
                    <a:pt x="51389" y="252034"/>
                  </a:lnTo>
                  <a:lnTo>
                    <a:pt x="55267" y="255640"/>
                  </a:lnTo>
                  <a:lnTo>
                    <a:pt x="59257" y="259122"/>
                  </a:lnTo>
                  <a:lnTo>
                    <a:pt x="63355" y="262475"/>
                  </a:lnTo>
                  <a:lnTo>
                    <a:pt x="67558" y="265696"/>
                  </a:lnTo>
                  <a:lnTo>
                    <a:pt x="71860" y="268783"/>
                  </a:lnTo>
                  <a:lnTo>
                    <a:pt x="76258" y="271733"/>
                  </a:lnTo>
                  <a:lnTo>
                    <a:pt x="80747" y="274541"/>
                  </a:lnTo>
                  <a:lnTo>
                    <a:pt x="85323" y="277206"/>
                  </a:lnTo>
                  <a:lnTo>
                    <a:pt x="89981" y="279724"/>
                  </a:lnTo>
                  <a:lnTo>
                    <a:pt x="94716" y="282094"/>
                  </a:lnTo>
                  <a:lnTo>
                    <a:pt x="99524" y="284313"/>
                  </a:lnTo>
                  <a:lnTo>
                    <a:pt x="104400" y="286378"/>
                  </a:lnTo>
                  <a:lnTo>
                    <a:pt x="109339" y="288287"/>
                  </a:lnTo>
                  <a:lnTo>
                    <a:pt x="114336" y="290040"/>
                  </a:lnTo>
                  <a:lnTo>
                    <a:pt x="119385" y="291633"/>
                  </a:lnTo>
                  <a:lnTo>
                    <a:pt x="124483" y="293065"/>
                  </a:lnTo>
                  <a:lnTo>
                    <a:pt x="129624" y="294336"/>
                  </a:lnTo>
                  <a:lnTo>
                    <a:pt x="134802" y="295443"/>
                  </a:lnTo>
                  <a:lnTo>
                    <a:pt x="140013" y="296385"/>
                  </a:lnTo>
                  <a:lnTo>
                    <a:pt x="145251" y="297162"/>
                  </a:lnTo>
                  <a:lnTo>
                    <a:pt x="150511" y="297772"/>
                  </a:lnTo>
                  <a:lnTo>
                    <a:pt x="155787" y="298216"/>
                  </a:lnTo>
                  <a:lnTo>
                    <a:pt x="161075" y="298492"/>
                  </a:lnTo>
                  <a:lnTo>
                    <a:pt x="166369" y="298601"/>
                  </a:lnTo>
                  <a:lnTo>
                    <a:pt x="171664" y="298541"/>
                  </a:lnTo>
                  <a:lnTo>
                    <a:pt x="176954" y="298315"/>
                  </a:lnTo>
                  <a:lnTo>
                    <a:pt x="182235" y="297920"/>
                  </a:lnTo>
                  <a:lnTo>
                    <a:pt x="187500" y="297359"/>
                  </a:lnTo>
                  <a:lnTo>
                    <a:pt x="192745" y="296631"/>
                  </a:lnTo>
                  <a:lnTo>
                    <a:pt x="197965" y="295738"/>
                  </a:lnTo>
                  <a:lnTo>
                    <a:pt x="203153" y="294680"/>
                  </a:lnTo>
                  <a:lnTo>
                    <a:pt x="208305" y="293457"/>
                  </a:lnTo>
                  <a:lnTo>
                    <a:pt x="213416" y="292073"/>
                  </a:lnTo>
                  <a:lnTo>
                    <a:pt x="218481" y="290527"/>
                  </a:lnTo>
                  <a:lnTo>
                    <a:pt x="223494" y="288821"/>
                  </a:lnTo>
                  <a:lnTo>
                    <a:pt x="228450" y="286958"/>
                  </a:lnTo>
                  <a:lnTo>
                    <a:pt x="233345" y="284938"/>
                  </a:lnTo>
                  <a:lnTo>
                    <a:pt x="238174" y="282765"/>
                  </a:lnTo>
                  <a:lnTo>
                    <a:pt x="242931" y="280439"/>
                  </a:lnTo>
                  <a:lnTo>
                    <a:pt x="247612" y="277964"/>
                  </a:lnTo>
                  <a:lnTo>
                    <a:pt x="252213" y="275342"/>
                  </a:lnTo>
                  <a:lnTo>
                    <a:pt x="256728" y="272576"/>
                  </a:lnTo>
                  <a:lnTo>
                    <a:pt x="261153" y="269668"/>
                  </a:lnTo>
                  <a:lnTo>
                    <a:pt x="265484" y="266622"/>
                  </a:lnTo>
                  <a:lnTo>
                    <a:pt x="269717" y="263439"/>
                  </a:lnTo>
                  <a:lnTo>
                    <a:pt x="273846" y="260125"/>
                  </a:lnTo>
                  <a:lnTo>
                    <a:pt x="277868" y="256681"/>
                  </a:lnTo>
                  <a:lnTo>
                    <a:pt x="281780" y="253111"/>
                  </a:lnTo>
                  <a:lnTo>
                    <a:pt x="285576" y="249420"/>
                  </a:lnTo>
                  <a:lnTo>
                    <a:pt x="289253" y="245610"/>
                  </a:lnTo>
                  <a:lnTo>
                    <a:pt x="292808" y="241685"/>
                  </a:lnTo>
                  <a:lnTo>
                    <a:pt x="296237" y="237650"/>
                  </a:lnTo>
                  <a:lnTo>
                    <a:pt x="299536" y="233508"/>
                  </a:lnTo>
                  <a:lnTo>
                    <a:pt x="302703" y="229264"/>
                  </a:lnTo>
                  <a:lnTo>
                    <a:pt x="305733" y="224922"/>
                  </a:lnTo>
                  <a:lnTo>
                    <a:pt x="308625" y="220486"/>
                  </a:lnTo>
                  <a:lnTo>
                    <a:pt x="311374" y="215960"/>
                  </a:lnTo>
                  <a:lnTo>
                    <a:pt x="313979" y="211350"/>
                  </a:lnTo>
                  <a:lnTo>
                    <a:pt x="316436" y="206660"/>
                  </a:lnTo>
                  <a:lnTo>
                    <a:pt x="318744" y="201894"/>
                  </a:lnTo>
                  <a:lnTo>
                    <a:pt x="320899" y="197057"/>
                  </a:lnTo>
                  <a:lnTo>
                    <a:pt x="322901" y="192155"/>
                  </a:lnTo>
                  <a:lnTo>
                    <a:pt x="324746" y="187191"/>
                  </a:lnTo>
                  <a:lnTo>
                    <a:pt x="326433" y="182172"/>
                  </a:lnTo>
                  <a:lnTo>
                    <a:pt x="327960" y="177102"/>
                  </a:lnTo>
                  <a:lnTo>
                    <a:pt x="329325" y="171986"/>
                  </a:lnTo>
                  <a:lnTo>
                    <a:pt x="330528" y="166829"/>
                  </a:lnTo>
                  <a:lnTo>
                    <a:pt x="331567" y="161637"/>
                  </a:lnTo>
                  <a:lnTo>
                    <a:pt x="332441" y="156414"/>
                  </a:lnTo>
                  <a:lnTo>
                    <a:pt x="333150" y="151166"/>
                  </a:lnTo>
                  <a:lnTo>
                    <a:pt x="333691" y="145899"/>
                  </a:lnTo>
                  <a:lnTo>
                    <a:pt x="334066" y="140617"/>
                  </a:lnTo>
                  <a:lnTo>
                    <a:pt x="334273" y="135326"/>
                  </a:lnTo>
                  <a:lnTo>
                    <a:pt x="334312" y="130031"/>
                  </a:lnTo>
                  <a:lnTo>
                    <a:pt x="334184" y="124737"/>
                  </a:lnTo>
                  <a:lnTo>
                    <a:pt x="333888" y="119450"/>
                  </a:lnTo>
                  <a:lnTo>
                    <a:pt x="333425" y="114175"/>
                  </a:lnTo>
                  <a:lnTo>
                    <a:pt x="332795" y="108918"/>
                  </a:lnTo>
                  <a:lnTo>
                    <a:pt x="331998" y="103683"/>
                  </a:lnTo>
                  <a:lnTo>
                    <a:pt x="331037" y="98476"/>
                  </a:lnTo>
                  <a:lnTo>
                    <a:pt x="329911" y="93301"/>
                  </a:lnTo>
                  <a:lnTo>
                    <a:pt x="328621" y="88166"/>
                  </a:lnTo>
                  <a:lnTo>
                    <a:pt x="327170" y="83073"/>
                  </a:lnTo>
                  <a:lnTo>
                    <a:pt x="325558" y="78029"/>
                  </a:lnTo>
                  <a:lnTo>
                    <a:pt x="323787" y="73039"/>
                  </a:lnTo>
                  <a:lnTo>
                    <a:pt x="321859" y="68107"/>
                  </a:lnTo>
                  <a:lnTo>
                    <a:pt x="319775" y="63239"/>
                  </a:lnTo>
                  <a:lnTo>
                    <a:pt x="317539" y="58439"/>
                  </a:lnTo>
                  <a:lnTo>
                    <a:pt x="315152" y="53713"/>
                  </a:lnTo>
                  <a:lnTo>
                    <a:pt x="312616" y="49064"/>
                  </a:lnTo>
                  <a:lnTo>
                    <a:pt x="309934" y="44499"/>
                  </a:lnTo>
                  <a:lnTo>
                    <a:pt x="167151" y="1314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212566" y="1546402"/>
              <a:ext cx="142783" cy="167167"/>
            </a:xfrm>
            <a:custGeom>
              <a:avLst/>
              <a:pathLst>
                <a:path w="142783" h="167167">
                  <a:moveTo>
                    <a:pt x="142783" y="80231"/>
                  </a:moveTo>
                  <a:lnTo>
                    <a:pt x="139834" y="75563"/>
                  </a:lnTo>
                  <a:lnTo>
                    <a:pt x="136733" y="70995"/>
                  </a:lnTo>
                  <a:lnTo>
                    <a:pt x="133482" y="66532"/>
                  </a:lnTo>
                  <a:lnTo>
                    <a:pt x="130086" y="62179"/>
                  </a:lnTo>
                  <a:lnTo>
                    <a:pt x="126548" y="57941"/>
                  </a:lnTo>
                  <a:lnTo>
                    <a:pt x="122873" y="53822"/>
                  </a:lnTo>
                  <a:lnTo>
                    <a:pt x="119063" y="49826"/>
                  </a:lnTo>
                  <a:lnTo>
                    <a:pt x="115123" y="45958"/>
                  </a:lnTo>
                  <a:lnTo>
                    <a:pt x="111057" y="42223"/>
                  </a:lnTo>
                  <a:lnTo>
                    <a:pt x="106871" y="38623"/>
                  </a:lnTo>
                  <a:lnTo>
                    <a:pt x="102568" y="35164"/>
                  </a:lnTo>
                  <a:lnTo>
                    <a:pt x="98153" y="31849"/>
                  </a:lnTo>
                  <a:lnTo>
                    <a:pt x="93631" y="28682"/>
                  </a:lnTo>
                  <a:lnTo>
                    <a:pt x="89006" y="25665"/>
                  </a:lnTo>
                  <a:lnTo>
                    <a:pt x="84285" y="22803"/>
                  </a:lnTo>
                  <a:lnTo>
                    <a:pt x="79472" y="20099"/>
                  </a:lnTo>
                  <a:lnTo>
                    <a:pt x="74572" y="17555"/>
                  </a:lnTo>
                  <a:lnTo>
                    <a:pt x="69591" y="15174"/>
                  </a:lnTo>
                  <a:lnTo>
                    <a:pt x="64534" y="12958"/>
                  </a:lnTo>
                  <a:lnTo>
                    <a:pt x="59406" y="10911"/>
                  </a:lnTo>
                  <a:lnTo>
                    <a:pt x="54214" y="9035"/>
                  </a:lnTo>
                  <a:lnTo>
                    <a:pt x="48962" y="7331"/>
                  </a:lnTo>
                  <a:lnTo>
                    <a:pt x="43658" y="5801"/>
                  </a:lnTo>
                  <a:lnTo>
                    <a:pt x="38305" y="4447"/>
                  </a:lnTo>
                  <a:lnTo>
                    <a:pt x="32911" y="3271"/>
                  </a:lnTo>
                  <a:lnTo>
                    <a:pt x="27481" y="2274"/>
                  </a:lnTo>
                  <a:lnTo>
                    <a:pt x="22020" y="1456"/>
                  </a:lnTo>
                  <a:lnTo>
                    <a:pt x="16536" y="819"/>
                  </a:lnTo>
                  <a:lnTo>
                    <a:pt x="11034" y="364"/>
                  </a:lnTo>
                  <a:lnTo>
                    <a:pt x="5520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18787" y="1943516"/>
              <a:ext cx="59996" cy="167167"/>
            </a:xfrm>
            <a:custGeom>
              <a:avLst/>
              <a:pathLst>
                <a:path w="59996" h="167167">
                  <a:moveTo>
                    <a:pt x="59996" y="0"/>
                  </a:moveTo>
                  <a:lnTo>
                    <a:pt x="53860" y="112"/>
                  </a:lnTo>
                  <a:lnTo>
                    <a:pt x="47734" y="450"/>
                  </a:lnTo>
                  <a:lnTo>
                    <a:pt x="41623" y="1012"/>
                  </a:lnTo>
                  <a:lnTo>
                    <a:pt x="35538" y="1798"/>
                  </a:lnTo>
                  <a:lnTo>
                    <a:pt x="29485" y="2807"/>
                  </a:lnTo>
                  <a:lnTo>
                    <a:pt x="23474" y="4038"/>
                  </a:lnTo>
                  <a:lnTo>
                    <a:pt x="17511" y="5488"/>
                  </a:lnTo>
                  <a:lnTo>
                    <a:pt x="11606" y="7156"/>
                  </a:lnTo>
                  <a:lnTo>
                    <a:pt x="5766" y="9040"/>
                  </a:lnTo>
                  <a:lnTo>
                    <a:pt x="0" y="11137"/>
                  </a:lnTo>
                  <a:lnTo>
                    <a:pt x="5999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18787" y="1954653"/>
              <a:ext cx="59996" cy="156030"/>
            </a:xfrm>
            <a:custGeom>
              <a:avLst/>
              <a:pathLst>
                <a:path w="59996" h="156030">
                  <a:moveTo>
                    <a:pt x="0" y="0"/>
                  </a:moveTo>
                  <a:lnTo>
                    <a:pt x="59996" y="1560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18787" y="1954653"/>
              <a:ext cx="59996" cy="156030"/>
            </a:xfrm>
            <a:custGeom>
              <a:avLst/>
              <a:pathLst>
                <a:path w="59996" h="156030">
                  <a:moveTo>
                    <a:pt x="0" y="0"/>
                  </a:moveTo>
                  <a:lnTo>
                    <a:pt x="59996" y="156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18787" y="1954653"/>
              <a:ext cx="59996" cy="156030"/>
            </a:xfrm>
            <a:custGeom>
              <a:avLst/>
              <a:pathLst>
                <a:path w="59996" h="156030">
                  <a:moveTo>
                    <a:pt x="0" y="0"/>
                  </a:moveTo>
                  <a:lnTo>
                    <a:pt x="59996" y="156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18787" y="1954653"/>
              <a:ext cx="59996" cy="156030"/>
            </a:xfrm>
            <a:custGeom>
              <a:avLst/>
              <a:pathLst>
                <a:path w="59996" h="156030">
                  <a:moveTo>
                    <a:pt x="0" y="0"/>
                  </a:moveTo>
                  <a:lnTo>
                    <a:pt x="59996" y="156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18787" y="1954653"/>
              <a:ext cx="59996" cy="156030"/>
            </a:xfrm>
            <a:custGeom>
              <a:avLst/>
              <a:pathLst>
                <a:path w="59996" h="156030">
                  <a:moveTo>
                    <a:pt x="0" y="0"/>
                  </a:moveTo>
                  <a:lnTo>
                    <a:pt x="59996" y="156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18787" y="1954653"/>
              <a:ext cx="59996" cy="156030"/>
            </a:xfrm>
            <a:custGeom>
              <a:avLst/>
              <a:pathLst>
                <a:path w="59996" h="156030">
                  <a:moveTo>
                    <a:pt x="0" y="0"/>
                  </a:moveTo>
                  <a:lnTo>
                    <a:pt x="59996" y="1560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18787" y="1954653"/>
              <a:ext cx="59996" cy="156030"/>
            </a:xfrm>
            <a:custGeom>
              <a:avLst/>
              <a:pathLst>
                <a:path w="59996" h="156030">
                  <a:moveTo>
                    <a:pt x="0" y="0"/>
                  </a:moveTo>
                  <a:lnTo>
                    <a:pt x="59996" y="1560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18787" y="1954653"/>
              <a:ext cx="59996" cy="156030"/>
            </a:xfrm>
            <a:custGeom>
              <a:avLst/>
              <a:pathLst>
                <a:path w="59996" h="156030">
                  <a:moveTo>
                    <a:pt x="0" y="0"/>
                  </a:moveTo>
                  <a:lnTo>
                    <a:pt x="59996" y="1560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18787" y="1954653"/>
              <a:ext cx="59996" cy="156030"/>
            </a:xfrm>
            <a:custGeom>
              <a:avLst/>
              <a:pathLst>
                <a:path w="59996" h="156030">
                  <a:moveTo>
                    <a:pt x="0" y="0"/>
                  </a:moveTo>
                  <a:lnTo>
                    <a:pt x="59996" y="1560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18787" y="1954653"/>
              <a:ext cx="59996" cy="156030"/>
            </a:xfrm>
            <a:custGeom>
              <a:avLst/>
              <a:pathLst>
                <a:path w="59996" h="156030">
                  <a:moveTo>
                    <a:pt x="0" y="0"/>
                  </a:moveTo>
                  <a:lnTo>
                    <a:pt x="59996" y="156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18787" y="1954653"/>
              <a:ext cx="59996" cy="156030"/>
            </a:xfrm>
            <a:custGeom>
              <a:avLst/>
              <a:pathLst>
                <a:path w="59996" h="156030">
                  <a:moveTo>
                    <a:pt x="0" y="0"/>
                  </a:moveTo>
                  <a:lnTo>
                    <a:pt x="59996" y="156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18787" y="1954653"/>
              <a:ext cx="59996" cy="156030"/>
            </a:xfrm>
            <a:custGeom>
              <a:avLst/>
              <a:pathLst>
                <a:path w="59996" h="156030">
                  <a:moveTo>
                    <a:pt x="0" y="0"/>
                  </a:moveTo>
                  <a:lnTo>
                    <a:pt x="59996" y="156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18787" y="1954653"/>
              <a:ext cx="59996" cy="156030"/>
            </a:xfrm>
            <a:custGeom>
              <a:avLst/>
              <a:pathLst>
                <a:path w="59996" h="156030">
                  <a:moveTo>
                    <a:pt x="0" y="0"/>
                  </a:moveTo>
                  <a:lnTo>
                    <a:pt x="59996" y="156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18787" y="1954653"/>
              <a:ext cx="59996" cy="156030"/>
            </a:xfrm>
            <a:custGeom>
              <a:avLst/>
              <a:pathLst>
                <a:path w="59996" h="156030">
                  <a:moveTo>
                    <a:pt x="0" y="0"/>
                  </a:moveTo>
                  <a:lnTo>
                    <a:pt x="59996" y="1560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18787" y="1954653"/>
              <a:ext cx="59996" cy="156030"/>
            </a:xfrm>
            <a:custGeom>
              <a:avLst/>
              <a:pathLst>
                <a:path w="59996" h="156030">
                  <a:moveTo>
                    <a:pt x="0" y="0"/>
                  </a:moveTo>
                  <a:lnTo>
                    <a:pt x="59996" y="1560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18787" y="1954653"/>
              <a:ext cx="59996" cy="156030"/>
            </a:xfrm>
            <a:custGeom>
              <a:avLst/>
              <a:pathLst>
                <a:path w="59996" h="156030">
                  <a:moveTo>
                    <a:pt x="0" y="0"/>
                  </a:moveTo>
                  <a:lnTo>
                    <a:pt x="59996" y="1560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11616" y="1943516"/>
              <a:ext cx="334324" cy="334327"/>
            </a:xfrm>
            <a:custGeom>
              <a:avLst/>
              <a:pathLst>
                <a:path w="334324" h="334327">
                  <a:moveTo>
                    <a:pt x="107171" y="11137"/>
                  </a:moveTo>
                  <a:lnTo>
                    <a:pt x="102265" y="13113"/>
                  </a:lnTo>
                  <a:lnTo>
                    <a:pt x="97425" y="15243"/>
                  </a:lnTo>
                  <a:lnTo>
                    <a:pt x="92654" y="17525"/>
                  </a:lnTo>
                  <a:lnTo>
                    <a:pt x="87958" y="19956"/>
                  </a:lnTo>
                  <a:lnTo>
                    <a:pt x="83341" y="22536"/>
                  </a:lnTo>
                  <a:lnTo>
                    <a:pt x="78808" y="25260"/>
                  </a:lnTo>
                  <a:lnTo>
                    <a:pt x="74364" y="28126"/>
                  </a:lnTo>
                  <a:lnTo>
                    <a:pt x="70012" y="31131"/>
                  </a:lnTo>
                  <a:lnTo>
                    <a:pt x="65757" y="34272"/>
                  </a:lnTo>
                  <a:lnTo>
                    <a:pt x="61604" y="37546"/>
                  </a:lnTo>
                  <a:lnTo>
                    <a:pt x="57557" y="40950"/>
                  </a:lnTo>
                  <a:lnTo>
                    <a:pt x="53620" y="44480"/>
                  </a:lnTo>
                  <a:lnTo>
                    <a:pt x="49796" y="48133"/>
                  </a:lnTo>
                  <a:lnTo>
                    <a:pt x="46089" y="51906"/>
                  </a:lnTo>
                  <a:lnTo>
                    <a:pt x="42504" y="55793"/>
                  </a:lnTo>
                  <a:lnTo>
                    <a:pt x="39043" y="59792"/>
                  </a:lnTo>
                  <a:lnTo>
                    <a:pt x="35711" y="63899"/>
                  </a:lnTo>
                  <a:lnTo>
                    <a:pt x="32510" y="68109"/>
                  </a:lnTo>
                  <a:lnTo>
                    <a:pt x="29444" y="72417"/>
                  </a:lnTo>
                  <a:lnTo>
                    <a:pt x="26516" y="76821"/>
                  </a:lnTo>
                  <a:lnTo>
                    <a:pt x="23729" y="81316"/>
                  </a:lnTo>
                  <a:lnTo>
                    <a:pt x="21085" y="85896"/>
                  </a:lnTo>
                  <a:lnTo>
                    <a:pt x="18587" y="90557"/>
                  </a:lnTo>
                  <a:lnTo>
                    <a:pt x="16238" y="95295"/>
                  </a:lnTo>
                  <a:lnTo>
                    <a:pt x="14040" y="100105"/>
                  </a:lnTo>
                  <a:lnTo>
                    <a:pt x="11996" y="104983"/>
                  </a:lnTo>
                  <a:lnTo>
                    <a:pt x="10106" y="109922"/>
                  </a:lnTo>
                  <a:lnTo>
                    <a:pt x="8374" y="114919"/>
                  </a:lnTo>
                  <a:lnTo>
                    <a:pt x="6801" y="119968"/>
                  </a:lnTo>
                  <a:lnTo>
                    <a:pt x="5388" y="125064"/>
                  </a:lnTo>
                  <a:lnTo>
                    <a:pt x="4137" y="130202"/>
                  </a:lnTo>
                  <a:lnTo>
                    <a:pt x="3050" y="135378"/>
                  </a:lnTo>
                  <a:lnTo>
                    <a:pt x="2126" y="140585"/>
                  </a:lnTo>
                  <a:lnTo>
                    <a:pt x="1368" y="145819"/>
                  </a:lnTo>
                  <a:lnTo>
                    <a:pt x="776" y="151074"/>
                  </a:lnTo>
                  <a:lnTo>
                    <a:pt x="350" y="156345"/>
                  </a:lnTo>
                  <a:lnTo>
                    <a:pt x="91" y="161627"/>
                  </a:lnTo>
                  <a:lnTo>
                    <a:pt x="0" y="166915"/>
                  </a:lnTo>
                  <a:lnTo>
                    <a:pt x="75" y="172203"/>
                  </a:lnTo>
                  <a:lnTo>
                    <a:pt x="318" y="177486"/>
                  </a:lnTo>
                  <a:lnTo>
                    <a:pt x="728" y="182758"/>
                  </a:lnTo>
                  <a:lnTo>
                    <a:pt x="1304" y="188015"/>
                  </a:lnTo>
                  <a:lnTo>
                    <a:pt x="2047" y="193251"/>
                  </a:lnTo>
                  <a:lnTo>
                    <a:pt x="2955" y="198461"/>
                  </a:lnTo>
                  <a:lnTo>
                    <a:pt x="4027" y="203640"/>
                  </a:lnTo>
                  <a:lnTo>
                    <a:pt x="5262" y="208782"/>
                  </a:lnTo>
                  <a:lnTo>
                    <a:pt x="6659" y="213882"/>
                  </a:lnTo>
                  <a:lnTo>
                    <a:pt x="8217" y="218936"/>
                  </a:lnTo>
                  <a:lnTo>
                    <a:pt x="9934" y="223938"/>
                  </a:lnTo>
                  <a:lnTo>
                    <a:pt x="11809" y="228883"/>
                  </a:lnTo>
                  <a:lnTo>
                    <a:pt x="13839" y="233766"/>
                  </a:lnTo>
                  <a:lnTo>
                    <a:pt x="16022" y="238583"/>
                  </a:lnTo>
                  <a:lnTo>
                    <a:pt x="18357" y="243328"/>
                  </a:lnTo>
                  <a:lnTo>
                    <a:pt x="20840" y="247997"/>
                  </a:lnTo>
                  <a:lnTo>
                    <a:pt x="23470" y="252585"/>
                  </a:lnTo>
                  <a:lnTo>
                    <a:pt x="26244" y="257088"/>
                  </a:lnTo>
                  <a:lnTo>
                    <a:pt x="29159" y="261501"/>
                  </a:lnTo>
                  <a:lnTo>
                    <a:pt x="32212" y="265819"/>
                  </a:lnTo>
                  <a:lnTo>
                    <a:pt x="35400" y="270038"/>
                  </a:lnTo>
                  <a:lnTo>
                    <a:pt x="38720" y="274155"/>
                  </a:lnTo>
                  <a:lnTo>
                    <a:pt x="42169" y="278164"/>
                  </a:lnTo>
                  <a:lnTo>
                    <a:pt x="45742" y="282063"/>
                  </a:lnTo>
                  <a:lnTo>
                    <a:pt x="49437" y="285846"/>
                  </a:lnTo>
                  <a:lnTo>
                    <a:pt x="53250" y="289511"/>
                  </a:lnTo>
                  <a:lnTo>
                    <a:pt x="57177" y="293053"/>
                  </a:lnTo>
                  <a:lnTo>
                    <a:pt x="61214" y="296469"/>
                  </a:lnTo>
                  <a:lnTo>
                    <a:pt x="65357" y="299756"/>
                  </a:lnTo>
                  <a:lnTo>
                    <a:pt x="69602" y="302910"/>
                  </a:lnTo>
                  <a:lnTo>
                    <a:pt x="73945" y="305928"/>
                  </a:lnTo>
                  <a:lnTo>
                    <a:pt x="78381" y="308807"/>
                  </a:lnTo>
                  <a:lnTo>
                    <a:pt x="82905" y="311545"/>
                  </a:lnTo>
                  <a:lnTo>
                    <a:pt x="87514" y="314138"/>
                  </a:lnTo>
                  <a:lnTo>
                    <a:pt x="92203" y="316584"/>
                  </a:lnTo>
                  <a:lnTo>
                    <a:pt x="96967" y="318880"/>
                  </a:lnTo>
                  <a:lnTo>
                    <a:pt x="101801" y="321025"/>
                  </a:lnTo>
                  <a:lnTo>
                    <a:pt x="106700" y="323016"/>
                  </a:lnTo>
                  <a:lnTo>
                    <a:pt x="111660" y="324850"/>
                  </a:lnTo>
                  <a:lnTo>
                    <a:pt x="116676" y="326527"/>
                  </a:lnTo>
                  <a:lnTo>
                    <a:pt x="121742" y="328044"/>
                  </a:lnTo>
                  <a:lnTo>
                    <a:pt x="126854" y="329401"/>
                  </a:lnTo>
                  <a:lnTo>
                    <a:pt x="132006" y="330595"/>
                  </a:lnTo>
                  <a:lnTo>
                    <a:pt x="137193" y="331625"/>
                  </a:lnTo>
                  <a:lnTo>
                    <a:pt x="142410" y="332491"/>
                  </a:lnTo>
                  <a:lnTo>
                    <a:pt x="147652" y="333191"/>
                  </a:lnTo>
                  <a:lnTo>
                    <a:pt x="152913" y="333726"/>
                  </a:lnTo>
                  <a:lnTo>
                    <a:pt x="158189" y="334093"/>
                  </a:lnTo>
                  <a:lnTo>
                    <a:pt x="163473" y="334294"/>
                  </a:lnTo>
                  <a:lnTo>
                    <a:pt x="168762" y="334327"/>
                  </a:lnTo>
                  <a:lnTo>
                    <a:pt x="174048" y="334193"/>
                  </a:lnTo>
                  <a:lnTo>
                    <a:pt x="179328" y="333891"/>
                  </a:lnTo>
                  <a:lnTo>
                    <a:pt x="184596" y="333423"/>
                  </a:lnTo>
                  <a:lnTo>
                    <a:pt x="189846" y="332789"/>
                  </a:lnTo>
                  <a:lnTo>
                    <a:pt x="195074" y="331989"/>
                  </a:lnTo>
                  <a:lnTo>
                    <a:pt x="200273" y="331023"/>
                  </a:lnTo>
                  <a:lnTo>
                    <a:pt x="205440" y="329894"/>
                  </a:lnTo>
                  <a:lnTo>
                    <a:pt x="210568" y="328602"/>
                  </a:lnTo>
                  <a:lnTo>
                    <a:pt x="215653" y="327148"/>
                  </a:lnTo>
                  <a:lnTo>
                    <a:pt x="220689" y="325535"/>
                  </a:lnTo>
                  <a:lnTo>
                    <a:pt x="225671" y="323762"/>
                  </a:lnTo>
                  <a:lnTo>
                    <a:pt x="230596" y="321833"/>
                  </a:lnTo>
                  <a:lnTo>
                    <a:pt x="235456" y="319750"/>
                  </a:lnTo>
                  <a:lnTo>
                    <a:pt x="240248" y="317513"/>
                  </a:lnTo>
                  <a:lnTo>
                    <a:pt x="244968" y="315126"/>
                  </a:lnTo>
                  <a:lnTo>
                    <a:pt x="249609" y="312591"/>
                  </a:lnTo>
                  <a:lnTo>
                    <a:pt x="254168" y="309911"/>
                  </a:lnTo>
                  <a:lnTo>
                    <a:pt x="258639" y="307087"/>
                  </a:lnTo>
                  <a:lnTo>
                    <a:pt x="263019" y="304124"/>
                  </a:lnTo>
                  <a:lnTo>
                    <a:pt x="267304" y="301023"/>
                  </a:lnTo>
                  <a:lnTo>
                    <a:pt x="271488" y="297789"/>
                  </a:lnTo>
                  <a:lnTo>
                    <a:pt x="275567" y="294424"/>
                  </a:lnTo>
                  <a:lnTo>
                    <a:pt x="279538" y="290931"/>
                  </a:lnTo>
                  <a:lnTo>
                    <a:pt x="283397" y="287315"/>
                  </a:lnTo>
                  <a:lnTo>
                    <a:pt x="287139" y="283578"/>
                  </a:lnTo>
                  <a:lnTo>
                    <a:pt x="290761" y="279725"/>
                  </a:lnTo>
                  <a:lnTo>
                    <a:pt x="294260" y="275759"/>
                  </a:lnTo>
                  <a:lnTo>
                    <a:pt x="297631" y="271685"/>
                  </a:lnTo>
                  <a:lnTo>
                    <a:pt x="300872" y="267506"/>
                  </a:lnTo>
                  <a:lnTo>
                    <a:pt x="303979" y="263226"/>
                  </a:lnTo>
                  <a:lnTo>
                    <a:pt x="306949" y="258850"/>
                  </a:lnTo>
                  <a:lnTo>
                    <a:pt x="309779" y="254383"/>
                  </a:lnTo>
                  <a:lnTo>
                    <a:pt x="312467" y="249828"/>
                  </a:lnTo>
                  <a:lnTo>
                    <a:pt x="315009" y="245191"/>
                  </a:lnTo>
                  <a:lnTo>
                    <a:pt x="317403" y="240475"/>
                  </a:lnTo>
                  <a:lnTo>
                    <a:pt x="319646" y="235686"/>
                  </a:lnTo>
                  <a:lnTo>
                    <a:pt x="321737" y="230829"/>
                  </a:lnTo>
                  <a:lnTo>
                    <a:pt x="323674" y="225908"/>
                  </a:lnTo>
                  <a:lnTo>
                    <a:pt x="325454" y="220928"/>
                  </a:lnTo>
                  <a:lnTo>
                    <a:pt x="327075" y="215894"/>
                  </a:lnTo>
                  <a:lnTo>
                    <a:pt x="328536" y="210811"/>
                  </a:lnTo>
                  <a:lnTo>
                    <a:pt x="329836" y="205685"/>
                  </a:lnTo>
                  <a:lnTo>
                    <a:pt x="330973" y="200520"/>
                  </a:lnTo>
                  <a:lnTo>
                    <a:pt x="331946" y="195322"/>
                  </a:lnTo>
                  <a:lnTo>
                    <a:pt x="332754" y="190096"/>
                  </a:lnTo>
                  <a:lnTo>
                    <a:pt x="333397" y="184847"/>
                  </a:lnTo>
                  <a:lnTo>
                    <a:pt x="333873" y="179580"/>
                  </a:lnTo>
                  <a:lnTo>
                    <a:pt x="334182" y="174300"/>
                  </a:lnTo>
                  <a:lnTo>
                    <a:pt x="334324" y="169014"/>
                  </a:lnTo>
                  <a:lnTo>
                    <a:pt x="334299" y="163725"/>
                  </a:lnTo>
                  <a:lnTo>
                    <a:pt x="334106" y="158441"/>
                  </a:lnTo>
                  <a:lnTo>
                    <a:pt x="333747" y="153164"/>
                  </a:lnTo>
                  <a:lnTo>
                    <a:pt x="333220" y="147902"/>
                  </a:lnTo>
                  <a:lnTo>
                    <a:pt x="332528" y="142659"/>
                  </a:lnTo>
                  <a:lnTo>
                    <a:pt x="331670" y="137441"/>
                  </a:lnTo>
                  <a:lnTo>
                    <a:pt x="330647" y="132252"/>
                  </a:lnTo>
                  <a:lnTo>
                    <a:pt x="329461" y="127099"/>
                  </a:lnTo>
                  <a:lnTo>
                    <a:pt x="328113" y="121985"/>
                  </a:lnTo>
                  <a:lnTo>
                    <a:pt x="326603" y="116917"/>
                  </a:lnTo>
                  <a:lnTo>
                    <a:pt x="324934" y="111898"/>
                  </a:lnTo>
                  <a:lnTo>
                    <a:pt x="323106" y="106936"/>
                  </a:lnTo>
                  <a:lnTo>
                    <a:pt x="321123" y="102033"/>
                  </a:lnTo>
                  <a:lnTo>
                    <a:pt x="318986" y="97196"/>
                  </a:lnTo>
                  <a:lnTo>
                    <a:pt x="316697" y="92429"/>
                  </a:lnTo>
                  <a:lnTo>
                    <a:pt x="314258" y="87736"/>
                  </a:lnTo>
                  <a:lnTo>
                    <a:pt x="311671" y="83123"/>
                  </a:lnTo>
                  <a:lnTo>
                    <a:pt x="308941" y="78594"/>
                  </a:lnTo>
                  <a:lnTo>
                    <a:pt x="306068" y="74154"/>
                  </a:lnTo>
                  <a:lnTo>
                    <a:pt x="303056" y="69807"/>
                  </a:lnTo>
                  <a:lnTo>
                    <a:pt x="299909" y="65557"/>
                  </a:lnTo>
                  <a:lnTo>
                    <a:pt x="296628" y="61409"/>
                  </a:lnTo>
                  <a:lnTo>
                    <a:pt x="293218" y="57367"/>
                  </a:lnTo>
                  <a:lnTo>
                    <a:pt x="289682" y="53435"/>
                  </a:lnTo>
                  <a:lnTo>
                    <a:pt x="286023" y="49616"/>
                  </a:lnTo>
                  <a:lnTo>
                    <a:pt x="282245" y="45916"/>
                  </a:lnTo>
                  <a:lnTo>
                    <a:pt x="278352" y="42336"/>
                  </a:lnTo>
                  <a:lnTo>
                    <a:pt x="274348" y="38882"/>
                  </a:lnTo>
                  <a:lnTo>
                    <a:pt x="270237" y="35556"/>
                  </a:lnTo>
                  <a:lnTo>
                    <a:pt x="266022" y="32361"/>
                  </a:lnTo>
                  <a:lnTo>
                    <a:pt x="261708" y="29302"/>
                  </a:lnTo>
                  <a:lnTo>
                    <a:pt x="257300" y="26380"/>
                  </a:lnTo>
                  <a:lnTo>
                    <a:pt x="252802" y="23600"/>
                  </a:lnTo>
                  <a:lnTo>
                    <a:pt x="248218" y="20963"/>
                  </a:lnTo>
                  <a:lnTo>
                    <a:pt x="243552" y="18472"/>
                  </a:lnTo>
                  <a:lnTo>
                    <a:pt x="238811" y="16130"/>
                  </a:lnTo>
                  <a:lnTo>
                    <a:pt x="233997" y="13940"/>
                  </a:lnTo>
                  <a:lnTo>
                    <a:pt x="229117" y="11902"/>
                  </a:lnTo>
                  <a:lnTo>
                    <a:pt x="224175" y="10020"/>
                  </a:lnTo>
                  <a:lnTo>
                    <a:pt x="219176" y="8296"/>
                  </a:lnTo>
                  <a:lnTo>
                    <a:pt x="214124" y="6730"/>
                  </a:lnTo>
                  <a:lnTo>
                    <a:pt x="209026" y="5325"/>
                  </a:lnTo>
                  <a:lnTo>
                    <a:pt x="203885" y="4082"/>
                  </a:lnTo>
                  <a:lnTo>
                    <a:pt x="198708" y="3002"/>
                  </a:lnTo>
                  <a:lnTo>
                    <a:pt x="193500" y="2087"/>
                  </a:lnTo>
                  <a:lnTo>
                    <a:pt x="188265" y="1336"/>
                  </a:lnTo>
                  <a:lnTo>
                    <a:pt x="183009" y="752"/>
                  </a:lnTo>
                  <a:lnTo>
                    <a:pt x="177737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54810" y="2406772"/>
              <a:ext cx="90922" cy="167167"/>
            </a:xfrm>
            <a:custGeom>
              <a:avLst/>
              <a:pathLst>
                <a:path w="90922" h="167167">
                  <a:moveTo>
                    <a:pt x="90922" y="0"/>
                  </a:moveTo>
                  <a:lnTo>
                    <a:pt x="85269" y="95"/>
                  </a:lnTo>
                  <a:lnTo>
                    <a:pt x="79621" y="382"/>
                  </a:lnTo>
                  <a:lnTo>
                    <a:pt x="73987" y="860"/>
                  </a:lnTo>
                  <a:lnTo>
                    <a:pt x="68371" y="1528"/>
                  </a:lnTo>
                  <a:lnTo>
                    <a:pt x="62782" y="2385"/>
                  </a:lnTo>
                  <a:lnTo>
                    <a:pt x="57225" y="3431"/>
                  </a:lnTo>
                  <a:lnTo>
                    <a:pt x="51706" y="4664"/>
                  </a:lnTo>
                  <a:lnTo>
                    <a:pt x="46233" y="6084"/>
                  </a:lnTo>
                  <a:lnTo>
                    <a:pt x="40810" y="7687"/>
                  </a:lnTo>
                  <a:lnTo>
                    <a:pt x="35445" y="9474"/>
                  </a:lnTo>
                  <a:lnTo>
                    <a:pt x="30143" y="11440"/>
                  </a:lnTo>
                  <a:lnTo>
                    <a:pt x="24911" y="13585"/>
                  </a:lnTo>
                  <a:lnTo>
                    <a:pt x="19754" y="15905"/>
                  </a:lnTo>
                  <a:lnTo>
                    <a:pt x="14679" y="18399"/>
                  </a:lnTo>
                  <a:lnTo>
                    <a:pt x="9691" y="21063"/>
                  </a:lnTo>
                  <a:lnTo>
                    <a:pt x="4796" y="23894"/>
                  </a:lnTo>
                  <a:lnTo>
                    <a:pt x="0" y="26889"/>
                  </a:lnTo>
                  <a:lnTo>
                    <a:pt x="909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54810" y="2433661"/>
              <a:ext cx="90922" cy="140278"/>
            </a:xfrm>
            <a:custGeom>
              <a:avLst/>
              <a:pathLst>
                <a:path w="90922" h="140278">
                  <a:moveTo>
                    <a:pt x="0" y="0"/>
                  </a:moveTo>
                  <a:lnTo>
                    <a:pt x="90922" y="1402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54810" y="2433661"/>
              <a:ext cx="90922" cy="140278"/>
            </a:xfrm>
            <a:custGeom>
              <a:avLst/>
              <a:pathLst>
                <a:path w="90922" h="140278">
                  <a:moveTo>
                    <a:pt x="0" y="0"/>
                  </a:moveTo>
                  <a:lnTo>
                    <a:pt x="90922" y="1402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54810" y="2433661"/>
              <a:ext cx="90922" cy="140278"/>
            </a:xfrm>
            <a:custGeom>
              <a:avLst/>
              <a:pathLst>
                <a:path w="90922" h="140278">
                  <a:moveTo>
                    <a:pt x="0" y="0"/>
                  </a:moveTo>
                  <a:lnTo>
                    <a:pt x="90922" y="1402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54810" y="2433661"/>
              <a:ext cx="90922" cy="140278"/>
            </a:xfrm>
            <a:custGeom>
              <a:avLst/>
              <a:pathLst>
                <a:path w="90922" h="140278">
                  <a:moveTo>
                    <a:pt x="0" y="0"/>
                  </a:moveTo>
                  <a:lnTo>
                    <a:pt x="90922" y="1402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54810" y="2433661"/>
              <a:ext cx="90922" cy="140278"/>
            </a:xfrm>
            <a:custGeom>
              <a:avLst/>
              <a:pathLst>
                <a:path w="90922" h="140278">
                  <a:moveTo>
                    <a:pt x="0" y="0"/>
                  </a:moveTo>
                  <a:lnTo>
                    <a:pt x="90922" y="1402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54810" y="2433661"/>
              <a:ext cx="90922" cy="140278"/>
            </a:xfrm>
            <a:custGeom>
              <a:avLst/>
              <a:pathLst>
                <a:path w="90922" h="140278">
                  <a:moveTo>
                    <a:pt x="0" y="0"/>
                  </a:moveTo>
                  <a:lnTo>
                    <a:pt x="90922" y="1402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54810" y="2433661"/>
              <a:ext cx="90922" cy="140278"/>
            </a:xfrm>
            <a:custGeom>
              <a:avLst/>
              <a:pathLst>
                <a:path w="90922" h="140278">
                  <a:moveTo>
                    <a:pt x="0" y="0"/>
                  </a:moveTo>
                  <a:lnTo>
                    <a:pt x="90922" y="1402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54810" y="2433661"/>
              <a:ext cx="90922" cy="140278"/>
            </a:xfrm>
            <a:custGeom>
              <a:avLst/>
              <a:pathLst>
                <a:path w="90922" h="140278">
                  <a:moveTo>
                    <a:pt x="0" y="0"/>
                  </a:moveTo>
                  <a:lnTo>
                    <a:pt x="90922" y="1402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54810" y="2433661"/>
              <a:ext cx="90922" cy="140278"/>
            </a:xfrm>
            <a:custGeom>
              <a:avLst/>
              <a:pathLst>
                <a:path w="90922" h="140278">
                  <a:moveTo>
                    <a:pt x="0" y="0"/>
                  </a:moveTo>
                  <a:lnTo>
                    <a:pt x="90922" y="1402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54810" y="2433661"/>
              <a:ext cx="90922" cy="140278"/>
            </a:xfrm>
            <a:custGeom>
              <a:avLst/>
              <a:pathLst>
                <a:path w="90922" h="140278">
                  <a:moveTo>
                    <a:pt x="0" y="0"/>
                  </a:moveTo>
                  <a:lnTo>
                    <a:pt x="90922" y="1402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54810" y="2433661"/>
              <a:ext cx="90922" cy="140278"/>
            </a:xfrm>
            <a:custGeom>
              <a:avLst/>
              <a:pathLst>
                <a:path w="90922" h="140278">
                  <a:moveTo>
                    <a:pt x="0" y="0"/>
                  </a:moveTo>
                  <a:lnTo>
                    <a:pt x="90922" y="1402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54810" y="2433661"/>
              <a:ext cx="90922" cy="140278"/>
            </a:xfrm>
            <a:custGeom>
              <a:avLst/>
              <a:pathLst>
                <a:path w="90922" h="140278">
                  <a:moveTo>
                    <a:pt x="0" y="0"/>
                  </a:moveTo>
                  <a:lnTo>
                    <a:pt x="90922" y="1402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54810" y="2433661"/>
              <a:ext cx="90922" cy="140278"/>
            </a:xfrm>
            <a:custGeom>
              <a:avLst/>
              <a:pathLst>
                <a:path w="90922" h="140278">
                  <a:moveTo>
                    <a:pt x="0" y="0"/>
                  </a:moveTo>
                  <a:lnTo>
                    <a:pt x="90922" y="1402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54810" y="2433661"/>
              <a:ext cx="90922" cy="140278"/>
            </a:xfrm>
            <a:custGeom>
              <a:avLst/>
              <a:pathLst>
                <a:path w="90922" h="140278">
                  <a:moveTo>
                    <a:pt x="0" y="0"/>
                  </a:moveTo>
                  <a:lnTo>
                    <a:pt x="90922" y="1402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478579" y="2407501"/>
              <a:ext cx="334306" cy="333604"/>
            </a:xfrm>
            <a:custGeom>
              <a:avLst/>
              <a:pathLst>
                <a:path w="334306" h="333604">
                  <a:moveTo>
                    <a:pt x="76231" y="26159"/>
                  </a:moveTo>
                  <a:lnTo>
                    <a:pt x="71828" y="29113"/>
                  </a:lnTo>
                  <a:lnTo>
                    <a:pt x="67521" y="32206"/>
                  </a:lnTo>
                  <a:lnTo>
                    <a:pt x="63313" y="35433"/>
                  </a:lnTo>
                  <a:lnTo>
                    <a:pt x="59211" y="38792"/>
                  </a:lnTo>
                  <a:lnTo>
                    <a:pt x="55217" y="42280"/>
                  </a:lnTo>
                  <a:lnTo>
                    <a:pt x="51335" y="45893"/>
                  </a:lnTo>
                  <a:lnTo>
                    <a:pt x="47570" y="49627"/>
                  </a:lnTo>
                  <a:lnTo>
                    <a:pt x="43926" y="53478"/>
                  </a:lnTo>
                  <a:lnTo>
                    <a:pt x="40405" y="57443"/>
                  </a:lnTo>
                  <a:lnTo>
                    <a:pt x="37012" y="61518"/>
                  </a:lnTo>
                  <a:lnTo>
                    <a:pt x="33750" y="65698"/>
                  </a:lnTo>
                  <a:lnTo>
                    <a:pt x="30622" y="69980"/>
                  </a:lnTo>
                  <a:lnTo>
                    <a:pt x="27632" y="74359"/>
                  </a:lnTo>
                  <a:lnTo>
                    <a:pt x="24782" y="78830"/>
                  </a:lnTo>
                  <a:lnTo>
                    <a:pt x="22075" y="83390"/>
                  </a:lnTo>
                  <a:lnTo>
                    <a:pt x="19514" y="88033"/>
                  </a:lnTo>
                  <a:lnTo>
                    <a:pt x="17101" y="92755"/>
                  </a:lnTo>
                  <a:lnTo>
                    <a:pt x="14840" y="97551"/>
                  </a:lnTo>
                  <a:lnTo>
                    <a:pt x="12732" y="102416"/>
                  </a:lnTo>
                  <a:lnTo>
                    <a:pt x="10779" y="107346"/>
                  </a:lnTo>
                  <a:lnTo>
                    <a:pt x="8984" y="112335"/>
                  </a:lnTo>
                  <a:lnTo>
                    <a:pt x="7347" y="117379"/>
                  </a:lnTo>
                  <a:lnTo>
                    <a:pt x="5872" y="122472"/>
                  </a:lnTo>
                  <a:lnTo>
                    <a:pt x="4558" y="127610"/>
                  </a:lnTo>
                  <a:lnTo>
                    <a:pt x="3409" y="132786"/>
                  </a:lnTo>
                  <a:lnTo>
                    <a:pt x="2424" y="137996"/>
                  </a:lnTo>
                  <a:lnTo>
                    <a:pt x="1605" y="143235"/>
                  </a:lnTo>
                  <a:lnTo>
                    <a:pt x="952" y="148497"/>
                  </a:lnTo>
                  <a:lnTo>
                    <a:pt x="467" y="153777"/>
                  </a:lnTo>
                  <a:lnTo>
                    <a:pt x="149" y="159070"/>
                  </a:lnTo>
                  <a:lnTo>
                    <a:pt x="0" y="164371"/>
                  </a:lnTo>
                  <a:lnTo>
                    <a:pt x="18" y="169673"/>
                  </a:lnTo>
                  <a:lnTo>
                    <a:pt x="205" y="174972"/>
                  </a:lnTo>
                  <a:lnTo>
                    <a:pt x="559" y="180263"/>
                  </a:lnTo>
                  <a:lnTo>
                    <a:pt x="1082" y="185540"/>
                  </a:lnTo>
                  <a:lnTo>
                    <a:pt x="1771" y="190797"/>
                  </a:lnTo>
                  <a:lnTo>
                    <a:pt x="2627" y="196030"/>
                  </a:lnTo>
                  <a:lnTo>
                    <a:pt x="3648" y="201234"/>
                  </a:lnTo>
                  <a:lnTo>
                    <a:pt x="4834" y="206402"/>
                  </a:lnTo>
                  <a:lnTo>
                    <a:pt x="6183" y="211530"/>
                  </a:lnTo>
                  <a:lnTo>
                    <a:pt x="7694" y="216612"/>
                  </a:lnTo>
                  <a:lnTo>
                    <a:pt x="9366" y="221645"/>
                  </a:lnTo>
                  <a:lnTo>
                    <a:pt x="11196" y="226621"/>
                  </a:lnTo>
                  <a:lnTo>
                    <a:pt x="13184" y="231537"/>
                  </a:lnTo>
                  <a:lnTo>
                    <a:pt x="15326" y="236388"/>
                  </a:lnTo>
                  <a:lnTo>
                    <a:pt x="17621" y="241168"/>
                  </a:lnTo>
                  <a:lnTo>
                    <a:pt x="20066" y="245873"/>
                  </a:lnTo>
                  <a:lnTo>
                    <a:pt x="22659" y="250498"/>
                  </a:lnTo>
                  <a:lnTo>
                    <a:pt x="25398" y="255038"/>
                  </a:lnTo>
                  <a:lnTo>
                    <a:pt x="28279" y="259490"/>
                  </a:lnTo>
                  <a:lnTo>
                    <a:pt x="31301" y="263847"/>
                  </a:lnTo>
                  <a:lnTo>
                    <a:pt x="34458" y="268107"/>
                  </a:lnTo>
                  <a:lnTo>
                    <a:pt x="37750" y="272264"/>
                  </a:lnTo>
                  <a:lnTo>
                    <a:pt x="41171" y="276315"/>
                  </a:lnTo>
                  <a:lnTo>
                    <a:pt x="44719" y="280256"/>
                  </a:lnTo>
                  <a:lnTo>
                    <a:pt x="48391" y="284082"/>
                  </a:lnTo>
                  <a:lnTo>
                    <a:pt x="52182" y="287789"/>
                  </a:lnTo>
                  <a:lnTo>
                    <a:pt x="56088" y="291375"/>
                  </a:lnTo>
                  <a:lnTo>
                    <a:pt x="60107" y="294834"/>
                  </a:lnTo>
                  <a:lnTo>
                    <a:pt x="64233" y="298165"/>
                  </a:lnTo>
                  <a:lnTo>
                    <a:pt x="68462" y="301363"/>
                  </a:lnTo>
                  <a:lnTo>
                    <a:pt x="72791" y="304425"/>
                  </a:lnTo>
                  <a:lnTo>
                    <a:pt x="77215" y="307348"/>
                  </a:lnTo>
                  <a:lnTo>
                    <a:pt x="81730" y="310130"/>
                  </a:lnTo>
                  <a:lnTo>
                    <a:pt x="86330" y="312767"/>
                  </a:lnTo>
                  <a:lnTo>
                    <a:pt x="91011" y="315257"/>
                  </a:lnTo>
                  <a:lnTo>
                    <a:pt x="95770" y="317597"/>
                  </a:lnTo>
                  <a:lnTo>
                    <a:pt x="100600" y="319785"/>
                  </a:lnTo>
                  <a:lnTo>
                    <a:pt x="105497" y="321818"/>
                  </a:lnTo>
                  <a:lnTo>
                    <a:pt x="110456" y="323696"/>
                  </a:lnTo>
                  <a:lnTo>
                    <a:pt x="115472" y="325415"/>
                  </a:lnTo>
                  <a:lnTo>
                    <a:pt x="120540" y="326974"/>
                  </a:lnTo>
                  <a:lnTo>
                    <a:pt x="125655" y="328372"/>
                  </a:lnTo>
                  <a:lnTo>
                    <a:pt x="130812" y="329606"/>
                  </a:lnTo>
                  <a:lnTo>
                    <a:pt x="136005" y="330677"/>
                  </a:lnTo>
                  <a:lnTo>
                    <a:pt x="141230" y="331582"/>
                  </a:lnTo>
                  <a:lnTo>
                    <a:pt x="146480" y="332321"/>
                  </a:lnTo>
                  <a:lnTo>
                    <a:pt x="151752" y="332894"/>
                  </a:lnTo>
                  <a:lnTo>
                    <a:pt x="157039" y="333298"/>
                  </a:lnTo>
                  <a:lnTo>
                    <a:pt x="162336" y="333535"/>
                  </a:lnTo>
                  <a:lnTo>
                    <a:pt x="167638" y="333604"/>
                  </a:lnTo>
                  <a:lnTo>
                    <a:pt x="172940" y="333504"/>
                  </a:lnTo>
                  <a:lnTo>
                    <a:pt x="178236" y="333237"/>
                  </a:lnTo>
                  <a:lnTo>
                    <a:pt x="183520" y="332802"/>
                  </a:lnTo>
                  <a:lnTo>
                    <a:pt x="188788" y="332199"/>
                  </a:lnTo>
                  <a:lnTo>
                    <a:pt x="194035" y="331429"/>
                  </a:lnTo>
                  <a:lnTo>
                    <a:pt x="199254" y="330494"/>
                  </a:lnTo>
                  <a:lnTo>
                    <a:pt x="204441" y="329393"/>
                  </a:lnTo>
                  <a:lnTo>
                    <a:pt x="209591" y="328129"/>
                  </a:lnTo>
                  <a:lnTo>
                    <a:pt x="214697" y="326701"/>
                  </a:lnTo>
                  <a:lnTo>
                    <a:pt x="219756" y="325113"/>
                  </a:lnTo>
                  <a:lnTo>
                    <a:pt x="224762" y="323365"/>
                  </a:lnTo>
                  <a:lnTo>
                    <a:pt x="229711" y="321459"/>
                  </a:lnTo>
                  <a:lnTo>
                    <a:pt x="234596" y="319397"/>
                  </a:lnTo>
                  <a:lnTo>
                    <a:pt x="239413" y="317181"/>
                  </a:lnTo>
                  <a:lnTo>
                    <a:pt x="244158" y="314813"/>
                  </a:lnTo>
                  <a:lnTo>
                    <a:pt x="248825" y="312296"/>
                  </a:lnTo>
                  <a:lnTo>
                    <a:pt x="253410" y="309633"/>
                  </a:lnTo>
                  <a:lnTo>
                    <a:pt x="257908" y="306825"/>
                  </a:lnTo>
                  <a:lnTo>
                    <a:pt x="262315" y="303876"/>
                  </a:lnTo>
                  <a:lnTo>
                    <a:pt x="266626" y="300789"/>
                  </a:lnTo>
                  <a:lnTo>
                    <a:pt x="270837" y="297566"/>
                  </a:lnTo>
                  <a:lnTo>
                    <a:pt x="274943" y="294212"/>
                  </a:lnTo>
                  <a:lnTo>
                    <a:pt x="278942" y="290729"/>
                  </a:lnTo>
                  <a:lnTo>
                    <a:pt x="282827" y="287121"/>
                  </a:lnTo>
                  <a:lnTo>
                    <a:pt x="286597" y="283392"/>
                  </a:lnTo>
                  <a:lnTo>
                    <a:pt x="290246" y="279545"/>
                  </a:lnTo>
                  <a:lnTo>
                    <a:pt x="293771" y="275584"/>
                  </a:lnTo>
                  <a:lnTo>
                    <a:pt x="297169" y="271513"/>
                  </a:lnTo>
                  <a:lnTo>
                    <a:pt x="300437" y="267337"/>
                  </a:lnTo>
                  <a:lnTo>
                    <a:pt x="303570" y="263059"/>
                  </a:lnTo>
                  <a:lnTo>
                    <a:pt x="306565" y="258684"/>
                  </a:lnTo>
                  <a:lnTo>
                    <a:pt x="309421" y="254216"/>
                  </a:lnTo>
                  <a:lnTo>
                    <a:pt x="312133" y="249660"/>
                  </a:lnTo>
                  <a:lnTo>
                    <a:pt x="314700" y="245020"/>
                  </a:lnTo>
                  <a:lnTo>
                    <a:pt x="317118" y="240301"/>
                  </a:lnTo>
                  <a:lnTo>
                    <a:pt x="319385" y="235507"/>
                  </a:lnTo>
                  <a:lnTo>
                    <a:pt x="321499" y="230644"/>
                  </a:lnTo>
                  <a:lnTo>
                    <a:pt x="323458" y="225717"/>
                  </a:lnTo>
                  <a:lnTo>
                    <a:pt x="325259" y="220730"/>
                  </a:lnTo>
                  <a:lnTo>
                    <a:pt x="326902" y="215688"/>
                  </a:lnTo>
                  <a:lnTo>
                    <a:pt x="328383" y="210597"/>
                  </a:lnTo>
                  <a:lnTo>
                    <a:pt x="329703" y="205461"/>
                  </a:lnTo>
                  <a:lnTo>
                    <a:pt x="330859" y="200286"/>
                  </a:lnTo>
                  <a:lnTo>
                    <a:pt x="331850" y="195077"/>
                  </a:lnTo>
                  <a:lnTo>
                    <a:pt x="332675" y="189839"/>
                  </a:lnTo>
                  <a:lnTo>
                    <a:pt x="333334" y="184578"/>
                  </a:lnTo>
                  <a:lnTo>
                    <a:pt x="333826" y="179298"/>
                  </a:lnTo>
                  <a:lnTo>
                    <a:pt x="334150" y="174005"/>
                  </a:lnTo>
                  <a:lnTo>
                    <a:pt x="334306" y="168705"/>
                  </a:lnTo>
                  <a:lnTo>
                    <a:pt x="334294" y="163403"/>
                  </a:lnTo>
                  <a:lnTo>
                    <a:pt x="334114" y="158103"/>
                  </a:lnTo>
                  <a:lnTo>
                    <a:pt x="333765" y="152812"/>
                  </a:lnTo>
                  <a:lnTo>
                    <a:pt x="333249" y="147535"/>
                  </a:lnTo>
                  <a:lnTo>
                    <a:pt x="332566" y="142277"/>
                  </a:lnTo>
                  <a:lnTo>
                    <a:pt x="331717" y="137043"/>
                  </a:lnTo>
                  <a:lnTo>
                    <a:pt x="330702" y="131838"/>
                  </a:lnTo>
                  <a:lnTo>
                    <a:pt x="329522" y="126668"/>
                  </a:lnTo>
                  <a:lnTo>
                    <a:pt x="328179" y="121539"/>
                  </a:lnTo>
                  <a:lnTo>
                    <a:pt x="326674" y="116454"/>
                  </a:lnTo>
                  <a:lnTo>
                    <a:pt x="325009" y="111420"/>
                  </a:lnTo>
                  <a:lnTo>
                    <a:pt x="323185" y="106441"/>
                  </a:lnTo>
                  <a:lnTo>
                    <a:pt x="321203" y="101523"/>
                  </a:lnTo>
                  <a:lnTo>
                    <a:pt x="319067" y="96670"/>
                  </a:lnTo>
                  <a:lnTo>
                    <a:pt x="316778" y="91887"/>
                  </a:lnTo>
                  <a:lnTo>
                    <a:pt x="314338" y="87179"/>
                  </a:lnTo>
                  <a:lnTo>
                    <a:pt x="311750" y="82551"/>
                  </a:lnTo>
                  <a:lnTo>
                    <a:pt x="309017" y="78007"/>
                  </a:lnTo>
                  <a:lnTo>
                    <a:pt x="306141" y="73552"/>
                  </a:lnTo>
                  <a:lnTo>
                    <a:pt x="303125" y="69191"/>
                  </a:lnTo>
                  <a:lnTo>
                    <a:pt x="299973" y="64927"/>
                  </a:lnTo>
                  <a:lnTo>
                    <a:pt x="296686" y="60766"/>
                  </a:lnTo>
                  <a:lnTo>
                    <a:pt x="293270" y="56711"/>
                  </a:lnTo>
                  <a:lnTo>
                    <a:pt x="289726" y="52766"/>
                  </a:lnTo>
                  <a:lnTo>
                    <a:pt x="286059" y="48936"/>
                  </a:lnTo>
                  <a:lnTo>
                    <a:pt x="282273" y="45224"/>
                  </a:lnTo>
                  <a:lnTo>
                    <a:pt x="278371" y="41634"/>
                  </a:lnTo>
                  <a:lnTo>
                    <a:pt x="274356" y="38169"/>
                  </a:lnTo>
                  <a:lnTo>
                    <a:pt x="270234" y="34834"/>
                  </a:lnTo>
                  <a:lnTo>
                    <a:pt x="266009" y="31631"/>
                  </a:lnTo>
                  <a:lnTo>
                    <a:pt x="261683" y="28563"/>
                  </a:lnTo>
                  <a:lnTo>
                    <a:pt x="257263" y="25635"/>
                  </a:lnTo>
                  <a:lnTo>
                    <a:pt x="252752" y="22848"/>
                  </a:lnTo>
                  <a:lnTo>
                    <a:pt x="248155" y="20205"/>
                  </a:lnTo>
                  <a:lnTo>
                    <a:pt x="243476" y="17710"/>
                  </a:lnTo>
                  <a:lnTo>
                    <a:pt x="238721" y="15364"/>
                  </a:lnTo>
                  <a:lnTo>
                    <a:pt x="233894" y="13170"/>
                  </a:lnTo>
                  <a:lnTo>
                    <a:pt x="228999" y="11131"/>
                  </a:lnTo>
                  <a:lnTo>
                    <a:pt x="224042" y="9247"/>
                  </a:lnTo>
                  <a:lnTo>
                    <a:pt x="219028" y="7522"/>
                  </a:lnTo>
                  <a:lnTo>
                    <a:pt x="213962" y="5957"/>
                  </a:lnTo>
                  <a:lnTo>
                    <a:pt x="208849" y="4553"/>
                  </a:lnTo>
                  <a:lnTo>
                    <a:pt x="203694" y="3312"/>
                  </a:lnTo>
                  <a:lnTo>
                    <a:pt x="198501" y="2235"/>
                  </a:lnTo>
                  <a:lnTo>
                    <a:pt x="193278" y="1324"/>
                  </a:lnTo>
                  <a:lnTo>
                    <a:pt x="188028" y="578"/>
                  </a:lnTo>
                  <a:lnTo>
                    <a:pt x="182757" y="0"/>
                  </a:lnTo>
                  <a:lnTo>
                    <a:pt x="167154" y="1664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645733" y="2406772"/>
              <a:ext cx="15603" cy="167167"/>
            </a:xfrm>
            <a:custGeom>
              <a:avLst/>
              <a:pathLst>
                <a:path w="15603" h="167167">
                  <a:moveTo>
                    <a:pt x="15603" y="72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358825" y="2911194"/>
              <a:ext cx="334320" cy="334330"/>
            </a:xfrm>
            <a:custGeom>
              <a:avLst/>
              <a:pathLst>
                <a:path w="334320" h="334330">
                  <a:moveTo>
                    <a:pt x="167155" y="0"/>
                  </a:moveTo>
                  <a:lnTo>
                    <a:pt x="161863" y="83"/>
                  </a:lnTo>
                  <a:lnTo>
                    <a:pt x="156577" y="334"/>
                  </a:lnTo>
                  <a:lnTo>
                    <a:pt x="151301" y="753"/>
                  </a:lnTo>
                  <a:lnTo>
                    <a:pt x="146042" y="1338"/>
                  </a:lnTo>
                  <a:lnTo>
                    <a:pt x="140803" y="2090"/>
                  </a:lnTo>
                  <a:lnTo>
                    <a:pt x="135591" y="3006"/>
                  </a:lnTo>
                  <a:lnTo>
                    <a:pt x="130410" y="4088"/>
                  </a:lnTo>
                  <a:lnTo>
                    <a:pt x="125267" y="5333"/>
                  </a:lnTo>
                  <a:lnTo>
                    <a:pt x="120165" y="6740"/>
                  </a:lnTo>
                  <a:lnTo>
                    <a:pt x="115111" y="8307"/>
                  </a:lnTo>
                  <a:lnTo>
                    <a:pt x="110108" y="10034"/>
                  </a:lnTo>
                  <a:lnTo>
                    <a:pt x="105163" y="11919"/>
                  </a:lnTo>
                  <a:lnTo>
                    <a:pt x="100280" y="13959"/>
                  </a:lnTo>
                  <a:lnTo>
                    <a:pt x="95464" y="16153"/>
                  </a:lnTo>
                  <a:lnTo>
                    <a:pt x="90719" y="18497"/>
                  </a:lnTo>
                  <a:lnTo>
                    <a:pt x="86052" y="20991"/>
                  </a:lnTo>
                  <a:lnTo>
                    <a:pt x="81465" y="23632"/>
                  </a:lnTo>
                  <a:lnTo>
                    <a:pt x="76965" y="26416"/>
                  </a:lnTo>
                  <a:lnTo>
                    <a:pt x="72555" y="29342"/>
                  </a:lnTo>
                  <a:lnTo>
                    <a:pt x="68239" y="32405"/>
                  </a:lnTo>
                  <a:lnTo>
                    <a:pt x="64023" y="35604"/>
                  </a:lnTo>
                  <a:lnTo>
                    <a:pt x="59910" y="38934"/>
                  </a:lnTo>
                  <a:lnTo>
                    <a:pt x="55905" y="42393"/>
                  </a:lnTo>
                  <a:lnTo>
                    <a:pt x="52011" y="45977"/>
                  </a:lnTo>
                  <a:lnTo>
                    <a:pt x="48233" y="49683"/>
                  </a:lnTo>
                  <a:lnTo>
                    <a:pt x="44574" y="53506"/>
                  </a:lnTo>
                  <a:lnTo>
                    <a:pt x="41037" y="57443"/>
                  </a:lnTo>
                  <a:lnTo>
                    <a:pt x="37627" y="61490"/>
                  </a:lnTo>
                  <a:lnTo>
                    <a:pt x="34347" y="65643"/>
                  </a:lnTo>
                  <a:lnTo>
                    <a:pt x="31200" y="69898"/>
                  </a:lnTo>
                  <a:lnTo>
                    <a:pt x="28189" y="74250"/>
                  </a:lnTo>
                  <a:lnTo>
                    <a:pt x="25318" y="78695"/>
                  </a:lnTo>
                  <a:lnTo>
                    <a:pt x="22588" y="83229"/>
                  </a:lnTo>
                  <a:lnTo>
                    <a:pt x="20004" y="87847"/>
                  </a:lnTo>
                  <a:lnTo>
                    <a:pt x="17567" y="92545"/>
                  </a:lnTo>
                  <a:lnTo>
                    <a:pt x="15280" y="97317"/>
                  </a:lnTo>
                  <a:lnTo>
                    <a:pt x="13145" y="102160"/>
                  </a:lnTo>
                  <a:lnTo>
                    <a:pt x="11164" y="107067"/>
                  </a:lnTo>
                  <a:lnTo>
                    <a:pt x="9340" y="112035"/>
                  </a:lnTo>
                  <a:lnTo>
                    <a:pt x="7674" y="117058"/>
                  </a:lnTo>
                  <a:lnTo>
                    <a:pt x="6168" y="122132"/>
                  </a:lnTo>
                  <a:lnTo>
                    <a:pt x="4823" y="127250"/>
                  </a:lnTo>
                  <a:lnTo>
                    <a:pt x="3641" y="132408"/>
                  </a:lnTo>
                  <a:lnTo>
                    <a:pt x="2622" y="137602"/>
                  </a:lnTo>
                  <a:lnTo>
                    <a:pt x="1769" y="142825"/>
                  </a:lnTo>
                  <a:lnTo>
                    <a:pt x="1081" y="148072"/>
                  </a:lnTo>
                  <a:lnTo>
                    <a:pt x="560" y="153338"/>
                  </a:lnTo>
                  <a:lnTo>
                    <a:pt x="206" y="158619"/>
                  </a:lnTo>
                  <a:lnTo>
                    <a:pt x="19" y="163907"/>
                  </a:lnTo>
                  <a:lnTo>
                    <a:pt x="0" y="169200"/>
                  </a:lnTo>
                  <a:lnTo>
                    <a:pt x="148" y="174490"/>
                  </a:lnTo>
                  <a:lnTo>
                    <a:pt x="463" y="179772"/>
                  </a:lnTo>
                  <a:lnTo>
                    <a:pt x="946" y="185043"/>
                  </a:lnTo>
                  <a:lnTo>
                    <a:pt x="1595" y="190295"/>
                  </a:lnTo>
                  <a:lnTo>
                    <a:pt x="2410" y="195524"/>
                  </a:lnTo>
                  <a:lnTo>
                    <a:pt x="3390" y="200724"/>
                  </a:lnTo>
                  <a:lnTo>
                    <a:pt x="4534" y="205891"/>
                  </a:lnTo>
                  <a:lnTo>
                    <a:pt x="5841" y="211019"/>
                  </a:lnTo>
                  <a:lnTo>
                    <a:pt x="7310" y="216104"/>
                  </a:lnTo>
                  <a:lnTo>
                    <a:pt x="8940" y="221139"/>
                  </a:lnTo>
                  <a:lnTo>
                    <a:pt x="10727" y="226120"/>
                  </a:lnTo>
                  <a:lnTo>
                    <a:pt x="12672" y="231042"/>
                  </a:lnTo>
                  <a:lnTo>
                    <a:pt x="14771" y="235900"/>
                  </a:lnTo>
                  <a:lnTo>
                    <a:pt x="17023" y="240689"/>
                  </a:lnTo>
                  <a:lnTo>
                    <a:pt x="19426" y="245404"/>
                  </a:lnTo>
                  <a:lnTo>
                    <a:pt x="21976" y="250041"/>
                  </a:lnTo>
                  <a:lnTo>
                    <a:pt x="24672" y="254595"/>
                  </a:lnTo>
                  <a:lnTo>
                    <a:pt x="27511" y="259061"/>
                  </a:lnTo>
                  <a:lnTo>
                    <a:pt x="30490" y="263436"/>
                  </a:lnTo>
                  <a:lnTo>
                    <a:pt x="33605" y="267713"/>
                  </a:lnTo>
                  <a:lnTo>
                    <a:pt x="36855" y="271890"/>
                  </a:lnTo>
                  <a:lnTo>
                    <a:pt x="40235" y="275962"/>
                  </a:lnTo>
                  <a:lnTo>
                    <a:pt x="43743" y="279925"/>
                  </a:lnTo>
                  <a:lnTo>
                    <a:pt x="47374" y="283775"/>
                  </a:lnTo>
                  <a:lnTo>
                    <a:pt x="51125" y="287508"/>
                  </a:lnTo>
                  <a:lnTo>
                    <a:pt x="54992" y="291121"/>
                  </a:lnTo>
                  <a:lnTo>
                    <a:pt x="58972" y="294609"/>
                  </a:lnTo>
                  <a:lnTo>
                    <a:pt x="63060" y="297970"/>
                  </a:lnTo>
                  <a:lnTo>
                    <a:pt x="67253" y="301199"/>
                  </a:lnTo>
                  <a:lnTo>
                    <a:pt x="71546" y="304294"/>
                  </a:lnTo>
                  <a:lnTo>
                    <a:pt x="75934" y="307252"/>
                  </a:lnTo>
                  <a:lnTo>
                    <a:pt x="80414" y="310069"/>
                  </a:lnTo>
                  <a:lnTo>
                    <a:pt x="84981" y="312743"/>
                  </a:lnTo>
                  <a:lnTo>
                    <a:pt x="89630" y="315271"/>
                  </a:lnTo>
                  <a:lnTo>
                    <a:pt x="94357" y="317651"/>
                  </a:lnTo>
                  <a:lnTo>
                    <a:pt x="99157" y="319880"/>
                  </a:lnTo>
                  <a:lnTo>
                    <a:pt x="104025" y="321956"/>
                  </a:lnTo>
                  <a:lnTo>
                    <a:pt x="108956" y="323877"/>
                  </a:lnTo>
                  <a:lnTo>
                    <a:pt x="113946" y="325640"/>
                  </a:lnTo>
                  <a:lnTo>
                    <a:pt x="118989" y="327245"/>
                  </a:lnTo>
                  <a:lnTo>
                    <a:pt x="124080" y="328690"/>
                  </a:lnTo>
                  <a:lnTo>
                    <a:pt x="129214" y="329972"/>
                  </a:lnTo>
                  <a:lnTo>
                    <a:pt x="134387" y="331091"/>
                  </a:lnTo>
                  <a:lnTo>
                    <a:pt x="139592" y="332046"/>
                  </a:lnTo>
                  <a:lnTo>
                    <a:pt x="144825" y="332836"/>
                  </a:lnTo>
                  <a:lnTo>
                    <a:pt x="150080" y="333460"/>
                  </a:lnTo>
                  <a:lnTo>
                    <a:pt x="155353" y="333917"/>
                  </a:lnTo>
                  <a:lnTo>
                    <a:pt x="160637" y="334207"/>
                  </a:lnTo>
                  <a:lnTo>
                    <a:pt x="165928" y="334330"/>
                  </a:lnTo>
                  <a:lnTo>
                    <a:pt x="171220" y="334285"/>
                  </a:lnTo>
                  <a:lnTo>
                    <a:pt x="176507" y="334073"/>
                  </a:lnTo>
                  <a:lnTo>
                    <a:pt x="181786" y="333693"/>
                  </a:lnTo>
                  <a:lnTo>
                    <a:pt x="187050" y="333146"/>
                  </a:lnTo>
                  <a:lnTo>
                    <a:pt x="192294" y="332433"/>
                  </a:lnTo>
                  <a:lnTo>
                    <a:pt x="197512" y="331555"/>
                  </a:lnTo>
                  <a:lnTo>
                    <a:pt x="202701" y="330511"/>
                  </a:lnTo>
                  <a:lnTo>
                    <a:pt x="207853" y="329304"/>
                  </a:lnTo>
                  <a:lnTo>
                    <a:pt x="212965" y="327935"/>
                  </a:lnTo>
                  <a:lnTo>
                    <a:pt x="218031" y="326404"/>
                  </a:lnTo>
                  <a:lnTo>
                    <a:pt x="223046" y="324714"/>
                  </a:lnTo>
                  <a:lnTo>
                    <a:pt x="228005" y="322866"/>
                  </a:lnTo>
                  <a:lnTo>
                    <a:pt x="232903" y="320862"/>
                  </a:lnTo>
                  <a:lnTo>
                    <a:pt x="237735" y="318703"/>
                  </a:lnTo>
                  <a:lnTo>
                    <a:pt x="242497" y="316393"/>
                  </a:lnTo>
                  <a:lnTo>
                    <a:pt x="247182" y="313934"/>
                  </a:lnTo>
                  <a:lnTo>
                    <a:pt x="251788" y="311327"/>
                  </a:lnTo>
                  <a:lnTo>
                    <a:pt x="256309" y="308576"/>
                  </a:lnTo>
                  <a:lnTo>
                    <a:pt x="260740" y="305683"/>
                  </a:lnTo>
                  <a:lnTo>
                    <a:pt x="265078" y="302651"/>
                  </a:lnTo>
                  <a:lnTo>
                    <a:pt x="269317" y="299484"/>
                  </a:lnTo>
                  <a:lnTo>
                    <a:pt x="273455" y="296183"/>
                  </a:lnTo>
                  <a:lnTo>
                    <a:pt x="277485" y="292754"/>
                  </a:lnTo>
                  <a:lnTo>
                    <a:pt x="281405" y="289199"/>
                  </a:lnTo>
                  <a:lnTo>
                    <a:pt x="285211" y="285521"/>
                  </a:lnTo>
                  <a:lnTo>
                    <a:pt x="288898" y="281725"/>
                  </a:lnTo>
                  <a:lnTo>
                    <a:pt x="292463" y="277814"/>
                  </a:lnTo>
                  <a:lnTo>
                    <a:pt x="295903" y="273792"/>
                  </a:lnTo>
                  <a:lnTo>
                    <a:pt x="299213" y="269663"/>
                  </a:lnTo>
                  <a:lnTo>
                    <a:pt x="302392" y="265431"/>
                  </a:lnTo>
                  <a:lnTo>
                    <a:pt x="305434" y="261101"/>
                  </a:lnTo>
                  <a:lnTo>
                    <a:pt x="308338" y="256677"/>
                  </a:lnTo>
                  <a:lnTo>
                    <a:pt x="311101" y="252163"/>
                  </a:lnTo>
                  <a:lnTo>
                    <a:pt x="313719" y="247564"/>
                  </a:lnTo>
                  <a:lnTo>
                    <a:pt x="316191" y="242885"/>
                  </a:lnTo>
                  <a:lnTo>
                    <a:pt x="318513" y="238129"/>
                  </a:lnTo>
                  <a:lnTo>
                    <a:pt x="320683" y="233303"/>
                  </a:lnTo>
                  <a:lnTo>
                    <a:pt x="322700" y="228410"/>
                  </a:lnTo>
                  <a:lnTo>
                    <a:pt x="324560" y="223455"/>
                  </a:lnTo>
                  <a:lnTo>
                    <a:pt x="326263" y="218445"/>
                  </a:lnTo>
                  <a:lnTo>
                    <a:pt x="327807" y="213383"/>
                  </a:lnTo>
                  <a:lnTo>
                    <a:pt x="329189" y="208274"/>
                  </a:lnTo>
                  <a:lnTo>
                    <a:pt x="330409" y="203125"/>
                  </a:lnTo>
                  <a:lnTo>
                    <a:pt x="331465" y="197939"/>
                  </a:lnTo>
                  <a:lnTo>
                    <a:pt x="332357" y="192723"/>
                  </a:lnTo>
                  <a:lnTo>
                    <a:pt x="333083" y="187480"/>
                  </a:lnTo>
                  <a:lnTo>
                    <a:pt x="333643" y="182218"/>
                  </a:lnTo>
                  <a:lnTo>
                    <a:pt x="334036" y="176940"/>
                  </a:lnTo>
                  <a:lnTo>
                    <a:pt x="334262" y="171653"/>
                  </a:lnTo>
                  <a:lnTo>
                    <a:pt x="334320" y="166361"/>
                  </a:lnTo>
                  <a:lnTo>
                    <a:pt x="334211" y="161070"/>
                  </a:lnTo>
                  <a:lnTo>
                    <a:pt x="333934" y="155785"/>
                  </a:lnTo>
                  <a:lnTo>
                    <a:pt x="333490" y="150512"/>
                  </a:lnTo>
                  <a:lnTo>
                    <a:pt x="332880" y="145255"/>
                  </a:lnTo>
                  <a:lnTo>
                    <a:pt x="332103" y="14002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3051215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2916680"/>
              <a:ext cx="164948" cy="161681"/>
            </a:xfrm>
            <a:custGeom>
              <a:avLst/>
              <a:pathLst>
                <a:path w="164948" h="161681">
                  <a:moveTo>
                    <a:pt x="164948" y="134534"/>
                  </a:moveTo>
                  <a:lnTo>
                    <a:pt x="163966" y="129126"/>
                  </a:lnTo>
                  <a:lnTo>
                    <a:pt x="162808" y="123754"/>
                  </a:lnTo>
                  <a:lnTo>
                    <a:pt x="161473" y="118422"/>
                  </a:lnTo>
                  <a:lnTo>
                    <a:pt x="159963" y="113137"/>
                  </a:lnTo>
                  <a:lnTo>
                    <a:pt x="158281" y="107905"/>
                  </a:lnTo>
                  <a:lnTo>
                    <a:pt x="156428" y="102731"/>
                  </a:lnTo>
                  <a:lnTo>
                    <a:pt x="154405" y="97620"/>
                  </a:lnTo>
                  <a:lnTo>
                    <a:pt x="152216" y="92579"/>
                  </a:lnTo>
                  <a:lnTo>
                    <a:pt x="149862" y="87613"/>
                  </a:lnTo>
                  <a:lnTo>
                    <a:pt x="147346" y="82726"/>
                  </a:lnTo>
                  <a:lnTo>
                    <a:pt x="144671" y="77925"/>
                  </a:lnTo>
                  <a:lnTo>
                    <a:pt x="141840" y="73214"/>
                  </a:lnTo>
                  <a:lnTo>
                    <a:pt x="138855" y="68599"/>
                  </a:lnTo>
                  <a:lnTo>
                    <a:pt x="135720" y="64085"/>
                  </a:lnTo>
                  <a:lnTo>
                    <a:pt x="132438" y="59676"/>
                  </a:lnTo>
                  <a:lnTo>
                    <a:pt x="129013" y="55377"/>
                  </a:lnTo>
                  <a:lnTo>
                    <a:pt x="125449" y="51194"/>
                  </a:lnTo>
                  <a:lnTo>
                    <a:pt x="121749" y="47130"/>
                  </a:lnTo>
                  <a:lnTo>
                    <a:pt x="117917" y="43189"/>
                  </a:lnTo>
                  <a:lnTo>
                    <a:pt x="113958" y="39377"/>
                  </a:lnTo>
                  <a:lnTo>
                    <a:pt x="109876" y="35697"/>
                  </a:lnTo>
                  <a:lnTo>
                    <a:pt x="105675" y="32153"/>
                  </a:lnTo>
                  <a:lnTo>
                    <a:pt x="101360" y="28749"/>
                  </a:lnTo>
                  <a:lnTo>
                    <a:pt x="96935" y="25489"/>
                  </a:lnTo>
                  <a:lnTo>
                    <a:pt x="92406" y="22375"/>
                  </a:lnTo>
                  <a:lnTo>
                    <a:pt x="87777" y="19413"/>
                  </a:lnTo>
                  <a:lnTo>
                    <a:pt x="83052" y="16604"/>
                  </a:lnTo>
                  <a:lnTo>
                    <a:pt x="78238" y="13953"/>
                  </a:lnTo>
                  <a:lnTo>
                    <a:pt x="73339" y="11460"/>
                  </a:lnTo>
                  <a:lnTo>
                    <a:pt x="68362" y="9131"/>
                  </a:lnTo>
                  <a:lnTo>
                    <a:pt x="63310" y="6966"/>
                  </a:lnTo>
                  <a:lnTo>
                    <a:pt x="58189" y="4968"/>
                  </a:lnTo>
                  <a:lnTo>
                    <a:pt x="53006" y="3140"/>
                  </a:lnTo>
                  <a:lnTo>
                    <a:pt x="47766" y="1483"/>
                  </a:lnTo>
                  <a:lnTo>
                    <a:pt x="42474" y="0"/>
                  </a:lnTo>
                  <a:lnTo>
                    <a:pt x="0" y="1616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2911194"/>
              <a:ext cx="42474" cy="167167"/>
            </a:xfrm>
            <a:custGeom>
              <a:avLst/>
              <a:pathLst>
                <a:path w="42474" h="167167">
                  <a:moveTo>
                    <a:pt x="42474" y="5485"/>
                  </a:moveTo>
                  <a:lnTo>
                    <a:pt x="36513" y="4036"/>
                  </a:lnTo>
                  <a:lnTo>
                    <a:pt x="30503" y="2806"/>
                  </a:lnTo>
                  <a:lnTo>
                    <a:pt x="24452" y="1797"/>
                  </a:lnTo>
                  <a:lnTo>
                    <a:pt x="18367" y="1012"/>
                  </a:lnTo>
                  <a:lnTo>
                    <a:pt x="12259" y="450"/>
                  </a:lnTo>
                  <a:lnTo>
                    <a:pt x="6133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358833" y="3429590"/>
              <a:ext cx="334298" cy="334334"/>
            </a:xfrm>
            <a:custGeom>
              <a:avLst/>
              <a:pathLst>
                <a:path w="334298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1" y="336"/>
                  </a:lnTo>
                  <a:lnTo>
                    <a:pt x="151252" y="757"/>
                  </a:lnTo>
                  <a:lnTo>
                    <a:pt x="145978" y="1345"/>
                  </a:lnTo>
                  <a:lnTo>
                    <a:pt x="140726" y="2101"/>
                  </a:lnTo>
                  <a:lnTo>
                    <a:pt x="135500" y="3022"/>
                  </a:lnTo>
                  <a:lnTo>
                    <a:pt x="130307" y="4110"/>
                  </a:lnTo>
                  <a:lnTo>
                    <a:pt x="125150" y="5361"/>
                  </a:lnTo>
                  <a:lnTo>
                    <a:pt x="120036" y="6775"/>
                  </a:lnTo>
                  <a:lnTo>
                    <a:pt x="114969" y="8351"/>
                  </a:lnTo>
                  <a:lnTo>
                    <a:pt x="109954" y="10088"/>
                  </a:lnTo>
                  <a:lnTo>
                    <a:pt x="104998" y="11982"/>
                  </a:lnTo>
                  <a:lnTo>
                    <a:pt x="100104" y="14033"/>
                  </a:lnTo>
                  <a:lnTo>
                    <a:pt x="95277" y="16238"/>
                  </a:lnTo>
                  <a:lnTo>
                    <a:pt x="90523" y="18595"/>
                  </a:lnTo>
                  <a:lnTo>
                    <a:pt x="85846" y="21101"/>
                  </a:lnTo>
                  <a:lnTo>
                    <a:pt x="81252" y="23755"/>
                  </a:lnTo>
                  <a:lnTo>
                    <a:pt x="76743" y="26554"/>
                  </a:lnTo>
                  <a:lnTo>
                    <a:pt x="72326" y="29494"/>
                  </a:lnTo>
                  <a:lnTo>
                    <a:pt x="68004" y="32573"/>
                  </a:lnTo>
                  <a:lnTo>
                    <a:pt x="63782" y="35787"/>
                  </a:lnTo>
                  <a:lnTo>
                    <a:pt x="59665" y="39134"/>
                  </a:lnTo>
                  <a:lnTo>
                    <a:pt x="55655" y="42610"/>
                  </a:lnTo>
                  <a:lnTo>
                    <a:pt x="51758" y="46211"/>
                  </a:lnTo>
                  <a:lnTo>
                    <a:pt x="47977" y="49934"/>
                  </a:lnTo>
                  <a:lnTo>
                    <a:pt x="44316" y="53776"/>
                  </a:lnTo>
                  <a:lnTo>
                    <a:pt x="40780" y="57731"/>
                  </a:lnTo>
                  <a:lnTo>
                    <a:pt x="37370" y="61797"/>
                  </a:lnTo>
                  <a:lnTo>
                    <a:pt x="34091" y="65969"/>
                  </a:lnTo>
                  <a:lnTo>
                    <a:pt x="30946" y="70243"/>
                  </a:lnTo>
                  <a:lnTo>
                    <a:pt x="27939" y="74615"/>
                  </a:lnTo>
                  <a:lnTo>
                    <a:pt x="25071" y="79080"/>
                  </a:lnTo>
                  <a:lnTo>
                    <a:pt x="22347" y="83633"/>
                  </a:lnTo>
                  <a:lnTo>
                    <a:pt x="19769" y="88271"/>
                  </a:lnTo>
                  <a:lnTo>
                    <a:pt x="17339" y="92988"/>
                  </a:lnTo>
                  <a:lnTo>
                    <a:pt x="15060" y="97780"/>
                  </a:lnTo>
                  <a:lnTo>
                    <a:pt x="12935" y="102642"/>
                  </a:lnTo>
                  <a:lnTo>
                    <a:pt x="10964" y="107569"/>
                  </a:lnTo>
                  <a:lnTo>
                    <a:pt x="9152" y="112556"/>
                  </a:lnTo>
                  <a:lnTo>
                    <a:pt x="7498" y="117598"/>
                  </a:lnTo>
                  <a:lnTo>
                    <a:pt x="6005" y="122690"/>
                  </a:lnTo>
                  <a:lnTo>
                    <a:pt x="4675" y="127827"/>
                  </a:lnTo>
                  <a:lnTo>
                    <a:pt x="3508" y="133004"/>
                  </a:lnTo>
                  <a:lnTo>
                    <a:pt x="2506" y="138215"/>
                  </a:lnTo>
                  <a:lnTo>
                    <a:pt x="1670" y="143455"/>
                  </a:lnTo>
                  <a:lnTo>
                    <a:pt x="1001" y="148719"/>
                  </a:lnTo>
                  <a:lnTo>
                    <a:pt x="499" y="154001"/>
                  </a:lnTo>
                  <a:lnTo>
                    <a:pt x="165" y="159297"/>
                  </a:lnTo>
                  <a:lnTo>
                    <a:pt x="0" y="164601"/>
                  </a:lnTo>
                  <a:lnTo>
                    <a:pt x="2" y="169907"/>
                  </a:lnTo>
                  <a:lnTo>
                    <a:pt x="173" y="175210"/>
                  </a:lnTo>
                  <a:lnTo>
                    <a:pt x="513" y="180506"/>
                  </a:lnTo>
                  <a:lnTo>
                    <a:pt x="1020" y="185788"/>
                  </a:lnTo>
                  <a:lnTo>
                    <a:pt x="1695" y="191051"/>
                  </a:lnTo>
                  <a:lnTo>
                    <a:pt x="2536" y="196290"/>
                  </a:lnTo>
                  <a:lnTo>
                    <a:pt x="3543" y="201500"/>
                  </a:lnTo>
                  <a:lnTo>
                    <a:pt x="4716" y="206675"/>
                  </a:lnTo>
                  <a:lnTo>
                    <a:pt x="6051" y="211811"/>
                  </a:lnTo>
                  <a:lnTo>
                    <a:pt x="7549" y="216901"/>
                  </a:lnTo>
                  <a:lnTo>
                    <a:pt x="9208" y="221941"/>
                  </a:lnTo>
                  <a:lnTo>
                    <a:pt x="11026" y="226927"/>
                  </a:lnTo>
                  <a:lnTo>
                    <a:pt x="13002" y="231852"/>
                  </a:lnTo>
                  <a:lnTo>
                    <a:pt x="15132" y="236711"/>
                  </a:lnTo>
                  <a:lnTo>
                    <a:pt x="17416" y="241501"/>
                  </a:lnTo>
                  <a:lnTo>
                    <a:pt x="19851" y="246216"/>
                  </a:lnTo>
                  <a:lnTo>
                    <a:pt x="22434" y="250851"/>
                  </a:lnTo>
                  <a:lnTo>
                    <a:pt x="25163" y="255402"/>
                  </a:lnTo>
                  <a:lnTo>
                    <a:pt x="28035" y="259864"/>
                  </a:lnTo>
                  <a:lnTo>
                    <a:pt x="31047" y="264232"/>
                  </a:lnTo>
                  <a:lnTo>
                    <a:pt x="34196" y="268503"/>
                  </a:lnTo>
                  <a:lnTo>
                    <a:pt x="37479" y="272671"/>
                  </a:lnTo>
                  <a:lnTo>
                    <a:pt x="40893" y="276734"/>
                  </a:lnTo>
                  <a:lnTo>
                    <a:pt x="44434" y="280686"/>
                  </a:lnTo>
                  <a:lnTo>
                    <a:pt x="48099" y="284523"/>
                  </a:lnTo>
                  <a:lnTo>
                    <a:pt x="51884" y="288242"/>
                  </a:lnTo>
                  <a:lnTo>
                    <a:pt x="55785" y="291840"/>
                  </a:lnTo>
                  <a:lnTo>
                    <a:pt x="59798" y="295311"/>
                  </a:lnTo>
                  <a:lnTo>
                    <a:pt x="63919" y="298654"/>
                  </a:lnTo>
                  <a:lnTo>
                    <a:pt x="68144" y="301864"/>
                  </a:lnTo>
                  <a:lnTo>
                    <a:pt x="72469" y="304938"/>
                  </a:lnTo>
                  <a:lnTo>
                    <a:pt x="76889" y="307874"/>
                  </a:lnTo>
                  <a:lnTo>
                    <a:pt x="81400" y="310668"/>
                  </a:lnTo>
                  <a:lnTo>
                    <a:pt x="85998" y="313317"/>
                  </a:lnTo>
                  <a:lnTo>
                    <a:pt x="90678" y="315819"/>
                  </a:lnTo>
                  <a:lnTo>
                    <a:pt x="95434" y="318171"/>
                  </a:lnTo>
                  <a:lnTo>
                    <a:pt x="100263" y="320371"/>
                  </a:lnTo>
                  <a:lnTo>
                    <a:pt x="105159" y="322416"/>
                  </a:lnTo>
                  <a:lnTo>
                    <a:pt x="110118" y="324306"/>
                  </a:lnTo>
                  <a:lnTo>
                    <a:pt x="115134" y="326037"/>
                  </a:lnTo>
                  <a:lnTo>
                    <a:pt x="120202" y="327607"/>
                  </a:lnTo>
                  <a:lnTo>
                    <a:pt x="125318" y="329016"/>
                  </a:lnTo>
                  <a:lnTo>
                    <a:pt x="130476" y="330263"/>
                  </a:lnTo>
                  <a:lnTo>
                    <a:pt x="135671" y="331344"/>
                  </a:lnTo>
                  <a:lnTo>
                    <a:pt x="140897" y="332261"/>
                  </a:lnTo>
                  <a:lnTo>
                    <a:pt x="146150" y="333010"/>
                  </a:lnTo>
                  <a:lnTo>
                    <a:pt x="151425" y="333593"/>
                  </a:lnTo>
                  <a:lnTo>
                    <a:pt x="156715" y="334009"/>
                  </a:lnTo>
                  <a:lnTo>
                    <a:pt x="162015" y="334256"/>
                  </a:lnTo>
                  <a:lnTo>
                    <a:pt x="167321" y="334334"/>
                  </a:lnTo>
                  <a:lnTo>
                    <a:pt x="172626" y="334245"/>
                  </a:lnTo>
                  <a:lnTo>
                    <a:pt x="177926" y="333986"/>
                  </a:lnTo>
                  <a:lnTo>
                    <a:pt x="183216" y="333560"/>
                  </a:lnTo>
                  <a:lnTo>
                    <a:pt x="188489" y="332967"/>
                  </a:lnTo>
                  <a:lnTo>
                    <a:pt x="193740" y="332206"/>
                  </a:lnTo>
                  <a:lnTo>
                    <a:pt x="198965" y="331279"/>
                  </a:lnTo>
                  <a:lnTo>
                    <a:pt x="204157" y="330186"/>
                  </a:lnTo>
                  <a:lnTo>
                    <a:pt x="209313" y="328929"/>
                  </a:lnTo>
                  <a:lnTo>
                    <a:pt x="214425" y="327509"/>
                  </a:lnTo>
                  <a:lnTo>
                    <a:pt x="219491" y="325928"/>
                  </a:lnTo>
                  <a:lnTo>
                    <a:pt x="224503" y="324187"/>
                  </a:lnTo>
                  <a:lnTo>
                    <a:pt x="229458" y="322287"/>
                  </a:lnTo>
                  <a:lnTo>
                    <a:pt x="234350" y="320232"/>
                  </a:lnTo>
                  <a:lnTo>
                    <a:pt x="239174" y="318022"/>
                  </a:lnTo>
                  <a:lnTo>
                    <a:pt x="243925" y="315660"/>
                  </a:lnTo>
                  <a:lnTo>
                    <a:pt x="248600" y="313148"/>
                  </a:lnTo>
                  <a:lnTo>
                    <a:pt x="253192" y="310489"/>
                  </a:lnTo>
                  <a:lnTo>
                    <a:pt x="257697" y="307686"/>
                  </a:lnTo>
                  <a:lnTo>
                    <a:pt x="262112" y="304741"/>
                  </a:lnTo>
                  <a:lnTo>
                    <a:pt x="266430" y="301658"/>
                  </a:lnTo>
                  <a:lnTo>
                    <a:pt x="270649" y="298439"/>
                  </a:lnTo>
                  <a:lnTo>
                    <a:pt x="274763" y="295088"/>
                  </a:lnTo>
                  <a:lnTo>
                    <a:pt x="278769" y="291608"/>
                  </a:lnTo>
                  <a:lnTo>
                    <a:pt x="282662" y="288003"/>
                  </a:lnTo>
                  <a:lnTo>
                    <a:pt x="286439" y="284276"/>
                  </a:lnTo>
                  <a:lnTo>
                    <a:pt x="290096" y="280431"/>
                  </a:lnTo>
                  <a:lnTo>
                    <a:pt x="293629" y="276471"/>
                  </a:lnTo>
                  <a:lnTo>
                    <a:pt x="297034" y="272402"/>
                  </a:lnTo>
                  <a:lnTo>
                    <a:pt x="300309" y="268226"/>
                  </a:lnTo>
                  <a:lnTo>
                    <a:pt x="303449" y="263949"/>
                  </a:lnTo>
                  <a:lnTo>
                    <a:pt x="306452" y="259574"/>
                  </a:lnTo>
                  <a:lnTo>
                    <a:pt x="309315" y="255107"/>
                  </a:lnTo>
                  <a:lnTo>
                    <a:pt x="312034" y="250550"/>
                  </a:lnTo>
                  <a:lnTo>
                    <a:pt x="314608" y="245910"/>
                  </a:lnTo>
                  <a:lnTo>
                    <a:pt x="317032" y="241190"/>
                  </a:lnTo>
                  <a:lnTo>
                    <a:pt x="319306" y="236395"/>
                  </a:lnTo>
                  <a:lnTo>
                    <a:pt x="321427" y="231531"/>
                  </a:lnTo>
                  <a:lnTo>
                    <a:pt x="323392" y="226602"/>
                  </a:lnTo>
                  <a:lnTo>
                    <a:pt x="325200" y="221613"/>
                  </a:lnTo>
                  <a:lnTo>
                    <a:pt x="326848" y="216570"/>
                  </a:lnTo>
                  <a:lnTo>
                    <a:pt x="328336" y="211476"/>
                  </a:lnTo>
                  <a:lnTo>
                    <a:pt x="329661" y="206338"/>
                  </a:lnTo>
                  <a:lnTo>
                    <a:pt x="330822" y="201160"/>
                  </a:lnTo>
                  <a:lnTo>
                    <a:pt x="331818" y="195948"/>
                  </a:lnTo>
                  <a:lnTo>
                    <a:pt x="332649" y="190707"/>
                  </a:lnTo>
                  <a:lnTo>
                    <a:pt x="333313" y="185443"/>
                  </a:lnTo>
                  <a:lnTo>
                    <a:pt x="333809" y="180160"/>
                  </a:lnTo>
                  <a:lnTo>
                    <a:pt x="334137" y="174864"/>
                  </a:lnTo>
                  <a:lnTo>
                    <a:pt x="334298" y="169560"/>
                  </a:lnTo>
                  <a:lnTo>
                    <a:pt x="334289" y="164253"/>
                  </a:lnTo>
                  <a:lnTo>
                    <a:pt x="334113" y="158950"/>
                  </a:lnTo>
                  <a:lnTo>
                    <a:pt x="333768" y="153655"/>
                  </a:lnTo>
                  <a:lnTo>
                    <a:pt x="333255" y="148374"/>
                  </a:lnTo>
                  <a:lnTo>
                    <a:pt x="332575" y="143111"/>
                  </a:lnTo>
                  <a:lnTo>
                    <a:pt x="331728" y="137873"/>
                  </a:lnTo>
                  <a:lnTo>
                    <a:pt x="330715" y="132664"/>
                  </a:lnTo>
                  <a:lnTo>
                    <a:pt x="329538" y="127490"/>
                  </a:lnTo>
                  <a:lnTo>
                    <a:pt x="328197" y="122356"/>
                  </a:lnTo>
                  <a:lnTo>
                    <a:pt x="326693" y="117267"/>
                  </a:lnTo>
                  <a:lnTo>
                    <a:pt x="325029" y="112228"/>
                  </a:lnTo>
                  <a:lnTo>
                    <a:pt x="323206" y="107245"/>
                  </a:lnTo>
                  <a:lnTo>
                    <a:pt x="321226" y="102322"/>
                  </a:lnTo>
                  <a:lnTo>
                    <a:pt x="319090" y="97465"/>
                  </a:lnTo>
                  <a:lnTo>
                    <a:pt x="316801" y="92677"/>
                  </a:lnTo>
                  <a:lnTo>
                    <a:pt x="314362" y="87965"/>
                  </a:lnTo>
                  <a:lnTo>
                    <a:pt x="311774" y="83333"/>
                  </a:lnTo>
                  <a:lnTo>
                    <a:pt x="309040" y="78785"/>
                  </a:lnTo>
                  <a:lnTo>
                    <a:pt x="306163" y="74326"/>
                  </a:lnTo>
                  <a:lnTo>
                    <a:pt x="303147" y="69961"/>
                  </a:lnTo>
                  <a:lnTo>
                    <a:pt x="299993" y="65693"/>
                  </a:lnTo>
                  <a:lnTo>
                    <a:pt x="296706" y="61528"/>
                  </a:lnTo>
                  <a:lnTo>
                    <a:pt x="293287" y="57469"/>
                  </a:lnTo>
                  <a:lnTo>
                    <a:pt x="289742" y="53521"/>
                  </a:lnTo>
                  <a:lnTo>
                    <a:pt x="286074" y="49687"/>
                  </a:lnTo>
                  <a:lnTo>
                    <a:pt x="282285" y="45972"/>
                  </a:lnTo>
                  <a:lnTo>
                    <a:pt x="278380" y="42379"/>
                  </a:lnTo>
                  <a:lnTo>
                    <a:pt x="274364" y="38911"/>
                  </a:lnTo>
                  <a:lnTo>
                    <a:pt x="270239" y="35573"/>
                  </a:lnTo>
                  <a:lnTo>
                    <a:pt x="266011" y="32367"/>
                  </a:lnTo>
                  <a:lnTo>
                    <a:pt x="261683" y="29297"/>
                  </a:lnTo>
                  <a:lnTo>
                    <a:pt x="257259" y="26366"/>
                  </a:lnTo>
                  <a:lnTo>
                    <a:pt x="252745" y="23577"/>
                  </a:lnTo>
                  <a:lnTo>
                    <a:pt x="248145" y="20933"/>
                  </a:lnTo>
                  <a:lnTo>
                    <a:pt x="243462" y="18436"/>
                  </a:lnTo>
                  <a:lnTo>
                    <a:pt x="238704" y="16089"/>
                  </a:lnTo>
                  <a:lnTo>
                    <a:pt x="233872" y="13894"/>
                  </a:lnTo>
                  <a:lnTo>
                    <a:pt x="228974" y="11853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41444"/>
              <a:ext cx="61826" cy="155313"/>
            </a:xfrm>
            <a:custGeom>
              <a:avLst/>
              <a:pathLst>
                <a:path w="61826" h="155313">
                  <a:moveTo>
                    <a:pt x="61826" y="0"/>
                  </a:moveTo>
                  <a:lnTo>
                    <a:pt x="0" y="1553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41444"/>
              <a:ext cx="61826" cy="155313"/>
            </a:xfrm>
            <a:custGeom>
              <a:avLst/>
              <a:pathLst>
                <a:path w="61826" h="155313">
                  <a:moveTo>
                    <a:pt x="61826" y="0"/>
                  </a:moveTo>
                  <a:lnTo>
                    <a:pt x="0" y="1553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41444"/>
              <a:ext cx="61826" cy="155313"/>
            </a:xfrm>
            <a:custGeom>
              <a:avLst/>
              <a:pathLst>
                <a:path w="61826" h="155313">
                  <a:moveTo>
                    <a:pt x="61826" y="0"/>
                  </a:moveTo>
                  <a:lnTo>
                    <a:pt x="0" y="1553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41444"/>
              <a:ext cx="61826" cy="155313"/>
            </a:xfrm>
            <a:custGeom>
              <a:avLst/>
              <a:pathLst>
                <a:path w="61826" h="155313">
                  <a:moveTo>
                    <a:pt x="61826" y="0"/>
                  </a:moveTo>
                  <a:lnTo>
                    <a:pt x="0" y="1553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41444"/>
              <a:ext cx="61826" cy="155313"/>
            </a:xfrm>
            <a:custGeom>
              <a:avLst/>
              <a:pathLst>
                <a:path w="61826" h="155313">
                  <a:moveTo>
                    <a:pt x="61826" y="0"/>
                  </a:moveTo>
                  <a:lnTo>
                    <a:pt x="0" y="1553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41444"/>
              <a:ext cx="61826" cy="155313"/>
            </a:xfrm>
            <a:custGeom>
              <a:avLst/>
              <a:pathLst>
                <a:path w="61826" h="155313">
                  <a:moveTo>
                    <a:pt x="61826" y="0"/>
                  </a:moveTo>
                  <a:lnTo>
                    <a:pt x="0" y="1553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41444"/>
              <a:ext cx="61826" cy="155313"/>
            </a:xfrm>
            <a:custGeom>
              <a:avLst/>
              <a:pathLst>
                <a:path w="61826" h="155313">
                  <a:moveTo>
                    <a:pt x="61826" y="0"/>
                  </a:moveTo>
                  <a:lnTo>
                    <a:pt x="0" y="1553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41444"/>
              <a:ext cx="61826" cy="155313"/>
            </a:xfrm>
            <a:custGeom>
              <a:avLst/>
              <a:pathLst>
                <a:path w="61826" h="155313">
                  <a:moveTo>
                    <a:pt x="61826" y="0"/>
                  </a:moveTo>
                  <a:lnTo>
                    <a:pt x="0" y="1553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41444"/>
              <a:ext cx="61826" cy="155313"/>
            </a:xfrm>
            <a:custGeom>
              <a:avLst/>
              <a:pathLst>
                <a:path w="61826" h="155313">
                  <a:moveTo>
                    <a:pt x="61826" y="0"/>
                  </a:moveTo>
                  <a:lnTo>
                    <a:pt x="0" y="1553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525980" y="3441444"/>
              <a:ext cx="61826" cy="155313"/>
            </a:xfrm>
            <a:custGeom>
              <a:avLst/>
              <a:pathLst>
                <a:path w="61826" h="155313">
                  <a:moveTo>
                    <a:pt x="61826" y="0"/>
                  </a:moveTo>
                  <a:lnTo>
                    <a:pt x="0" y="1553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525980" y="3441444"/>
              <a:ext cx="61826" cy="155313"/>
            </a:xfrm>
            <a:custGeom>
              <a:avLst/>
              <a:pathLst>
                <a:path w="61826" h="155313">
                  <a:moveTo>
                    <a:pt x="61826" y="0"/>
                  </a:moveTo>
                  <a:lnTo>
                    <a:pt x="0" y="1553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525980" y="3441444"/>
              <a:ext cx="61826" cy="155313"/>
            </a:xfrm>
            <a:custGeom>
              <a:avLst/>
              <a:pathLst>
                <a:path w="61826" h="155313">
                  <a:moveTo>
                    <a:pt x="61826" y="0"/>
                  </a:moveTo>
                  <a:lnTo>
                    <a:pt x="0" y="1553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525980" y="3435614"/>
              <a:ext cx="61826" cy="161143"/>
            </a:xfrm>
            <a:custGeom>
              <a:avLst/>
              <a:pathLst>
                <a:path w="61826" h="161143">
                  <a:moveTo>
                    <a:pt x="61826" y="5829"/>
                  </a:moveTo>
                  <a:lnTo>
                    <a:pt x="53229" y="2676"/>
                  </a:lnTo>
                  <a:lnTo>
                    <a:pt x="44472" y="0"/>
                  </a:lnTo>
                  <a:lnTo>
                    <a:pt x="0" y="1611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525980" y="3429590"/>
              <a:ext cx="44472" cy="167167"/>
            </a:xfrm>
            <a:custGeom>
              <a:avLst/>
              <a:pathLst>
                <a:path w="44472" h="167167">
                  <a:moveTo>
                    <a:pt x="44472" y="6024"/>
                  </a:moveTo>
                  <a:lnTo>
                    <a:pt x="38242" y="4433"/>
                  </a:lnTo>
                  <a:lnTo>
                    <a:pt x="31955" y="3082"/>
                  </a:lnTo>
                  <a:lnTo>
                    <a:pt x="25621" y="1975"/>
                  </a:lnTo>
                  <a:lnTo>
                    <a:pt x="19249" y="1111"/>
                  </a:lnTo>
                  <a:lnTo>
                    <a:pt x="12848" y="494"/>
                  </a:lnTo>
                  <a:lnTo>
                    <a:pt x="6429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478584" y="3934012"/>
              <a:ext cx="334304" cy="334334"/>
            </a:xfrm>
            <a:custGeom>
              <a:avLst/>
              <a:pathLst>
                <a:path w="334304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5" y="336"/>
                  </a:lnTo>
                  <a:lnTo>
                    <a:pt x="151271" y="755"/>
                  </a:lnTo>
                  <a:lnTo>
                    <a:pt x="146004" y="1342"/>
                  </a:lnTo>
                  <a:lnTo>
                    <a:pt x="140757" y="2096"/>
                  </a:lnTo>
                  <a:lnTo>
                    <a:pt x="135537" y="3016"/>
                  </a:lnTo>
                  <a:lnTo>
                    <a:pt x="130349" y="4100"/>
                  </a:lnTo>
                  <a:lnTo>
                    <a:pt x="125198" y="5349"/>
                  </a:lnTo>
                  <a:lnTo>
                    <a:pt x="120089" y="6760"/>
                  </a:lnTo>
                  <a:lnTo>
                    <a:pt x="115027" y="8333"/>
                  </a:lnTo>
                  <a:lnTo>
                    <a:pt x="110018" y="10065"/>
                  </a:lnTo>
                  <a:lnTo>
                    <a:pt x="105066" y="11955"/>
                  </a:lnTo>
                  <a:lnTo>
                    <a:pt x="100176" y="14002"/>
                  </a:lnTo>
                  <a:lnTo>
                    <a:pt x="95354" y="16202"/>
                  </a:lnTo>
                  <a:lnTo>
                    <a:pt x="90604" y="18554"/>
                  </a:lnTo>
                  <a:lnTo>
                    <a:pt x="85931" y="21055"/>
                  </a:lnTo>
                  <a:lnTo>
                    <a:pt x="81340" y="23704"/>
                  </a:lnTo>
                  <a:lnTo>
                    <a:pt x="76835" y="26496"/>
                  </a:lnTo>
                  <a:lnTo>
                    <a:pt x="72421" y="29430"/>
                  </a:lnTo>
                  <a:lnTo>
                    <a:pt x="68102" y="32502"/>
                  </a:lnTo>
                  <a:lnTo>
                    <a:pt x="63882" y="35710"/>
                  </a:lnTo>
                  <a:lnTo>
                    <a:pt x="59766" y="39050"/>
                  </a:lnTo>
                  <a:lnTo>
                    <a:pt x="55759" y="42519"/>
                  </a:lnTo>
                  <a:lnTo>
                    <a:pt x="51863" y="46113"/>
                  </a:lnTo>
                  <a:lnTo>
                    <a:pt x="48083" y="49829"/>
                  </a:lnTo>
                  <a:lnTo>
                    <a:pt x="44423" y="53662"/>
                  </a:lnTo>
                  <a:lnTo>
                    <a:pt x="40886" y="57610"/>
                  </a:lnTo>
                  <a:lnTo>
                    <a:pt x="37477" y="61668"/>
                  </a:lnTo>
                  <a:lnTo>
                    <a:pt x="34197" y="65832"/>
                  </a:lnTo>
                  <a:lnTo>
                    <a:pt x="31051" y="70098"/>
                  </a:lnTo>
                  <a:lnTo>
                    <a:pt x="28042" y="74462"/>
                  </a:lnTo>
                  <a:lnTo>
                    <a:pt x="25173" y="78918"/>
                  </a:lnTo>
                  <a:lnTo>
                    <a:pt x="22447" y="83464"/>
                  </a:lnTo>
                  <a:lnTo>
                    <a:pt x="19866" y="88093"/>
                  </a:lnTo>
                  <a:lnTo>
                    <a:pt x="17433" y="92802"/>
                  </a:lnTo>
                  <a:lnTo>
                    <a:pt x="15151" y="97586"/>
                  </a:lnTo>
                  <a:lnTo>
                    <a:pt x="13021" y="102440"/>
                  </a:lnTo>
                  <a:lnTo>
                    <a:pt x="11047" y="107359"/>
                  </a:lnTo>
                  <a:lnTo>
                    <a:pt x="9229" y="112338"/>
                  </a:lnTo>
                  <a:lnTo>
                    <a:pt x="7570" y="117372"/>
                  </a:lnTo>
                  <a:lnTo>
                    <a:pt x="6072" y="122456"/>
                  </a:lnTo>
                  <a:lnTo>
                    <a:pt x="4735" y="127585"/>
                  </a:lnTo>
                  <a:lnTo>
                    <a:pt x="3562" y="132754"/>
                  </a:lnTo>
                  <a:lnTo>
                    <a:pt x="2553" y="137957"/>
                  </a:lnTo>
                  <a:lnTo>
                    <a:pt x="1710" y="143190"/>
                  </a:lnTo>
                  <a:lnTo>
                    <a:pt x="1033" y="148447"/>
                  </a:lnTo>
                  <a:lnTo>
                    <a:pt x="523" y="153723"/>
                  </a:lnTo>
                  <a:lnTo>
                    <a:pt x="181" y="159012"/>
                  </a:lnTo>
                  <a:lnTo>
                    <a:pt x="6" y="164310"/>
                  </a:lnTo>
                  <a:lnTo>
                    <a:pt x="0" y="169610"/>
                  </a:lnTo>
                  <a:lnTo>
                    <a:pt x="161" y="174908"/>
                  </a:lnTo>
                  <a:lnTo>
                    <a:pt x="490" y="180198"/>
                  </a:lnTo>
                  <a:lnTo>
                    <a:pt x="987" y="185475"/>
                  </a:lnTo>
                  <a:lnTo>
                    <a:pt x="1651" y="190734"/>
                  </a:lnTo>
                  <a:lnTo>
                    <a:pt x="2482" y="195969"/>
                  </a:lnTo>
                  <a:lnTo>
                    <a:pt x="3477" y="201175"/>
                  </a:lnTo>
                  <a:lnTo>
                    <a:pt x="4638" y="206347"/>
                  </a:lnTo>
                  <a:lnTo>
                    <a:pt x="5962" y="211479"/>
                  </a:lnTo>
                  <a:lnTo>
                    <a:pt x="7447" y="216567"/>
                  </a:lnTo>
                  <a:lnTo>
                    <a:pt x="9094" y="221605"/>
                  </a:lnTo>
                  <a:lnTo>
                    <a:pt x="10899" y="226588"/>
                  </a:lnTo>
                  <a:lnTo>
                    <a:pt x="12862" y="231512"/>
                  </a:lnTo>
                  <a:lnTo>
                    <a:pt x="14979" y="236371"/>
                  </a:lnTo>
                  <a:lnTo>
                    <a:pt x="17249" y="241161"/>
                  </a:lnTo>
                  <a:lnTo>
                    <a:pt x="19671" y="245876"/>
                  </a:lnTo>
                  <a:lnTo>
                    <a:pt x="22240" y="250512"/>
                  </a:lnTo>
                  <a:lnTo>
                    <a:pt x="24955" y="255064"/>
                  </a:lnTo>
                  <a:lnTo>
                    <a:pt x="27813" y="259527"/>
                  </a:lnTo>
                  <a:lnTo>
                    <a:pt x="30811" y="263898"/>
                  </a:lnTo>
                  <a:lnTo>
                    <a:pt x="33947" y="268172"/>
                  </a:lnTo>
                  <a:lnTo>
                    <a:pt x="37216" y="272344"/>
                  </a:lnTo>
                  <a:lnTo>
                    <a:pt x="40615" y="276411"/>
                  </a:lnTo>
                  <a:lnTo>
                    <a:pt x="44142" y="280367"/>
                  </a:lnTo>
                  <a:lnTo>
                    <a:pt x="47793" y="284210"/>
                  </a:lnTo>
                  <a:lnTo>
                    <a:pt x="51564" y="287935"/>
                  </a:lnTo>
                  <a:lnTo>
                    <a:pt x="55450" y="291539"/>
                  </a:lnTo>
                  <a:lnTo>
                    <a:pt x="59450" y="295017"/>
                  </a:lnTo>
                  <a:lnTo>
                    <a:pt x="63557" y="298368"/>
                  </a:lnTo>
                  <a:lnTo>
                    <a:pt x="67768" y="301586"/>
                  </a:lnTo>
                  <a:lnTo>
                    <a:pt x="72080" y="304669"/>
                  </a:lnTo>
                  <a:lnTo>
                    <a:pt x="76487" y="307614"/>
                  </a:lnTo>
                  <a:lnTo>
                    <a:pt x="80985" y="310417"/>
                  </a:lnTo>
                  <a:lnTo>
                    <a:pt x="85570" y="313077"/>
                  </a:lnTo>
                  <a:lnTo>
                    <a:pt x="90237" y="315590"/>
                  </a:lnTo>
                  <a:lnTo>
                    <a:pt x="94981" y="317954"/>
                  </a:lnTo>
                  <a:lnTo>
                    <a:pt x="99797" y="320166"/>
                  </a:lnTo>
                  <a:lnTo>
                    <a:pt x="104682" y="322224"/>
                  </a:lnTo>
                  <a:lnTo>
                    <a:pt x="109629" y="324127"/>
                  </a:lnTo>
                  <a:lnTo>
                    <a:pt x="114634" y="325871"/>
                  </a:lnTo>
                  <a:lnTo>
                    <a:pt x="119692" y="327457"/>
                  </a:lnTo>
                  <a:lnTo>
                    <a:pt x="124797" y="328880"/>
                  </a:lnTo>
                  <a:lnTo>
                    <a:pt x="129945" y="330142"/>
                  </a:lnTo>
                  <a:lnTo>
                    <a:pt x="135131" y="331239"/>
                  </a:lnTo>
                  <a:lnTo>
                    <a:pt x="140348" y="332172"/>
                  </a:lnTo>
                  <a:lnTo>
                    <a:pt x="145593" y="332939"/>
                  </a:lnTo>
                  <a:lnTo>
                    <a:pt x="150859" y="333539"/>
                  </a:lnTo>
                  <a:lnTo>
                    <a:pt x="156142" y="333972"/>
                  </a:lnTo>
                  <a:lnTo>
                    <a:pt x="161436" y="334237"/>
                  </a:lnTo>
                  <a:lnTo>
                    <a:pt x="166735" y="334334"/>
                  </a:lnTo>
                  <a:lnTo>
                    <a:pt x="172035" y="334263"/>
                  </a:lnTo>
                  <a:lnTo>
                    <a:pt x="177330" y="334024"/>
                  </a:lnTo>
                  <a:lnTo>
                    <a:pt x="182615" y="333617"/>
                  </a:lnTo>
                  <a:lnTo>
                    <a:pt x="187884" y="333043"/>
                  </a:lnTo>
                  <a:lnTo>
                    <a:pt x="193132" y="332303"/>
                  </a:lnTo>
                  <a:lnTo>
                    <a:pt x="198355" y="331396"/>
                  </a:lnTo>
                  <a:lnTo>
                    <a:pt x="203545" y="330324"/>
                  </a:lnTo>
                  <a:lnTo>
                    <a:pt x="208700" y="329088"/>
                  </a:lnTo>
                  <a:lnTo>
                    <a:pt x="213812" y="327690"/>
                  </a:lnTo>
                  <a:lnTo>
                    <a:pt x="218878" y="326130"/>
                  </a:lnTo>
                  <a:lnTo>
                    <a:pt x="223891" y="324410"/>
                  </a:lnTo>
                  <a:lnTo>
                    <a:pt x="228848" y="322532"/>
                  </a:lnTo>
                  <a:lnTo>
                    <a:pt x="233742" y="320498"/>
                  </a:lnTo>
                  <a:lnTo>
                    <a:pt x="238570" y="318309"/>
                  </a:lnTo>
                  <a:lnTo>
                    <a:pt x="243326" y="315969"/>
                  </a:lnTo>
                  <a:lnTo>
                    <a:pt x="248005" y="313479"/>
                  </a:lnTo>
                  <a:lnTo>
                    <a:pt x="252603" y="310842"/>
                  </a:lnTo>
                  <a:lnTo>
                    <a:pt x="257115" y="308061"/>
                  </a:lnTo>
                  <a:lnTo>
                    <a:pt x="261536" y="305138"/>
                  </a:lnTo>
                  <a:lnTo>
                    <a:pt x="265863" y="302076"/>
                  </a:lnTo>
                  <a:lnTo>
                    <a:pt x="270090" y="298879"/>
                  </a:lnTo>
                  <a:lnTo>
                    <a:pt x="274214" y="295549"/>
                  </a:lnTo>
                  <a:lnTo>
                    <a:pt x="278230" y="292090"/>
                  </a:lnTo>
                  <a:lnTo>
                    <a:pt x="282135" y="288506"/>
                  </a:lnTo>
                  <a:lnTo>
                    <a:pt x="285924" y="284800"/>
                  </a:lnTo>
                  <a:lnTo>
                    <a:pt x="289594" y="280975"/>
                  </a:lnTo>
                  <a:lnTo>
                    <a:pt x="293140" y="277036"/>
                  </a:lnTo>
                  <a:lnTo>
                    <a:pt x="296560" y="272986"/>
                  </a:lnTo>
                  <a:lnTo>
                    <a:pt x="299850" y="268831"/>
                  </a:lnTo>
                  <a:lnTo>
                    <a:pt x="303006" y="264572"/>
                  </a:lnTo>
                  <a:lnTo>
                    <a:pt x="306026" y="260216"/>
                  </a:lnTo>
                  <a:lnTo>
                    <a:pt x="308906" y="255767"/>
                  </a:lnTo>
                  <a:lnTo>
                    <a:pt x="311644" y="251228"/>
                  </a:lnTo>
                  <a:lnTo>
                    <a:pt x="314236" y="246605"/>
                  </a:lnTo>
                  <a:lnTo>
                    <a:pt x="316680" y="241902"/>
                  </a:lnTo>
                  <a:lnTo>
                    <a:pt x="318975" y="237124"/>
                  </a:lnTo>
                  <a:lnTo>
                    <a:pt x="321116" y="232275"/>
                  </a:lnTo>
                  <a:lnTo>
                    <a:pt x="323103" y="227361"/>
                  </a:lnTo>
                  <a:lnTo>
                    <a:pt x="324933" y="222387"/>
                  </a:lnTo>
                  <a:lnTo>
                    <a:pt x="326604" y="217357"/>
                  </a:lnTo>
                  <a:lnTo>
                    <a:pt x="328115" y="212277"/>
                  </a:lnTo>
                  <a:lnTo>
                    <a:pt x="329464" y="207151"/>
                  </a:lnTo>
                  <a:lnTo>
                    <a:pt x="330650" y="201985"/>
                  </a:lnTo>
                  <a:lnTo>
                    <a:pt x="331672" y="196784"/>
                  </a:lnTo>
                  <a:lnTo>
                    <a:pt x="332528" y="191553"/>
                  </a:lnTo>
                  <a:lnTo>
                    <a:pt x="333218" y="186298"/>
                  </a:lnTo>
                  <a:lnTo>
                    <a:pt x="333741" y="181023"/>
                  </a:lnTo>
                  <a:lnTo>
                    <a:pt x="334097" y="175735"/>
                  </a:lnTo>
                  <a:lnTo>
                    <a:pt x="334285" y="170438"/>
                  </a:lnTo>
                  <a:lnTo>
                    <a:pt x="334304" y="165138"/>
                  </a:lnTo>
                  <a:lnTo>
                    <a:pt x="334156" y="159839"/>
                  </a:lnTo>
                  <a:lnTo>
                    <a:pt x="333840" y="154548"/>
                  </a:lnTo>
                  <a:lnTo>
                    <a:pt x="333356" y="149270"/>
                  </a:lnTo>
                  <a:lnTo>
                    <a:pt x="332705" y="144010"/>
                  </a:lnTo>
                  <a:lnTo>
                    <a:pt x="331887" y="138773"/>
                  </a:lnTo>
                  <a:lnTo>
                    <a:pt x="330904" y="133565"/>
                  </a:lnTo>
                  <a:lnTo>
                    <a:pt x="329757" y="128390"/>
                  </a:lnTo>
                  <a:lnTo>
                    <a:pt x="328446" y="123254"/>
                  </a:lnTo>
                  <a:lnTo>
                    <a:pt x="326973" y="118163"/>
                  </a:lnTo>
                  <a:lnTo>
                    <a:pt x="325339" y="113120"/>
                  </a:lnTo>
                  <a:lnTo>
                    <a:pt x="323546" y="108133"/>
                  </a:lnTo>
                  <a:lnTo>
                    <a:pt x="321596" y="103204"/>
                  </a:lnTo>
                  <a:lnTo>
                    <a:pt x="319490" y="98340"/>
                  </a:lnTo>
                  <a:lnTo>
                    <a:pt x="317231" y="93545"/>
                  </a:lnTo>
                  <a:lnTo>
                    <a:pt x="314822" y="88824"/>
                  </a:lnTo>
                  <a:lnTo>
                    <a:pt x="312264" y="84181"/>
                  </a:lnTo>
                  <a:lnTo>
                    <a:pt x="309560" y="79623"/>
                  </a:lnTo>
                  <a:lnTo>
                    <a:pt x="306713" y="75152"/>
                  </a:lnTo>
                  <a:lnTo>
                    <a:pt x="303726" y="70773"/>
                  </a:lnTo>
                  <a:lnTo>
                    <a:pt x="300601" y="66492"/>
                  </a:lnTo>
                  <a:lnTo>
                    <a:pt x="297343" y="62312"/>
                  </a:lnTo>
                  <a:lnTo>
                    <a:pt x="293953" y="58237"/>
                  </a:lnTo>
                  <a:lnTo>
                    <a:pt x="290436" y="54272"/>
                  </a:lnTo>
                  <a:lnTo>
                    <a:pt x="286795" y="50420"/>
                  </a:lnTo>
                  <a:lnTo>
                    <a:pt x="283033" y="46685"/>
                  </a:lnTo>
                  <a:lnTo>
                    <a:pt x="279155" y="43072"/>
                  </a:lnTo>
                  <a:lnTo>
                    <a:pt x="275165" y="39584"/>
                  </a:lnTo>
                  <a:lnTo>
                    <a:pt x="271066" y="36223"/>
                  </a:lnTo>
                  <a:lnTo>
                    <a:pt x="266862" y="32995"/>
                  </a:lnTo>
                  <a:lnTo>
                    <a:pt x="262559" y="29901"/>
                  </a:lnTo>
                  <a:lnTo>
                    <a:pt x="258159" y="26945"/>
                  </a:lnTo>
                  <a:lnTo>
                    <a:pt x="253668" y="24130"/>
                  </a:lnTo>
                  <a:lnTo>
                    <a:pt x="249089" y="21459"/>
                  </a:lnTo>
                  <a:lnTo>
                    <a:pt x="244429" y="18935"/>
                  </a:lnTo>
                  <a:lnTo>
                    <a:pt x="239691" y="16559"/>
                  </a:lnTo>
                  <a:lnTo>
                    <a:pt x="234880" y="14335"/>
                  </a:lnTo>
                  <a:lnTo>
                    <a:pt x="230000" y="12265"/>
                  </a:lnTo>
                  <a:lnTo>
                    <a:pt x="225058" y="10350"/>
                  </a:lnTo>
                  <a:lnTo>
                    <a:pt x="220057" y="8593"/>
                  </a:lnTo>
                  <a:lnTo>
                    <a:pt x="215003" y="6995"/>
                  </a:lnTo>
                  <a:lnTo>
                    <a:pt x="209901" y="5559"/>
                  </a:lnTo>
                  <a:lnTo>
                    <a:pt x="204756" y="4285"/>
                  </a:lnTo>
                  <a:lnTo>
                    <a:pt x="199574" y="3174"/>
                  </a:lnTo>
                  <a:lnTo>
                    <a:pt x="194358" y="2229"/>
                  </a:lnTo>
                  <a:lnTo>
                    <a:pt x="189116" y="1449"/>
                  </a:lnTo>
                  <a:lnTo>
                    <a:pt x="183851" y="836"/>
                  </a:lnTo>
                  <a:lnTo>
                    <a:pt x="178569" y="390"/>
                  </a:lnTo>
                  <a:lnTo>
                    <a:pt x="173276" y="112"/>
                  </a:lnTo>
                  <a:lnTo>
                    <a:pt x="167977" y="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4014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4014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4014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4014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4014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4014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4014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4014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645733" y="3934014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645733" y="3934014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645733" y="3934014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645733" y="3934012"/>
              <a:ext cx="827" cy="167167"/>
            </a:xfrm>
            <a:custGeom>
              <a:avLst/>
              <a:pathLst>
                <a:path w="827" h="167167">
                  <a:moveTo>
                    <a:pt x="827" y="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711634" y="4397268"/>
              <a:ext cx="334304" cy="334334"/>
            </a:xfrm>
            <a:custGeom>
              <a:avLst/>
              <a:pathLst>
                <a:path w="334304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5" y="336"/>
                  </a:lnTo>
                  <a:lnTo>
                    <a:pt x="151271" y="755"/>
                  </a:lnTo>
                  <a:lnTo>
                    <a:pt x="146004" y="1342"/>
                  </a:lnTo>
                  <a:lnTo>
                    <a:pt x="140757" y="2096"/>
                  </a:lnTo>
                  <a:lnTo>
                    <a:pt x="135537" y="3016"/>
                  </a:lnTo>
                  <a:lnTo>
                    <a:pt x="130349" y="4100"/>
                  </a:lnTo>
                  <a:lnTo>
                    <a:pt x="125198" y="5349"/>
                  </a:lnTo>
                  <a:lnTo>
                    <a:pt x="120089" y="6760"/>
                  </a:lnTo>
                  <a:lnTo>
                    <a:pt x="115027" y="8333"/>
                  </a:lnTo>
                  <a:lnTo>
                    <a:pt x="110018" y="10065"/>
                  </a:lnTo>
                  <a:lnTo>
                    <a:pt x="105066" y="11955"/>
                  </a:lnTo>
                  <a:lnTo>
                    <a:pt x="100176" y="14002"/>
                  </a:lnTo>
                  <a:lnTo>
                    <a:pt x="95354" y="16202"/>
                  </a:lnTo>
                  <a:lnTo>
                    <a:pt x="90604" y="18554"/>
                  </a:lnTo>
                  <a:lnTo>
                    <a:pt x="85931" y="21055"/>
                  </a:lnTo>
                  <a:lnTo>
                    <a:pt x="81340" y="23704"/>
                  </a:lnTo>
                  <a:lnTo>
                    <a:pt x="76835" y="26496"/>
                  </a:lnTo>
                  <a:lnTo>
                    <a:pt x="72421" y="29430"/>
                  </a:lnTo>
                  <a:lnTo>
                    <a:pt x="68102" y="32502"/>
                  </a:lnTo>
                  <a:lnTo>
                    <a:pt x="63882" y="35710"/>
                  </a:lnTo>
                  <a:lnTo>
                    <a:pt x="59766" y="39050"/>
                  </a:lnTo>
                  <a:lnTo>
                    <a:pt x="55759" y="42519"/>
                  </a:lnTo>
                  <a:lnTo>
                    <a:pt x="51863" y="46113"/>
                  </a:lnTo>
                  <a:lnTo>
                    <a:pt x="48083" y="49829"/>
                  </a:lnTo>
                  <a:lnTo>
                    <a:pt x="44423" y="53662"/>
                  </a:lnTo>
                  <a:lnTo>
                    <a:pt x="40886" y="57610"/>
                  </a:lnTo>
                  <a:lnTo>
                    <a:pt x="37477" y="61668"/>
                  </a:lnTo>
                  <a:lnTo>
                    <a:pt x="34197" y="65832"/>
                  </a:lnTo>
                  <a:lnTo>
                    <a:pt x="31051" y="70098"/>
                  </a:lnTo>
                  <a:lnTo>
                    <a:pt x="28042" y="74462"/>
                  </a:lnTo>
                  <a:lnTo>
                    <a:pt x="25173" y="78918"/>
                  </a:lnTo>
                  <a:lnTo>
                    <a:pt x="22447" y="83464"/>
                  </a:lnTo>
                  <a:lnTo>
                    <a:pt x="19866" y="88093"/>
                  </a:lnTo>
                  <a:lnTo>
                    <a:pt x="17433" y="92802"/>
                  </a:lnTo>
                  <a:lnTo>
                    <a:pt x="15151" y="97586"/>
                  </a:lnTo>
                  <a:lnTo>
                    <a:pt x="13021" y="102440"/>
                  </a:lnTo>
                  <a:lnTo>
                    <a:pt x="11047" y="107359"/>
                  </a:lnTo>
                  <a:lnTo>
                    <a:pt x="9229" y="112338"/>
                  </a:lnTo>
                  <a:lnTo>
                    <a:pt x="7570" y="117372"/>
                  </a:lnTo>
                  <a:lnTo>
                    <a:pt x="6072" y="122456"/>
                  </a:lnTo>
                  <a:lnTo>
                    <a:pt x="4735" y="127585"/>
                  </a:lnTo>
                  <a:lnTo>
                    <a:pt x="3562" y="132754"/>
                  </a:lnTo>
                  <a:lnTo>
                    <a:pt x="2553" y="137957"/>
                  </a:lnTo>
                  <a:lnTo>
                    <a:pt x="1710" y="143190"/>
                  </a:lnTo>
                  <a:lnTo>
                    <a:pt x="1033" y="148447"/>
                  </a:lnTo>
                  <a:lnTo>
                    <a:pt x="523" y="153723"/>
                  </a:lnTo>
                  <a:lnTo>
                    <a:pt x="181" y="159012"/>
                  </a:lnTo>
                  <a:lnTo>
                    <a:pt x="6" y="164310"/>
                  </a:lnTo>
                  <a:lnTo>
                    <a:pt x="0" y="169610"/>
                  </a:lnTo>
                  <a:lnTo>
                    <a:pt x="161" y="174908"/>
                  </a:lnTo>
                  <a:lnTo>
                    <a:pt x="490" y="180198"/>
                  </a:lnTo>
                  <a:lnTo>
                    <a:pt x="987" y="185475"/>
                  </a:lnTo>
                  <a:lnTo>
                    <a:pt x="1651" y="190734"/>
                  </a:lnTo>
                  <a:lnTo>
                    <a:pt x="2482" y="195969"/>
                  </a:lnTo>
                  <a:lnTo>
                    <a:pt x="3477" y="201175"/>
                  </a:lnTo>
                  <a:lnTo>
                    <a:pt x="4638" y="206347"/>
                  </a:lnTo>
                  <a:lnTo>
                    <a:pt x="5962" y="211479"/>
                  </a:lnTo>
                  <a:lnTo>
                    <a:pt x="7447" y="216567"/>
                  </a:lnTo>
                  <a:lnTo>
                    <a:pt x="9094" y="221605"/>
                  </a:lnTo>
                  <a:lnTo>
                    <a:pt x="10899" y="226588"/>
                  </a:lnTo>
                  <a:lnTo>
                    <a:pt x="12862" y="231512"/>
                  </a:lnTo>
                  <a:lnTo>
                    <a:pt x="14979" y="236371"/>
                  </a:lnTo>
                  <a:lnTo>
                    <a:pt x="17249" y="241161"/>
                  </a:lnTo>
                  <a:lnTo>
                    <a:pt x="19671" y="245876"/>
                  </a:lnTo>
                  <a:lnTo>
                    <a:pt x="22240" y="250512"/>
                  </a:lnTo>
                  <a:lnTo>
                    <a:pt x="24955" y="255064"/>
                  </a:lnTo>
                  <a:lnTo>
                    <a:pt x="27813" y="259527"/>
                  </a:lnTo>
                  <a:lnTo>
                    <a:pt x="30811" y="263898"/>
                  </a:lnTo>
                  <a:lnTo>
                    <a:pt x="33947" y="268172"/>
                  </a:lnTo>
                  <a:lnTo>
                    <a:pt x="37216" y="272344"/>
                  </a:lnTo>
                  <a:lnTo>
                    <a:pt x="40615" y="276411"/>
                  </a:lnTo>
                  <a:lnTo>
                    <a:pt x="44142" y="280367"/>
                  </a:lnTo>
                  <a:lnTo>
                    <a:pt x="47793" y="284210"/>
                  </a:lnTo>
                  <a:lnTo>
                    <a:pt x="51564" y="287935"/>
                  </a:lnTo>
                  <a:lnTo>
                    <a:pt x="55450" y="291539"/>
                  </a:lnTo>
                  <a:lnTo>
                    <a:pt x="59450" y="295017"/>
                  </a:lnTo>
                  <a:lnTo>
                    <a:pt x="63557" y="298368"/>
                  </a:lnTo>
                  <a:lnTo>
                    <a:pt x="67768" y="301586"/>
                  </a:lnTo>
                  <a:lnTo>
                    <a:pt x="72080" y="304669"/>
                  </a:lnTo>
                  <a:lnTo>
                    <a:pt x="76487" y="307614"/>
                  </a:lnTo>
                  <a:lnTo>
                    <a:pt x="80985" y="310417"/>
                  </a:lnTo>
                  <a:lnTo>
                    <a:pt x="85570" y="313077"/>
                  </a:lnTo>
                  <a:lnTo>
                    <a:pt x="90237" y="315590"/>
                  </a:lnTo>
                  <a:lnTo>
                    <a:pt x="94981" y="317954"/>
                  </a:lnTo>
                  <a:lnTo>
                    <a:pt x="99797" y="320166"/>
                  </a:lnTo>
                  <a:lnTo>
                    <a:pt x="104682" y="322224"/>
                  </a:lnTo>
                  <a:lnTo>
                    <a:pt x="109629" y="324127"/>
                  </a:lnTo>
                  <a:lnTo>
                    <a:pt x="114634" y="325871"/>
                  </a:lnTo>
                  <a:lnTo>
                    <a:pt x="119692" y="327457"/>
                  </a:lnTo>
                  <a:lnTo>
                    <a:pt x="124797" y="328880"/>
                  </a:lnTo>
                  <a:lnTo>
                    <a:pt x="129945" y="330142"/>
                  </a:lnTo>
                  <a:lnTo>
                    <a:pt x="135131" y="331239"/>
                  </a:lnTo>
                  <a:lnTo>
                    <a:pt x="140348" y="332172"/>
                  </a:lnTo>
                  <a:lnTo>
                    <a:pt x="145593" y="332939"/>
                  </a:lnTo>
                  <a:lnTo>
                    <a:pt x="150859" y="333539"/>
                  </a:lnTo>
                  <a:lnTo>
                    <a:pt x="156142" y="333972"/>
                  </a:lnTo>
                  <a:lnTo>
                    <a:pt x="161436" y="334237"/>
                  </a:lnTo>
                  <a:lnTo>
                    <a:pt x="166735" y="334334"/>
                  </a:lnTo>
                  <a:lnTo>
                    <a:pt x="172035" y="334263"/>
                  </a:lnTo>
                  <a:lnTo>
                    <a:pt x="177330" y="334024"/>
                  </a:lnTo>
                  <a:lnTo>
                    <a:pt x="182615" y="333617"/>
                  </a:lnTo>
                  <a:lnTo>
                    <a:pt x="187884" y="333043"/>
                  </a:lnTo>
                  <a:lnTo>
                    <a:pt x="193132" y="332303"/>
                  </a:lnTo>
                  <a:lnTo>
                    <a:pt x="198355" y="331396"/>
                  </a:lnTo>
                  <a:lnTo>
                    <a:pt x="203545" y="330324"/>
                  </a:lnTo>
                  <a:lnTo>
                    <a:pt x="208700" y="329088"/>
                  </a:lnTo>
                  <a:lnTo>
                    <a:pt x="213812" y="327690"/>
                  </a:lnTo>
                  <a:lnTo>
                    <a:pt x="218878" y="326130"/>
                  </a:lnTo>
                  <a:lnTo>
                    <a:pt x="223891" y="324410"/>
                  </a:lnTo>
                  <a:lnTo>
                    <a:pt x="228848" y="322532"/>
                  </a:lnTo>
                  <a:lnTo>
                    <a:pt x="233742" y="320498"/>
                  </a:lnTo>
                  <a:lnTo>
                    <a:pt x="238570" y="318309"/>
                  </a:lnTo>
                  <a:lnTo>
                    <a:pt x="243326" y="315969"/>
                  </a:lnTo>
                  <a:lnTo>
                    <a:pt x="248005" y="313479"/>
                  </a:lnTo>
                  <a:lnTo>
                    <a:pt x="252603" y="310842"/>
                  </a:lnTo>
                  <a:lnTo>
                    <a:pt x="257115" y="308061"/>
                  </a:lnTo>
                  <a:lnTo>
                    <a:pt x="261536" y="305138"/>
                  </a:lnTo>
                  <a:lnTo>
                    <a:pt x="265863" y="302076"/>
                  </a:lnTo>
                  <a:lnTo>
                    <a:pt x="270090" y="298879"/>
                  </a:lnTo>
                  <a:lnTo>
                    <a:pt x="274214" y="295549"/>
                  </a:lnTo>
                  <a:lnTo>
                    <a:pt x="278230" y="292090"/>
                  </a:lnTo>
                  <a:lnTo>
                    <a:pt x="282135" y="288506"/>
                  </a:lnTo>
                  <a:lnTo>
                    <a:pt x="285924" y="284800"/>
                  </a:lnTo>
                  <a:lnTo>
                    <a:pt x="289594" y="280975"/>
                  </a:lnTo>
                  <a:lnTo>
                    <a:pt x="293140" y="277036"/>
                  </a:lnTo>
                  <a:lnTo>
                    <a:pt x="296560" y="272986"/>
                  </a:lnTo>
                  <a:lnTo>
                    <a:pt x="299850" y="268831"/>
                  </a:lnTo>
                  <a:lnTo>
                    <a:pt x="303006" y="264572"/>
                  </a:lnTo>
                  <a:lnTo>
                    <a:pt x="306026" y="260216"/>
                  </a:lnTo>
                  <a:lnTo>
                    <a:pt x="308906" y="255767"/>
                  </a:lnTo>
                  <a:lnTo>
                    <a:pt x="311644" y="251228"/>
                  </a:lnTo>
                  <a:lnTo>
                    <a:pt x="314236" y="246605"/>
                  </a:lnTo>
                  <a:lnTo>
                    <a:pt x="316680" y="241902"/>
                  </a:lnTo>
                  <a:lnTo>
                    <a:pt x="318975" y="237124"/>
                  </a:lnTo>
                  <a:lnTo>
                    <a:pt x="321116" y="232275"/>
                  </a:lnTo>
                  <a:lnTo>
                    <a:pt x="323103" y="227361"/>
                  </a:lnTo>
                  <a:lnTo>
                    <a:pt x="324933" y="222387"/>
                  </a:lnTo>
                  <a:lnTo>
                    <a:pt x="326604" y="217357"/>
                  </a:lnTo>
                  <a:lnTo>
                    <a:pt x="328115" y="212277"/>
                  </a:lnTo>
                  <a:lnTo>
                    <a:pt x="329464" y="207151"/>
                  </a:lnTo>
                  <a:lnTo>
                    <a:pt x="330650" y="201985"/>
                  </a:lnTo>
                  <a:lnTo>
                    <a:pt x="331672" y="196784"/>
                  </a:lnTo>
                  <a:lnTo>
                    <a:pt x="332528" y="191553"/>
                  </a:lnTo>
                  <a:lnTo>
                    <a:pt x="333218" y="186298"/>
                  </a:lnTo>
                  <a:lnTo>
                    <a:pt x="333741" y="181023"/>
                  </a:lnTo>
                  <a:lnTo>
                    <a:pt x="334097" y="175735"/>
                  </a:lnTo>
                  <a:lnTo>
                    <a:pt x="334285" y="170438"/>
                  </a:lnTo>
                  <a:lnTo>
                    <a:pt x="334304" y="165138"/>
                  </a:lnTo>
                  <a:lnTo>
                    <a:pt x="334156" y="159839"/>
                  </a:lnTo>
                  <a:lnTo>
                    <a:pt x="333840" y="154548"/>
                  </a:lnTo>
                  <a:lnTo>
                    <a:pt x="333356" y="149270"/>
                  </a:lnTo>
                  <a:lnTo>
                    <a:pt x="332705" y="144010"/>
                  </a:lnTo>
                  <a:lnTo>
                    <a:pt x="331887" y="138773"/>
                  </a:lnTo>
                  <a:lnTo>
                    <a:pt x="330904" y="133565"/>
                  </a:lnTo>
                  <a:lnTo>
                    <a:pt x="329757" y="128390"/>
                  </a:lnTo>
                  <a:lnTo>
                    <a:pt x="328446" y="123254"/>
                  </a:lnTo>
                  <a:lnTo>
                    <a:pt x="326973" y="118163"/>
                  </a:lnTo>
                  <a:lnTo>
                    <a:pt x="325339" y="113120"/>
                  </a:lnTo>
                  <a:lnTo>
                    <a:pt x="323546" y="108133"/>
                  </a:lnTo>
                  <a:lnTo>
                    <a:pt x="321596" y="103204"/>
                  </a:lnTo>
                  <a:lnTo>
                    <a:pt x="319490" y="98340"/>
                  </a:lnTo>
                  <a:lnTo>
                    <a:pt x="317231" y="93545"/>
                  </a:lnTo>
                  <a:lnTo>
                    <a:pt x="314822" y="88824"/>
                  </a:lnTo>
                  <a:lnTo>
                    <a:pt x="312264" y="84181"/>
                  </a:lnTo>
                  <a:lnTo>
                    <a:pt x="309560" y="79623"/>
                  </a:lnTo>
                  <a:lnTo>
                    <a:pt x="306713" y="75152"/>
                  </a:lnTo>
                  <a:lnTo>
                    <a:pt x="303726" y="70773"/>
                  </a:lnTo>
                  <a:lnTo>
                    <a:pt x="300601" y="66492"/>
                  </a:lnTo>
                  <a:lnTo>
                    <a:pt x="297343" y="62312"/>
                  </a:lnTo>
                  <a:lnTo>
                    <a:pt x="293953" y="58237"/>
                  </a:lnTo>
                  <a:lnTo>
                    <a:pt x="290436" y="54272"/>
                  </a:lnTo>
                  <a:lnTo>
                    <a:pt x="286795" y="50420"/>
                  </a:lnTo>
                  <a:lnTo>
                    <a:pt x="283033" y="46685"/>
                  </a:lnTo>
                  <a:lnTo>
                    <a:pt x="279155" y="43072"/>
                  </a:lnTo>
                  <a:lnTo>
                    <a:pt x="275165" y="39584"/>
                  </a:lnTo>
                  <a:lnTo>
                    <a:pt x="271066" y="36223"/>
                  </a:lnTo>
                  <a:lnTo>
                    <a:pt x="266862" y="32995"/>
                  </a:lnTo>
                  <a:lnTo>
                    <a:pt x="262559" y="29901"/>
                  </a:lnTo>
                  <a:lnTo>
                    <a:pt x="258159" y="26945"/>
                  </a:lnTo>
                  <a:lnTo>
                    <a:pt x="253668" y="24130"/>
                  </a:lnTo>
                  <a:lnTo>
                    <a:pt x="249089" y="21459"/>
                  </a:lnTo>
                  <a:lnTo>
                    <a:pt x="244429" y="18935"/>
                  </a:lnTo>
                  <a:lnTo>
                    <a:pt x="239691" y="16559"/>
                  </a:lnTo>
                  <a:lnTo>
                    <a:pt x="234880" y="14335"/>
                  </a:lnTo>
                  <a:lnTo>
                    <a:pt x="230000" y="12265"/>
                  </a:lnTo>
                  <a:lnTo>
                    <a:pt x="225058" y="10350"/>
                  </a:lnTo>
                  <a:lnTo>
                    <a:pt x="220057" y="8593"/>
                  </a:lnTo>
                  <a:lnTo>
                    <a:pt x="215003" y="6995"/>
                  </a:lnTo>
                  <a:lnTo>
                    <a:pt x="209901" y="5559"/>
                  </a:lnTo>
                  <a:lnTo>
                    <a:pt x="204756" y="4285"/>
                  </a:lnTo>
                  <a:lnTo>
                    <a:pt x="199574" y="3174"/>
                  </a:lnTo>
                  <a:lnTo>
                    <a:pt x="194358" y="2229"/>
                  </a:lnTo>
                  <a:lnTo>
                    <a:pt x="189116" y="1449"/>
                  </a:lnTo>
                  <a:lnTo>
                    <a:pt x="183851" y="836"/>
                  </a:lnTo>
                  <a:lnTo>
                    <a:pt x="178569" y="390"/>
                  </a:lnTo>
                  <a:lnTo>
                    <a:pt x="173276" y="112"/>
                  </a:lnTo>
                  <a:lnTo>
                    <a:pt x="167977" y="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397270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397270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397270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397270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397270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397270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397270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2878783" y="4397270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2878783" y="4397270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2878783" y="4397270"/>
              <a:ext cx="827" cy="167165"/>
            </a:xfrm>
            <a:custGeom>
              <a:avLst/>
              <a:pathLst>
                <a:path w="827" h="167165">
                  <a:moveTo>
                    <a:pt x="82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2878783" y="4397268"/>
              <a:ext cx="827" cy="167167"/>
            </a:xfrm>
            <a:custGeom>
              <a:avLst/>
              <a:pathLst>
                <a:path w="827" h="167167">
                  <a:moveTo>
                    <a:pt x="827" y="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50510" y="4794382"/>
              <a:ext cx="162056" cy="167167"/>
            </a:xfrm>
            <a:custGeom>
              <a:avLst/>
              <a:pathLst>
                <a:path w="162056" h="167167">
                  <a:moveTo>
                    <a:pt x="162056" y="0"/>
                  </a:moveTo>
                  <a:lnTo>
                    <a:pt x="156663" y="87"/>
                  </a:lnTo>
                  <a:lnTo>
                    <a:pt x="151276" y="347"/>
                  </a:lnTo>
                  <a:lnTo>
                    <a:pt x="145900" y="782"/>
                  </a:lnTo>
                  <a:lnTo>
                    <a:pt x="140541" y="1390"/>
                  </a:lnTo>
                  <a:lnTo>
                    <a:pt x="135204" y="2170"/>
                  </a:lnTo>
                  <a:lnTo>
                    <a:pt x="129895" y="3122"/>
                  </a:lnTo>
                  <a:lnTo>
                    <a:pt x="124620" y="4245"/>
                  </a:lnTo>
                  <a:lnTo>
                    <a:pt x="119384" y="5538"/>
                  </a:lnTo>
                  <a:lnTo>
                    <a:pt x="114192" y="6998"/>
                  </a:lnTo>
                  <a:lnTo>
                    <a:pt x="109050" y="8626"/>
                  </a:lnTo>
                  <a:lnTo>
                    <a:pt x="103963" y="10418"/>
                  </a:lnTo>
                  <a:lnTo>
                    <a:pt x="98936" y="12374"/>
                  </a:lnTo>
                  <a:lnTo>
                    <a:pt x="93976" y="14491"/>
                  </a:lnTo>
                  <a:lnTo>
                    <a:pt x="89086" y="16766"/>
                  </a:lnTo>
                  <a:lnTo>
                    <a:pt x="84272" y="19199"/>
                  </a:lnTo>
                  <a:lnTo>
                    <a:pt x="79539" y="21785"/>
                  </a:lnTo>
                  <a:lnTo>
                    <a:pt x="74892" y="24522"/>
                  </a:lnTo>
                  <a:lnTo>
                    <a:pt x="70336" y="27409"/>
                  </a:lnTo>
                  <a:lnTo>
                    <a:pt x="65875" y="30440"/>
                  </a:lnTo>
                  <a:lnTo>
                    <a:pt x="61514" y="33614"/>
                  </a:lnTo>
                  <a:lnTo>
                    <a:pt x="57258" y="36927"/>
                  </a:lnTo>
                  <a:lnTo>
                    <a:pt x="53111" y="40376"/>
                  </a:lnTo>
                  <a:lnTo>
                    <a:pt x="49078" y="43956"/>
                  </a:lnTo>
                  <a:lnTo>
                    <a:pt x="45162" y="47665"/>
                  </a:lnTo>
                  <a:lnTo>
                    <a:pt x="41368" y="51498"/>
                  </a:lnTo>
                  <a:lnTo>
                    <a:pt x="37699" y="55451"/>
                  </a:lnTo>
                  <a:lnTo>
                    <a:pt x="34160" y="59521"/>
                  </a:lnTo>
                  <a:lnTo>
                    <a:pt x="30754" y="63703"/>
                  </a:lnTo>
                  <a:lnTo>
                    <a:pt x="27484" y="67993"/>
                  </a:lnTo>
                  <a:lnTo>
                    <a:pt x="24355" y="72386"/>
                  </a:lnTo>
                  <a:lnTo>
                    <a:pt x="21369" y="76877"/>
                  </a:lnTo>
                  <a:lnTo>
                    <a:pt x="18530" y="81463"/>
                  </a:lnTo>
                  <a:lnTo>
                    <a:pt x="15840" y="86137"/>
                  </a:lnTo>
                  <a:lnTo>
                    <a:pt x="13302" y="90896"/>
                  </a:lnTo>
                  <a:lnTo>
                    <a:pt x="10919" y="95735"/>
                  </a:lnTo>
                  <a:lnTo>
                    <a:pt x="8693" y="100648"/>
                  </a:lnTo>
                  <a:lnTo>
                    <a:pt x="6627" y="105630"/>
                  </a:lnTo>
                  <a:lnTo>
                    <a:pt x="4723" y="110676"/>
                  </a:lnTo>
                  <a:lnTo>
                    <a:pt x="2982" y="115781"/>
                  </a:lnTo>
                  <a:lnTo>
                    <a:pt x="1407" y="120939"/>
                  </a:lnTo>
                  <a:lnTo>
                    <a:pt x="0" y="126146"/>
                  </a:lnTo>
                  <a:lnTo>
                    <a:pt x="16205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50510" y="492052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50510" y="492052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50510" y="492052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50510" y="492052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50510" y="492052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50510" y="492052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050510" y="492052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050510" y="492052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050510" y="492052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046512" y="4920528"/>
              <a:ext cx="166054" cy="41021"/>
            </a:xfrm>
            <a:custGeom>
              <a:avLst/>
              <a:pathLst>
                <a:path w="166054" h="41021">
                  <a:moveTo>
                    <a:pt x="3998" y="0"/>
                  </a:moveTo>
                  <a:lnTo>
                    <a:pt x="2345" y="7193"/>
                  </a:lnTo>
                  <a:lnTo>
                    <a:pt x="1011" y="14453"/>
                  </a:lnTo>
                  <a:lnTo>
                    <a:pt x="0" y="21764"/>
                  </a:lnTo>
                  <a:lnTo>
                    <a:pt x="166054" y="410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045410" y="4794382"/>
              <a:ext cx="334306" cy="334334"/>
            </a:xfrm>
            <a:custGeom>
              <a:avLst/>
              <a:pathLst>
                <a:path w="334306" h="334334">
                  <a:moveTo>
                    <a:pt x="1101" y="147910"/>
                  </a:moveTo>
                  <a:lnTo>
                    <a:pt x="573" y="153193"/>
                  </a:lnTo>
                  <a:lnTo>
                    <a:pt x="214" y="158491"/>
                  </a:lnTo>
                  <a:lnTo>
                    <a:pt x="22" y="163797"/>
                  </a:lnTo>
                  <a:lnTo>
                    <a:pt x="0" y="169106"/>
                  </a:lnTo>
                  <a:lnTo>
                    <a:pt x="145" y="174413"/>
                  </a:lnTo>
                  <a:lnTo>
                    <a:pt x="460" y="179713"/>
                  </a:lnTo>
                  <a:lnTo>
                    <a:pt x="942" y="185001"/>
                  </a:lnTo>
                  <a:lnTo>
                    <a:pt x="1592" y="190270"/>
                  </a:lnTo>
                  <a:lnTo>
                    <a:pt x="2410" y="195516"/>
                  </a:lnTo>
                  <a:lnTo>
                    <a:pt x="3393" y="200734"/>
                  </a:lnTo>
                  <a:lnTo>
                    <a:pt x="4542" y="205917"/>
                  </a:lnTo>
                  <a:lnTo>
                    <a:pt x="5854" y="211062"/>
                  </a:lnTo>
                  <a:lnTo>
                    <a:pt x="7329" y="216162"/>
                  </a:lnTo>
                  <a:lnTo>
                    <a:pt x="8966" y="221213"/>
                  </a:lnTo>
                  <a:lnTo>
                    <a:pt x="10762" y="226209"/>
                  </a:lnTo>
                  <a:lnTo>
                    <a:pt x="12716" y="231146"/>
                  </a:lnTo>
                  <a:lnTo>
                    <a:pt x="14826" y="236018"/>
                  </a:lnTo>
                  <a:lnTo>
                    <a:pt x="17089" y="240821"/>
                  </a:lnTo>
                  <a:lnTo>
                    <a:pt x="19504" y="245550"/>
                  </a:lnTo>
                  <a:lnTo>
                    <a:pt x="22067" y="250199"/>
                  </a:lnTo>
                  <a:lnTo>
                    <a:pt x="24777" y="254765"/>
                  </a:lnTo>
                  <a:lnTo>
                    <a:pt x="27631" y="259242"/>
                  </a:lnTo>
                  <a:lnTo>
                    <a:pt x="30625" y="263626"/>
                  </a:lnTo>
                  <a:lnTo>
                    <a:pt x="33757" y="267913"/>
                  </a:lnTo>
                  <a:lnTo>
                    <a:pt x="37024" y="272099"/>
                  </a:lnTo>
                  <a:lnTo>
                    <a:pt x="40422" y="276179"/>
                  </a:lnTo>
                  <a:lnTo>
                    <a:pt x="43948" y="280148"/>
                  </a:lnTo>
                  <a:lnTo>
                    <a:pt x="47598" y="284004"/>
                  </a:lnTo>
                  <a:lnTo>
                    <a:pt x="51369" y="287742"/>
                  </a:lnTo>
                  <a:lnTo>
                    <a:pt x="55256" y="291358"/>
                  </a:lnTo>
                  <a:lnTo>
                    <a:pt x="59256" y="294849"/>
                  </a:lnTo>
                  <a:lnTo>
                    <a:pt x="63366" y="298211"/>
                  </a:lnTo>
                  <a:lnTo>
                    <a:pt x="67579" y="301441"/>
                  </a:lnTo>
                  <a:lnTo>
                    <a:pt x="71894" y="304535"/>
                  </a:lnTo>
                  <a:lnTo>
                    <a:pt x="76304" y="307491"/>
                  </a:lnTo>
                  <a:lnTo>
                    <a:pt x="80806" y="310306"/>
                  </a:lnTo>
                  <a:lnTo>
                    <a:pt x="85395" y="312976"/>
                  </a:lnTo>
                  <a:lnTo>
                    <a:pt x="90067" y="315499"/>
                  </a:lnTo>
                  <a:lnTo>
                    <a:pt x="94817" y="317872"/>
                  </a:lnTo>
                  <a:lnTo>
                    <a:pt x="99639" y="320093"/>
                  </a:lnTo>
                  <a:lnTo>
                    <a:pt x="104529" y="322160"/>
                  </a:lnTo>
                  <a:lnTo>
                    <a:pt x="109483" y="324071"/>
                  </a:lnTo>
                  <a:lnTo>
                    <a:pt x="114495" y="325823"/>
                  </a:lnTo>
                  <a:lnTo>
                    <a:pt x="119560" y="327415"/>
                  </a:lnTo>
                  <a:lnTo>
                    <a:pt x="124673" y="328846"/>
                  </a:lnTo>
                  <a:lnTo>
                    <a:pt x="129829" y="330114"/>
                  </a:lnTo>
                  <a:lnTo>
                    <a:pt x="135022" y="331217"/>
                  </a:lnTo>
                  <a:lnTo>
                    <a:pt x="140248" y="332155"/>
                  </a:lnTo>
                  <a:lnTo>
                    <a:pt x="145501" y="332926"/>
                  </a:lnTo>
                  <a:lnTo>
                    <a:pt x="150776" y="333530"/>
                  </a:lnTo>
                  <a:lnTo>
                    <a:pt x="156067" y="333966"/>
                  </a:lnTo>
                  <a:lnTo>
                    <a:pt x="161370" y="334234"/>
                  </a:lnTo>
                  <a:lnTo>
                    <a:pt x="166678" y="334334"/>
                  </a:lnTo>
                  <a:lnTo>
                    <a:pt x="171987" y="334265"/>
                  </a:lnTo>
                  <a:lnTo>
                    <a:pt x="177291" y="334027"/>
                  </a:lnTo>
                  <a:lnTo>
                    <a:pt x="182585" y="333621"/>
                  </a:lnTo>
                  <a:lnTo>
                    <a:pt x="187863" y="333047"/>
                  </a:lnTo>
                  <a:lnTo>
                    <a:pt x="193121" y="332306"/>
                  </a:lnTo>
                  <a:lnTo>
                    <a:pt x="198352" y="331398"/>
                  </a:lnTo>
                  <a:lnTo>
                    <a:pt x="203552" y="330324"/>
                  </a:lnTo>
                  <a:lnTo>
                    <a:pt x="208715" y="329086"/>
                  </a:lnTo>
                  <a:lnTo>
                    <a:pt x="213836" y="327685"/>
                  </a:lnTo>
                  <a:lnTo>
                    <a:pt x="218910" y="326121"/>
                  </a:lnTo>
                  <a:lnTo>
                    <a:pt x="223932" y="324398"/>
                  </a:lnTo>
                  <a:lnTo>
                    <a:pt x="228896" y="322515"/>
                  </a:lnTo>
                  <a:lnTo>
                    <a:pt x="233798" y="320476"/>
                  </a:lnTo>
                  <a:lnTo>
                    <a:pt x="238633" y="318283"/>
                  </a:lnTo>
                  <a:lnTo>
                    <a:pt x="243396" y="315936"/>
                  </a:lnTo>
                  <a:lnTo>
                    <a:pt x="248082" y="313440"/>
                  </a:lnTo>
                  <a:lnTo>
                    <a:pt x="252686" y="310796"/>
                  </a:lnTo>
                  <a:lnTo>
                    <a:pt x="257205" y="308008"/>
                  </a:lnTo>
                  <a:lnTo>
                    <a:pt x="261632" y="305077"/>
                  </a:lnTo>
                  <a:lnTo>
                    <a:pt x="265964" y="302007"/>
                  </a:lnTo>
                  <a:lnTo>
                    <a:pt x="270196" y="298802"/>
                  </a:lnTo>
                  <a:lnTo>
                    <a:pt x="274324" y="295463"/>
                  </a:lnTo>
                  <a:lnTo>
                    <a:pt x="278344" y="291995"/>
                  </a:lnTo>
                  <a:lnTo>
                    <a:pt x="282253" y="288401"/>
                  </a:lnTo>
                  <a:lnTo>
                    <a:pt x="286044" y="284685"/>
                  </a:lnTo>
                  <a:lnTo>
                    <a:pt x="289716" y="280850"/>
                  </a:lnTo>
                  <a:lnTo>
                    <a:pt x="293265" y="276900"/>
                  </a:lnTo>
                  <a:lnTo>
                    <a:pt x="296686" y="272840"/>
                  </a:lnTo>
                  <a:lnTo>
                    <a:pt x="299977" y="268673"/>
                  </a:lnTo>
                  <a:lnTo>
                    <a:pt x="303133" y="264404"/>
                  </a:lnTo>
                  <a:lnTo>
                    <a:pt x="306152" y="260037"/>
                  </a:lnTo>
                  <a:lnTo>
                    <a:pt x="309032" y="255576"/>
                  </a:lnTo>
                  <a:lnTo>
                    <a:pt x="311768" y="251026"/>
                  </a:lnTo>
                  <a:lnTo>
                    <a:pt x="314358" y="246391"/>
                  </a:lnTo>
                  <a:lnTo>
                    <a:pt x="316799" y="241677"/>
                  </a:lnTo>
                  <a:lnTo>
                    <a:pt x="319090" y="236887"/>
                  </a:lnTo>
                  <a:lnTo>
                    <a:pt x="321228" y="232027"/>
                  </a:lnTo>
                  <a:lnTo>
                    <a:pt x="323210" y="227101"/>
                  </a:lnTo>
                  <a:lnTo>
                    <a:pt x="325034" y="222115"/>
                  </a:lnTo>
                  <a:lnTo>
                    <a:pt x="326700" y="217074"/>
                  </a:lnTo>
                  <a:lnTo>
                    <a:pt x="328204" y="211982"/>
                  </a:lnTo>
                  <a:lnTo>
                    <a:pt x="329546" y="206845"/>
                  </a:lnTo>
                  <a:lnTo>
                    <a:pt x="330724" y="201668"/>
                  </a:lnTo>
                  <a:lnTo>
                    <a:pt x="331737" y="196456"/>
                  </a:lnTo>
                  <a:lnTo>
                    <a:pt x="332584" y="191215"/>
                  </a:lnTo>
                  <a:lnTo>
                    <a:pt x="333265" y="185949"/>
                  </a:lnTo>
                  <a:lnTo>
                    <a:pt x="333777" y="180665"/>
                  </a:lnTo>
                  <a:lnTo>
                    <a:pt x="334122" y="175367"/>
                  </a:lnTo>
                  <a:lnTo>
                    <a:pt x="334298" y="170060"/>
                  </a:lnTo>
                  <a:lnTo>
                    <a:pt x="334306" y="164751"/>
                  </a:lnTo>
                  <a:lnTo>
                    <a:pt x="334145" y="159444"/>
                  </a:lnTo>
                  <a:lnTo>
                    <a:pt x="333815" y="154145"/>
                  </a:lnTo>
                  <a:lnTo>
                    <a:pt x="333318" y="148859"/>
                  </a:lnTo>
                  <a:lnTo>
                    <a:pt x="332652" y="143591"/>
                  </a:lnTo>
                  <a:lnTo>
                    <a:pt x="331820" y="138348"/>
                  </a:lnTo>
                  <a:lnTo>
                    <a:pt x="330822" y="133133"/>
                  </a:lnTo>
                  <a:lnTo>
                    <a:pt x="329659" y="127953"/>
                  </a:lnTo>
                  <a:lnTo>
                    <a:pt x="328331" y="122812"/>
                  </a:lnTo>
                  <a:lnTo>
                    <a:pt x="326841" y="117716"/>
                  </a:lnTo>
                  <a:lnTo>
                    <a:pt x="325190" y="112670"/>
                  </a:lnTo>
                  <a:lnTo>
                    <a:pt x="323380" y="107678"/>
                  </a:lnTo>
                  <a:lnTo>
                    <a:pt x="321412" y="102747"/>
                  </a:lnTo>
                  <a:lnTo>
                    <a:pt x="319289" y="97881"/>
                  </a:lnTo>
                  <a:lnTo>
                    <a:pt x="317012" y="93085"/>
                  </a:lnTo>
                  <a:lnTo>
                    <a:pt x="314583" y="88363"/>
                  </a:lnTo>
                  <a:lnTo>
                    <a:pt x="312006" y="83721"/>
                  </a:lnTo>
                  <a:lnTo>
                    <a:pt x="309283" y="79163"/>
                  </a:lnTo>
                  <a:lnTo>
                    <a:pt x="306417" y="74694"/>
                  </a:lnTo>
                  <a:lnTo>
                    <a:pt x="303410" y="70318"/>
                  </a:lnTo>
                  <a:lnTo>
                    <a:pt x="300266" y="66040"/>
                  </a:lnTo>
                  <a:lnTo>
                    <a:pt x="296987" y="61864"/>
                  </a:lnTo>
                  <a:lnTo>
                    <a:pt x="293578" y="57794"/>
                  </a:lnTo>
                  <a:lnTo>
                    <a:pt x="290041" y="53834"/>
                  </a:lnTo>
                  <a:lnTo>
                    <a:pt x="286379" y="49989"/>
                  </a:lnTo>
                  <a:lnTo>
                    <a:pt x="282598" y="46262"/>
                  </a:lnTo>
                  <a:lnTo>
                    <a:pt x="278700" y="42657"/>
                  </a:lnTo>
                  <a:lnTo>
                    <a:pt x="274690" y="39177"/>
                  </a:lnTo>
                  <a:lnTo>
                    <a:pt x="270571" y="35827"/>
                  </a:lnTo>
                  <a:lnTo>
                    <a:pt x="266348" y="32609"/>
                  </a:lnTo>
                  <a:lnTo>
                    <a:pt x="262025" y="29527"/>
                  </a:lnTo>
                  <a:lnTo>
                    <a:pt x="257606" y="26584"/>
                  </a:lnTo>
                  <a:lnTo>
                    <a:pt x="253096" y="23782"/>
                  </a:lnTo>
                  <a:lnTo>
                    <a:pt x="248499" y="21125"/>
                  </a:lnTo>
                  <a:lnTo>
                    <a:pt x="243821" y="18616"/>
                  </a:lnTo>
                  <a:lnTo>
                    <a:pt x="239064" y="16256"/>
                  </a:lnTo>
                  <a:lnTo>
                    <a:pt x="234236" y="14049"/>
                  </a:lnTo>
                  <a:lnTo>
                    <a:pt x="229339" y="11996"/>
                  </a:lnTo>
                  <a:lnTo>
                    <a:pt x="224380" y="10099"/>
                  </a:lnTo>
                  <a:lnTo>
                    <a:pt x="219363" y="8361"/>
                  </a:lnTo>
                  <a:lnTo>
                    <a:pt x="214294" y="6783"/>
                  </a:lnTo>
                  <a:lnTo>
                    <a:pt x="209177" y="5367"/>
                  </a:lnTo>
                  <a:lnTo>
                    <a:pt x="204017" y="4114"/>
                  </a:lnTo>
                  <a:lnTo>
                    <a:pt x="198821" y="3026"/>
                  </a:lnTo>
                  <a:lnTo>
                    <a:pt x="193592" y="2103"/>
                  </a:lnTo>
                  <a:lnTo>
                    <a:pt x="188337" y="1347"/>
                  </a:lnTo>
                  <a:lnTo>
                    <a:pt x="183060" y="758"/>
                  </a:lnTo>
                  <a:lnTo>
                    <a:pt x="177768" y="337"/>
                  </a:lnTo>
                  <a:lnTo>
                    <a:pt x="172464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7433" y="5103947"/>
              <a:ext cx="1655" cy="167167"/>
            </a:xfrm>
            <a:custGeom>
              <a:avLst/>
              <a:pathLst>
                <a:path w="1655" h="167167">
                  <a:moveTo>
                    <a:pt x="1655" y="0"/>
                  </a:moveTo>
                  <a:lnTo>
                    <a:pt x="0" y="8"/>
                  </a:lnTo>
                  <a:lnTo>
                    <a:pt x="165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7433" y="5103955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7433" y="5103955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7433" y="5103955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627433" y="5103955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627433" y="5103955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3627433" y="5103955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3627433" y="5103955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3627433" y="5103955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3461935" y="5103955"/>
              <a:ext cx="334319" cy="334325"/>
            </a:xfrm>
            <a:custGeom>
              <a:avLst/>
              <a:pathLst>
                <a:path w="334319" h="334325">
                  <a:moveTo>
                    <a:pt x="165497" y="0"/>
                  </a:moveTo>
                  <a:lnTo>
                    <a:pt x="160218" y="135"/>
                  </a:lnTo>
                  <a:lnTo>
                    <a:pt x="154946" y="438"/>
                  </a:lnTo>
                  <a:lnTo>
                    <a:pt x="149686" y="906"/>
                  </a:lnTo>
                  <a:lnTo>
                    <a:pt x="144443" y="1541"/>
                  </a:lnTo>
                  <a:lnTo>
                    <a:pt x="139223" y="2341"/>
                  </a:lnTo>
                  <a:lnTo>
                    <a:pt x="134031" y="3306"/>
                  </a:lnTo>
                  <a:lnTo>
                    <a:pt x="128871" y="4434"/>
                  </a:lnTo>
                  <a:lnTo>
                    <a:pt x="123750" y="5724"/>
                  </a:lnTo>
                  <a:lnTo>
                    <a:pt x="118673" y="7176"/>
                  </a:lnTo>
                  <a:lnTo>
                    <a:pt x="113644" y="8787"/>
                  </a:lnTo>
                  <a:lnTo>
                    <a:pt x="108668" y="10556"/>
                  </a:lnTo>
                  <a:lnTo>
                    <a:pt x="103750" y="12482"/>
                  </a:lnTo>
                  <a:lnTo>
                    <a:pt x="98896" y="14561"/>
                  </a:lnTo>
                  <a:lnTo>
                    <a:pt x="94110" y="16794"/>
                  </a:lnTo>
                  <a:lnTo>
                    <a:pt x="89397" y="19176"/>
                  </a:lnTo>
                  <a:lnTo>
                    <a:pt x="84761" y="21706"/>
                  </a:lnTo>
                  <a:lnTo>
                    <a:pt x="80208" y="24381"/>
                  </a:lnTo>
                  <a:lnTo>
                    <a:pt x="75741" y="27199"/>
                  </a:lnTo>
                  <a:lnTo>
                    <a:pt x="71366" y="30156"/>
                  </a:lnTo>
                  <a:lnTo>
                    <a:pt x="67086" y="33250"/>
                  </a:lnTo>
                  <a:lnTo>
                    <a:pt x="62906" y="36478"/>
                  </a:lnTo>
                  <a:lnTo>
                    <a:pt x="58830" y="39836"/>
                  </a:lnTo>
                  <a:lnTo>
                    <a:pt x="54863" y="43321"/>
                  </a:lnTo>
                  <a:lnTo>
                    <a:pt x="51007" y="46930"/>
                  </a:lnTo>
                  <a:lnTo>
                    <a:pt x="47267" y="50658"/>
                  </a:lnTo>
                  <a:lnTo>
                    <a:pt x="43647" y="54503"/>
                  </a:lnTo>
                  <a:lnTo>
                    <a:pt x="40150" y="58461"/>
                  </a:lnTo>
                  <a:lnTo>
                    <a:pt x="36780" y="62527"/>
                  </a:lnTo>
                  <a:lnTo>
                    <a:pt x="33540" y="66697"/>
                  </a:lnTo>
                  <a:lnTo>
                    <a:pt x="30434" y="70968"/>
                  </a:lnTo>
                  <a:lnTo>
                    <a:pt x="27463" y="75334"/>
                  </a:lnTo>
                  <a:lnTo>
                    <a:pt x="24633" y="79792"/>
                  </a:lnTo>
                  <a:lnTo>
                    <a:pt x="21944" y="84338"/>
                  </a:lnTo>
                  <a:lnTo>
                    <a:pt x="19400" y="88966"/>
                  </a:lnTo>
                  <a:lnTo>
                    <a:pt x="17004" y="93672"/>
                  </a:lnTo>
                  <a:lnTo>
                    <a:pt x="14758" y="98452"/>
                  </a:lnTo>
                  <a:lnTo>
                    <a:pt x="12664" y="103300"/>
                  </a:lnTo>
                  <a:lnTo>
                    <a:pt x="10724" y="108211"/>
                  </a:lnTo>
                  <a:lnTo>
                    <a:pt x="8940" y="113182"/>
                  </a:lnTo>
                  <a:lnTo>
                    <a:pt x="7314" y="118206"/>
                  </a:lnTo>
                  <a:lnTo>
                    <a:pt x="5847" y="123280"/>
                  </a:lnTo>
                  <a:lnTo>
                    <a:pt x="4542" y="128397"/>
                  </a:lnTo>
                  <a:lnTo>
                    <a:pt x="3398" y="133553"/>
                  </a:lnTo>
                  <a:lnTo>
                    <a:pt x="2419" y="138742"/>
                  </a:lnTo>
                  <a:lnTo>
                    <a:pt x="1603" y="143960"/>
                  </a:lnTo>
                  <a:lnTo>
                    <a:pt x="953" y="149201"/>
                  </a:lnTo>
                  <a:lnTo>
                    <a:pt x="469" y="154459"/>
                  </a:lnTo>
                  <a:lnTo>
                    <a:pt x="151" y="159731"/>
                  </a:lnTo>
                  <a:lnTo>
                    <a:pt x="0" y="165010"/>
                  </a:lnTo>
                  <a:lnTo>
                    <a:pt x="15" y="170291"/>
                  </a:lnTo>
                  <a:lnTo>
                    <a:pt x="197" y="175569"/>
                  </a:lnTo>
                  <a:lnTo>
                    <a:pt x="546" y="180838"/>
                  </a:lnTo>
                  <a:lnTo>
                    <a:pt x="1062" y="186094"/>
                  </a:lnTo>
                  <a:lnTo>
                    <a:pt x="1743" y="191331"/>
                  </a:lnTo>
                  <a:lnTo>
                    <a:pt x="2589" y="196544"/>
                  </a:lnTo>
                  <a:lnTo>
                    <a:pt x="3599" y="201727"/>
                  </a:lnTo>
                  <a:lnTo>
                    <a:pt x="4772" y="206876"/>
                  </a:lnTo>
                  <a:lnTo>
                    <a:pt x="6108" y="211986"/>
                  </a:lnTo>
                  <a:lnTo>
                    <a:pt x="7604" y="217050"/>
                  </a:lnTo>
                  <a:lnTo>
                    <a:pt x="9260" y="222065"/>
                  </a:lnTo>
                  <a:lnTo>
                    <a:pt x="11073" y="227025"/>
                  </a:lnTo>
                  <a:lnTo>
                    <a:pt x="13042" y="231925"/>
                  </a:lnTo>
                  <a:lnTo>
                    <a:pt x="15165" y="236761"/>
                  </a:lnTo>
                  <a:lnTo>
                    <a:pt x="17439" y="241527"/>
                  </a:lnTo>
                  <a:lnTo>
                    <a:pt x="19863" y="246219"/>
                  </a:lnTo>
                  <a:lnTo>
                    <a:pt x="22434" y="250832"/>
                  </a:lnTo>
                  <a:lnTo>
                    <a:pt x="25149" y="255362"/>
                  </a:lnTo>
                  <a:lnTo>
                    <a:pt x="28006" y="259803"/>
                  </a:lnTo>
                  <a:lnTo>
                    <a:pt x="31002" y="264152"/>
                  </a:lnTo>
                  <a:lnTo>
                    <a:pt x="34133" y="268404"/>
                  </a:lnTo>
                  <a:lnTo>
                    <a:pt x="37398" y="272556"/>
                  </a:lnTo>
                  <a:lnTo>
                    <a:pt x="40792" y="276602"/>
                  </a:lnTo>
                  <a:lnTo>
                    <a:pt x="44312" y="280538"/>
                  </a:lnTo>
                  <a:lnTo>
                    <a:pt x="47954" y="284362"/>
                  </a:lnTo>
                  <a:lnTo>
                    <a:pt x="51716" y="288069"/>
                  </a:lnTo>
                  <a:lnTo>
                    <a:pt x="55593" y="291655"/>
                  </a:lnTo>
                  <a:lnTo>
                    <a:pt x="59581" y="295117"/>
                  </a:lnTo>
                  <a:lnTo>
                    <a:pt x="63677" y="298451"/>
                  </a:lnTo>
                  <a:lnTo>
                    <a:pt x="67875" y="301654"/>
                  </a:lnTo>
                  <a:lnTo>
                    <a:pt x="72173" y="304722"/>
                  </a:lnTo>
                  <a:lnTo>
                    <a:pt x="76566" y="307654"/>
                  </a:lnTo>
                  <a:lnTo>
                    <a:pt x="81049" y="310445"/>
                  </a:lnTo>
                  <a:lnTo>
                    <a:pt x="85618" y="313094"/>
                  </a:lnTo>
                  <a:lnTo>
                    <a:pt x="90268" y="315596"/>
                  </a:lnTo>
                  <a:lnTo>
                    <a:pt x="94996" y="317951"/>
                  </a:lnTo>
                  <a:lnTo>
                    <a:pt x="99795" y="320155"/>
                  </a:lnTo>
                  <a:lnTo>
                    <a:pt x="104661" y="322206"/>
                  </a:lnTo>
                  <a:lnTo>
                    <a:pt x="109590" y="324103"/>
                  </a:lnTo>
                  <a:lnTo>
                    <a:pt x="114576" y="325843"/>
                  </a:lnTo>
                  <a:lnTo>
                    <a:pt x="119615" y="327424"/>
                  </a:lnTo>
                  <a:lnTo>
                    <a:pt x="124701" y="328846"/>
                  </a:lnTo>
                  <a:lnTo>
                    <a:pt x="129829" y="330106"/>
                  </a:lnTo>
                  <a:lnTo>
                    <a:pt x="134995" y="331204"/>
                  </a:lnTo>
                  <a:lnTo>
                    <a:pt x="140193" y="332138"/>
                  </a:lnTo>
                  <a:lnTo>
                    <a:pt x="145417" y="332907"/>
                  </a:lnTo>
                  <a:lnTo>
                    <a:pt x="150664" y="333511"/>
                  </a:lnTo>
                  <a:lnTo>
                    <a:pt x="155926" y="333949"/>
                  </a:lnTo>
                  <a:lnTo>
                    <a:pt x="161201" y="334220"/>
                  </a:lnTo>
                  <a:lnTo>
                    <a:pt x="166480" y="334325"/>
                  </a:lnTo>
                  <a:lnTo>
                    <a:pt x="171761" y="334263"/>
                  </a:lnTo>
                  <a:lnTo>
                    <a:pt x="177037" y="334034"/>
                  </a:lnTo>
                  <a:lnTo>
                    <a:pt x="182303" y="333638"/>
                  </a:lnTo>
                  <a:lnTo>
                    <a:pt x="187555" y="333077"/>
                  </a:lnTo>
                  <a:lnTo>
                    <a:pt x="192785" y="332349"/>
                  </a:lnTo>
                  <a:lnTo>
                    <a:pt x="197990" y="331457"/>
                  </a:lnTo>
                  <a:lnTo>
                    <a:pt x="203165" y="330401"/>
                  </a:lnTo>
                  <a:lnTo>
                    <a:pt x="208303" y="329182"/>
                  </a:lnTo>
                  <a:lnTo>
                    <a:pt x="213401" y="327802"/>
                  </a:lnTo>
                  <a:lnTo>
                    <a:pt x="218452" y="326261"/>
                  </a:lnTo>
                  <a:lnTo>
                    <a:pt x="223452" y="324561"/>
                  </a:lnTo>
                  <a:lnTo>
                    <a:pt x="228396" y="322704"/>
                  </a:lnTo>
                  <a:lnTo>
                    <a:pt x="233278" y="320692"/>
                  </a:lnTo>
                  <a:lnTo>
                    <a:pt x="238095" y="318527"/>
                  </a:lnTo>
                  <a:lnTo>
                    <a:pt x="242841" y="316210"/>
                  </a:lnTo>
                  <a:lnTo>
                    <a:pt x="247511" y="313745"/>
                  </a:lnTo>
                  <a:lnTo>
                    <a:pt x="252101" y="311134"/>
                  </a:lnTo>
                  <a:lnTo>
                    <a:pt x="256607" y="308378"/>
                  </a:lnTo>
                  <a:lnTo>
                    <a:pt x="261023" y="305482"/>
                  </a:lnTo>
                  <a:lnTo>
                    <a:pt x="265345" y="302448"/>
                  </a:lnTo>
                  <a:lnTo>
                    <a:pt x="269570" y="299279"/>
                  </a:lnTo>
                  <a:lnTo>
                    <a:pt x="273692" y="295978"/>
                  </a:lnTo>
                  <a:lnTo>
                    <a:pt x="277708" y="292549"/>
                  </a:lnTo>
                  <a:lnTo>
                    <a:pt x="281613" y="288994"/>
                  </a:lnTo>
                  <a:lnTo>
                    <a:pt x="285405" y="285318"/>
                  </a:lnTo>
                  <a:lnTo>
                    <a:pt x="289078" y="281523"/>
                  </a:lnTo>
                  <a:lnTo>
                    <a:pt x="292630" y="277615"/>
                  </a:lnTo>
                  <a:lnTo>
                    <a:pt x="296056" y="273596"/>
                  </a:lnTo>
                  <a:lnTo>
                    <a:pt x="299354" y="269472"/>
                  </a:lnTo>
                  <a:lnTo>
                    <a:pt x="302520" y="265245"/>
                  </a:lnTo>
                  <a:lnTo>
                    <a:pt x="305550" y="260920"/>
                  </a:lnTo>
                  <a:lnTo>
                    <a:pt x="308443" y="256502"/>
                  </a:lnTo>
                  <a:lnTo>
                    <a:pt x="311195" y="251994"/>
                  </a:lnTo>
                  <a:lnTo>
                    <a:pt x="313802" y="247402"/>
                  </a:lnTo>
                  <a:lnTo>
                    <a:pt x="316264" y="242729"/>
                  </a:lnTo>
                  <a:lnTo>
                    <a:pt x="318577" y="237982"/>
                  </a:lnTo>
                  <a:lnTo>
                    <a:pt x="320738" y="233163"/>
                  </a:lnTo>
                  <a:lnTo>
                    <a:pt x="322746" y="228279"/>
                  </a:lnTo>
                  <a:lnTo>
                    <a:pt x="324599" y="223334"/>
                  </a:lnTo>
                  <a:lnTo>
                    <a:pt x="326295" y="218332"/>
                  </a:lnTo>
                  <a:lnTo>
                    <a:pt x="327832" y="213280"/>
                  </a:lnTo>
                  <a:lnTo>
                    <a:pt x="329209" y="208182"/>
                  </a:lnTo>
                  <a:lnTo>
                    <a:pt x="330424" y="203042"/>
                  </a:lnTo>
                  <a:lnTo>
                    <a:pt x="331476" y="197867"/>
                  </a:lnTo>
                  <a:lnTo>
                    <a:pt x="332364" y="192661"/>
                  </a:lnTo>
                  <a:lnTo>
                    <a:pt x="333087" y="187430"/>
                  </a:lnTo>
                  <a:lnTo>
                    <a:pt x="333644" y="182178"/>
                  </a:lnTo>
                  <a:lnTo>
                    <a:pt x="334036" y="176912"/>
                  </a:lnTo>
                  <a:lnTo>
                    <a:pt x="334261" y="171636"/>
                  </a:lnTo>
                  <a:lnTo>
                    <a:pt x="334319" y="166355"/>
                  </a:lnTo>
                  <a:lnTo>
                    <a:pt x="334210" y="161075"/>
                  </a:lnTo>
                  <a:lnTo>
                    <a:pt x="333934" y="155801"/>
                  </a:lnTo>
                  <a:lnTo>
                    <a:pt x="333492" y="150539"/>
                  </a:lnTo>
                  <a:lnTo>
                    <a:pt x="332884" y="145293"/>
                  </a:lnTo>
                  <a:lnTo>
                    <a:pt x="332111" y="140069"/>
                  </a:lnTo>
                  <a:lnTo>
                    <a:pt x="331173" y="134872"/>
                  </a:lnTo>
                  <a:lnTo>
                    <a:pt x="330071" y="129707"/>
                  </a:lnTo>
                  <a:lnTo>
                    <a:pt x="328807" y="124579"/>
                  </a:lnTo>
                  <a:lnTo>
                    <a:pt x="327381" y="119494"/>
                  </a:lnTo>
                  <a:lnTo>
                    <a:pt x="325796" y="114457"/>
                  </a:lnTo>
                  <a:lnTo>
                    <a:pt x="324052" y="109472"/>
                  </a:lnTo>
                  <a:lnTo>
                    <a:pt x="322151" y="104545"/>
                  </a:lnTo>
                  <a:lnTo>
                    <a:pt x="320096" y="99680"/>
                  </a:lnTo>
                  <a:lnTo>
                    <a:pt x="317888" y="94883"/>
                  </a:lnTo>
                  <a:lnTo>
                    <a:pt x="315530" y="90158"/>
                  </a:lnTo>
                  <a:lnTo>
                    <a:pt x="313024" y="85509"/>
                  </a:lnTo>
                  <a:lnTo>
                    <a:pt x="310372" y="80942"/>
                  </a:lnTo>
                  <a:lnTo>
                    <a:pt x="307577" y="76461"/>
                  </a:lnTo>
                  <a:lnTo>
                    <a:pt x="304642" y="72071"/>
                  </a:lnTo>
                  <a:lnTo>
                    <a:pt x="301570" y="67776"/>
                  </a:lnTo>
                  <a:lnTo>
                    <a:pt x="298364" y="63579"/>
                  </a:lnTo>
                  <a:lnTo>
                    <a:pt x="295027" y="59486"/>
                  </a:lnTo>
                  <a:lnTo>
                    <a:pt x="291562" y="55501"/>
                  </a:lnTo>
                  <a:lnTo>
                    <a:pt x="287973" y="51627"/>
                  </a:lnTo>
                  <a:lnTo>
                    <a:pt x="284263" y="47868"/>
                  </a:lnTo>
                  <a:lnTo>
                    <a:pt x="280436" y="44229"/>
                  </a:lnTo>
                  <a:lnTo>
                    <a:pt x="276497" y="40712"/>
                  </a:lnTo>
                  <a:lnTo>
                    <a:pt x="272448" y="37321"/>
                  </a:lnTo>
                  <a:lnTo>
                    <a:pt x="268294" y="34060"/>
                  </a:lnTo>
                  <a:lnTo>
                    <a:pt x="264040" y="30931"/>
                  </a:lnTo>
                  <a:lnTo>
                    <a:pt x="259688" y="27939"/>
                  </a:lnTo>
                  <a:lnTo>
                    <a:pt x="255245" y="25085"/>
                  </a:lnTo>
                  <a:lnTo>
                    <a:pt x="250713" y="22374"/>
                  </a:lnTo>
                  <a:lnTo>
                    <a:pt x="246098" y="19806"/>
                  </a:lnTo>
                  <a:lnTo>
                    <a:pt x="241404" y="17386"/>
                  </a:lnTo>
                  <a:lnTo>
                    <a:pt x="236636" y="15116"/>
                  </a:lnTo>
                  <a:lnTo>
                    <a:pt x="231799" y="12997"/>
                  </a:lnTo>
                  <a:lnTo>
                    <a:pt x="226897" y="11032"/>
                  </a:lnTo>
                  <a:lnTo>
                    <a:pt x="221935" y="9223"/>
                  </a:lnTo>
                  <a:lnTo>
                    <a:pt x="216919" y="7571"/>
                  </a:lnTo>
                  <a:lnTo>
                    <a:pt x="211854" y="6079"/>
                  </a:lnTo>
                  <a:lnTo>
                    <a:pt x="206743" y="4747"/>
                  </a:lnTo>
                  <a:lnTo>
                    <a:pt x="201593" y="3577"/>
                  </a:lnTo>
                  <a:lnTo>
                    <a:pt x="196409" y="2571"/>
                  </a:lnTo>
                  <a:lnTo>
                    <a:pt x="191195" y="1729"/>
                  </a:lnTo>
                  <a:lnTo>
                    <a:pt x="185958" y="1052"/>
                  </a:lnTo>
                  <a:lnTo>
                    <a:pt x="180702" y="541"/>
                  </a:lnTo>
                  <a:lnTo>
                    <a:pt x="175432" y="196"/>
                  </a:lnTo>
                  <a:lnTo>
                    <a:pt x="170154" y="18"/>
                  </a:lnTo>
                  <a:lnTo>
                    <a:pt x="167153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3629088" y="5103947"/>
              <a:ext cx="3000" cy="167167"/>
            </a:xfrm>
            <a:custGeom>
              <a:avLst/>
              <a:pathLst>
                <a:path w="3000" h="167167">
                  <a:moveTo>
                    <a:pt x="3000" y="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3941573" y="5309273"/>
              <a:ext cx="164321" cy="167167"/>
            </a:xfrm>
            <a:custGeom>
              <a:avLst/>
              <a:pathLst>
                <a:path w="164321" h="167167">
                  <a:moveTo>
                    <a:pt x="164321" y="0"/>
                  </a:moveTo>
                  <a:lnTo>
                    <a:pt x="158934" y="86"/>
                  </a:lnTo>
                  <a:lnTo>
                    <a:pt x="153552" y="347"/>
                  </a:lnTo>
                  <a:lnTo>
                    <a:pt x="148181" y="780"/>
                  </a:lnTo>
                  <a:lnTo>
                    <a:pt x="142828" y="1387"/>
                  </a:lnTo>
                  <a:lnTo>
                    <a:pt x="137496" y="2166"/>
                  </a:lnTo>
                  <a:lnTo>
                    <a:pt x="132193" y="3116"/>
                  </a:lnTo>
                  <a:lnTo>
                    <a:pt x="126922" y="4237"/>
                  </a:lnTo>
                  <a:lnTo>
                    <a:pt x="121691" y="5527"/>
                  </a:lnTo>
                  <a:lnTo>
                    <a:pt x="116504" y="6984"/>
                  </a:lnTo>
                  <a:lnTo>
                    <a:pt x="111366" y="8609"/>
                  </a:lnTo>
                  <a:lnTo>
                    <a:pt x="106284" y="10398"/>
                  </a:lnTo>
                  <a:lnTo>
                    <a:pt x="101262" y="12349"/>
                  </a:lnTo>
                  <a:lnTo>
                    <a:pt x="96305" y="14462"/>
                  </a:lnTo>
                  <a:lnTo>
                    <a:pt x="91419" y="16733"/>
                  </a:lnTo>
                  <a:lnTo>
                    <a:pt x="86609" y="19161"/>
                  </a:lnTo>
                  <a:lnTo>
                    <a:pt x="81880" y="21742"/>
                  </a:lnTo>
                  <a:lnTo>
                    <a:pt x="77236" y="24475"/>
                  </a:lnTo>
                  <a:lnTo>
                    <a:pt x="72683" y="27355"/>
                  </a:lnTo>
                  <a:lnTo>
                    <a:pt x="68224" y="30381"/>
                  </a:lnTo>
                  <a:lnTo>
                    <a:pt x="63866" y="33549"/>
                  </a:lnTo>
                  <a:lnTo>
                    <a:pt x="59612" y="36856"/>
                  </a:lnTo>
                  <a:lnTo>
                    <a:pt x="55467" y="40298"/>
                  </a:lnTo>
                  <a:lnTo>
                    <a:pt x="51435" y="43872"/>
                  </a:lnTo>
                  <a:lnTo>
                    <a:pt x="47520" y="47574"/>
                  </a:lnTo>
                  <a:lnTo>
                    <a:pt x="43726" y="51400"/>
                  </a:lnTo>
                  <a:lnTo>
                    <a:pt x="40058" y="55347"/>
                  </a:lnTo>
                  <a:lnTo>
                    <a:pt x="36519" y="59410"/>
                  </a:lnTo>
                  <a:lnTo>
                    <a:pt x="33113" y="63584"/>
                  </a:lnTo>
                  <a:lnTo>
                    <a:pt x="29843" y="67867"/>
                  </a:lnTo>
                  <a:lnTo>
                    <a:pt x="26712" y="72252"/>
                  </a:lnTo>
                  <a:lnTo>
                    <a:pt x="23725" y="76736"/>
                  </a:lnTo>
                  <a:lnTo>
                    <a:pt x="20884" y="81314"/>
                  </a:lnTo>
                  <a:lnTo>
                    <a:pt x="18191" y="85982"/>
                  </a:lnTo>
                  <a:lnTo>
                    <a:pt x="15651" y="90733"/>
                  </a:lnTo>
                  <a:lnTo>
                    <a:pt x="13265" y="95564"/>
                  </a:lnTo>
                  <a:lnTo>
                    <a:pt x="11036" y="100469"/>
                  </a:lnTo>
                  <a:lnTo>
                    <a:pt x="8966" y="105444"/>
                  </a:lnTo>
                  <a:lnTo>
                    <a:pt x="7058" y="110483"/>
                  </a:lnTo>
                  <a:lnTo>
                    <a:pt x="5312" y="115580"/>
                  </a:lnTo>
                  <a:lnTo>
                    <a:pt x="3733" y="120732"/>
                  </a:lnTo>
                  <a:lnTo>
                    <a:pt x="2319" y="125931"/>
                  </a:lnTo>
                  <a:lnTo>
                    <a:pt x="1075" y="131173"/>
                  </a:lnTo>
                  <a:lnTo>
                    <a:pt x="0" y="136453"/>
                  </a:lnTo>
                  <a:lnTo>
                    <a:pt x="16432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3938730" y="5309273"/>
              <a:ext cx="334318" cy="334331"/>
            </a:xfrm>
            <a:custGeom>
              <a:avLst/>
              <a:pathLst>
                <a:path w="334318" h="334331">
                  <a:moveTo>
                    <a:pt x="2842" y="136453"/>
                  </a:moveTo>
                  <a:lnTo>
                    <a:pt x="1949" y="141693"/>
                  </a:lnTo>
                  <a:lnTo>
                    <a:pt x="1222" y="146959"/>
                  </a:lnTo>
                  <a:lnTo>
                    <a:pt x="664" y="152245"/>
                  </a:lnTo>
                  <a:lnTo>
                    <a:pt x="274" y="157546"/>
                  </a:lnTo>
                  <a:lnTo>
                    <a:pt x="52" y="162857"/>
                  </a:lnTo>
                  <a:lnTo>
                    <a:pt x="0" y="168173"/>
                  </a:lnTo>
                  <a:lnTo>
                    <a:pt x="116" y="173487"/>
                  </a:lnTo>
                  <a:lnTo>
                    <a:pt x="401" y="178795"/>
                  </a:lnTo>
                  <a:lnTo>
                    <a:pt x="855" y="184091"/>
                  </a:lnTo>
                  <a:lnTo>
                    <a:pt x="1478" y="189371"/>
                  </a:lnTo>
                  <a:lnTo>
                    <a:pt x="2267" y="194627"/>
                  </a:lnTo>
                  <a:lnTo>
                    <a:pt x="3224" y="199856"/>
                  </a:lnTo>
                  <a:lnTo>
                    <a:pt x="4346" y="205052"/>
                  </a:lnTo>
                  <a:lnTo>
                    <a:pt x="5633" y="210210"/>
                  </a:lnTo>
                  <a:lnTo>
                    <a:pt x="7083" y="215324"/>
                  </a:lnTo>
                  <a:lnTo>
                    <a:pt x="8695" y="220389"/>
                  </a:lnTo>
                  <a:lnTo>
                    <a:pt x="10467" y="225401"/>
                  </a:lnTo>
                  <a:lnTo>
                    <a:pt x="12398" y="230353"/>
                  </a:lnTo>
                  <a:lnTo>
                    <a:pt x="14485" y="235242"/>
                  </a:lnTo>
                  <a:lnTo>
                    <a:pt x="16727" y="240062"/>
                  </a:lnTo>
                  <a:lnTo>
                    <a:pt x="19121" y="244808"/>
                  </a:lnTo>
                  <a:lnTo>
                    <a:pt x="21664" y="249476"/>
                  </a:lnTo>
                  <a:lnTo>
                    <a:pt x="24355" y="254060"/>
                  </a:lnTo>
                  <a:lnTo>
                    <a:pt x="27189" y="258557"/>
                  </a:lnTo>
                  <a:lnTo>
                    <a:pt x="30166" y="262961"/>
                  </a:lnTo>
                  <a:lnTo>
                    <a:pt x="33281" y="267268"/>
                  </a:lnTo>
                  <a:lnTo>
                    <a:pt x="36531" y="271474"/>
                  </a:lnTo>
                  <a:lnTo>
                    <a:pt x="39914" y="275575"/>
                  </a:lnTo>
                  <a:lnTo>
                    <a:pt x="43425" y="279566"/>
                  </a:lnTo>
                  <a:lnTo>
                    <a:pt x="47061" y="283444"/>
                  </a:lnTo>
                  <a:lnTo>
                    <a:pt x="50819" y="287203"/>
                  </a:lnTo>
                  <a:lnTo>
                    <a:pt x="54694" y="290842"/>
                  </a:lnTo>
                  <a:lnTo>
                    <a:pt x="58683" y="294355"/>
                  </a:lnTo>
                  <a:lnTo>
                    <a:pt x="62782" y="297740"/>
                  </a:lnTo>
                  <a:lnTo>
                    <a:pt x="66986" y="300993"/>
                  </a:lnTo>
                  <a:lnTo>
                    <a:pt x="71292" y="304110"/>
                  </a:lnTo>
                  <a:lnTo>
                    <a:pt x="75694" y="307089"/>
                  </a:lnTo>
                  <a:lnTo>
                    <a:pt x="80189" y="309927"/>
                  </a:lnTo>
                  <a:lnTo>
                    <a:pt x="84772" y="312620"/>
                  </a:lnTo>
                  <a:lnTo>
                    <a:pt x="89438" y="315166"/>
                  </a:lnTo>
                  <a:lnTo>
                    <a:pt x="94183" y="317562"/>
                  </a:lnTo>
                  <a:lnTo>
                    <a:pt x="99002" y="319807"/>
                  </a:lnTo>
                  <a:lnTo>
                    <a:pt x="103889" y="321897"/>
                  </a:lnTo>
                  <a:lnTo>
                    <a:pt x="108841" y="323830"/>
                  </a:lnTo>
                  <a:lnTo>
                    <a:pt x="113851" y="325605"/>
                  </a:lnTo>
                  <a:lnTo>
                    <a:pt x="118916" y="327220"/>
                  </a:lnTo>
                  <a:lnTo>
                    <a:pt x="124029" y="328673"/>
                  </a:lnTo>
                  <a:lnTo>
                    <a:pt x="129186" y="329963"/>
                  </a:lnTo>
                  <a:lnTo>
                    <a:pt x="134381" y="331088"/>
                  </a:lnTo>
                  <a:lnTo>
                    <a:pt x="139609" y="332048"/>
                  </a:lnTo>
                  <a:lnTo>
                    <a:pt x="144866" y="332841"/>
                  </a:lnTo>
                  <a:lnTo>
                    <a:pt x="150144" y="333466"/>
                  </a:lnTo>
                  <a:lnTo>
                    <a:pt x="155440" y="333923"/>
                  </a:lnTo>
                  <a:lnTo>
                    <a:pt x="160748" y="334211"/>
                  </a:lnTo>
                  <a:lnTo>
                    <a:pt x="166063" y="334331"/>
                  </a:lnTo>
                  <a:lnTo>
                    <a:pt x="171378" y="334281"/>
                  </a:lnTo>
                  <a:lnTo>
                    <a:pt x="176689" y="334063"/>
                  </a:lnTo>
                  <a:lnTo>
                    <a:pt x="181991" y="333676"/>
                  </a:lnTo>
                  <a:lnTo>
                    <a:pt x="187277" y="333120"/>
                  </a:lnTo>
                  <a:lnTo>
                    <a:pt x="192544" y="332397"/>
                  </a:lnTo>
                  <a:lnTo>
                    <a:pt x="197784" y="331506"/>
                  </a:lnTo>
                  <a:lnTo>
                    <a:pt x="202994" y="330449"/>
                  </a:lnTo>
                  <a:lnTo>
                    <a:pt x="208167" y="329228"/>
                  </a:lnTo>
                  <a:lnTo>
                    <a:pt x="213299" y="327842"/>
                  </a:lnTo>
                  <a:lnTo>
                    <a:pt x="218384" y="326294"/>
                  </a:lnTo>
                  <a:lnTo>
                    <a:pt x="223418" y="324585"/>
                  </a:lnTo>
                  <a:lnTo>
                    <a:pt x="228394" y="322717"/>
                  </a:lnTo>
                  <a:lnTo>
                    <a:pt x="233309" y="320692"/>
                  </a:lnTo>
                  <a:lnTo>
                    <a:pt x="238157" y="318511"/>
                  </a:lnTo>
                  <a:lnTo>
                    <a:pt x="242933" y="316177"/>
                  </a:lnTo>
                  <a:lnTo>
                    <a:pt x="247632" y="313693"/>
                  </a:lnTo>
                  <a:lnTo>
                    <a:pt x="252250" y="311060"/>
                  </a:lnTo>
                  <a:lnTo>
                    <a:pt x="256782" y="308282"/>
                  </a:lnTo>
                  <a:lnTo>
                    <a:pt x="261223" y="305362"/>
                  </a:lnTo>
                  <a:lnTo>
                    <a:pt x="265570" y="302301"/>
                  </a:lnTo>
                  <a:lnTo>
                    <a:pt x="269817" y="299104"/>
                  </a:lnTo>
                  <a:lnTo>
                    <a:pt x="273959" y="295774"/>
                  </a:lnTo>
                  <a:lnTo>
                    <a:pt x="277994" y="292313"/>
                  </a:lnTo>
                  <a:lnTo>
                    <a:pt x="281917" y="288726"/>
                  </a:lnTo>
                  <a:lnTo>
                    <a:pt x="285724" y="285016"/>
                  </a:lnTo>
                  <a:lnTo>
                    <a:pt x="289411" y="281187"/>
                  </a:lnTo>
                  <a:lnTo>
                    <a:pt x="292975" y="277242"/>
                  </a:lnTo>
                  <a:lnTo>
                    <a:pt x="296411" y="273187"/>
                  </a:lnTo>
                  <a:lnTo>
                    <a:pt x="299716" y="269024"/>
                  </a:lnTo>
                  <a:lnTo>
                    <a:pt x="302888" y="264758"/>
                  </a:lnTo>
                  <a:lnTo>
                    <a:pt x="305922" y="260393"/>
                  </a:lnTo>
                  <a:lnTo>
                    <a:pt x="308816" y="255934"/>
                  </a:lnTo>
                  <a:lnTo>
                    <a:pt x="311567" y="251386"/>
                  </a:lnTo>
                  <a:lnTo>
                    <a:pt x="314171" y="246752"/>
                  </a:lnTo>
                  <a:lnTo>
                    <a:pt x="316627" y="242038"/>
                  </a:lnTo>
                  <a:lnTo>
                    <a:pt x="318932" y="237248"/>
                  </a:lnTo>
                  <a:lnTo>
                    <a:pt x="321084" y="232387"/>
                  </a:lnTo>
                  <a:lnTo>
                    <a:pt x="323080" y="227460"/>
                  </a:lnTo>
                  <a:lnTo>
                    <a:pt x="324918" y="222472"/>
                  </a:lnTo>
                  <a:lnTo>
                    <a:pt x="326596" y="217429"/>
                  </a:lnTo>
                  <a:lnTo>
                    <a:pt x="328114" y="212334"/>
                  </a:lnTo>
                  <a:lnTo>
                    <a:pt x="329469" y="207194"/>
                  </a:lnTo>
                  <a:lnTo>
                    <a:pt x="330659" y="202013"/>
                  </a:lnTo>
                  <a:lnTo>
                    <a:pt x="331684" y="196798"/>
                  </a:lnTo>
                  <a:lnTo>
                    <a:pt x="332543" y="191552"/>
                  </a:lnTo>
                  <a:lnTo>
                    <a:pt x="333235" y="186281"/>
                  </a:lnTo>
                  <a:lnTo>
                    <a:pt x="333759" y="180992"/>
                  </a:lnTo>
                  <a:lnTo>
                    <a:pt x="334114" y="175688"/>
                  </a:lnTo>
                  <a:lnTo>
                    <a:pt x="334301" y="170375"/>
                  </a:lnTo>
                  <a:lnTo>
                    <a:pt x="334318" y="165060"/>
                  </a:lnTo>
                  <a:lnTo>
                    <a:pt x="334167" y="159746"/>
                  </a:lnTo>
                  <a:lnTo>
                    <a:pt x="333846" y="154440"/>
                  </a:lnTo>
                  <a:lnTo>
                    <a:pt x="333357" y="149147"/>
                  </a:lnTo>
                  <a:lnTo>
                    <a:pt x="332700" y="143872"/>
                  </a:lnTo>
                  <a:lnTo>
                    <a:pt x="331876" y="138621"/>
                  </a:lnTo>
                  <a:lnTo>
                    <a:pt x="330885" y="133398"/>
                  </a:lnTo>
                  <a:lnTo>
                    <a:pt x="329729" y="128210"/>
                  </a:lnTo>
                  <a:lnTo>
                    <a:pt x="328408" y="123061"/>
                  </a:lnTo>
                  <a:lnTo>
                    <a:pt x="326924" y="117957"/>
                  </a:lnTo>
                  <a:lnTo>
                    <a:pt x="325279" y="112902"/>
                  </a:lnTo>
                  <a:lnTo>
                    <a:pt x="323473" y="107902"/>
                  </a:lnTo>
                  <a:lnTo>
                    <a:pt x="321510" y="102962"/>
                  </a:lnTo>
                  <a:lnTo>
                    <a:pt x="319391" y="98088"/>
                  </a:lnTo>
                  <a:lnTo>
                    <a:pt x="317117" y="93283"/>
                  </a:lnTo>
                  <a:lnTo>
                    <a:pt x="314692" y="88552"/>
                  </a:lnTo>
                  <a:lnTo>
                    <a:pt x="312118" y="83901"/>
                  </a:lnTo>
                  <a:lnTo>
                    <a:pt x="309398" y="79335"/>
                  </a:lnTo>
                  <a:lnTo>
                    <a:pt x="306533" y="74857"/>
                  </a:lnTo>
                  <a:lnTo>
                    <a:pt x="303528" y="70472"/>
                  </a:lnTo>
                  <a:lnTo>
                    <a:pt x="300385" y="66186"/>
                  </a:lnTo>
                  <a:lnTo>
                    <a:pt x="297107" y="62001"/>
                  </a:lnTo>
                  <a:lnTo>
                    <a:pt x="293697" y="57923"/>
                  </a:lnTo>
                  <a:lnTo>
                    <a:pt x="290160" y="53955"/>
                  </a:lnTo>
                  <a:lnTo>
                    <a:pt x="286498" y="50102"/>
                  </a:lnTo>
                  <a:lnTo>
                    <a:pt x="282716" y="46367"/>
                  </a:lnTo>
                  <a:lnTo>
                    <a:pt x="278817" y="42754"/>
                  </a:lnTo>
                  <a:lnTo>
                    <a:pt x="274804" y="39267"/>
                  </a:lnTo>
                  <a:lnTo>
                    <a:pt x="270684" y="35909"/>
                  </a:lnTo>
                  <a:lnTo>
                    <a:pt x="266458" y="32684"/>
                  </a:lnTo>
                  <a:lnTo>
                    <a:pt x="262132" y="29595"/>
                  </a:lnTo>
                  <a:lnTo>
                    <a:pt x="257710" y="26645"/>
                  </a:lnTo>
                  <a:lnTo>
                    <a:pt x="253196" y="23837"/>
                  </a:lnTo>
                  <a:lnTo>
                    <a:pt x="248596" y="21174"/>
                  </a:lnTo>
                  <a:lnTo>
                    <a:pt x="243913" y="18659"/>
                  </a:lnTo>
                  <a:lnTo>
                    <a:pt x="239152" y="16294"/>
                  </a:lnTo>
                  <a:lnTo>
                    <a:pt x="234319" y="14081"/>
                  </a:lnTo>
                  <a:lnTo>
                    <a:pt x="229418" y="12024"/>
                  </a:lnTo>
                  <a:lnTo>
                    <a:pt x="224454" y="10123"/>
                  </a:lnTo>
                  <a:lnTo>
                    <a:pt x="219431" y="8381"/>
                  </a:lnTo>
                  <a:lnTo>
                    <a:pt x="214356" y="6799"/>
                  </a:lnTo>
                  <a:lnTo>
                    <a:pt x="209234" y="5380"/>
                  </a:lnTo>
                  <a:lnTo>
                    <a:pt x="204069" y="4124"/>
                  </a:lnTo>
                  <a:lnTo>
                    <a:pt x="198866" y="3033"/>
                  </a:lnTo>
                  <a:lnTo>
                    <a:pt x="193632" y="2108"/>
                  </a:lnTo>
                  <a:lnTo>
                    <a:pt x="188370" y="1350"/>
                  </a:lnTo>
                  <a:lnTo>
                    <a:pt x="183087" y="760"/>
                  </a:lnTo>
                  <a:lnTo>
                    <a:pt x="177789" y="337"/>
                  </a:lnTo>
                  <a:lnTo>
                    <a:pt x="172479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92024" y="5399291"/>
              <a:ext cx="25256" cy="167167"/>
            </a:xfrm>
            <a:custGeom>
              <a:avLst/>
              <a:pathLst>
                <a:path w="25256" h="167167">
                  <a:moveTo>
                    <a:pt x="25256" y="0"/>
                  </a:moveTo>
                  <a:lnTo>
                    <a:pt x="16808" y="213"/>
                  </a:lnTo>
                  <a:lnTo>
                    <a:pt x="8382" y="853"/>
                  </a:lnTo>
                  <a:lnTo>
                    <a:pt x="0" y="1918"/>
                  </a:lnTo>
                  <a:lnTo>
                    <a:pt x="2525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92024" y="5401210"/>
              <a:ext cx="25256" cy="165248"/>
            </a:xfrm>
            <a:custGeom>
              <a:avLst/>
              <a:pathLst>
                <a:path w="25256" h="165248">
                  <a:moveTo>
                    <a:pt x="0" y="0"/>
                  </a:moveTo>
                  <a:lnTo>
                    <a:pt x="25256" y="1652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592024" y="5401210"/>
              <a:ext cx="25256" cy="165248"/>
            </a:xfrm>
            <a:custGeom>
              <a:avLst/>
              <a:pathLst>
                <a:path w="25256" h="165248">
                  <a:moveTo>
                    <a:pt x="0" y="0"/>
                  </a:moveTo>
                  <a:lnTo>
                    <a:pt x="25256" y="1652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592024" y="5401210"/>
              <a:ext cx="25256" cy="165248"/>
            </a:xfrm>
            <a:custGeom>
              <a:avLst/>
              <a:pathLst>
                <a:path w="25256" h="165248">
                  <a:moveTo>
                    <a:pt x="0" y="0"/>
                  </a:moveTo>
                  <a:lnTo>
                    <a:pt x="25256" y="1652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4592024" y="5401210"/>
              <a:ext cx="25256" cy="165248"/>
            </a:xfrm>
            <a:custGeom>
              <a:avLst/>
              <a:pathLst>
                <a:path w="25256" h="165248">
                  <a:moveTo>
                    <a:pt x="0" y="0"/>
                  </a:moveTo>
                  <a:lnTo>
                    <a:pt x="25256" y="1652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4592024" y="5401210"/>
              <a:ext cx="25256" cy="165248"/>
            </a:xfrm>
            <a:custGeom>
              <a:avLst/>
              <a:pathLst>
                <a:path w="25256" h="165248">
                  <a:moveTo>
                    <a:pt x="0" y="0"/>
                  </a:moveTo>
                  <a:lnTo>
                    <a:pt x="25256" y="1652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4592024" y="5401210"/>
              <a:ext cx="25256" cy="165248"/>
            </a:xfrm>
            <a:custGeom>
              <a:avLst/>
              <a:pathLst>
                <a:path w="25256" h="165248">
                  <a:moveTo>
                    <a:pt x="0" y="0"/>
                  </a:moveTo>
                  <a:lnTo>
                    <a:pt x="25256" y="1652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4450115" y="5401210"/>
              <a:ext cx="334332" cy="332399"/>
            </a:xfrm>
            <a:custGeom>
              <a:avLst/>
              <a:pathLst>
                <a:path w="334332" h="332399">
                  <a:moveTo>
                    <a:pt x="141908" y="0"/>
                  </a:moveTo>
                  <a:lnTo>
                    <a:pt x="136690" y="882"/>
                  </a:lnTo>
                  <a:lnTo>
                    <a:pt x="131503" y="1929"/>
                  </a:lnTo>
                  <a:lnTo>
                    <a:pt x="126351" y="3139"/>
                  </a:lnTo>
                  <a:lnTo>
                    <a:pt x="121240" y="4513"/>
                  </a:lnTo>
                  <a:lnTo>
                    <a:pt x="116175" y="6047"/>
                  </a:lnTo>
                  <a:lnTo>
                    <a:pt x="111161" y="7741"/>
                  </a:lnTo>
                  <a:lnTo>
                    <a:pt x="106203" y="9592"/>
                  </a:lnTo>
                  <a:lnTo>
                    <a:pt x="101307" y="11600"/>
                  </a:lnTo>
                  <a:lnTo>
                    <a:pt x="96476" y="13762"/>
                  </a:lnTo>
                  <a:lnTo>
                    <a:pt x="91716" y="16075"/>
                  </a:lnTo>
                  <a:lnTo>
                    <a:pt x="87032" y="18538"/>
                  </a:lnTo>
                  <a:lnTo>
                    <a:pt x="82428" y="21148"/>
                  </a:lnTo>
                  <a:lnTo>
                    <a:pt x="77909" y="23903"/>
                  </a:lnTo>
                  <a:lnTo>
                    <a:pt x="73480" y="26799"/>
                  </a:lnTo>
                  <a:lnTo>
                    <a:pt x="69144" y="29834"/>
                  </a:lnTo>
                  <a:lnTo>
                    <a:pt x="64907" y="33004"/>
                  </a:lnTo>
                  <a:lnTo>
                    <a:pt x="60772" y="36308"/>
                  </a:lnTo>
                  <a:lnTo>
                    <a:pt x="56744" y="39740"/>
                  </a:lnTo>
                  <a:lnTo>
                    <a:pt x="52826" y="43298"/>
                  </a:lnTo>
                  <a:lnTo>
                    <a:pt x="49023" y="46979"/>
                  </a:lnTo>
                  <a:lnTo>
                    <a:pt x="45339" y="50778"/>
                  </a:lnTo>
                  <a:lnTo>
                    <a:pt x="41776" y="54691"/>
                  </a:lnTo>
                  <a:lnTo>
                    <a:pt x="38340" y="58716"/>
                  </a:lnTo>
                  <a:lnTo>
                    <a:pt x="35032" y="62847"/>
                  </a:lnTo>
                  <a:lnTo>
                    <a:pt x="31857" y="67081"/>
                  </a:lnTo>
                  <a:lnTo>
                    <a:pt x="28817" y="71413"/>
                  </a:lnTo>
                  <a:lnTo>
                    <a:pt x="25916" y="75839"/>
                  </a:lnTo>
                  <a:lnTo>
                    <a:pt x="23157" y="80355"/>
                  </a:lnTo>
                  <a:lnTo>
                    <a:pt x="20542" y="84956"/>
                  </a:lnTo>
                  <a:lnTo>
                    <a:pt x="18074" y="89638"/>
                  </a:lnTo>
                  <a:lnTo>
                    <a:pt x="15755" y="94395"/>
                  </a:lnTo>
                  <a:lnTo>
                    <a:pt x="13588" y="99223"/>
                  </a:lnTo>
                  <a:lnTo>
                    <a:pt x="11575" y="104118"/>
                  </a:lnTo>
                  <a:lnTo>
                    <a:pt x="9718" y="109073"/>
                  </a:lnTo>
                  <a:lnTo>
                    <a:pt x="8019" y="114085"/>
                  </a:lnTo>
                  <a:lnTo>
                    <a:pt x="6479" y="119149"/>
                  </a:lnTo>
                  <a:lnTo>
                    <a:pt x="5100" y="124258"/>
                  </a:lnTo>
                  <a:lnTo>
                    <a:pt x="3884" y="129409"/>
                  </a:lnTo>
                  <a:lnTo>
                    <a:pt x="2831" y="134595"/>
                  </a:lnTo>
                  <a:lnTo>
                    <a:pt x="1943" y="139812"/>
                  </a:lnTo>
                  <a:lnTo>
                    <a:pt x="1221" y="145055"/>
                  </a:lnTo>
                  <a:lnTo>
                    <a:pt x="665" y="150318"/>
                  </a:lnTo>
                  <a:lnTo>
                    <a:pt x="276" y="155596"/>
                  </a:lnTo>
                  <a:lnTo>
                    <a:pt x="54" y="160884"/>
                  </a:lnTo>
                  <a:lnTo>
                    <a:pt x="0" y="166176"/>
                  </a:lnTo>
                  <a:lnTo>
                    <a:pt x="113" y="171467"/>
                  </a:lnTo>
                  <a:lnTo>
                    <a:pt x="393" y="176751"/>
                  </a:lnTo>
                  <a:lnTo>
                    <a:pt x="841" y="182025"/>
                  </a:lnTo>
                  <a:lnTo>
                    <a:pt x="1455" y="187281"/>
                  </a:lnTo>
                  <a:lnTo>
                    <a:pt x="2236" y="192515"/>
                  </a:lnTo>
                  <a:lnTo>
                    <a:pt x="3182" y="197722"/>
                  </a:lnTo>
                  <a:lnTo>
                    <a:pt x="4292" y="202897"/>
                  </a:lnTo>
                  <a:lnTo>
                    <a:pt x="5565" y="208034"/>
                  </a:lnTo>
                  <a:lnTo>
                    <a:pt x="7000" y="213128"/>
                  </a:lnTo>
                  <a:lnTo>
                    <a:pt x="8596" y="218173"/>
                  </a:lnTo>
                  <a:lnTo>
                    <a:pt x="10351" y="223166"/>
                  </a:lnTo>
                  <a:lnTo>
                    <a:pt x="12263" y="228101"/>
                  </a:lnTo>
                  <a:lnTo>
                    <a:pt x="14330" y="232973"/>
                  </a:lnTo>
                  <a:lnTo>
                    <a:pt x="16551" y="237777"/>
                  </a:lnTo>
                  <a:lnTo>
                    <a:pt x="18922" y="242508"/>
                  </a:lnTo>
                  <a:lnTo>
                    <a:pt x="21442" y="247162"/>
                  </a:lnTo>
                  <a:lnTo>
                    <a:pt x="24108" y="251734"/>
                  </a:lnTo>
                  <a:lnTo>
                    <a:pt x="26917" y="256219"/>
                  </a:lnTo>
                  <a:lnTo>
                    <a:pt x="29867" y="260612"/>
                  </a:lnTo>
                  <a:lnTo>
                    <a:pt x="32954" y="264911"/>
                  </a:lnTo>
                  <a:lnTo>
                    <a:pt x="36176" y="269109"/>
                  </a:lnTo>
                  <a:lnTo>
                    <a:pt x="39530" y="273203"/>
                  </a:lnTo>
                  <a:lnTo>
                    <a:pt x="43011" y="277189"/>
                  </a:lnTo>
                  <a:lnTo>
                    <a:pt x="46617" y="281063"/>
                  </a:lnTo>
                  <a:lnTo>
                    <a:pt x="50343" y="284821"/>
                  </a:lnTo>
                  <a:lnTo>
                    <a:pt x="54187" y="288459"/>
                  </a:lnTo>
                  <a:lnTo>
                    <a:pt x="58143" y="291974"/>
                  </a:lnTo>
                  <a:lnTo>
                    <a:pt x="62209" y="295361"/>
                  </a:lnTo>
                  <a:lnTo>
                    <a:pt x="66381" y="298618"/>
                  </a:lnTo>
                  <a:lnTo>
                    <a:pt x="70653" y="301742"/>
                  </a:lnTo>
                  <a:lnTo>
                    <a:pt x="75022" y="304728"/>
                  </a:lnTo>
                  <a:lnTo>
                    <a:pt x="79483" y="307575"/>
                  </a:lnTo>
                  <a:lnTo>
                    <a:pt x="84032" y="310279"/>
                  </a:lnTo>
                  <a:lnTo>
                    <a:pt x="88665" y="312838"/>
                  </a:lnTo>
                  <a:lnTo>
                    <a:pt x="93376" y="315249"/>
                  </a:lnTo>
                  <a:lnTo>
                    <a:pt x="98161" y="317509"/>
                  </a:lnTo>
                  <a:lnTo>
                    <a:pt x="103015" y="319617"/>
                  </a:lnTo>
                  <a:lnTo>
                    <a:pt x="107934" y="321571"/>
                  </a:lnTo>
                  <a:lnTo>
                    <a:pt x="112912" y="323367"/>
                  </a:lnTo>
                  <a:lnTo>
                    <a:pt x="117944" y="325005"/>
                  </a:lnTo>
                  <a:lnTo>
                    <a:pt x="123026" y="326483"/>
                  </a:lnTo>
                  <a:lnTo>
                    <a:pt x="128152" y="327800"/>
                  </a:lnTo>
                  <a:lnTo>
                    <a:pt x="133317" y="328953"/>
                  </a:lnTo>
                  <a:lnTo>
                    <a:pt x="138516" y="329942"/>
                  </a:lnTo>
                  <a:lnTo>
                    <a:pt x="143744" y="330767"/>
                  </a:lnTo>
                  <a:lnTo>
                    <a:pt x="148995" y="331425"/>
                  </a:lnTo>
                  <a:lnTo>
                    <a:pt x="154264" y="331917"/>
                  </a:lnTo>
                  <a:lnTo>
                    <a:pt x="159546" y="332242"/>
                  </a:lnTo>
                  <a:lnTo>
                    <a:pt x="164836" y="332399"/>
                  </a:lnTo>
                  <a:lnTo>
                    <a:pt x="170128" y="332389"/>
                  </a:lnTo>
                  <a:lnTo>
                    <a:pt x="175418" y="332212"/>
                  </a:lnTo>
                  <a:lnTo>
                    <a:pt x="180699" y="331867"/>
                  </a:lnTo>
                  <a:lnTo>
                    <a:pt x="185966" y="331355"/>
                  </a:lnTo>
                  <a:lnTo>
                    <a:pt x="191215" y="330676"/>
                  </a:lnTo>
                  <a:lnTo>
                    <a:pt x="196439" y="329832"/>
                  </a:lnTo>
                  <a:lnTo>
                    <a:pt x="201634" y="328823"/>
                  </a:lnTo>
                  <a:lnTo>
                    <a:pt x="206795" y="327650"/>
                  </a:lnTo>
                  <a:lnTo>
                    <a:pt x="211916" y="326314"/>
                  </a:lnTo>
                  <a:lnTo>
                    <a:pt x="216992" y="324817"/>
                  </a:lnTo>
                  <a:lnTo>
                    <a:pt x="222018" y="323160"/>
                  </a:lnTo>
                  <a:lnTo>
                    <a:pt x="226989" y="321344"/>
                  </a:lnTo>
                  <a:lnTo>
                    <a:pt x="231900" y="319372"/>
                  </a:lnTo>
                  <a:lnTo>
                    <a:pt x="236746" y="317246"/>
                  </a:lnTo>
                  <a:lnTo>
                    <a:pt x="241523" y="314967"/>
                  </a:lnTo>
                  <a:lnTo>
                    <a:pt x="246225" y="312538"/>
                  </a:lnTo>
                  <a:lnTo>
                    <a:pt x="250847" y="309962"/>
                  </a:lnTo>
                  <a:lnTo>
                    <a:pt x="255386" y="307240"/>
                  </a:lnTo>
                  <a:lnTo>
                    <a:pt x="259837" y="304377"/>
                  </a:lnTo>
                  <a:lnTo>
                    <a:pt x="264194" y="301374"/>
                  </a:lnTo>
                  <a:lnTo>
                    <a:pt x="268455" y="298234"/>
                  </a:lnTo>
                  <a:lnTo>
                    <a:pt x="272613" y="294961"/>
                  </a:lnTo>
                  <a:lnTo>
                    <a:pt x="276667" y="291558"/>
                  </a:lnTo>
                  <a:lnTo>
                    <a:pt x="280610" y="288029"/>
                  </a:lnTo>
                  <a:lnTo>
                    <a:pt x="284440" y="284376"/>
                  </a:lnTo>
                  <a:lnTo>
                    <a:pt x="288152" y="280604"/>
                  </a:lnTo>
                  <a:lnTo>
                    <a:pt x="291743" y="276716"/>
                  </a:lnTo>
                  <a:lnTo>
                    <a:pt x="295209" y="272717"/>
                  </a:lnTo>
                  <a:lnTo>
                    <a:pt x="298546" y="268610"/>
                  </a:lnTo>
                  <a:lnTo>
                    <a:pt x="301752" y="264400"/>
                  </a:lnTo>
                  <a:lnTo>
                    <a:pt x="304824" y="260090"/>
                  </a:lnTo>
                  <a:lnTo>
                    <a:pt x="307757" y="255685"/>
                  </a:lnTo>
                  <a:lnTo>
                    <a:pt x="310549" y="251189"/>
                  </a:lnTo>
                  <a:lnTo>
                    <a:pt x="313197" y="246607"/>
                  </a:lnTo>
                  <a:lnTo>
                    <a:pt x="315700" y="241944"/>
                  </a:lnTo>
                  <a:lnTo>
                    <a:pt x="318053" y="237203"/>
                  </a:lnTo>
                  <a:lnTo>
                    <a:pt x="320255" y="232391"/>
                  </a:lnTo>
                  <a:lnTo>
                    <a:pt x="322304" y="227512"/>
                  </a:lnTo>
                  <a:lnTo>
                    <a:pt x="324197" y="222570"/>
                  </a:lnTo>
                  <a:lnTo>
                    <a:pt x="325933" y="217570"/>
                  </a:lnTo>
                  <a:lnTo>
                    <a:pt x="327509" y="212518"/>
                  </a:lnTo>
                  <a:lnTo>
                    <a:pt x="328925" y="207419"/>
                  </a:lnTo>
                  <a:lnTo>
                    <a:pt x="330179" y="202277"/>
                  </a:lnTo>
                  <a:lnTo>
                    <a:pt x="331270" y="197099"/>
                  </a:lnTo>
                  <a:lnTo>
                    <a:pt x="332195" y="191888"/>
                  </a:lnTo>
                  <a:lnTo>
                    <a:pt x="332956" y="186651"/>
                  </a:lnTo>
                  <a:lnTo>
                    <a:pt x="333550" y="181392"/>
                  </a:lnTo>
                  <a:lnTo>
                    <a:pt x="333978" y="176117"/>
                  </a:lnTo>
                  <a:lnTo>
                    <a:pt x="334239" y="170831"/>
                  </a:lnTo>
                  <a:lnTo>
                    <a:pt x="334332" y="165540"/>
                  </a:lnTo>
                  <a:lnTo>
                    <a:pt x="334257" y="160248"/>
                  </a:lnTo>
                  <a:lnTo>
                    <a:pt x="334015" y="154961"/>
                  </a:lnTo>
                  <a:lnTo>
                    <a:pt x="333606" y="149685"/>
                  </a:lnTo>
                  <a:lnTo>
                    <a:pt x="333030" y="144424"/>
                  </a:lnTo>
                  <a:lnTo>
                    <a:pt x="332287" y="139184"/>
                  </a:lnTo>
                  <a:lnTo>
                    <a:pt x="331380" y="133971"/>
                  </a:lnTo>
                  <a:lnTo>
                    <a:pt x="330307" y="128788"/>
                  </a:lnTo>
                  <a:lnTo>
                    <a:pt x="329071" y="123642"/>
                  </a:lnTo>
                  <a:lnTo>
                    <a:pt x="327673" y="118538"/>
                  </a:lnTo>
                  <a:lnTo>
                    <a:pt x="326114" y="113481"/>
                  </a:lnTo>
                  <a:lnTo>
                    <a:pt x="324396" y="108475"/>
                  </a:lnTo>
                  <a:lnTo>
                    <a:pt x="322520" y="103526"/>
                  </a:lnTo>
                  <a:lnTo>
                    <a:pt x="320488" y="98640"/>
                  </a:lnTo>
                  <a:lnTo>
                    <a:pt x="318303" y="93820"/>
                  </a:lnTo>
                  <a:lnTo>
                    <a:pt x="315966" y="89071"/>
                  </a:lnTo>
                  <a:lnTo>
                    <a:pt x="313481" y="84399"/>
                  </a:lnTo>
                  <a:lnTo>
                    <a:pt x="310848" y="79808"/>
                  </a:lnTo>
                  <a:lnTo>
                    <a:pt x="308071" y="75303"/>
                  </a:lnTo>
                  <a:lnTo>
                    <a:pt x="305154" y="70888"/>
                  </a:lnTo>
                  <a:lnTo>
                    <a:pt x="302098" y="66567"/>
                  </a:lnTo>
                  <a:lnTo>
                    <a:pt x="298906" y="62345"/>
                  </a:lnTo>
                  <a:lnTo>
                    <a:pt x="295583" y="58227"/>
                  </a:lnTo>
                  <a:lnTo>
                    <a:pt x="292131" y="54215"/>
                  </a:lnTo>
                  <a:lnTo>
                    <a:pt x="288554" y="50315"/>
                  </a:lnTo>
                  <a:lnTo>
                    <a:pt x="284855" y="46530"/>
                  </a:lnTo>
                  <a:lnTo>
                    <a:pt x="281038" y="42864"/>
                  </a:lnTo>
                  <a:lnTo>
                    <a:pt x="277107" y="39321"/>
                  </a:lnTo>
                  <a:lnTo>
                    <a:pt x="273066" y="35904"/>
                  </a:lnTo>
                  <a:lnTo>
                    <a:pt x="268918" y="32617"/>
                  </a:lnTo>
                  <a:lnTo>
                    <a:pt x="264669" y="29462"/>
                  </a:lnTo>
                  <a:lnTo>
                    <a:pt x="260322" y="26444"/>
                  </a:lnTo>
                  <a:lnTo>
                    <a:pt x="255881" y="23564"/>
                  </a:lnTo>
                  <a:lnTo>
                    <a:pt x="251352" y="20827"/>
                  </a:lnTo>
                  <a:lnTo>
                    <a:pt x="246738" y="18235"/>
                  </a:lnTo>
                  <a:lnTo>
                    <a:pt x="242045" y="15789"/>
                  </a:lnTo>
                  <a:lnTo>
                    <a:pt x="237276" y="13494"/>
                  </a:lnTo>
                  <a:lnTo>
                    <a:pt x="232437" y="11351"/>
                  </a:lnTo>
                  <a:lnTo>
                    <a:pt x="227533" y="9362"/>
                  </a:lnTo>
                  <a:lnTo>
                    <a:pt x="222568" y="7529"/>
                  </a:lnTo>
                  <a:lnTo>
                    <a:pt x="217548" y="5854"/>
                  </a:lnTo>
                  <a:lnTo>
                    <a:pt x="212477" y="4339"/>
                  </a:lnTo>
                  <a:lnTo>
                    <a:pt x="207361" y="2985"/>
                  </a:lnTo>
                  <a:lnTo>
                    <a:pt x="202205" y="1794"/>
                  </a:lnTo>
                  <a:lnTo>
                    <a:pt x="197013" y="767"/>
                  </a:lnTo>
                  <a:lnTo>
                    <a:pt x="167164" y="1652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4617280" y="5399291"/>
              <a:ext cx="29848" cy="167167"/>
            </a:xfrm>
            <a:custGeom>
              <a:avLst/>
              <a:pathLst>
                <a:path w="29848" h="167167">
                  <a:moveTo>
                    <a:pt x="29848" y="2686"/>
                  </a:moveTo>
                  <a:lnTo>
                    <a:pt x="22439" y="1512"/>
                  </a:lnTo>
                  <a:lnTo>
                    <a:pt x="14984" y="672"/>
                  </a:lnTo>
                  <a:lnTo>
                    <a:pt x="7499" y="16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4968511" y="5369149"/>
              <a:ext cx="167165" cy="290014"/>
            </a:xfrm>
            <a:custGeom>
              <a:avLst/>
              <a:pathLst>
                <a:path w="167165" h="290014">
                  <a:moveTo>
                    <a:pt x="167165" y="0"/>
                  </a:moveTo>
                  <a:lnTo>
                    <a:pt x="161825" y="85"/>
                  </a:lnTo>
                  <a:lnTo>
                    <a:pt x="156490" y="341"/>
                  </a:lnTo>
                  <a:lnTo>
                    <a:pt x="151166" y="767"/>
                  </a:lnTo>
                  <a:lnTo>
                    <a:pt x="145859" y="1363"/>
                  </a:lnTo>
                  <a:lnTo>
                    <a:pt x="140573" y="2128"/>
                  </a:lnTo>
                  <a:lnTo>
                    <a:pt x="135314" y="3062"/>
                  </a:lnTo>
                  <a:lnTo>
                    <a:pt x="130088" y="4163"/>
                  </a:lnTo>
                  <a:lnTo>
                    <a:pt x="124900" y="5431"/>
                  </a:lnTo>
                  <a:lnTo>
                    <a:pt x="119755" y="6863"/>
                  </a:lnTo>
                  <a:lnTo>
                    <a:pt x="114658" y="8460"/>
                  </a:lnTo>
                  <a:lnTo>
                    <a:pt x="109615" y="10218"/>
                  </a:lnTo>
                  <a:lnTo>
                    <a:pt x="104631" y="12136"/>
                  </a:lnTo>
                  <a:lnTo>
                    <a:pt x="99710" y="14213"/>
                  </a:lnTo>
                  <a:lnTo>
                    <a:pt x="94859" y="16446"/>
                  </a:lnTo>
                  <a:lnTo>
                    <a:pt x="90081" y="18833"/>
                  </a:lnTo>
                  <a:lnTo>
                    <a:pt x="85381" y="21371"/>
                  </a:lnTo>
                  <a:lnTo>
                    <a:pt x="80766" y="24058"/>
                  </a:lnTo>
                  <a:lnTo>
                    <a:pt x="76238" y="26891"/>
                  </a:lnTo>
                  <a:lnTo>
                    <a:pt x="71804" y="29867"/>
                  </a:lnTo>
                  <a:lnTo>
                    <a:pt x="67466" y="32984"/>
                  </a:lnTo>
                  <a:lnTo>
                    <a:pt x="63231" y="36237"/>
                  </a:lnTo>
                  <a:lnTo>
                    <a:pt x="59101" y="39624"/>
                  </a:lnTo>
                  <a:lnTo>
                    <a:pt x="55082" y="43141"/>
                  </a:lnTo>
                  <a:lnTo>
                    <a:pt x="51177" y="46785"/>
                  </a:lnTo>
                  <a:lnTo>
                    <a:pt x="47391" y="50552"/>
                  </a:lnTo>
                  <a:lnTo>
                    <a:pt x="43727" y="54437"/>
                  </a:lnTo>
                  <a:lnTo>
                    <a:pt x="40188" y="58438"/>
                  </a:lnTo>
                  <a:lnTo>
                    <a:pt x="36780" y="62550"/>
                  </a:lnTo>
                  <a:lnTo>
                    <a:pt x="33504" y="66768"/>
                  </a:lnTo>
                  <a:lnTo>
                    <a:pt x="30365" y="71089"/>
                  </a:lnTo>
                  <a:lnTo>
                    <a:pt x="27366" y="75508"/>
                  </a:lnTo>
                  <a:lnTo>
                    <a:pt x="24509" y="80021"/>
                  </a:lnTo>
                  <a:lnTo>
                    <a:pt x="21798" y="84623"/>
                  </a:lnTo>
                  <a:lnTo>
                    <a:pt x="19236" y="89308"/>
                  </a:lnTo>
                  <a:lnTo>
                    <a:pt x="16824" y="94074"/>
                  </a:lnTo>
                  <a:lnTo>
                    <a:pt x="14566" y="98914"/>
                  </a:lnTo>
                  <a:lnTo>
                    <a:pt x="12463" y="103823"/>
                  </a:lnTo>
                  <a:lnTo>
                    <a:pt x="10519" y="108797"/>
                  </a:lnTo>
                  <a:lnTo>
                    <a:pt x="8734" y="113831"/>
                  </a:lnTo>
                  <a:lnTo>
                    <a:pt x="7111" y="118920"/>
                  </a:lnTo>
                  <a:lnTo>
                    <a:pt x="5652" y="124057"/>
                  </a:lnTo>
                  <a:lnTo>
                    <a:pt x="4357" y="129239"/>
                  </a:lnTo>
                  <a:lnTo>
                    <a:pt x="3228" y="134459"/>
                  </a:lnTo>
                  <a:lnTo>
                    <a:pt x="2267" y="139713"/>
                  </a:lnTo>
                  <a:lnTo>
                    <a:pt x="1474" y="144994"/>
                  </a:lnTo>
                  <a:lnTo>
                    <a:pt x="850" y="150298"/>
                  </a:lnTo>
                  <a:lnTo>
                    <a:pt x="396" y="155620"/>
                  </a:lnTo>
                  <a:lnTo>
                    <a:pt x="113" y="160953"/>
                  </a:lnTo>
                  <a:lnTo>
                    <a:pt x="0" y="166293"/>
                  </a:lnTo>
                  <a:lnTo>
                    <a:pt x="57" y="171633"/>
                  </a:lnTo>
                  <a:lnTo>
                    <a:pt x="285" y="176969"/>
                  </a:lnTo>
                  <a:lnTo>
                    <a:pt x="683" y="182295"/>
                  </a:lnTo>
                  <a:lnTo>
                    <a:pt x="1251" y="187606"/>
                  </a:lnTo>
                  <a:lnTo>
                    <a:pt x="1989" y="192895"/>
                  </a:lnTo>
                  <a:lnTo>
                    <a:pt x="2895" y="198159"/>
                  </a:lnTo>
                  <a:lnTo>
                    <a:pt x="3969" y="203391"/>
                  </a:lnTo>
                  <a:lnTo>
                    <a:pt x="5210" y="208585"/>
                  </a:lnTo>
                  <a:lnTo>
                    <a:pt x="6615" y="213738"/>
                  </a:lnTo>
                  <a:lnTo>
                    <a:pt x="8185" y="218843"/>
                  </a:lnTo>
                  <a:lnTo>
                    <a:pt x="9917" y="223895"/>
                  </a:lnTo>
                  <a:lnTo>
                    <a:pt x="11809" y="228889"/>
                  </a:lnTo>
                  <a:lnTo>
                    <a:pt x="13860" y="233821"/>
                  </a:lnTo>
                  <a:lnTo>
                    <a:pt x="16068" y="238684"/>
                  </a:lnTo>
                  <a:lnTo>
                    <a:pt x="18430" y="243474"/>
                  </a:lnTo>
                  <a:lnTo>
                    <a:pt x="20943" y="248187"/>
                  </a:lnTo>
                  <a:lnTo>
                    <a:pt x="23606" y="252816"/>
                  </a:lnTo>
                  <a:lnTo>
                    <a:pt x="26415" y="257359"/>
                  </a:lnTo>
                  <a:lnTo>
                    <a:pt x="29368" y="261809"/>
                  </a:lnTo>
                  <a:lnTo>
                    <a:pt x="32462" y="266162"/>
                  </a:lnTo>
                  <a:lnTo>
                    <a:pt x="35693" y="270415"/>
                  </a:lnTo>
                  <a:lnTo>
                    <a:pt x="39058" y="274562"/>
                  </a:lnTo>
                  <a:lnTo>
                    <a:pt x="42554" y="278600"/>
                  </a:lnTo>
                  <a:lnTo>
                    <a:pt x="46178" y="282523"/>
                  </a:lnTo>
                  <a:lnTo>
                    <a:pt x="49925" y="286330"/>
                  </a:lnTo>
                  <a:lnTo>
                    <a:pt x="53791" y="29001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022302" y="5536317"/>
              <a:ext cx="113373" cy="122846"/>
            </a:xfrm>
            <a:custGeom>
              <a:avLst/>
              <a:pathLst>
                <a:path w="113373" h="122846">
                  <a:moveTo>
                    <a:pt x="0" y="122846"/>
                  </a:moveTo>
                  <a:lnTo>
                    <a:pt x="1133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022302" y="5536317"/>
              <a:ext cx="113373" cy="122846"/>
            </a:xfrm>
            <a:custGeom>
              <a:avLst/>
              <a:pathLst>
                <a:path w="113373" h="122846">
                  <a:moveTo>
                    <a:pt x="0" y="122846"/>
                  </a:moveTo>
                  <a:lnTo>
                    <a:pt x="1133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022302" y="5536317"/>
              <a:ext cx="113373" cy="122846"/>
            </a:xfrm>
            <a:custGeom>
              <a:avLst/>
              <a:pathLst>
                <a:path w="113373" h="122846">
                  <a:moveTo>
                    <a:pt x="0" y="122846"/>
                  </a:moveTo>
                  <a:lnTo>
                    <a:pt x="1133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022302" y="5536317"/>
              <a:ext cx="113373" cy="122846"/>
            </a:xfrm>
            <a:custGeom>
              <a:avLst/>
              <a:pathLst>
                <a:path w="113373" h="122846">
                  <a:moveTo>
                    <a:pt x="0" y="122846"/>
                  </a:moveTo>
                  <a:lnTo>
                    <a:pt x="11337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022302" y="5536317"/>
              <a:ext cx="113373" cy="122846"/>
            </a:xfrm>
            <a:custGeom>
              <a:avLst/>
              <a:pathLst>
                <a:path w="113373" h="122846">
                  <a:moveTo>
                    <a:pt x="0" y="122846"/>
                  </a:moveTo>
                  <a:lnTo>
                    <a:pt x="11337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022302" y="5536317"/>
              <a:ext cx="113373" cy="167153"/>
            </a:xfrm>
            <a:custGeom>
              <a:avLst/>
              <a:pathLst>
                <a:path w="113373" h="167153">
                  <a:moveTo>
                    <a:pt x="0" y="122846"/>
                  </a:moveTo>
                  <a:lnTo>
                    <a:pt x="4151" y="126552"/>
                  </a:lnTo>
                  <a:lnTo>
                    <a:pt x="8423" y="130117"/>
                  </a:lnTo>
                  <a:lnTo>
                    <a:pt x="12812" y="133537"/>
                  </a:lnTo>
                  <a:lnTo>
                    <a:pt x="17312" y="136810"/>
                  </a:lnTo>
                  <a:lnTo>
                    <a:pt x="21918" y="139931"/>
                  </a:lnTo>
                  <a:lnTo>
                    <a:pt x="26626" y="142898"/>
                  </a:lnTo>
                  <a:lnTo>
                    <a:pt x="31430" y="145705"/>
                  </a:lnTo>
                  <a:lnTo>
                    <a:pt x="36324" y="148352"/>
                  </a:lnTo>
                  <a:lnTo>
                    <a:pt x="41304" y="150834"/>
                  </a:lnTo>
                  <a:lnTo>
                    <a:pt x="46364" y="153149"/>
                  </a:lnTo>
                  <a:lnTo>
                    <a:pt x="51498" y="155294"/>
                  </a:lnTo>
                  <a:lnTo>
                    <a:pt x="56701" y="157267"/>
                  </a:lnTo>
                  <a:lnTo>
                    <a:pt x="61966" y="159066"/>
                  </a:lnTo>
                  <a:lnTo>
                    <a:pt x="67288" y="160689"/>
                  </a:lnTo>
                  <a:lnTo>
                    <a:pt x="72662" y="162134"/>
                  </a:lnTo>
                  <a:lnTo>
                    <a:pt x="78080" y="163399"/>
                  </a:lnTo>
                  <a:lnTo>
                    <a:pt x="83538" y="164483"/>
                  </a:lnTo>
                  <a:lnTo>
                    <a:pt x="89029" y="165385"/>
                  </a:lnTo>
                  <a:lnTo>
                    <a:pt x="94546" y="166103"/>
                  </a:lnTo>
                  <a:lnTo>
                    <a:pt x="100085" y="166638"/>
                  </a:lnTo>
                  <a:lnTo>
                    <a:pt x="105638" y="166988"/>
                  </a:lnTo>
                  <a:lnTo>
                    <a:pt x="111200" y="167153"/>
                  </a:lnTo>
                  <a:lnTo>
                    <a:pt x="11337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133503" y="5369149"/>
              <a:ext cx="169333" cy="334320"/>
            </a:xfrm>
            <a:custGeom>
              <a:avLst/>
              <a:pathLst>
                <a:path w="169333" h="334320">
                  <a:moveTo>
                    <a:pt x="0" y="334320"/>
                  </a:moveTo>
                  <a:lnTo>
                    <a:pt x="5326" y="334305"/>
                  </a:lnTo>
                  <a:lnTo>
                    <a:pt x="10649" y="334119"/>
                  </a:lnTo>
                  <a:lnTo>
                    <a:pt x="15964" y="333765"/>
                  </a:lnTo>
                  <a:lnTo>
                    <a:pt x="21265" y="333241"/>
                  </a:lnTo>
                  <a:lnTo>
                    <a:pt x="26546" y="332548"/>
                  </a:lnTo>
                  <a:lnTo>
                    <a:pt x="31802" y="331688"/>
                  </a:lnTo>
                  <a:lnTo>
                    <a:pt x="37029" y="330660"/>
                  </a:lnTo>
                  <a:lnTo>
                    <a:pt x="42220" y="329467"/>
                  </a:lnTo>
                  <a:lnTo>
                    <a:pt x="47370" y="328108"/>
                  </a:lnTo>
                  <a:lnTo>
                    <a:pt x="52475" y="326587"/>
                  </a:lnTo>
                  <a:lnTo>
                    <a:pt x="57528" y="324903"/>
                  </a:lnTo>
                  <a:lnTo>
                    <a:pt x="62525" y="323059"/>
                  </a:lnTo>
                  <a:lnTo>
                    <a:pt x="67461" y="321058"/>
                  </a:lnTo>
                  <a:lnTo>
                    <a:pt x="72331" y="318899"/>
                  </a:lnTo>
                  <a:lnTo>
                    <a:pt x="77130" y="316587"/>
                  </a:lnTo>
                  <a:lnTo>
                    <a:pt x="81852" y="314123"/>
                  </a:lnTo>
                  <a:lnTo>
                    <a:pt x="86493" y="311510"/>
                  </a:lnTo>
                  <a:lnTo>
                    <a:pt x="91049" y="308750"/>
                  </a:lnTo>
                  <a:lnTo>
                    <a:pt x="95515" y="305847"/>
                  </a:lnTo>
                  <a:lnTo>
                    <a:pt x="99886" y="302803"/>
                  </a:lnTo>
                  <a:lnTo>
                    <a:pt x="104157" y="299621"/>
                  </a:lnTo>
                  <a:lnTo>
                    <a:pt x="108325" y="296305"/>
                  </a:lnTo>
                  <a:lnTo>
                    <a:pt x="112386" y="292857"/>
                  </a:lnTo>
                  <a:lnTo>
                    <a:pt x="116334" y="289282"/>
                  </a:lnTo>
                  <a:lnTo>
                    <a:pt x="120167" y="285583"/>
                  </a:lnTo>
                  <a:lnTo>
                    <a:pt x="123880" y="281764"/>
                  </a:lnTo>
                  <a:lnTo>
                    <a:pt x="127469" y="277828"/>
                  </a:lnTo>
                  <a:lnTo>
                    <a:pt x="130931" y="273780"/>
                  </a:lnTo>
                  <a:lnTo>
                    <a:pt x="134262" y="269624"/>
                  </a:lnTo>
                  <a:lnTo>
                    <a:pt x="137459" y="265363"/>
                  </a:lnTo>
                  <a:lnTo>
                    <a:pt x="140519" y="261003"/>
                  </a:lnTo>
                  <a:lnTo>
                    <a:pt x="143438" y="256548"/>
                  </a:lnTo>
                  <a:lnTo>
                    <a:pt x="146214" y="252002"/>
                  </a:lnTo>
                  <a:lnTo>
                    <a:pt x="148844" y="247370"/>
                  </a:lnTo>
                  <a:lnTo>
                    <a:pt x="151324" y="242657"/>
                  </a:lnTo>
                  <a:lnTo>
                    <a:pt x="153654" y="237866"/>
                  </a:lnTo>
                  <a:lnTo>
                    <a:pt x="155829" y="233004"/>
                  </a:lnTo>
                  <a:lnTo>
                    <a:pt x="157849" y="228076"/>
                  </a:lnTo>
                  <a:lnTo>
                    <a:pt x="159710" y="223085"/>
                  </a:lnTo>
                  <a:lnTo>
                    <a:pt x="161412" y="218038"/>
                  </a:lnTo>
                  <a:lnTo>
                    <a:pt x="162952" y="212938"/>
                  </a:lnTo>
                  <a:lnTo>
                    <a:pt x="164328" y="207793"/>
                  </a:lnTo>
                  <a:lnTo>
                    <a:pt x="165540" y="202606"/>
                  </a:lnTo>
                  <a:lnTo>
                    <a:pt x="166586" y="197383"/>
                  </a:lnTo>
                  <a:lnTo>
                    <a:pt x="167466" y="192130"/>
                  </a:lnTo>
                  <a:lnTo>
                    <a:pt x="168177" y="186851"/>
                  </a:lnTo>
                  <a:lnTo>
                    <a:pt x="168720" y="181552"/>
                  </a:lnTo>
                  <a:lnTo>
                    <a:pt x="169094" y="176239"/>
                  </a:lnTo>
                  <a:lnTo>
                    <a:pt x="169298" y="170917"/>
                  </a:lnTo>
                  <a:lnTo>
                    <a:pt x="169333" y="165590"/>
                  </a:lnTo>
                  <a:lnTo>
                    <a:pt x="169197" y="160265"/>
                  </a:lnTo>
                  <a:lnTo>
                    <a:pt x="168893" y="154948"/>
                  </a:lnTo>
                  <a:lnTo>
                    <a:pt x="168419" y="149642"/>
                  </a:lnTo>
                  <a:lnTo>
                    <a:pt x="167776" y="144355"/>
                  </a:lnTo>
                  <a:lnTo>
                    <a:pt x="166965" y="139090"/>
                  </a:lnTo>
                  <a:lnTo>
                    <a:pt x="165987" y="133854"/>
                  </a:lnTo>
                  <a:lnTo>
                    <a:pt x="164843" y="128652"/>
                  </a:lnTo>
                  <a:lnTo>
                    <a:pt x="163533" y="123489"/>
                  </a:lnTo>
                  <a:lnTo>
                    <a:pt x="162060" y="118371"/>
                  </a:lnTo>
                  <a:lnTo>
                    <a:pt x="160424" y="113302"/>
                  </a:lnTo>
                  <a:lnTo>
                    <a:pt x="158627" y="108287"/>
                  </a:lnTo>
                  <a:lnTo>
                    <a:pt x="156672" y="103332"/>
                  </a:lnTo>
                  <a:lnTo>
                    <a:pt x="154560" y="98443"/>
                  </a:lnTo>
                  <a:lnTo>
                    <a:pt x="152293" y="93623"/>
                  </a:lnTo>
                  <a:lnTo>
                    <a:pt x="149874" y="88877"/>
                  </a:lnTo>
                  <a:lnTo>
                    <a:pt x="147305" y="84211"/>
                  </a:lnTo>
                  <a:lnTo>
                    <a:pt x="144588" y="79630"/>
                  </a:lnTo>
                  <a:lnTo>
                    <a:pt x="141727" y="75137"/>
                  </a:lnTo>
                  <a:lnTo>
                    <a:pt x="138724" y="70737"/>
                  </a:lnTo>
                  <a:lnTo>
                    <a:pt x="135583" y="66436"/>
                  </a:lnTo>
                  <a:lnTo>
                    <a:pt x="132306" y="62237"/>
                  </a:lnTo>
                  <a:lnTo>
                    <a:pt x="128897" y="58144"/>
                  </a:lnTo>
                  <a:lnTo>
                    <a:pt x="125359" y="54162"/>
                  </a:lnTo>
                  <a:lnTo>
                    <a:pt x="121696" y="50295"/>
                  </a:lnTo>
                  <a:lnTo>
                    <a:pt x="117912" y="46546"/>
                  </a:lnTo>
                  <a:lnTo>
                    <a:pt x="114010" y="42920"/>
                  </a:lnTo>
                  <a:lnTo>
                    <a:pt x="109995" y="39420"/>
                  </a:lnTo>
                  <a:lnTo>
                    <a:pt x="105871" y="36050"/>
                  </a:lnTo>
                  <a:lnTo>
                    <a:pt x="101641" y="32813"/>
                  </a:lnTo>
                  <a:lnTo>
                    <a:pt x="97310" y="29712"/>
                  </a:lnTo>
                  <a:lnTo>
                    <a:pt x="92882" y="26751"/>
                  </a:lnTo>
                  <a:lnTo>
                    <a:pt x="88363" y="23932"/>
                  </a:lnTo>
                  <a:lnTo>
                    <a:pt x="83756" y="21259"/>
                  </a:lnTo>
                  <a:lnTo>
                    <a:pt x="79066" y="18734"/>
                  </a:lnTo>
                  <a:lnTo>
                    <a:pt x="74298" y="16359"/>
                  </a:lnTo>
                  <a:lnTo>
                    <a:pt x="69456" y="14138"/>
                  </a:lnTo>
                  <a:lnTo>
                    <a:pt x="64547" y="12072"/>
                  </a:lnTo>
                  <a:lnTo>
                    <a:pt x="59574" y="10164"/>
                  </a:lnTo>
                  <a:lnTo>
                    <a:pt x="54543" y="8415"/>
                  </a:lnTo>
                  <a:lnTo>
                    <a:pt x="49459" y="6827"/>
                  </a:lnTo>
                  <a:lnTo>
                    <a:pt x="44326" y="5402"/>
                  </a:lnTo>
                  <a:lnTo>
                    <a:pt x="39151" y="4141"/>
                  </a:lnTo>
                  <a:lnTo>
                    <a:pt x="33939" y="3045"/>
                  </a:lnTo>
                  <a:lnTo>
                    <a:pt x="28694" y="2117"/>
                  </a:lnTo>
                  <a:lnTo>
                    <a:pt x="23422" y="1356"/>
                  </a:lnTo>
                  <a:lnTo>
                    <a:pt x="18128" y="763"/>
                  </a:lnTo>
                  <a:lnTo>
                    <a:pt x="12819" y="339"/>
                  </a:lnTo>
                  <a:lnTo>
                    <a:pt x="7498" y="84"/>
                  </a:lnTo>
                  <a:lnTo>
                    <a:pt x="2173" y="0"/>
                  </a:lnTo>
                  <a:lnTo>
                    <a:pt x="217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514255" y="5220472"/>
              <a:ext cx="118880" cy="167167"/>
            </a:xfrm>
            <a:custGeom>
              <a:avLst/>
              <a:pathLst>
                <a:path w="118880" h="167167">
                  <a:moveTo>
                    <a:pt x="118880" y="0"/>
                  </a:moveTo>
                  <a:lnTo>
                    <a:pt x="113370" y="90"/>
                  </a:lnTo>
                  <a:lnTo>
                    <a:pt x="107867" y="363"/>
                  </a:lnTo>
                  <a:lnTo>
                    <a:pt x="102375" y="816"/>
                  </a:lnTo>
                  <a:lnTo>
                    <a:pt x="96902" y="1451"/>
                  </a:lnTo>
                  <a:lnTo>
                    <a:pt x="91452" y="2265"/>
                  </a:lnTo>
                  <a:lnTo>
                    <a:pt x="86032" y="3258"/>
                  </a:lnTo>
                  <a:lnTo>
                    <a:pt x="80648" y="4430"/>
                  </a:lnTo>
                  <a:lnTo>
                    <a:pt x="75305" y="5778"/>
                  </a:lnTo>
                  <a:lnTo>
                    <a:pt x="70010" y="7302"/>
                  </a:lnTo>
                  <a:lnTo>
                    <a:pt x="64768" y="9000"/>
                  </a:lnTo>
                  <a:lnTo>
                    <a:pt x="59585" y="10869"/>
                  </a:lnTo>
                  <a:lnTo>
                    <a:pt x="54466" y="12908"/>
                  </a:lnTo>
                  <a:lnTo>
                    <a:pt x="49417" y="15115"/>
                  </a:lnTo>
                  <a:lnTo>
                    <a:pt x="44443" y="17487"/>
                  </a:lnTo>
                  <a:lnTo>
                    <a:pt x="39550" y="20021"/>
                  </a:lnTo>
                  <a:lnTo>
                    <a:pt x="34744" y="22716"/>
                  </a:lnTo>
                  <a:lnTo>
                    <a:pt x="30029" y="25567"/>
                  </a:lnTo>
                  <a:lnTo>
                    <a:pt x="25410" y="28572"/>
                  </a:lnTo>
                  <a:lnTo>
                    <a:pt x="20893" y="31728"/>
                  </a:lnTo>
                  <a:lnTo>
                    <a:pt x="16483" y="35031"/>
                  </a:lnTo>
                  <a:lnTo>
                    <a:pt x="12184" y="38478"/>
                  </a:lnTo>
                  <a:lnTo>
                    <a:pt x="8000" y="42064"/>
                  </a:lnTo>
                  <a:lnTo>
                    <a:pt x="3937" y="45786"/>
                  </a:lnTo>
                  <a:lnTo>
                    <a:pt x="0" y="49640"/>
                  </a:lnTo>
                  <a:lnTo>
                    <a:pt x="1188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514255" y="5270113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5514255" y="5270113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5514255" y="5270113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5514255" y="5270113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5480922" y="5270113"/>
              <a:ext cx="152212" cy="117526"/>
            </a:xfrm>
            <a:custGeom>
              <a:avLst/>
              <a:pathLst>
                <a:path w="152212" h="117526">
                  <a:moveTo>
                    <a:pt x="33332" y="0"/>
                  </a:moveTo>
                  <a:lnTo>
                    <a:pt x="29253" y="4274"/>
                  </a:lnTo>
                  <a:lnTo>
                    <a:pt x="25328" y="8690"/>
                  </a:lnTo>
                  <a:lnTo>
                    <a:pt x="21561" y="13242"/>
                  </a:lnTo>
                  <a:lnTo>
                    <a:pt x="17957" y="17924"/>
                  </a:lnTo>
                  <a:lnTo>
                    <a:pt x="14521" y="22731"/>
                  </a:lnTo>
                  <a:lnTo>
                    <a:pt x="11257" y="27656"/>
                  </a:lnTo>
                  <a:lnTo>
                    <a:pt x="8169" y="32694"/>
                  </a:lnTo>
                  <a:lnTo>
                    <a:pt x="5261" y="37837"/>
                  </a:lnTo>
                  <a:lnTo>
                    <a:pt x="2537" y="43080"/>
                  </a:lnTo>
                  <a:lnTo>
                    <a:pt x="0" y="48416"/>
                  </a:lnTo>
                  <a:lnTo>
                    <a:pt x="152212" y="1175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5465984" y="5220472"/>
              <a:ext cx="334299" cy="334334"/>
            </a:xfrm>
            <a:custGeom>
              <a:avLst/>
              <a:pathLst>
                <a:path w="334299" h="334334">
                  <a:moveTo>
                    <a:pt x="14938" y="98057"/>
                  </a:moveTo>
                  <a:lnTo>
                    <a:pt x="12823" y="102919"/>
                  </a:lnTo>
                  <a:lnTo>
                    <a:pt x="10863" y="107846"/>
                  </a:lnTo>
                  <a:lnTo>
                    <a:pt x="9060" y="112832"/>
                  </a:lnTo>
                  <a:lnTo>
                    <a:pt x="7416" y="117873"/>
                  </a:lnTo>
                  <a:lnTo>
                    <a:pt x="5934" y="122964"/>
                  </a:lnTo>
                  <a:lnTo>
                    <a:pt x="4613" y="128099"/>
                  </a:lnTo>
                  <a:lnTo>
                    <a:pt x="3455" y="133274"/>
                  </a:lnTo>
                  <a:lnTo>
                    <a:pt x="2463" y="138482"/>
                  </a:lnTo>
                  <a:lnTo>
                    <a:pt x="1636" y="143720"/>
                  </a:lnTo>
                  <a:lnTo>
                    <a:pt x="976" y="148981"/>
                  </a:lnTo>
                  <a:lnTo>
                    <a:pt x="482" y="154260"/>
                  </a:lnTo>
                  <a:lnTo>
                    <a:pt x="157" y="159552"/>
                  </a:lnTo>
                  <a:lnTo>
                    <a:pt x="0" y="164852"/>
                  </a:lnTo>
                  <a:lnTo>
                    <a:pt x="10" y="170154"/>
                  </a:lnTo>
                  <a:lnTo>
                    <a:pt x="189" y="175454"/>
                  </a:lnTo>
                  <a:lnTo>
                    <a:pt x="536" y="180745"/>
                  </a:lnTo>
                  <a:lnTo>
                    <a:pt x="1050" y="186022"/>
                  </a:lnTo>
                  <a:lnTo>
                    <a:pt x="1732" y="191280"/>
                  </a:lnTo>
                  <a:lnTo>
                    <a:pt x="2580" y="196514"/>
                  </a:lnTo>
                  <a:lnTo>
                    <a:pt x="3593" y="201719"/>
                  </a:lnTo>
                  <a:lnTo>
                    <a:pt x="4771" y="206888"/>
                  </a:lnTo>
                  <a:lnTo>
                    <a:pt x="6113" y="212018"/>
                  </a:lnTo>
                  <a:lnTo>
                    <a:pt x="7616" y="217103"/>
                  </a:lnTo>
                  <a:lnTo>
                    <a:pt x="9280" y="222137"/>
                  </a:lnTo>
                  <a:lnTo>
                    <a:pt x="11103" y="227116"/>
                  </a:lnTo>
                  <a:lnTo>
                    <a:pt x="13083" y="232035"/>
                  </a:lnTo>
                  <a:lnTo>
                    <a:pt x="15217" y="236889"/>
                  </a:lnTo>
                  <a:lnTo>
                    <a:pt x="17505" y="241672"/>
                  </a:lnTo>
                  <a:lnTo>
                    <a:pt x="19943" y="246381"/>
                  </a:lnTo>
                  <a:lnTo>
                    <a:pt x="22529" y="251009"/>
                  </a:lnTo>
                  <a:lnTo>
                    <a:pt x="25261" y="255554"/>
                  </a:lnTo>
                  <a:lnTo>
                    <a:pt x="28136" y="260009"/>
                  </a:lnTo>
                  <a:lnTo>
                    <a:pt x="31150" y="264371"/>
                  </a:lnTo>
                  <a:lnTo>
                    <a:pt x="34301" y="268636"/>
                  </a:lnTo>
                  <a:lnTo>
                    <a:pt x="37586" y="272798"/>
                  </a:lnTo>
                  <a:lnTo>
                    <a:pt x="41001" y="276854"/>
                  </a:lnTo>
                  <a:lnTo>
                    <a:pt x="44543" y="280799"/>
                  </a:lnTo>
                  <a:lnTo>
                    <a:pt x="48209" y="284631"/>
                  </a:lnTo>
                  <a:lnTo>
                    <a:pt x="51994" y="288344"/>
                  </a:lnTo>
                  <a:lnTo>
                    <a:pt x="55895" y="291935"/>
                  </a:lnTo>
                  <a:lnTo>
                    <a:pt x="59908" y="295401"/>
                  </a:lnTo>
                  <a:lnTo>
                    <a:pt x="64029" y="298737"/>
                  </a:lnTo>
                  <a:lnTo>
                    <a:pt x="68253" y="301942"/>
                  </a:lnTo>
                  <a:lnTo>
                    <a:pt x="72577" y="305010"/>
                  </a:lnTo>
                  <a:lnTo>
                    <a:pt x="76996" y="307940"/>
                  </a:lnTo>
                  <a:lnTo>
                    <a:pt x="81506" y="310729"/>
                  </a:lnTo>
                  <a:lnTo>
                    <a:pt x="86102" y="313373"/>
                  </a:lnTo>
                  <a:lnTo>
                    <a:pt x="90780" y="315869"/>
                  </a:lnTo>
                  <a:lnTo>
                    <a:pt x="95534" y="318217"/>
                  </a:lnTo>
                  <a:lnTo>
                    <a:pt x="100361" y="320412"/>
                  </a:lnTo>
                  <a:lnTo>
                    <a:pt x="105255" y="322453"/>
                  </a:lnTo>
                  <a:lnTo>
                    <a:pt x="110210" y="324338"/>
                  </a:lnTo>
                  <a:lnTo>
                    <a:pt x="115224" y="326065"/>
                  </a:lnTo>
                  <a:lnTo>
                    <a:pt x="120289" y="327632"/>
                  </a:lnTo>
                  <a:lnTo>
                    <a:pt x="125402" y="329037"/>
                  </a:lnTo>
                  <a:lnTo>
                    <a:pt x="130556" y="330280"/>
                  </a:lnTo>
                  <a:lnTo>
                    <a:pt x="135748" y="331358"/>
                  </a:lnTo>
                  <a:lnTo>
                    <a:pt x="140971" y="332272"/>
                  </a:lnTo>
                  <a:lnTo>
                    <a:pt x="146220" y="333019"/>
                  </a:lnTo>
                  <a:lnTo>
                    <a:pt x="151491" y="333599"/>
                  </a:lnTo>
                  <a:lnTo>
                    <a:pt x="156777" y="334012"/>
                  </a:lnTo>
                  <a:lnTo>
                    <a:pt x="162073" y="334257"/>
                  </a:lnTo>
                  <a:lnTo>
                    <a:pt x="167375" y="334334"/>
                  </a:lnTo>
                  <a:lnTo>
                    <a:pt x="172677" y="334243"/>
                  </a:lnTo>
                  <a:lnTo>
                    <a:pt x="177973" y="333984"/>
                  </a:lnTo>
                  <a:lnTo>
                    <a:pt x="183258" y="333557"/>
                  </a:lnTo>
                  <a:lnTo>
                    <a:pt x="188526" y="332962"/>
                  </a:lnTo>
                  <a:lnTo>
                    <a:pt x="193774" y="332201"/>
                  </a:lnTo>
                  <a:lnTo>
                    <a:pt x="198994" y="331273"/>
                  </a:lnTo>
                  <a:lnTo>
                    <a:pt x="204183" y="330181"/>
                  </a:lnTo>
                  <a:lnTo>
                    <a:pt x="209334" y="328925"/>
                  </a:lnTo>
                  <a:lnTo>
                    <a:pt x="214443" y="327505"/>
                  </a:lnTo>
                  <a:lnTo>
                    <a:pt x="219504" y="325925"/>
                  </a:lnTo>
                  <a:lnTo>
                    <a:pt x="224513" y="324185"/>
                  </a:lnTo>
                  <a:lnTo>
                    <a:pt x="229464" y="322286"/>
                  </a:lnTo>
                  <a:lnTo>
                    <a:pt x="234352" y="320232"/>
                  </a:lnTo>
                  <a:lnTo>
                    <a:pt x="239172" y="318024"/>
                  </a:lnTo>
                  <a:lnTo>
                    <a:pt x="243921" y="315664"/>
                  </a:lnTo>
                  <a:lnTo>
                    <a:pt x="248591" y="313155"/>
                  </a:lnTo>
                  <a:lnTo>
                    <a:pt x="253180" y="310498"/>
                  </a:lnTo>
                  <a:lnTo>
                    <a:pt x="257683" y="307698"/>
                  </a:lnTo>
                  <a:lnTo>
                    <a:pt x="262094" y="304756"/>
                  </a:lnTo>
                  <a:lnTo>
                    <a:pt x="266410" y="301676"/>
                  </a:lnTo>
                  <a:lnTo>
                    <a:pt x="270626" y="298460"/>
                  </a:lnTo>
                  <a:lnTo>
                    <a:pt x="274738" y="295112"/>
                  </a:lnTo>
                  <a:lnTo>
                    <a:pt x="278741" y="291636"/>
                  </a:lnTo>
                  <a:lnTo>
                    <a:pt x="282633" y="288034"/>
                  </a:lnTo>
                  <a:lnTo>
                    <a:pt x="286408" y="284311"/>
                  </a:lnTo>
                  <a:lnTo>
                    <a:pt x="290063" y="280470"/>
                  </a:lnTo>
                  <a:lnTo>
                    <a:pt x="293594" y="276515"/>
                  </a:lnTo>
                  <a:lnTo>
                    <a:pt x="296999" y="272450"/>
                  </a:lnTo>
                  <a:lnTo>
                    <a:pt x="300272" y="268279"/>
                  </a:lnTo>
                  <a:lnTo>
                    <a:pt x="303412" y="264006"/>
                  </a:lnTo>
                  <a:lnTo>
                    <a:pt x="306415" y="259636"/>
                  </a:lnTo>
                  <a:lnTo>
                    <a:pt x="309277" y="255173"/>
                  </a:lnTo>
                  <a:lnTo>
                    <a:pt x="311997" y="250621"/>
                  </a:lnTo>
                  <a:lnTo>
                    <a:pt x="314571" y="245986"/>
                  </a:lnTo>
                  <a:lnTo>
                    <a:pt x="316996" y="241271"/>
                  </a:lnTo>
                  <a:lnTo>
                    <a:pt x="319271" y="236481"/>
                  </a:lnTo>
                  <a:lnTo>
                    <a:pt x="321393" y="231622"/>
                  </a:lnTo>
                  <a:lnTo>
                    <a:pt x="323359" y="226698"/>
                  </a:lnTo>
                  <a:lnTo>
                    <a:pt x="325169" y="221714"/>
                  </a:lnTo>
                  <a:lnTo>
                    <a:pt x="326819" y="216675"/>
                  </a:lnTo>
                  <a:lnTo>
                    <a:pt x="328309" y="211586"/>
                  </a:lnTo>
                  <a:lnTo>
                    <a:pt x="329637" y="206453"/>
                  </a:lnTo>
                  <a:lnTo>
                    <a:pt x="330801" y="201280"/>
                  </a:lnTo>
                  <a:lnTo>
                    <a:pt x="331800" y="196073"/>
                  </a:lnTo>
                  <a:lnTo>
                    <a:pt x="332634" y="190836"/>
                  </a:lnTo>
                  <a:lnTo>
                    <a:pt x="333302" y="185576"/>
                  </a:lnTo>
                  <a:lnTo>
                    <a:pt x="333802" y="180298"/>
                  </a:lnTo>
                  <a:lnTo>
                    <a:pt x="334134" y="175006"/>
                  </a:lnTo>
                  <a:lnTo>
                    <a:pt x="334299" y="169706"/>
                  </a:lnTo>
                  <a:lnTo>
                    <a:pt x="334296" y="164404"/>
                  </a:lnTo>
                  <a:lnTo>
                    <a:pt x="334124" y="159104"/>
                  </a:lnTo>
                  <a:lnTo>
                    <a:pt x="333784" y="153813"/>
                  </a:lnTo>
                  <a:lnTo>
                    <a:pt x="333277" y="148535"/>
                  </a:lnTo>
                  <a:lnTo>
                    <a:pt x="332602" y="143276"/>
                  </a:lnTo>
                  <a:lnTo>
                    <a:pt x="331761" y="138040"/>
                  </a:lnTo>
                  <a:lnTo>
                    <a:pt x="330755" y="132835"/>
                  </a:lnTo>
                  <a:lnTo>
                    <a:pt x="329584" y="127663"/>
                  </a:lnTo>
                  <a:lnTo>
                    <a:pt x="328249" y="122532"/>
                  </a:lnTo>
                  <a:lnTo>
                    <a:pt x="326753" y="117445"/>
                  </a:lnTo>
                  <a:lnTo>
                    <a:pt x="325095" y="112408"/>
                  </a:lnTo>
                  <a:lnTo>
                    <a:pt x="323279" y="107427"/>
                  </a:lnTo>
                  <a:lnTo>
                    <a:pt x="321306" y="102505"/>
                  </a:lnTo>
                  <a:lnTo>
                    <a:pt x="319178" y="97649"/>
                  </a:lnTo>
                  <a:lnTo>
                    <a:pt x="316897" y="92862"/>
                  </a:lnTo>
                  <a:lnTo>
                    <a:pt x="314465" y="88151"/>
                  </a:lnTo>
                  <a:lnTo>
                    <a:pt x="311885" y="83519"/>
                  </a:lnTo>
                  <a:lnTo>
                    <a:pt x="309159" y="78970"/>
                  </a:lnTo>
                  <a:lnTo>
                    <a:pt x="306291" y="74511"/>
                  </a:lnTo>
                  <a:lnTo>
                    <a:pt x="303282" y="70145"/>
                  </a:lnTo>
                  <a:lnTo>
                    <a:pt x="300137" y="65876"/>
                  </a:lnTo>
                  <a:lnTo>
                    <a:pt x="296857" y="61710"/>
                  </a:lnTo>
                  <a:lnTo>
                    <a:pt x="293448" y="57649"/>
                  </a:lnTo>
                  <a:lnTo>
                    <a:pt x="289911" y="53699"/>
                  </a:lnTo>
                  <a:lnTo>
                    <a:pt x="286250" y="49863"/>
                  </a:lnTo>
                  <a:lnTo>
                    <a:pt x="282470" y="46145"/>
                  </a:lnTo>
                  <a:lnTo>
                    <a:pt x="278574" y="42548"/>
                  </a:lnTo>
                  <a:lnTo>
                    <a:pt x="274566" y="39077"/>
                  </a:lnTo>
                  <a:lnTo>
                    <a:pt x="270450" y="35735"/>
                  </a:lnTo>
                  <a:lnTo>
                    <a:pt x="266229" y="32525"/>
                  </a:lnTo>
                  <a:lnTo>
                    <a:pt x="261909" y="29451"/>
                  </a:lnTo>
                  <a:lnTo>
                    <a:pt x="257494" y="26515"/>
                  </a:lnTo>
                  <a:lnTo>
                    <a:pt x="252988" y="23720"/>
                  </a:lnTo>
                  <a:lnTo>
                    <a:pt x="248396" y="21070"/>
                  </a:lnTo>
                  <a:lnTo>
                    <a:pt x="243721" y="18567"/>
                  </a:lnTo>
                  <a:lnTo>
                    <a:pt x="238970" y="16213"/>
                  </a:lnTo>
                  <a:lnTo>
                    <a:pt x="234146" y="14012"/>
                  </a:lnTo>
                  <a:lnTo>
                    <a:pt x="229256" y="11964"/>
                  </a:lnTo>
                  <a:lnTo>
                    <a:pt x="224302" y="10072"/>
                  </a:lnTo>
                  <a:lnTo>
                    <a:pt x="219291" y="8339"/>
                  </a:lnTo>
                  <a:lnTo>
                    <a:pt x="214228" y="6765"/>
                  </a:lnTo>
                  <a:lnTo>
                    <a:pt x="209117" y="5353"/>
                  </a:lnTo>
                  <a:lnTo>
                    <a:pt x="203964" y="4103"/>
                  </a:lnTo>
                  <a:lnTo>
                    <a:pt x="198774" y="3018"/>
                  </a:lnTo>
                  <a:lnTo>
                    <a:pt x="193552" y="2098"/>
                  </a:lnTo>
                  <a:lnTo>
                    <a:pt x="188304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23413" y="4961274"/>
              <a:ext cx="159427" cy="167167"/>
            </a:xfrm>
            <a:custGeom>
              <a:avLst/>
              <a:pathLst>
                <a:path w="159427" h="167167">
                  <a:moveTo>
                    <a:pt x="159427" y="0"/>
                  </a:moveTo>
                  <a:lnTo>
                    <a:pt x="154004" y="87"/>
                  </a:lnTo>
                  <a:lnTo>
                    <a:pt x="148587" y="351"/>
                  </a:lnTo>
                  <a:lnTo>
                    <a:pt x="143182" y="791"/>
                  </a:lnTo>
                  <a:lnTo>
                    <a:pt x="137794" y="1405"/>
                  </a:lnTo>
                  <a:lnTo>
                    <a:pt x="132428" y="2194"/>
                  </a:lnTo>
                  <a:lnTo>
                    <a:pt x="127091" y="3157"/>
                  </a:lnTo>
                  <a:lnTo>
                    <a:pt x="121788" y="4292"/>
                  </a:lnTo>
                  <a:lnTo>
                    <a:pt x="116524" y="5599"/>
                  </a:lnTo>
                  <a:lnTo>
                    <a:pt x="111306" y="7075"/>
                  </a:lnTo>
                  <a:lnTo>
                    <a:pt x="106138" y="8721"/>
                  </a:lnTo>
                  <a:lnTo>
                    <a:pt x="101026" y="10533"/>
                  </a:lnTo>
                  <a:lnTo>
                    <a:pt x="95976" y="12509"/>
                  </a:lnTo>
                  <a:lnTo>
                    <a:pt x="90993" y="14649"/>
                  </a:lnTo>
                  <a:lnTo>
                    <a:pt x="86082" y="16949"/>
                  </a:lnTo>
                  <a:lnTo>
                    <a:pt x="81247" y="19407"/>
                  </a:lnTo>
                  <a:lnTo>
                    <a:pt x="76495" y="22021"/>
                  </a:lnTo>
                  <a:lnTo>
                    <a:pt x="71831" y="24788"/>
                  </a:lnTo>
                  <a:lnTo>
                    <a:pt x="67258" y="27704"/>
                  </a:lnTo>
                  <a:lnTo>
                    <a:pt x="62783" y="30767"/>
                  </a:lnTo>
                  <a:lnTo>
                    <a:pt x="58409" y="33974"/>
                  </a:lnTo>
                  <a:lnTo>
                    <a:pt x="54142" y="37321"/>
                  </a:lnTo>
                  <a:lnTo>
                    <a:pt x="49985" y="40804"/>
                  </a:lnTo>
                  <a:lnTo>
                    <a:pt x="45944" y="44421"/>
                  </a:lnTo>
                  <a:lnTo>
                    <a:pt x="42022" y="48167"/>
                  </a:lnTo>
                  <a:lnTo>
                    <a:pt x="38224" y="52038"/>
                  </a:lnTo>
                  <a:lnTo>
                    <a:pt x="34553" y="56030"/>
                  </a:lnTo>
                  <a:lnTo>
                    <a:pt x="31014" y="60139"/>
                  </a:lnTo>
                  <a:lnTo>
                    <a:pt x="27610" y="64361"/>
                  </a:lnTo>
                  <a:lnTo>
                    <a:pt x="24344" y="68691"/>
                  </a:lnTo>
                  <a:lnTo>
                    <a:pt x="21221" y="73124"/>
                  </a:lnTo>
                  <a:lnTo>
                    <a:pt x="18243" y="77657"/>
                  </a:lnTo>
                  <a:lnTo>
                    <a:pt x="15414" y="82284"/>
                  </a:lnTo>
                  <a:lnTo>
                    <a:pt x="12736" y="87000"/>
                  </a:lnTo>
                  <a:lnTo>
                    <a:pt x="10213" y="91800"/>
                  </a:lnTo>
                  <a:lnTo>
                    <a:pt x="7847" y="96680"/>
                  </a:lnTo>
                  <a:lnTo>
                    <a:pt x="5640" y="101634"/>
                  </a:lnTo>
                  <a:lnTo>
                    <a:pt x="3595" y="106657"/>
                  </a:lnTo>
                  <a:lnTo>
                    <a:pt x="1714" y="111744"/>
                  </a:lnTo>
                  <a:lnTo>
                    <a:pt x="0" y="116889"/>
                  </a:lnTo>
                  <a:lnTo>
                    <a:pt x="15942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5923413" y="5078163"/>
              <a:ext cx="159427" cy="50277"/>
            </a:xfrm>
            <a:custGeom>
              <a:avLst/>
              <a:pathLst>
                <a:path w="159427" h="50277">
                  <a:moveTo>
                    <a:pt x="0" y="0"/>
                  </a:moveTo>
                  <a:lnTo>
                    <a:pt x="159427" y="50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5923413" y="5078163"/>
              <a:ext cx="159427" cy="50277"/>
            </a:xfrm>
            <a:custGeom>
              <a:avLst/>
              <a:pathLst>
                <a:path w="159427" h="50277">
                  <a:moveTo>
                    <a:pt x="0" y="0"/>
                  </a:moveTo>
                  <a:lnTo>
                    <a:pt x="159427" y="502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5923413" y="5078163"/>
              <a:ext cx="159427" cy="50277"/>
            </a:xfrm>
            <a:custGeom>
              <a:avLst/>
              <a:pathLst>
                <a:path w="159427" h="50277">
                  <a:moveTo>
                    <a:pt x="0" y="0"/>
                  </a:moveTo>
                  <a:lnTo>
                    <a:pt x="159427" y="502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5915677" y="5078163"/>
              <a:ext cx="167163" cy="55295"/>
            </a:xfrm>
            <a:custGeom>
              <a:avLst/>
              <a:pathLst>
                <a:path w="167163" h="55295">
                  <a:moveTo>
                    <a:pt x="7735" y="0"/>
                  </a:moveTo>
                  <a:lnTo>
                    <a:pt x="5972" y="5976"/>
                  </a:lnTo>
                  <a:lnTo>
                    <a:pt x="4433" y="12015"/>
                  </a:lnTo>
                  <a:lnTo>
                    <a:pt x="3120" y="18107"/>
                  </a:lnTo>
                  <a:lnTo>
                    <a:pt x="2035" y="24243"/>
                  </a:lnTo>
                  <a:lnTo>
                    <a:pt x="1179" y="30416"/>
                  </a:lnTo>
                  <a:lnTo>
                    <a:pt x="554" y="36616"/>
                  </a:lnTo>
                  <a:lnTo>
                    <a:pt x="161" y="42835"/>
                  </a:lnTo>
                  <a:lnTo>
                    <a:pt x="0" y="49064"/>
                  </a:lnTo>
                  <a:lnTo>
                    <a:pt x="70" y="55295"/>
                  </a:lnTo>
                  <a:lnTo>
                    <a:pt x="167163" y="502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5915748" y="4961274"/>
              <a:ext cx="334249" cy="334327"/>
            </a:xfrm>
            <a:custGeom>
              <a:avLst/>
              <a:pathLst>
                <a:path w="334249" h="334327">
                  <a:moveTo>
                    <a:pt x="0" y="172185"/>
                  </a:moveTo>
                  <a:lnTo>
                    <a:pt x="242" y="177468"/>
                  </a:lnTo>
                  <a:lnTo>
                    <a:pt x="651" y="182741"/>
                  </a:lnTo>
                  <a:lnTo>
                    <a:pt x="1227" y="187998"/>
                  </a:lnTo>
                  <a:lnTo>
                    <a:pt x="1969" y="193234"/>
                  </a:lnTo>
                  <a:lnTo>
                    <a:pt x="2876" y="198444"/>
                  </a:lnTo>
                  <a:lnTo>
                    <a:pt x="3948" y="203623"/>
                  </a:lnTo>
                  <a:lnTo>
                    <a:pt x="5183" y="208766"/>
                  </a:lnTo>
                  <a:lnTo>
                    <a:pt x="6580" y="213866"/>
                  </a:lnTo>
                  <a:lnTo>
                    <a:pt x="8137" y="218920"/>
                  </a:lnTo>
                  <a:lnTo>
                    <a:pt x="9854" y="223922"/>
                  </a:lnTo>
                  <a:lnTo>
                    <a:pt x="11728" y="228868"/>
                  </a:lnTo>
                  <a:lnTo>
                    <a:pt x="13757" y="233752"/>
                  </a:lnTo>
                  <a:lnTo>
                    <a:pt x="15940" y="238569"/>
                  </a:lnTo>
                  <a:lnTo>
                    <a:pt x="18274" y="243314"/>
                  </a:lnTo>
                  <a:lnTo>
                    <a:pt x="20758" y="247983"/>
                  </a:lnTo>
                  <a:lnTo>
                    <a:pt x="23387" y="252572"/>
                  </a:lnTo>
                  <a:lnTo>
                    <a:pt x="26161" y="257075"/>
                  </a:lnTo>
                  <a:lnTo>
                    <a:pt x="29075" y="261488"/>
                  </a:lnTo>
                  <a:lnTo>
                    <a:pt x="32128" y="265806"/>
                  </a:lnTo>
                  <a:lnTo>
                    <a:pt x="35316" y="270026"/>
                  </a:lnTo>
                  <a:lnTo>
                    <a:pt x="38635" y="274143"/>
                  </a:lnTo>
                  <a:lnTo>
                    <a:pt x="42083" y="278153"/>
                  </a:lnTo>
                  <a:lnTo>
                    <a:pt x="45657" y="282052"/>
                  </a:lnTo>
                  <a:lnTo>
                    <a:pt x="49352" y="285836"/>
                  </a:lnTo>
                  <a:lnTo>
                    <a:pt x="53164" y="289501"/>
                  </a:lnTo>
                  <a:lnTo>
                    <a:pt x="57091" y="293043"/>
                  </a:lnTo>
                  <a:lnTo>
                    <a:pt x="61128" y="296460"/>
                  </a:lnTo>
                  <a:lnTo>
                    <a:pt x="65271" y="299747"/>
                  </a:lnTo>
                  <a:lnTo>
                    <a:pt x="69515" y="302901"/>
                  </a:lnTo>
                  <a:lnTo>
                    <a:pt x="73858" y="305920"/>
                  </a:lnTo>
                  <a:lnTo>
                    <a:pt x="78294" y="308800"/>
                  </a:lnTo>
                  <a:lnTo>
                    <a:pt x="82818" y="311538"/>
                  </a:lnTo>
                  <a:lnTo>
                    <a:pt x="87427" y="314131"/>
                  </a:lnTo>
                  <a:lnTo>
                    <a:pt x="92116" y="316578"/>
                  </a:lnTo>
                  <a:lnTo>
                    <a:pt x="96880" y="318875"/>
                  </a:lnTo>
                  <a:lnTo>
                    <a:pt x="101714" y="321020"/>
                  </a:lnTo>
                  <a:lnTo>
                    <a:pt x="106613" y="323011"/>
                  </a:lnTo>
                  <a:lnTo>
                    <a:pt x="111573" y="324846"/>
                  </a:lnTo>
                  <a:lnTo>
                    <a:pt x="116588" y="326523"/>
                  </a:lnTo>
                  <a:lnTo>
                    <a:pt x="121655" y="328041"/>
                  </a:lnTo>
                  <a:lnTo>
                    <a:pt x="126766" y="329398"/>
                  </a:lnTo>
                  <a:lnTo>
                    <a:pt x="131918" y="330592"/>
                  </a:lnTo>
                  <a:lnTo>
                    <a:pt x="137105" y="331623"/>
                  </a:lnTo>
                  <a:lnTo>
                    <a:pt x="142322" y="332489"/>
                  </a:lnTo>
                  <a:lnTo>
                    <a:pt x="147564" y="333190"/>
                  </a:lnTo>
                  <a:lnTo>
                    <a:pt x="152826" y="333725"/>
                  </a:lnTo>
                  <a:lnTo>
                    <a:pt x="158101" y="334092"/>
                  </a:lnTo>
                  <a:lnTo>
                    <a:pt x="163386" y="334293"/>
                  </a:lnTo>
                  <a:lnTo>
                    <a:pt x="168675" y="334327"/>
                  </a:lnTo>
                  <a:lnTo>
                    <a:pt x="173961" y="334193"/>
                  </a:lnTo>
                  <a:lnTo>
                    <a:pt x="179241" y="333892"/>
                  </a:lnTo>
                  <a:lnTo>
                    <a:pt x="184509" y="333425"/>
                  </a:lnTo>
                  <a:lnTo>
                    <a:pt x="189760" y="332790"/>
                  </a:lnTo>
                  <a:lnTo>
                    <a:pt x="194987" y="331990"/>
                  </a:lnTo>
                  <a:lnTo>
                    <a:pt x="200187" y="331026"/>
                  </a:lnTo>
                  <a:lnTo>
                    <a:pt x="205354" y="329897"/>
                  </a:lnTo>
                  <a:lnTo>
                    <a:pt x="210482" y="328605"/>
                  </a:lnTo>
                  <a:lnTo>
                    <a:pt x="215567" y="327152"/>
                  </a:lnTo>
                  <a:lnTo>
                    <a:pt x="220604" y="325538"/>
                  </a:lnTo>
                  <a:lnTo>
                    <a:pt x="225586" y="323766"/>
                  </a:lnTo>
                  <a:lnTo>
                    <a:pt x="230511" y="321837"/>
                  </a:lnTo>
                  <a:lnTo>
                    <a:pt x="235372" y="319754"/>
                  </a:lnTo>
                  <a:lnTo>
                    <a:pt x="240164" y="317518"/>
                  </a:lnTo>
                  <a:lnTo>
                    <a:pt x="244884" y="315131"/>
                  </a:lnTo>
                  <a:lnTo>
                    <a:pt x="249525" y="312596"/>
                  </a:lnTo>
                  <a:lnTo>
                    <a:pt x="254084" y="309916"/>
                  </a:lnTo>
                  <a:lnTo>
                    <a:pt x="258556" y="307093"/>
                  </a:lnTo>
                  <a:lnTo>
                    <a:pt x="262936" y="304129"/>
                  </a:lnTo>
                  <a:lnTo>
                    <a:pt x="267221" y="301029"/>
                  </a:lnTo>
                  <a:lnTo>
                    <a:pt x="271405" y="297795"/>
                  </a:lnTo>
                  <a:lnTo>
                    <a:pt x="275485" y="294430"/>
                  </a:lnTo>
                  <a:lnTo>
                    <a:pt x="279456" y="290937"/>
                  </a:lnTo>
                  <a:lnTo>
                    <a:pt x="283315" y="287321"/>
                  </a:lnTo>
                  <a:lnTo>
                    <a:pt x="287058" y="283584"/>
                  </a:lnTo>
                  <a:lnTo>
                    <a:pt x="290680" y="279731"/>
                  </a:lnTo>
                  <a:lnTo>
                    <a:pt x="294179" y="275766"/>
                  </a:lnTo>
                  <a:lnTo>
                    <a:pt x="297551" y="271691"/>
                  </a:lnTo>
                  <a:lnTo>
                    <a:pt x="300792" y="267512"/>
                  </a:lnTo>
                  <a:lnTo>
                    <a:pt x="303899" y="263233"/>
                  </a:lnTo>
                  <a:lnTo>
                    <a:pt x="306870" y="258857"/>
                  </a:lnTo>
                  <a:lnTo>
                    <a:pt x="309700" y="254390"/>
                  </a:lnTo>
                  <a:lnTo>
                    <a:pt x="312388" y="249835"/>
                  </a:lnTo>
                  <a:lnTo>
                    <a:pt x="314930" y="245198"/>
                  </a:lnTo>
                  <a:lnTo>
                    <a:pt x="317324" y="240482"/>
                  </a:lnTo>
                  <a:lnTo>
                    <a:pt x="319568" y="235693"/>
                  </a:lnTo>
                  <a:lnTo>
                    <a:pt x="321660" y="230836"/>
                  </a:lnTo>
                  <a:lnTo>
                    <a:pt x="323596" y="225915"/>
                  </a:lnTo>
                  <a:lnTo>
                    <a:pt x="325376" y="220935"/>
                  </a:lnTo>
                  <a:lnTo>
                    <a:pt x="326998" y="215901"/>
                  </a:lnTo>
                  <a:lnTo>
                    <a:pt x="328459" y="210818"/>
                  </a:lnTo>
                  <a:lnTo>
                    <a:pt x="329759" y="205692"/>
                  </a:lnTo>
                  <a:lnTo>
                    <a:pt x="330897" y="200527"/>
                  </a:lnTo>
                  <a:lnTo>
                    <a:pt x="331870" y="195329"/>
                  </a:lnTo>
                  <a:lnTo>
                    <a:pt x="332678" y="190102"/>
                  </a:lnTo>
                  <a:lnTo>
                    <a:pt x="333321" y="184853"/>
                  </a:lnTo>
                  <a:lnTo>
                    <a:pt x="333797" y="179586"/>
                  </a:lnTo>
                  <a:lnTo>
                    <a:pt x="334107" y="174306"/>
                  </a:lnTo>
                  <a:lnTo>
                    <a:pt x="334249" y="169020"/>
                  </a:lnTo>
                  <a:lnTo>
                    <a:pt x="334224" y="163731"/>
                  </a:lnTo>
                  <a:lnTo>
                    <a:pt x="334031" y="158446"/>
                  </a:lnTo>
                  <a:lnTo>
                    <a:pt x="333672" y="153170"/>
                  </a:lnTo>
                  <a:lnTo>
                    <a:pt x="333146" y="147908"/>
                  </a:lnTo>
                  <a:lnTo>
                    <a:pt x="332454" y="142665"/>
                  </a:lnTo>
                  <a:lnTo>
                    <a:pt x="331596" y="137446"/>
                  </a:lnTo>
                  <a:lnTo>
                    <a:pt x="330573" y="132257"/>
                  </a:lnTo>
                  <a:lnTo>
                    <a:pt x="329387" y="127103"/>
                  </a:lnTo>
                  <a:lnTo>
                    <a:pt x="328039" y="121990"/>
                  </a:lnTo>
                  <a:lnTo>
                    <a:pt x="326529" y="116921"/>
                  </a:lnTo>
                  <a:lnTo>
                    <a:pt x="324860" y="111903"/>
                  </a:lnTo>
                  <a:lnTo>
                    <a:pt x="323033" y="106940"/>
                  </a:lnTo>
                  <a:lnTo>
                    <a:pt x="321050" y="102037"/>
                  </a:lnTo>
                  <a:lnTo>
                    <a:pt x="318912" y="97200"/>
                  </a:lnTo>
                  <a:lnTo>
                    <a:pt x="316623" y="92432"/>
                  </a:lnTo>
                  <a:lnTo>
                    <a:pt x="314184" y="87740"/>
                  </a:lnTo>
                  <a:lnTo>
                    <a:pt x="311598" y="83127"/>
                  </a:lnTo>
                  <a:lnTo>
                    <a:pt x="308868" y="78598"/>
                  </a:lnTo>
                  <a:lnTo>
                    <a:pt x="305995" y="74157"/>
                  </a:lnTo>
                  <a:lnTo>
                    <a:pt x="302983" y="69810"/>
                  </a:lnTo>
                  <a:lnTo>
                    <a:pt x="299836" y="65560"/>
                  </a:lnTo>
                  <a:lnTo>
                    <a:pt x="296555" y="61412"/>
                  </a:lnTo>
                  <a:lnTo>
                    <a:pt x="293145" y="57370"/>
                  </a:lnTo>
                  <a:lnTo>
                    <a:pt x="289609" y="53437"/>
                  </a:lnTo>
                  <a:lnTo>
                    <a:pt x="285950" y="49619"/>
                  </a:lnTo>
                  <a:lnTo>
                    <a:pt x="282172" y="45918"/>
                  </a:lnTo>
                  <a:lnTo>
                    <a:pt x="278279" y="42338"/>
                  </a:lnTo>
                  <a:lnTo>
                    <a:pt x="274275" y="38883"/>
                  </a:lnTo>
                  <a:lnTo>
                    <a:pt x="270164" y="35557"/>
                  </a:lnTo>
                  <a:lnTo>
                    <a:pt x="265949" y="32363"/>
                  </a:lnTo>
                  <a:lnTo>
                    <a:pt x="261635" y="29303"/>
                  </a:lnTo>
                  <a:lnTo>
                    <a:pt x="257227" y="26381"/>
                  </a:lnTo>
                  <a:lnTo>
                    <a:pt x="252728" y="23601"/>
                  </a:lnTo>
                  <a:lnTo>
                    <a:pt x="248144" y="20964"/>
                  </a:lnTo>
                  <a:lnTo>
                    <a:pt x="243479" y="18473"/>
                  </a:lnTo>
                  <a:lnTo>
                    <a:pt x="238737" y="16131"/>
                  </a:lnTo>
                  <a:lnTo>
                    <a:pt x="233924" y="13940"/>
                  </a:lnTo>
                  <a:lnTo>
                    <a:pt x="229043" y="11903"/>
                  </a:lnTo>
                  <a:lnTo>
                    <a:pt x="224101" y="10021"/>
                  </a:lnTo>
                  <a:lnTo>
                    <a:pt x="219102" y="8296"/>
                  </a:lnTo>
                  <a:lnTo>
                    <a:pt x="214050" y="6730"/>
                  </a:lnTo>
                  <a:lnTo>
                    <a:pt x="208952" y="5325"/>
                  </a:lnTo>
                  <a:lnTo>
                    <a:pt x="203811" y="4082"/>
                  </a:lnTo>
                  <a:lnTo>
                    <a:pt x="198634" y="3002"/>
                  </a:lnTo>
                  <a:lnTo>
                    <a:pt x="193425" y="2087"/>
                  </a:lnTo>
                  <a:lnTo>
                    <a:pt x="188190" y="1336"/>
                  </a:lnTo>
                  <a:lnTo>
                    <a:pt x="182934" y="752"/>
                  </a:lnTo>
                  <a:lnTo>
                    <a:pt x="177662" y="334"/>
                  </a:lnTo>
                  <a:lnTo>
                    <a:pt x="172380" y="83"/>
                  </a:lnTo>
                  <a:lnTo>
                    <a:pt x="167092" y="0"/>
                  </a:lnTo>
                  <a:lnTo>
                    <a:pt x="16709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293393" y="4605529"/>
              <a:ext cx="326392" cy="334332"/>
            </a:xfrm>
            <a:custGeom>
              <a:avLst/>
              <a:pathLst>
                <a:path w="326392" h="334332">
                  <a:moveTo>
                    <a:pt x="167153" y="0"/>
                  </a:moveTo>
                  <a:lnTo>
                    <a:pt x="161858" y="83"/>
                  </a:lnTo>
                  <a:lnTo>
                    <a:pt x="156569" y="335"/>
                  </a:lnTo>
                  <a:lnTo>
                    <a:pt x="151290" y="754"/>
                  </a:lnTo>
                  <a:lnTo>
                    <a:pt x="146027" y="1340"/>
                  </a:lnTo>
                  <a:lnTo>
                    <a:pt x="140786" y="2092"/>
                  </a:lnTo>
                  <a:lnTo>
                    <a:pt x="135571" y="3010"/>
                  </a:lnTo>
                  <a:lnTo>
                    <a:pt x="130387" y="4092"/>
                  </a:lnTo>
                  <a:lnTo>
                    <a:pt x="125241" y="5339"/>
                  </a:lnTo>
                  <a:lnTo>
                    <a:pt x="120137" y="6747"/>
                  </a:lnTo>
                  <a:lnTo>
                    <a:pt x="115079" y="8317"/>
                  </a:lnTo>
                  <a:lnTo>
                    <a:pt x="110074" y="10046"/>
                  </a:lnTo>
                  <a:lnTo>
                    <a:pt x="105127" y="11933"/>
                  </a:lnTo>
                  <a:lnTo>
                    <a:pt x="100241" y="13975"/>
                  </a:lnTo>
                  <a:lnTo>
                    <a:pt x="95423" y="16171"/>
                  </a:lnTo>
                  <a:lnTo>
                    <a:pt x="90676" y="18519"/>
                  </a:lnTo>
                  <a:lnTo>
                    <a:pt x="86007" y="21015"/>
                  </a:lnTo>
                  <a:lnTo>
                    <a:pt x="81418" y="23659"/>
                  </a:lnTo>
                  <a:lnTo>
                    <a:pt x="76916" y="26446"/>
                  </a:lnTo>
                  <a:lnTo>
                    <a:pt x="72504" y="29375"/>
                  </a:lnTo>
                  <a:lnTo>
                    <a:pt x="68188" y="32442"/>
                  </a:lnTo>
                  <a:lnTo>
                    <a:pt x="63970" y="35644"/>
                  </a:lnTo>
                  <a:lnTo>
                    <a:pt x="59856" y="38978"/>
                  </a:lnTo>
                  <a:lnTo>
                    <a:pt x="55850" y="42440"/>
                  </a:lnTo>
                  <a:lnTo>
                    <a:pt x="51956" y="46028"/>
                  </a:lnTo>
                  <a:lnTo>
                    <a:pt x="48177" y="49737"/>
                  </a:lnTo>
                  <a:lnTo>
                    <a:pt x="44517" y="53565"/>
                  </a:lnTo>
                  <a:lnTo>
                    <a:pt x="40981" y="57506"/>
                  </a:lnTo>
                  <a:lnTo>
                    <a:pt x="37571" y="61557"/>
                  </a:lnTo>
                  <a:lnTo>
                    <a:pt x="34291" y="65714"/>
                  </a:lnTo>
                  <a:lnTo>
                    <a:pt x="31144" y="69973"/>
                  </a:lnTo>
                  <a:lnTo>
                    <a:pt x="28134" y="74329"/>
                  </a:lnTo>
                  <a:lnTo>
                    <a:pt x="25264" y="78779"/>
                  </a:lnTo>
                  <a:lnTo>
                    <a:pt x="22535" y="83317"/>
                  </a:lnTo>
                  <a:lnTo>
                    <a:pt x="19952" y="87940"/>
                  </a:lnTo>
                  <a:lnTo>
                    <a:pt x="17517" y="92642"/>
                  </a:lnTo>
                  <a:lnTo>
                    <a:pt x="15231" y="97418"/>
                  </a:lnTo>
                  <a:lnTo>
                    <a:pt x="13098" y="102265"/>
                  </a:lnTo>
                  <a:lnTo>
                    <a:pt x="11120" y="107177"/>
                  </a:lnTo>
                  <a:lnTo>
                    <a:pt x="9298" y="112149"/>
                  </a:lnTo>
                  <a:lnTo>
                    <a:pt x="7635" y="117176"/>
                  </a:lnTo>
                  <a:lnTo>
                    <a:pt x="6132" y="122253"/>
                  </a:lnTo>
                  <a:lnTo>
                    <a:pt x="4790" y="127376"/>
                  </a:lnTo>
                  <a:lnTo>
                    <a:pt x="3611" y="132538"/>
                  </a:lnTo>
                  <a:lnTo>
                    <a:pt x="2596" y="137735"/>
                  </a:lnTo>
                  <a:lnTo>
                    <a:pt x="1747" y="142962"/>
                  </a:lnTo>
                  <a:lnTo>
                    <a:pt x="1063" y="148213"/>
                  </a:lnTo>
                  <a:lnTo>
                    <a:pt x="546" y="153483"/>
                  </a:lnTo>
                  <a:lnTo>
                    <a:pt x="196" y="158766"/>
                  </a:lnTo>
                  <a:lnTo>
                    <a:pt x="14" y="164059"/>
                  </a:lnTo>
                  <a:lnTo>
                    <a:pt x="0" y="169354"/>
                  </a:lnTo>
                  <a:lnTo>
                    <a:pt x="153" y="174647"/>
                  </a:lnTo>
                  <a:lnTo>
                    <a:pt x="473" y="179932"/>
                  </a:lnTo>
                  <a:lnTo>
                    <a:pt x="961" y="185205"/>
                  </a:lnTo>
                  <a:lnTo>
                    <a:pt x="1616" y="190460"/>
                  </a:lnTo>
                  <a:lnTo>
                    <a:pt x="2437" y="195691"/>
                  </a:lnTo>
                  <a:lnTo>
                    <a:pt x="3423" y="200893"/>
                  </a:lnTo>
                  <a:lnTo>
                    <a:pt x="4573" y="206062"/>
                  </a:lnTo>
                  <a:lnTo>
                    <a:pt x="5887" y="211192"/>
                  </a:lnTo>
                  <a:lnTo>
                    <a:pt x="7362" y="216278"/>
                  </a:lnTo>
                  <a:lnTo>
                    <a:pt x="8997" y="221314"/>
                  </a:lnTo>
                  <a:lnTo>
                    <a:pt x="10792" y="226296"/>
                  </a:lnTo>
                  <a:lnTo>
                    <a:pt x="12743" y="231218"/>
                  </a:lnTo>
                  <a:lnTo>
                    <a:pt x="14849" y="236077"/>
                  </a:lnTo>
                  <a:lnTo>
                    <a:pt x="17108" y="240866"/>
                  </a:lnTo>
                  <a:lnTo>
                    <a:pt x="19518" y="245581"/>
                  </a:lnTo>
                  <a:lnTo>
                    <a:pt x="22075" y="250218"/>
                  </a:lnTo>
                  <a:lnTo>
                    <a:pt x="24778" y="254771"/>
                  </a:lnTo>
                  <a:lnTo>
                    <a:pt x="27624" y="259237"/>
                  </a:lnTo>
                  <a:lnTo>
                    <a:pt x="30610" y="263610"/>
                  </a:lnTo>
                  <a:lnTo>
                    <a:pt x="33734" y="267886"/>
                  </a:lnTo>
                  <a:lnTo>
                    <a:pt x="36990" y="272061"/>
                  </a:lnTo>
                  <a:lnTo>
                    <a:pt x="40378" y="276131"/>
                  </a:lnTo>
                  <a:lnTo>
                    <a:pt x="43893" y="280091"/>
                  </a:lnTo>
                  <a:lnTo>
                    <a:pt x="47531" y="283939"/>
                  </a:lnTo>
                  <a:lnTo>
                    <a:pt x="51290" y="287669"/>
                  </a:lnTo>
                  <a:lnTo>
                    <a:pt x="55164" y="291278"/>
                  </a:lnTo>
                  <a:lnTo>
                    <a:pt x="59151" y="294763"/>
                  </a:lnTo>
                  <a:lnTo>
                    <a:pt x="63247" y="298119"/>
                  </a:lnTo>
                  <a:lnTo>
                    <a:pt x="67446" y="301345"/>
                  </a:lnTo>
                  <a:lnTo>
                    <a:pt x="71746" y="304435"/>
                  </a:lnTo>
                  <a:lnTo>
                    <a:pt x="76142" y="307388"/>
                  </a:lnTo>
                  <a:lnTo>
                    <a:pt x="80628" y="310200"/>
                  </a:lnTo>
                  <a:lnTo>
                    <a:pt x="85202" y="312869"/>
                  </a:lnTo>
                  <a:lnTo>
                    <a:pt x="89858" y="315391"/>
                  </a:lnTo>
                  <a:lnTo>
                    <a:pt x="94591" y="317765"/>
                  </a:lnTo>
                  <a:lnTo>
                    <a:pt x="99397" y="319988"/>
                  </a:lnTo>
                  <a:lnTo>
                    <a:pt x="104272" y="322057"/>
                  </a:lnTo>
                  <a:lnTo>
                    <a:pt x="109209" y="323971"/>
                  </a:lnTo>
                  <a:lnTo>
                    <a:pt x="114204" y="325727"/>
                  </a:lnTo>
                  <a:lnTo>
                    <a:pt x="119253" y="327325"/>
                  </a:lnTo>
                  <a:lnTo>
                    <a:pt x="124349" y="328762"/>
                  </a:lnTo>
                  <a:lnTo>
                    <a:pt x="129489" y="330036"/>
                  </a:lnTo>
                  <a:lnTo>
                    <a:pt x="134666" y="331147"/>
                  </a:lnTo>
                  <a:lnTo>
                    <a:pt x="139876" y="332094"/>
                  </a:lnTo>
                  <a:lnTo>
                    <a:pt x="145113" y="332875"/>
                  </a:lnTo>
                  <a:lnTo>
                    <a:pt x="150373" y="333490"/>
                  </a:lnTo>
                  <a:lnTo>
                    <a:pt x="155649" y="333938"/>
                  </a:lnTo>
                  <a:lnTo>
                    <a:pt x="160937" y="334219"/>
                  </a:lnTo>
                  <a:lnTo>
                    <a:pt x="166231" y="334332"/>
                  </a:lnTo>
                  <a:lnTo>
                    <a:pt x="171526" y="334277"/>
                  </a:lnTo>
                  <a:lnTo>
                    <a:pt x="176817" y="334055"/>
                  </a:lnTo>
                  <a:lnTo>
                    <a:pt x="182097" y="333665"/>
                  </a:lnTo>
                  <a:lnTo>
                    <a:pt x="187363" y="333108"/>
                  </a:lnTo>
                  <a:lnTo>
                    <a:pt x="192609" y="332385"/>
                  </a:lnTo>
                  <a:lnTo>
                    <a:pt x="197829" y="331496"/>
                  </a:lnTo>
                  <a:lnTo>
                    <a:pt x="203018" y="330442"/>
                  </a:lnTo>
                  <a:lnTo>
                    <a:pt x="208171" y="329224"/>
                  </a:lnTo>
                  <a:lnTo>
                    <a:pt x="213284" y="327843"/>
                  </a:lnTo>
                  <a:lnTo>
                    <a:pt x="218349" y="326302"/>
                  </a:lnTo>
                  <a:lnTo>
                    <a:pt x="223364" y="324600"/>
                  </a:lnTo>
                  <a:lnTo>
                    <a:pt x="228322" y="322741"/>
                  </a:lnTo>
                  <a:lnTo>
                    <a:pt x="233219" y="320726"/>
                  </a:lnTo>
                  <a:lnTo>
                    <a:pt x="238049" y="318556"/>
                  </a:lnTo>
                  <a:lnTo>
                    <a:pt x="242808" y="316235"/>
                  </a:lnTo>
                  <a:lnTo>
                    <a:pt x="247492" y="313764"/>
                  </a:lnTo>
                  <a:lnTo>
                    <a:pt x="252094" y="311146"/>
                  </a:lnTo>
                  <a:lnTo>
                    <a:pt x="256612" y="308383"/>
                  </a:lnTo>
                  <a:lnTo>
                    <a:pt x="261040" y="305479"/>
                  </a:lnTo>
                  <a:lnTo>
                    <a:pt x="265373" y="302436"/>
                  </a:lnTo>
                  <a:lnTo>
                    <a:pt x="269608" y="299257"/>
                  </a:lnTo>
                  <a:lnTo>
                    <a:pt x="273740" y="295946"/>
                  </a:lnTo>
                  <a:lnTo>
                    <a:pt x="277766" y="292505"/>
                  </a:lnTo>
                  <a:lnTo>
                    <a:pt x="281680" y="288939"/>
                  </a:lnTo>
                  <a:lnTo>
                    <a:pt x="285479" y="285251"/>
                  </a:lnTo>
                  <a:lnTo>
                    <a:pt x="289160" y="281444"/>
                  </a:lnTo>
                  <a:lnTo>
                    <a:pt x="292718" y="277522"/>
                  </a:lnTo>
                  <a:lnTo>
                    <a:pt x="296150" y="273490"/>
                  </a:lnTo>
                  <a:lnTo>
                    <a:pt x="299453" y="269351"/>
                  </a:lnTo>
                  <a:lnTo>
                    <a:pt x="302623" y="265109"/>
                  </a:lnTo>
                  <a:lnTo>
                    <a:pt x="305657" y="260770"/>
                  </a:lnTo>
                  <a:lnTo>
                    <a:pt x="308552" y="256336"/>
                  </a:lnTo>
                  <a:lnTo>
                    <a:pt x="311306" y="251813"/>
                  </a:lnTo>
                  <a:lnTo>
                    <a:pt x="313914" y="247205"/>
                  </a:lnTo>
                  <a:lnTo>
                    <a:pt x="316375" y="242516"/>
                  </a:lnTo>
                  <a:lnTo>
                    <a:pt x="318687" y="237752"/>
                  </a:lnTo>
                  <a:lnTo>
                    <a:pt x="320847" y="232917"/>
                  </a:lnTo>
                  <a:lnTo>
                    <a:pt x="322852" y="228016"/>
                  </a:lnTo>
                  <a:lnTo>
                    <a:pt x="324701" y="223055"/>
                  </a:lnTo>
                  <a:lnTo>
                    <a:pt x="326392" y="218037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460546" y="4772696"/>
              <a:ext cx="159239" cy="50869"/>
            </a:xfrm>
            <a:custGeom>
              <a:avLst/>
              <a:pathLst>
                <a:path w="159239" h="50869">
                  <a:moveTo>
                    <a:pt x="159239" y="508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460546" y="4772696"/>
              <a:ext cx="159239" cy="50869"/>
            </a:xfrm>
            <a:custGeom>
              <a:avLst/>
              <a:pathLst>
                <a:path w="159239" h="50869">
                  <a:moveTo>
                    <a:pt x="159239" y="508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460546" y="4678456"/>
              <a:ext cx="167163" cy="145109"/>
            </a:xfrm>
            <a:custGeom>
              <a:avLst/>
              <a:pathLst>
                <a:path w="167163" h="145109">
                  <a:moveTo>
                    <a:pt x="159239" y="145109"/>
                  </a:moveTo>
                  <a:lnTo>
                    <a:pt x="160860" y="139725"/>
                  </a:lnTo>
                  <a:lnTo>
                    <a:pt x="162298" y="134290"/>
                  </a:lnTo>
                  <a:lnTo>
                    <a:pt x="163553" y="128810"/>
                  </a:lnTo>
                  <a:lnTo>
                    <a:pt x="164623" y="123290"/>
                  </a:lnTo>
                  <a:lnTo>
                    <a:pt x="165507" y="117738"/>
                  </a:lnTo>
                  <a:lnTo>
                    <a:pt x="166204" y="112159"/>
                  </a:lnTo>
                  <a:lnTo>
                    <a:pt x="166712" y="106560"/>
                  </a:lnTo>
                  <a:lnTo>
                    <a:pt x="167032" y="100947"/>
                  </a:lnTo>
                  <a:lnTo>
                    <a:pt x="167163" y="95326"/>
                  </a:lnTo>
                  <a:lnTo>
                    <a:pt x="167105" y="89704"/>
                  </a:lnTo>
                  <a:lnTo>
                    <a:pt x="166858" y="84087"/>
                  </a:lnTo>
                  <a:lnTo>
                    <a:pt x="166423" y="78482"/>
                  </a:lnTo>
                  <a:lnTo>
                    <a:pt x="165799" y="72894"/>
                  </a:lnTo>
                  <a:lnTo>
                    <a:pt x="164987" y="67331"/>
                  </a:lnTo>
                  <a:lnTo>
                    <a:pt x="163989" y="61798"/>
                  </a:lnTo>
                  <a:lnTo>
                    <a:pt x="162805" y="56302"/>
                  </a:lnTo>
                  <a:lnTo>
                    <a:pt x="161437" y="50848"/>
                  </a:lnTo>
                  <a:lnTo>
                    <a:pt x="159887" y="45444"/>
                  </a:lnTo>
                  <a:lnTo>
                    <a:pt x="158156" y="40095"/>
                  </a:lnTo>
                  <a:lnTo>
                    <a:pt x="156245" y="34807"/>
                  </a:lnTo>
                  <a:lnTo>
                    <a:pt x="154158" y="29587"/>
                  </a:lnTo>
                  <a:lnTo>
                    <a:pt x="151897" y="24439"/>
                  </a:lnTo>
                  <a:lnTo>
                    <a:pt x="149464" y="19371"/>
                  </a:lnTo>
                  <a:lnTo>
                    <a:pt x="146862" y="14387"/>
                  </a:lnTo>
                  <a:lnTo>
                    <a:pt x="144093" y="9493"/>
                  </a:lnTo>
                  <a:lnTo>
                    <a:pt x="141162" y="4696"/>
                  </a:lnTo>
                  <a:lnTo>
                    <a:pt x="138071" y="0"/>
                  </a:lnTo>
                  <a:lnTo>
                    <a:pt x="0" y="942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460546" y="4605529"/>
              <a:ext cx="138071" cy="167167"/>
            </a:xfrm>
            <a:custGeom>
              <a:avLst/>
              <a:pathLst>
                <a:path w="138071" h="167167">
                  <a:moveTo>
                    <a:pt x="138071" y="72927"/>
                  </a:moveTo>
                  <a:lnTo>
                    <a:pt x="134836" y="68353"/>
                  </a:lnTo>
                  <a:lnTo>
                    <a:pt x="131449" y="63891"/>
                  </a:lnTo>
                  <a:lnTo>
                    <a:pt x="127915" y="59545"/>
                  </a:lnTo>
                  <a:lnTo>
                    <a:pt x="124237" y="55319"/>
                  </a:lnTo>
                  <a:lnTo>
                    <a:pt x="120420" y="51219"/>
                  </a:lnTo>
                  <a:lnTo>
                    <a:pt x="116467" y="47249"/>
                  </a:lnTo>
                  <a:lnTo>
                    <a:pt x="112383" y="43414"/>
                  </a:lnTo>
                  <a:lnTo>
                    <a:pt x="108174" y="39718"/>
                  </a:lnTo>
                  <a:lnTo>
                    <a:pt x="103843" y="36165"/>
                  </a:lnTo>
                  <a:lnTo>
                    <a:pt x="99395" y="32759"/>
                  </a:lnTo>
                  <a:lnTo>
                    <a:pt x="94835" y="29504"/>
                  </a:lnTo>
                  <a:lnTo>
                    <a:pt x="90170" y="26404"/>
                  </a:lnTo>
                  <a:lnTo>
                    <a:pt x="85402" y="23461"/>
                  </a:lnTo>
                  <a:lnTo>
                    <a:pt x="80539" y="20680"/>
                  </a:lnTo>
                  <a:lnTo>
                    <a:pt x="75586" y="18064"/>
                  </a:lnTo>
                  <a:lnTo>
                    <a:pt x="70547" y="15615"/>
                  </a:lnTo>
                  <a:lnTo>
                    <a:pt x="65430" y="13336"/>
                  </a:lnTo>
                  <a:lnTo>
                    <a:pt x="60239" y="11230"/>
                  </a:lnTo>
                  <a:lnTo>
                    <a:pt x="54980" y="9300"/>
                  </a:lnTo>
                  <a:lnTo>
                    <a:pt x="49659" y="7546"/>
                  </a:lnTo>
                  <a:lnTo>
                    <a:pt x="44283" y="5972"/>
                  </a:lnTo>
                  <a:lnTo>
                    <a:pt x="38857" y="4578"/>
                  </a:lnTo>
                  <a:lnTo>
                    <a:pt x="33387" y="3368"/>
                  </a:lnTo>
                  <a:lnTo>
                    <a:pt x="27880" y="2341"/>
                  </a:lnTo>
                  <a:lnTo>
                    <a:pt x="22342" y="1499"/>
                  </a:lnTo>
                  <a:lnTo>
                    <a:pt x="16778" y="844"/>
                  </a:lnTo>
                  <a:lnTo>
                    <a:pt x="11196" y="375"/>
                  </a:lnTo>
                  <a:lnTo>
                    <a:pt x="5601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578745" y="4172415"/>
              <a:ext cx="319145" cy="334334"/>
            </a:xfrm>
            <a:custGeom>
              <a:avLst/>
              <a:pathLst>
                <a:path w="319145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7" y="336"/>
                  </a:lnTo>
                  <a:lnTo>
                    <a:pt x="151260" y="756"/>
                  </a:lnTo>
                  <a:lnTo>
                    <a:pt x="145989" y="1344"/>
                  </a:lnTo>
                  <a:lnTo>
                    <a:pt x="140740" y="2098"/>
                  </a:lnTo>
                  <a:lnTo>
                    <a:pt x="135517" y="3019"/>
                  </a:lnTo>
                  <a:lnTo>
                    <a:pt x="130326" y="4105"/>
                  </a:lnTo>
                  <a:lnTo>
                    <a:pt x="125172" y="5355"/>
                  </a:lnTo>
                  <a:lnTo>
                    <a:pt x="120060" y="6768"/>
                  </a:lnTo>
                  <a:lnTo>
                    <a:pt x="114996" y="8343"/>
                  </a:lnTo>
                  <a:lnTo>
                    <a:pt x="109984" y="10077"/>
                  </a:lnTo>
                  <a:lnTo>
                    <a:pt x="105029" y="11969"/>
                  </a:lnTo>
                  <a:lnTo>
                    <a:pt x="100138" y="14018"/>
                  </a:lnTo>
                  <a:lnTo>
                    <a:pt x="95313" y="16220"/>
                  </a:lnTo>
                  <a:lnTo>
                    <a:pt x="90561" y="18575"/>
                  </a:lnTo>
                  <a:lnTo>
                    <a:pt x="85886" y="21079"/>
                  </a:lnTo>
                  <a:lnTo>
                    <a:pt x="81293" y="23730"/>
                  </a:lnTo>
                  <a:lnTo>
                    <a:pt x="76786" y="26526"/>
                  </a:lnTo>
                  <a:lnTo>
                    <a:pt x="72370" y="29463"/>
                  </a:lnTo>
                  <a:lnTo>
                    <a:pt x="68050" y="32539"/>
                  </a:lnTo>
                  <a:lnTo>
                    <a:pt x="63829" y="35750"/>
                  </a:lnTo>
                  <a:lnTo>
                    <a:pt x="59712" y="39093"/>
                  </a:lnTo>
                  <a:lnTo>
                    <a:pt x="55704" y="42566"/>
                  </a:lnTo>
                  <a:lnTo>
                    <a:pt x="51807" y="46164"/>
                  </a:lnTo>
                  <a:lnTo>
                    <a:pt x="48027" y="49883"/>
                  </a:lnTo>
                  <a:lnTo>
                    <a:pt x="44367" y="53721"/>
                  </a:lnTo>
                  <a:lnTo>
                    <a:pt x="40830" y="57673"/>
                  </a:lnTo>
                  <a:lnTo>
                    <a:pt x="37420" y="61735"/>
                  </a:lnTo>
                  <a:lnTo>
                    <a:pt x="34141" y="65903"/>
                  </a:lnTo>
                  <a:lnTo>
                    <a:pt x="30996" y="70173"/>
                  </a:lnTo>
                  <a:lnTo>
                    <a:pt x="27987" y="74541"/>
                  </a:lnTo>
                  <a:lnTo>
                    <a:pt x="25119" y="79002"/>
                  </a:lnTo>
                  <a:lnTo>
                    <a:pt x="22394" y="83551"/>
                  </a:lnTo>
                  <a:lnTo>
                    <a:pt x="19814" y="88185"/>
                  </a:lnTo>
                  <a:lnTo>
                    <a:pt x="17383" y="92898"/>
                  </a:lnTo>
                  <a:lnTo>
                    <a:pt x="15103" y="97687"/>
                  </a:lnTo>
                  <a:lnTo>
                    <a:pt x="12975" y="102545"/>
                  </a:lnTo>
                  <a:lnTo>
                    <a:pt x="11003" y="107468"/>
                  </a:lnTo>
                  <a:lnTo>
                    <a:pt x="9188" y="112451"/>
                  </a:lnTo>
                  <a:lnTo>
                    <a:pt x="7531" y="117489"/>
                  </a:lnTo>
                  <a:lnTo>
                    <a:pt x="6036" y="122577"/>
                  </a:lnTo>
                  <a:lnTo>
                    <a:pt x="4703" y="127710"/>
                  </a:lnTo>
                  <a:lnTo>
                    <a:pt x="3533" y="132883"/>
                  </a:lnTo>
                  <a:lnTo>
                    <a:pt x="2528" y="138090"/>
                  </a:lnTo>
                  <a:lnTo>
                    <a:pt x="1688" y="143327"/>
                  </a:lnTo>
                  <a:lnTo>
                    <a:pt x="1015" y="148587"/>
                  </a:lnTo>
                  <a:lnTo>
                    <a:pt x="509" y="153867"/>
                  </a:lnTo>
                  <a:lnTo>
                    <a:pt x="171" y="159159"/>
                  </a:lnTo>
                  <a:lnTo>
                    <a:pt x="1" y="164460"/>
                  </a:lnTo>
                  <a:lnTo>
                    <a:pt x="0" y="169763"/>
                  </a:lnTo>
                  <a:lnTo>
                    <a:pt x="166" y="175064"/>
                  </a:lnTo>
                  <a:lnTo>
                    <a:pt x="501" y="180357"/>
                  </a:lnTo>
                  <a:lnTo>
                    <a:pt x="1003" y="185637"/>
                  </a:lnTo>
                  <a:lnTo>
                    <a:pt x="1672" y="190898"/>
                  </a:lnTo>
                  <a:lnTo>
                    <a:pt x="2508" y="196135"/>
                  </a:lnTo>
                  <a:lnTo>
                    <a:pt x="3510" y="201343"/>
                  </a:lnTo>
                  <a:lnTo>
                    <a:pt x="4677" y="206516"/>
                  </a:lnTo>
                  <a:lnTo>
                    <a:pt x="6007" y="211650"/>
                  </a:lnTo>
                  <a:lnTo>
                    <a:pt x="7499" y="216740"/>
                  </a:lnTo>
                  <a:lnTo>
                    <a:pt x="9152" y="221779"/>
                  </a:lnTo>
                  <a:lnTo>
                    <a:pt x="10963" y="226763"/>
                  </a:lnTo>
                  <a:lnTo>
                    <a:pt x="12932" y="231688"/>
                  </a:lnTo>
                  <a:lnTo>
                    <a:pt x="15057" y="236547"/>
                  </a:lnTo>
                  <a:lnTo>
                    <a:pt x="17334" y="241336"/>
                  </a:lnTo>
                  <a:lnTo>
                    <a:pt x="19762" y="246051"/>
                  </a:lnTo>
                  <a:lnTo>
                    <a:pt x="22339" y="250687"/>
                  </a:lnTo>
                  <a:lnTo>
                    <a:pt x="25061" y="255238"/>
                  </a:lnTo>
                  <a:lnTo>
                    <a:pt x="27926" y="259701"/>
                  </a:lnTo>
                  <a:lnTo>
                    <a:pt x="30932" y="264071"/>
                  </a:lnTo>
                  <a:lnTo>
                    <a:pt x="34074" y="268343"/>
                  </a:lnTo>
                  <a:lnTo>
                    <a:pt x="37350" y="272513"/>
                  </a:lnTo>
                  <a:lnTo>
                    <a:pt x="40757" y="276578"/>
                  </a:lnTo>
                  <a:lnTo>
                    <a:pt x="44292" y="280532"/>
                  </a:lnTo>
                  <a:lnTo>
                    <a:pt x="47950" y="284372"/>
                  </a:lnTo>
                  <a:lnTo>
                    <a:pt x="51728" y="288094"/>
                  </a:lnTo>
                  <a:lnTo>
                    <a:pt x="55622" y="291694"/>
                  </a:lnTo>
                  <a:lnTo>
                    <a:pt x="59628" y="295169"/>
                  </a:lnTo>
                  <a:lnTo>
                    <a:pt x="63742" y="298516"/>
                  </a:lnTo>
                  <a:lnTo>
                    <a:pt x="67961" y="301730"/>
                  </a:lnTo>
                  <a:lnTo>
                    <a:pt x="72279" y="304808"/>
                  </a:lnTo>
                  <a:lnTo>
                    <a:pt x="76693" y="307748"/>
                  </a:lnTo>
                  <a:lnTo>
                    <a:pt x="81198" y="310547"/>
                  </a:lnTo>
                  <a:lnTo>
                    <a:pt x="85790" y="313201"/>
                  </a:lnTo>
                  <a:lnTo>
                    <a:pt x="90463" y="315708"/>
                  </a:lnTo>
                  <a:lnTo>
                    <a:pt x="95213" y="318066"/>
                  </a:lnTo>
                  <a:lnTo>
                    <a:pt x="100036" y="320272"/>
                  </a:lnTo>
                  <a:lnTo>
                    <a:pt x="104927" y="322324"/>
                  </a:lnTo>
                  <a:lnTo>
                    <a:pt x="109880" y="324219"/>
                  </a:lnTo>
                  <a:lnTo>
                    <a:pt x="114891" y="325957"/>
                  </a:lnTo>
                  <a:lnTo>
                    <a:pt x="119954" y="327535"/>
                  </a:lnTo>
                  <a:lnTo>
                    <a:pt x="125065" y="328951"/>
                  </a:lnTo>
                  <a:lnTo>
                    <a:pt x="130218" y="330204"/>
                  </a:lnTo>
                  <a:lnTo>
                    <a:pt x="135408" y="331294"/>
                  </a:lnTo>
                  <a:lnTo>
                    <a:pt x="140631" y="332218"/>
                  </a:lnTo>
                  <a:lnTo>
                    <a:pt x="145880" y="332976"/>
                  </a:lnTo>
                  <a:lnTo>
                    <a:pt x="151150" y="333567"/>
                  </a:lnTo>
                  <a:lnTo>
                    <a:pt x="156436" y="333991"/>
                  </a:lnTo>
                  <a:lnTo>
                    <a:pt x="161734" y="334247"/>
                  </a:lnTo>
                  <a:lnTo>
                    <a:pt x="167036" y="334334"/>
                  </a:lnTo>
                  <a:lnTo>
                    <a:pt x="172339" y="334254"/>
                  </a:lnTo>
                  <a:lnTo>
                    <a:pt x="177637" y="334005"/>
                  </a:lnTo>
                  <a:lnTo>
                    <a:pt x="182924" y="333588"/>
                  </a:lnTo>
                  <a:lnTo>
                    <a:pt x="188195" y="333004"/>
                  </a:lnTo>
                  <a:lnTo>
                    <a:pt x="193445" y="332253"/>
                  </a:lnTo>
                  <a:lnTo>
                    <a:pt x="198668" y="331336"/>
                  </a:lnTo>
                  <a:lnTo>
                    <a:pt x="203860" y="330253"/>
                  </a:lnTo>
                  <a:lnTo>
                    <a:pt x="209015" y="329006"/>
                  </a:lnTo>
                  <a:lnTo>
                    <a:pt x="214128" y="327597"/>
                  </a:lnTo>
                  <a:lnTo>
                    <a:pt x="219193" y="326026"/>
                  </a:lnTo>
                  <a:lnTo>
                    <a:pt x="224206" y="324295"/>
                  </a:lnTo>
                  <a:lnTo>
                    <a:pt x="229162" y="322406"/>
                  </a:lnTo>
                  <a:lnTo>
                    <a:pt x="234055" y="320360"/>
                  </a:lnTo>
                  <a:lnTo>
                    <a:pt x="238881" y="318161"/>
                  </a:lnTo>
                  <a:lnTo>
                    <a:pt x="243634" y="315809"/>
                  </a:lnTo>
                  <a:lnTo>
                    <a:pt x="248311" y="313308"/>
                  </a:lnTo>
                  <a:lnTo>
                    <a:pt x="252906" y="310660"/>
                  </a:lnTo>
                  <a:lnTo>
                    <a:pt x="257415" y="307868"/>
                  </a:lnTo>
                  <a:lnTo>
                    <a:pt x="261832" y="304933"/>
                  </a:lnTo>
                  <a:lnTo>
                    <a:pt x="266155" y="301861"/>
                  </a:lnTo>
                  <a:lnTo>
                    <a:pt x="270378" y="298652"/>
                  </a:lnTo>
                  <a:lnTo>
                    <a:pt x="274497" y="295311"/>
                  </a:lnTo>
                  <a:lnTo>
                    <a:pt x="278507" y="291842"/>
                  </a:lnTo>
                  <a:lnTo>
                    <a:pt x="282406" y="288246"/>
                  </a:lnTo>
                  <a:lnTo>
                    <a:pt x="286189" y="284529"/>
                  </a:lnTo>
                  <a:lnTo>
                    <a:pt x="289852" y="280694"/>
                  </a:lnTo>
                  <a:lnTo>
                    <a:pt x="293391" y="276744"/>
                  </a:lnTo>
                  <a:lnTo>
                    <a:pt x="296804" y="272685"/>
                  </a:lnTo>
                  <a:lnTo>
                    <a:pt x="300086" y="268519"/>
                  </a:lnTo>
                  <a:lnTo>
                    <a:pt x="303234" y="264251"/>
                  </a:lnTo>
                  <a:lnTo>
                    <a:pt x="306245" y="259885"/>
                  </a:lnTo>
                  <a:lnTo>
                    <a:pt x="309116" y="255426"/>
                  </a:lnTo>
                  <a:lnTo>
                    <a:pt x="311844" y="250878"/>
                  </a:lnTo>
                  <a:lnTo>
                    <a:pt x="314427" y="246246"/>
                  </a:lnTo>
                  <a:lnTo>
                    <a:pt x="316861" y="241534"/>
                  </a:lnTo>
                  <a:lnTo>
                    <a:pt x="319145" y="236748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745892" y="4339583"/>
              <a:ext cx="151998" cy="69580"/>
            </a:xfrm>
            <a:custGeom>
              <a:avLst/>
              <a:pathLst>
                <a:path w="151998" h="69580">
                  <a:moveTo>
                    <a:pt x="151998" y="695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745892" y="4262013"/>
              <a:ext cx="167164" cy="147151"/>
            </a:xfrm>
            <a:custGeom>
              <a:avLst/>
              <a:pathLst>
                <a:path w="167164" h="147151">
                  <a:moveTo>
                    <a:pt x="151998" y="147151"/>
                  </a:moveTo>
                  <a:lnTo>
                    <a:pt x="154183" y="142165"/>
                  </a:lnTo>
                  <a:lnTo>
                    <a:pt x="156204" y="137110"/>
                  </a:lnTo>
                  <a:lnTo>
                    <a:pt x="158060" y="131993"/>
                  </a:lnTo>
                  <a:lnTo>
                    <a:pt x="159748" y="126817"/>
                  </a:lnTo>
                  <a:lnTo>
                    <a:pt x="161267" y="121590"/>
                  </a:lnTo>
                  <a:lnTo>
                    <a:pt x="162615" y="116316"/>
                  </a:lnTo>
                  <a:lnTo>
                    <a:pt x="163790" y="111000"/>
                  </a:lnTo>
                  <a:lnTo>
                    <a:pt x="164792" y="105650"/>
                  </a:lnTo>
                  <a:lnTo>
                    <a:pt x="165619" y="100269"/>
                  </a:lnTo>
                  <a:lnTo>
                    <a:pt x="166270" y="94865"/>
                  </a:lnTo>
                  <a:lnTo>
                    <a:pt x="166745" y="89442"/>
                  </a:lnTo>
                  <a:lnTo>
                    <a:pt x="167043" y="84006"/>
                  </a:lnTo>
                  <a:lnTo>
                    <a:pt x="167164" y="78564"/>
                  </a:lnTo>
                  <a:lnTo>
                    <a:pt x="167108" y="73121"/>
                  </a:lnTo>
                  <a:lnTo>
                    <a:pt x="166874" y="67682"/>
                  </a:lnTo>
                  <a:lnTo>
                    <a:pt x="166464" y="62254"/>
                  </a:lnTo>
                  <a:lnTo>
                    <a:pt x="165877" y="56842"/>
                  </a:lnTo>
                  <a:lnTo>
                    <a:pt x="165114" y="51452"/>
                  </a:lnTo>
                  <a:lnTo>
                    <a:pt x="164176" y="46090"/>
                  </a:lnTo>
                  <a:lnTo>
                    <a:pt x="163064" y="40761"/>
                  </a:lnTo>
                  <a:lnTo>
                    <a:pt x="161779" y="35471"/>
                  </a:lnTo>
                  <a:lnTo>
                    <a:pt x="160323" y="30226"/>
                  </a:lnTo>
                  <a:lnTo>
                    <a:pt x="158696" y="25031"/>
                  </a:lnTo>
                  <a:lnTo>
                    <a:pt x="156901" y="19891"/>
                  </a:lnTo>
                  <a:lnTo>
                    <a:pt x="154940" y="14813"/>
                  </a:lnTo>
                  <a:lnTo>
                    <a:pt x="152815" y="9802"/>
                  </a:lnTo>
                  <a:lnTo>
                    <a:pt x="150527" y="4862"/>
                  </a:lnTo>
                  <a:lnTo>
                    <a:pt x="148080" y="0"/>
                  </a:lnTo>
                  <a:lnTo>
                    <a:pt x="0" y="775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745892" y="4172415"/>
              <a:ext cx="148080" cy="167167"/>
            </a:xfrm>
            <a:custGeom>
              <a:avLst/>
              <a:pathLst>
                <a:path w="148080" h="167167">
                  <a:moveTo>
                    <a:pt x="148080" y="89597"/>
                  </a:moveTo>
                  <a:lnTo>
                    <a:pt x="145442" y="84756"/>
                  </a:lnTo>
                  <a:lnTo>
                    <a:pt x="142645" y="80006"/>
                  </a:lnTo>
                  <a:lnTo>
                    <a:pt x="139694" y="75350"/>
                  </a:lnTo>
                  <a:lnTo>
                    <a:pt x="136591" y="70794"/>
                  </a:lnTo>
                  <a:lnTo>
                    <a:pt x="133339" y="66343"/>
                  </a:lnTo>
                  <a:lnTo>
                    <a:pt x="129942" y="62001"/>
                  </a:lnTo>
                  <a:lnTo>
                    <a:pt x="126404" y="57774"/>
                  </a:lnTo>
                  <a:lnTo>
                    <a:pt x="122728" y="53665"/>
                  </a:lnTo>
                  <a:lnTo>
                    <a:pt x="118919" y="49681"/>
                  </a:lnTo>
                  <a:lnTo>
                    <a:pt x="114981" y="45824"/>
                  </a:lnTo>
                  <a:lnTo>
                    <a:pt x="110918" y="42098"/>
                  </a:lnTo>
                  <a:lnTo>
                    <a:pt x="106734" y="38509"/>
                  </a:lnTo>
                  <a:lnTo>
                    <a:pt x="102433" y="35060"/>
                  </a:lnTo>
                  <a:lnTo>
                    <a:pt x="98022" y="31754"/>
                  </a:lnTo>
                  <a:lnTo>
                    <a:pt x="93504" y="28596"/>
                  </a:lnTo>
                  <a:lnTo>
                    <a:pt x="88884" y="25588"/>
                  </a:lnTo>
                  <a:lnTo>
                    <a:pt x="84168" y="22735"/>
                  </a:lnTo>
                  <a:lnTo>
                    <a:pt x="79360" y="20038"/>
                  </a:lnTo>
                  <a:lnTo>
                    <a:pt x="74466" y="17501"/>
                  </a:lnTo>
                  <a:lnTo>
                    <a:pt x="69490" y="15128"/>
                  </a:lnTo>
                  <a:lnTo>
                    <a:pt x="64440" y="12919"/>
                  </a:lnTo>
                  <a:lnTo>
                    <a:pt x="59319" y="10878"/>
                  </a:lnTo>
                  <a:lnTo>
                    <a:pt x="54133" y="9007"/>
                  </a:lnTo>
                  <a:lnTo>
                    <a:pt x="48889" y="7308"/>
                  </a:lnTo>
                  <a:lnTo>
                    <a:pt x="43592" y="5783"/>
                  </a:lnTo>
                  <a:lnTo>
                    <a:pt x="38247" y="4434"/>
                  </a:lnTo>
                  <a:lnTo>
                    <a:pt x="32861" y="3261"/>
                  </a:lnTo>
                  <a:lnTo>
                    <a:pt x="27439" y="2267"/>
                  </a:lnTo>
                  <a:lnTo>
                    <a:pt x="21987" y="1452"/>
                  </a:lnTo>
                  <a:lnTo>
                    <a:pt x="16511" y="817"/>
                  </a:lnTo>
                  <a:lnTo>
                    <a:pt x="11017" y="363"/>
                  </a:lnTo>
                  <a:lnTo>
                    <a:pt x="5511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5"/>
            <p:cNvSpPr/>
            <p:nvPr/>
          </p:nvSpPr>
          <p:spPr>
            <a:xfrm>
              <a:off x="6756338" y="3685283"/>
              <a:ext cx="167156" cy="334086"/>
            </a:xfrm>
            <a:custGeom>
              <a:avLst/>
              <a:pathLst>
                <a:path w="167156" h="334086">
                  <a:moveTo>
                    <a:pt x="167156" y="0"/>
                  </a:moveTo>
                  <a:lnTo>
                    <a:pt x="161837" y="84"/>
                  </a:lnTo>
                  <a:lnTo>
                    <a:pt x="156523" y="338"/>
                  </a:lnTo>
                  <a:lnTo>
                    <a:pt x="151220" y="761"/>
                  </a:lnTo>
                  <a:lnTo>
                    <a:pt x="145933" y="1352"/>
                  </a:lnTo>
                  <a:lnTo>
                    <a:pt x="140667" y="2112"/>
                  </a:lnTo>
                  <a:lnTo>
                    <a:pt x="135428" y="3038"/>
                  </a:lnTo>
                  <a:lnTo>
                    <a:pt x="130222" y="4131"/>
                  </a:lnTo>
                  <a:lnTo>
                    <a:pt x="125052" y="5389"/>
                  </a:lnTo>
                  <a:lnTo>
                    <a:pt x="119926" y="6810"/>
                  </a:lnTo>
                  <a:lnTo>
                    <a:pt x="114847" y="8394"/>
                  </a:lnTo>
                  <a:lnTo>
                    <a:pt x="109821" y="10139"/>
                  </a:lnTo>
                  <a:lnTo>
                    <a:pt x="104854" y="12043"/>
                  </a:lnTo>
                  <a:lnTo>
                    <a:pt x="99949" y="14104"/>
                  </a:lnTo>
                  <a:lnTo>
                    <a:pt x="95113" y="16320"/>
                  </a:lnTo>
                  <a:lnTo>
                    <a:pt x="90349" y="18689"/>
                  </a:lnTo>
                  <a:lnTo>
                    <a:pt x="85663" y="21208"/>
                  </a:lnTo>
                  <a:lnTo>
                    <a:pt x="81060" y="23876"/>
                  </a:lnTo>
                  <a:lnTo>
                    <a:pt x="76544" y="26688"/>
                  </a:lnTo>
                  <a:lnTo>
                    <a:pt x="72120" y="29642"/>
                  </a:lnTo>
                  <a:lnTo>
                    <a:pt x="67792" y="32736"/>
                  </a:lnTo>
                  <a:lnTo>
                    <a:pt x="63565" y="35966"/>
                  </a:lnTo>
                  <a:lnTo>
                    <a:pt x="59442" y="39329"/>
                  </a:lnTo>
                  <a:lnTo>
                    <a:pt x="55429" y="42821"/>
                  </a:lnTo>
                  <a:lnTo>
                    <a:pt x="51529" y="46439"/>
                  </a:lnTo>
                  <a:lnTo>
                    <a:pt x="47746" y="50180"/>
                  </a:lnTo>
                  <a:lnTo>
                    <a:pt x="44083" y="54039"/>
                  </a:lnTo>
                  <a:lnTo>
                    <a:pt x="40546" y="58012"/>
                  </a:lnTo>
                  <a:lnTo>
                    <a:pt x="37137" y="62096"/>
                  </a:lnTo>
                  <a:lnTo>
                    <a:pt x="33859" y="66287"/>
                  </a:lnTo>
                  <a:lnTo>
                    <a:pt x="30717" y="70579"/>
                  </a:lnTo>
                  <a:lnTo>
                    <a:pt x="27712" y="74970"/>
                  </a:lnTo>
                  <a:lnTo>
                    <a:pt x="24849" y="79454"/>
                  </a:lnTo>
                  <a:lnTo>
                    <a:pt x="22130" y="84026"/>
                  </a:lnTo>
                  <a:lnTo>
                    <a:pt x="19558" y="88683"/>
                  </a:lnTo>
                  <a:lnTo>
                    <a:pt x="17135" y="93420"/>
                  </a:lnTo>
                  <a:lnTo>
                    <a:pt x="14864" y="98231"/>
                  </a:lnTo>
                  <a:lnTo>
                    <a:pt x="12748" y="103112"/>
                  </a:lnTo>
                  <a:lnTo>
                    <a:pt x="10788" y="108058"/>
                  </a:lnTo>
                  <a:lnTo>
                    <a:pt x="8986" y="113063"/>
                  </a:lnTo>
                  <a:lnTo>
                    <a:pt x="7345" y="118124"/>
                  </a:lnTo>
                  <a:lnTo>
                    <a:pt x="5865" y="123234"/>
                  </a:lnTo>
                  <a:lnTo>
                    <a:pt x="4549" y="128389"/>
                  </a:lnTo>
                  <a:lnTo>
                    <a:pt x="3397" y="133582"/>
                  </a:lnTo>
                  <a:lnTo>
                    <a:pt x="2411" y="138810"/>
                  </a:lnTo>
                  <a:lnTo>
                    <a:pt x="1593" y="144067"/>
                  </a:lnTo>
                  <a:lnTo>
                    <a:pt x="941" y="149347"/>
                  </a:lnTo>
                  <a:lnTo>
                    <a:pt x="458" y="154645"/>
                  </a:lnTo>
                  <a:lnTo>
                    <a:pt x="144" y="159956"/>
                  </a:lnTo>
                  <a:lnTo>
                    <a:pt x="0" y="165274"/>
                  </a:lnTo>
                  <a:lnTo>
                    <a:pt x="24" y="170594"/>
                  </a:lnTo>
                  <a:lnTo>
                    <a:pt x="218" y="175910"/>
                  </a:lnTo>
                  <a:lnTo>
                    <a:pt x="580" y="181218"/>
                  </a:lnTo>
                  <a:lnTo>
                    <a:pt x="1112" y="186511"/>
                  </a:lnTo>
                  <a:lnTo>
                    <a:pt x="1811" y="191785"/>
                  </a:lnTo>
                  <a:lnTo>
                    <a:pt x="2679" y="197034"/>
                  </a:lnTo>
                  <a:lnTo>
                    <a:pt x="3712" y="202253"/>
                  </a:lnTo>
                  <a:lnTo>
                    <a:pt x="4911" y="207436"/>
                  </a:lnTo>
                  <a:lnTo>
                    <a:pt x="6275" y="212578"/>
                  </a:lnTo>
                  <a:lnTo>
                    <a:pt x="7802" y="217675"/>
                  </a:lnTo>
                  <a:lnTo>
                    <a:pt x="9489" y="222720"/>
                  </a:lnTo>
                  <a:lnTo>
                    <a:pt x="11337" y="227709"/>
                  </a:lnTo>
                  <a:lnTo>
                    <a:pt x="13342" y="232636"/>
                  </a:lnTo>
                  <a:lnTo>
                    <a:pt x="15504" y="237498"/>
                  </a:lnTo>
                  <a:lnTo>
                    <a:pt x="17818" y="242288"/>
                  </a:lnTo>
                  <a:lnTo>
                    <a:pt x="20284" y="247002"/>
                  </a:lnTo>
                  <a:lnTo>
                    <a:pt x="22899" y="251635"/>
                  </a:lnTo>
                  <a:lnTo>
                    <a:pt x="25660" y="256182"/>
                  </a:lnTo>
                  <a:lnTo>
                    <a:pt x="28564" y="260640"/>
                  </a:lnTo>
                  <a:lnTo>
                    <a:pt x="31609" y="265003"/>
                  </a:lnTo>
                  <a:lnTo>
                    <a:pt x="34790" y="269266"/>
                  </a:lnTo>
                  <a:lnTo>
                    <a:pt x="38106" y="273426"/>
                  </a:lnTo>
                  <a:lnTo>
                    <a:pt x="41553" y="277479"/>
                  </a:lnTo>
                  <a:lnTo>
                    <a:pt x="45127" y="281420"/>
                  </a:lnTo>
                  <a:lnTo>
                    <a:pt x="48824" y="285245"/>
                  </a:lnTo>
                  <a:lnTo>
                    <a:pt x="52641" y="288951"/>
                  </a:lnTo>
                  <a:lnTo>
                    <a:pt x="56575" y="292533"/>
                  </a:lnTo>
                  <a:lnTo>
                    <a:pt x="60620" y="295988"/>
                  </a:lnTo>
                  <a:lnTo>
                    <a:pt x="64773" y="299313"/>
                  </a:lnTo>
                  <a:lnTo>
                    <a:pt x="69030" y="302504"/>
                  </a:lnTo>
                  <a:lnTo>
                    <a:pt x="73386" y="305558"/>
                  </a:lnTo>
                  <a:lnTo>
                    <a:pt x="77837" y="308472"/>
                  </a:lnTo>
                  <a:lnTo>
                    <a:pt x="82379" y="311242"/>
                  </a:lnTo>
                  <a:lnTo>
                    <a:pt x="87006" y="313867"/>
                  </a:lnTo>
                  <a:lnTo>
                    <a:pt x="91715" y="316343"/>
                  </a:lnTo>
                  <a:lnTo>
                    <a:pt x="96500" y="318668"/>
                  </a:lnTo>
                  <a:lnTo>
                    <a:pt x="101357" y="320840"/>
                  </a:lnTo>
                  <a:lnTo>
                    <a:pt x="106280" y="322856"/>
                  </a:lnTo>
                  <a:lnTo>
                    <a:pt x="111265" y="324714"/>
                  </a:lnTo>
                  <a:lnTo>
                    <a:pt x="116306" y="326413"/>
                  </a:lnTo>
                  <a:lnTo>
                    <a:pt x="121399" y="327950"/>
                  </a:lnTo>
                  <a:lnTo>
                    <a:pt x="126539" y="329325"/>
                  </a:lnTo>
                  <a:lnTo>
                    <a:pt x="131719" y="330535"/>
                  </a:lnTo>
                  <a:lnTo>
                    <a:pt x="136936" y="331580"/>
                  </a:lnTo>
                  <a:lnTo>
                    <a:pt x="142183" y="332458"/>
                  </a:lnTo>
                  <a:lnTo>
                    <a:pt x="147455" y="333169"/>
                  </a:lnTo>
                  <a:lnTo>
                    <a:pt x="152747" y="333712"/>
                  </a:lnTo>
                  <a:lnTo>
                    <a:pt x="158054" y="334086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6"/>
            <p:cNvSpPr/>
            <p:nvPr/>
          </p:nvSpPr>
          <p:spPr>
            <a:xfrm>
              <a:off x="6914393" y="3685536"/>
              <a:ext cx="176262" cy="334073"/>
            </a:xfrm>
            <a:custGeom>
              <a:avLst/>
              <a:pathLst>
                <a:path w="176262" h="334073">
                  <a:moveTo>
                    <a:pt x="0" y="333833"/>
                  </a:moveTo>
                  <a:lnTo>
                    <a:pt x="5353" y="334039"/>
                  </a:lnTo>
                  <a:lnTo>
                    <a:pt x="10711" y="334073"/>
                  </a:lnTo>
                  <a:lnTo>
                    <a:pt x="16067" y="333936"/>
                  </a:lnTo>
                  <a:lnTo>
                    <a:pt x="21415" y="333627"/>
                  </a:lnTo>
                  <a:lnTo>
                    <a:pt x="26751" y="333146"/>
                  </a:lnTo>
                  <a:lnTo>
                    <a:pt x="32069" y="332495"/>
                  </a:lnTo>
                  <a:lnTo>
                    <a:pt x="37363" y="331674"/>
                  </a:lnTo>
                  <a:lnTo>
                    <a:pt x="42629" y="330684"/>
                  </a:lnTo>
                  <a:lnTo>
                    <a:pt x="47860" y="329526"/>
                  </a:lnTo>
                  <a:lnTo>
                    <a:pt x="53051" y="328200"/>
                  </a:lnTo>
                  <a:lnTo>
                    <a:pt x="58197" y="326709"/>
                  </a:lnTo>
                  <a:lnTo>
                    <a:pt x="63292" y="325054"/>
                  </a:lnTo>
                  <a:lnTo>
                    <a:pt x="68332" y="323236"/>
                  </a:lnTo>
                  <a:lnTo>
                    <a:pt x="73311" y="321257"/>
                  </a:lnTo>
                  <a:lnTo>
                    <a:pt x="78224" y="319121"/>
                  </a:lnTo>
                  <a:lnTo>
                    <a:pt x="83066" y="316827"/>
                  </a:lnTo>
                  <a:lnTo>
                    <a:pt x="87832" y="314380"/>
                  </a:lnTo>
                  <a:lnTo>
                    <a:pt x="92517" y="311781"/>
                  </a:lnTo>
                  <a:lnTo>
                    <a:pt x="97117" y="309034"/>
                  </a:lnTo>
                  <a:lnTo>
                    <a:pt x="101626" y="306140"/>
                  </a:lnTo>
                  <a:lnTo>
                    <a:pt x="106040" y="303104"/>
                  </a:lnTo>
                  <a:lnTo>
                    <a:pt x="110354" y="299928"/>
                  </a:lnTo>
                  <a:lnTo>
                    <a:pt x="114565" y="296615"/>
                  </a:lnTo>
                  <a:lnTo>
                    <a:pt x="118667" y="293168"/>
                  </a:lnTo>
                  <a:lnTo>
                    <a:pt x="122656" y="289593"/>
                  </a:lnTo>
                  <a:lnTo>
                    <a:pt x="126529" y="285891"/>
                  </a:lnTo>
                  <a:lnTo>
                    <a:pt x="130282" y="282067"/>
                  </a:lnTo>
                  <a:lnTo>
                    <a:pt x="133910" y="278124"/>
                  </a:lnTo>
                  <a:lnTo>
                    <a:pt x="137409" y="274068"/>
                  </a:lnTo>
                  <a:lnTo>
                    <a:pt x="140777" y="269901"/>
                  </a:lnTo>
                  <a:lnTo>
                    <a:pt x="144010" y="265628"/>
                  </a:lnTo>
                  <a:lnTo>
                    <a:pt x="147104" y="261254"/>
                  </a:lnTo>
                  <a:lnTo>
                    <a:pt x="150056" y="256784"/>
                  </a:lnTo>
                  <a:lnTo>
                    <a:pt x="152864" y="252221"/>
                  </a:lnTo>
                  <a:lnTo>
                    <a:pt x="155524" y="247570"/>
                  </a:lnTo>
                  <a:lnTo>
                    <a:pt x="158033" y="242836"/>
                  </a:lnTo>
                  <a:lnTo>
                    <a:pt x="160390" y="238025"/>
                  </a:lnTo>
                  <a:lnTo>
                    <a:pt x="162591" y="233140"/>
                  </a:lnTo>
                  <a:lnTo>
                    <a:pt x="164634" y="228188"/>
                  </a:lnTo>
                  <a:lnTo>
                    <a:pt x="166518" y="223172"/>
                  </a:lnTo>
                  <a:lnTo>
                    <a:pt x="168240" y="218099"/>
                  </a:lnTo>
                  <a:lnTo>
                    <a:pt x="169798" y="212973"/>
                  </a:lnTo>
                  <a:lnTo>
                    <a:pt x="171192" y="207800"/>
                  </a:lnTo>
                  <a:lnTo>
                    <a:pt x="172419" y="202584"/>
                  </a:lnTo>
                  <a:lnTo>
                    <a:pt x="173478" y="197332"/>
                  </a:lnTo>
                  <a:lnTo>
                    <a:pt x="174368" y="192049"/>
                  </a:lnTo>
                  <a:lnTo>
                    <a:pt x="175089" y="186740"/>
                  </a:lnTo>
                  <a:lnTo>
                    <a:pt x="175639" y="181411"/>
                  </a:lnTo>
                  <a:lnTo>
                    <a:pt x="176018" y="176067"/>
                  </a:lnTo>
                  <a:lnTo>
                    <a:pt x="176226" y="170713"/>
                  </a:lnTo>
                  <a:lnTo>
                    <a:pt x="176262" y="165356"/>
                  </a:lnTo>
                  <a:lnTo>
                    <a:pt x="176126" y="160000"/>
                  </a:lnTo>
                  <a:lnTo>
                    <a:pt x="175819" y="154651"/>
                  </a:lnTo>
                  <a:lnTo>
                    <a:pt x="175340" y="149315"/>
                  </a:lnTo>
                  <a:lnTo>
                    <a:pt x="174691" y="143997"/>
                  </a:lnTo>
                  <a:lnTo>
                    <a:pt x="173871" y="138702"/>
                  </a:lnTo>
                  <a:lnTo>
                    <a:pt x="172883" y="133437"/>
                  </a:lnTo>
                  <a:lnTo>
                    <a:pt x="171726" y="128205"/>
                  </a:lnTo>
                  <a:lnTo>
                    <a:pt x="170402" y="123014"/>
                  </a:lnTo>
                  <a:lnTo>
                    <a:pt x="168912" y="117868"/>
                  </a:lnTo>
                  <a:lnTo>
                    <a:pt x="167258" y="112772"/>
                  </a:lnTo>
                  <a:lnTo>
                    <a:pt x="165442" y="107731"/>
                  </a:lnTo>
                  <a:lnTo>
                    <a:pt x="163465" y="102752"/>
                  </a:lnTo>
                  <a:lnTo>
                    <a:pt x="161330" y="97838"/>
                  </a:lnTo>
                  <a:lnTo>
                    <a:pt x="159038" y="92995"/>
                  </a:lnTo>
                  <a:lnTo>
                    <a:pt x="156593" y="88228"/>
                  </a:lnTo>
                  <a:lnTo>
                    <a:pt x="153995" y="83542"/>
                  </a:lnTo>
                  <a:lnTo>
                    <a:pt x="151249" y="78942"/>
                  </a:lnTo>
                  <a:lnTo>
                    <a:pt x="148357" y="74432"/>
                  </a:lnTo>
                  <a:lnTo>
                    <a:pt x="145322" y="70017"/>
                  </a:lnTo>
                  <a:lnTo>
                    <a:pt x="142147" y="65702"/>
                  </a:lnTo>
                  <a:lnTo>
                    <a:pt x="138835" y="61490"/>
                  </a:lnTo>
                  <a:lnTo>
                    <a:pt x="135390" y="57387"/>
                  </a:lnTo>
                  <a:lnTo>
                    <a:pt x="131816" y="53396"/>
                  </a:lnTo>
                  <a:lnTo>
                    <a:pt x="128115" y="49522"/>
                  </a:lnTo>
                  <a:lnTo>
                    <a:pt x="124292" y="45769"/>
                  </a:lnTo>
                  <a:lnTo>
                    <a:pt x="120351" y="42139"/>
                  </a:lnTo>
                  <a:lnTo>
                    <a:pt x="116295" y="38639"/>
                  </a:lnTo>
                  <a:lnTo>
                    <a:pt x="112130" y="35269"/>
                  </a:lnTo>
                  <a:lnTo>
                    <a:pt x="107858" y="32035"/>
                  </a:lnTo>
                  <a:lnTo>
                    <a:pt x="103485" y="28940"/>
                  </a:lnTo>
                  <a:lnTo>
                    <a:pt x="99015" y="25986"/>
                  </a:lnTo>
                  <a:lnTo>
                    <a:pt x="94453" y="23177"/>
                  </a:lnTo>
                  <a:lnTo>
                    <a:pt x="89803" y="20516"/>
                  </a:lnTo>
                  <a:lnTo>
                    <a:pt x="85071" y="18005"/>
                  </a:lnTo>
                  <a:lnTo>
                    <a:pt x="80260" y="15647"/>
                  </a:lnTo>
                  <a:lnTo>
                    <a:pt x="75376" y="13445"/>
                  </a:lnTo>
                  <a:lnTo>
                    <a:pt x="70424" y="11400"/>
                  </a:lnTo>
                  <a:lnTo>
                    <a:pt x="65409" y="9514"/>
                  </a:lnTo>
                  <a:lnTo>
                    <a:pt x="60336" y="7791"/>
                  </a:lnTo>
                  <a:lnTo>
                    <a:pt x="55211" y="6231"/>
                  </a:lnTo>
                  <a:lnTo>
                    <a:pt x="50038" y="4836"/>
                  </a:lnTo>
                  <a:lnTo>
                    <a:pt x="44823" y="3607"/>
                  </a:lnTo>
                  <a:lnTo>
                    <a:pt x="39571" y="2546"/>
                  </a:lnTo>
                  <a:lnTo>
                    <a:pt x="34289" y="1654"/>
                  </a:lnTo>
                  <a:lnTo>
                    <a:pt x="28980" y="932"/>
                  </a:lnTo>
                  <a:lnTo>
                    <a:pt x="23651" y="380"/>
                  </a:lnTo>
                  <a:lnTo>
                    <a:pt x="18307" y="0"/>
                  </a:lnTo>
                  <a:lnTo>
                    <a:pt x="9101" y="1669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g957"/>
            <p:cNvSpPr/>
            <p:nvPr/>
          </p:nvSpPr>
          <p:spPr>
            <a:xfrm>
              <a:off x="6923495" y="3685283"/>
              <a:ext cx="9205" cy="167167"/>
            </a:xfrm>
            <a:custGeom>
              <a:avLst/>
              <a:pathLst>
                <a:path w="9205" h="167167">
                  <a:moveTo>
                    <a:pt x="9205" y="25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tx95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2025-06-26T11:38:19Z</dcterms:modified>
  <cp:category/>
</cp:coreProperties>
</file>