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9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3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45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53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9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08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3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1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39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1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0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8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6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31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69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29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6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86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36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36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31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5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3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8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02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29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5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283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51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287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5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26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154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26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15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7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53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7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306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106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16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1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4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255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1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0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31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329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4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2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61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124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53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0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146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0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9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4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307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27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1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1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8513" y="2655501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6328" y="2670649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923495" y="2655501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92516" y="2168369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578726" y="2177119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745892" y="2168369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412395" y="1735255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293387" y="1742340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67546" y="1379510"/>
              <a:ext cx="15293" cy="167167"/>
            </a:xfrm>
            <a:custGeom>
              <a:avLst/>
              <a:pathLst>
                <a:path w="15293" h="167167">
                  <a:moveTo>
                    <a:pt x="15293" y="0"/>
                  </a:moveTo>
                  <a:lnTo>
                    <a:pt x="0" y="701"/>
                  </a:lnTo>
                  <a:lnTo>
                    <a:pt x="152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915675" y="1379510"/>
              <a:ext cx="334326" cy="334317"/>
            </a:xfrm>
            <a:custGeom>
              <a:avLst/>
              <a:pathLst>
                <a:path w="334326" h="334317">
                  <a:moveTo>
                    <a:pt x="151870" y="701"/>
                  </a:moveTo>
                  <a:lnTo>
                    <a:pt x="146620" y="1267"/>
                  </a:lnTo>
                  <a:lnTo>
                    <a:pt x="141391" y="1998"/>
                  </a:lnTo>
                  <a:lnTo>
                    <a:pt x="136187" y="2895"/>
                  </a:lnTo>
                  <a:lnTo>
                    <a:pt x="131014" y="3955"/>
                  </a:lnTo>
                  <a:lnTo>
                    <a:pt x="125877" y="5178"/>
                  </a:lnTo>
                  <a:lnTo>
                    <a:pt x="120781" y="6563"/>
                  </a:lnTo>
                  <a:lnTo>
                    <a:pt x="115732" y="8108"/>
                  </a:lnTo>
                  <a:lnTo>
                    <a:pt x="110734" y="9812"/>
                  </a:lnTo>
                  <a:lnTo>
                    <a:pt x="105792" y="11673"/>
                  </a:lnTo>
                  <a:lnTo>
                    <a:pt x="100911" y="13689"/>
                  </a:lnTo>
                  <a:lnTo>
                    <a:pt x="96097" y="15858"/>
                  </a:lnTo>
                  <a:lnTo>
                    <a:pt x="91353" y="18178"/>
                  </a:lnTo>
                  <a:lnTo>
                    <a:pt x="86685" y="20647"/>
                  </a:lnTo>
                  <a:lnTo>
                    <a:pt x="82098" y="23262"/>
                  </a:lnTo>
                  <a:lnTo>
                    <a:pt x="77595" y="26021"/>
                  </a:lnTo>
                  <a:lnTo>
                    <a:pt x="73182" y="28920"/>
                  </a:lnTo>
                  <a:lnTo>
                    <a:pt x="68862" y="31957"/>
                  </a:lnTo>
                  <a:lnTo>
                    <a:pt x="64641" y="35130"/>
                  </a:lnTo>
                  <a:lnTo>
                    <a:pt x="60522" y="38434"/>
                  </a:lnTo>
                  <a:lnTo>
                    <a:pt x="56509" y="41866"/>
                  </a:lnTo>
                  <a:lnTo>
                    <a:pt x="52607" y="45424"/>
                  </a:lnTo>
                  <a:lnTo>
                    <a:pt x="48818" y="49103"/>
                  </a:lnTo>
                  <a:lnTo>
                    <a:pt x="45149" y="52899"/>
                  </a:lnTo>
                  <a:lnTo>
                    <a:pt x="41600" y="56810"/>
                  </a:lnTo>
                  <a:lnTo>
                    <a:pt x="38177" y="60831"/>
                  </a:lnTo>
                  <a:lnTo>
                    <a:pt x="34883" y="64958"/>
                  </a:lnTo>
                  <a:lnTo>
                    <a:pt x="31721" y="69187"/>
                  </a:lnTo>
                  <a:lnTo>
                    <a:pt x="28694" y="73514"/>
                  </a:lnTo>
                  <a:lnTo>
                    <a:pt x="25805" y="77934"/>
                  </a:lnTo>
                  <a:lnTo>
                    <a:pt x="23057" y="82443"/>
                  </a:lnTo>
                  <a:lnTo>
                    <a:pt x="20453" y="87037"/>
                  </a:lnTo>
                  <a:lnTo>
                    <a:pt x="17996" y="91711"/>
                  </a:lnTo>
                  <a:lnTo>
                    <a:pt x="15687" y="96460"/>
                  </a:lnTo>
                  <a:lnTo>
                    <a:pt x="13529" y="101280"/>
                  </a:lnTo>
                  <a:lnTo>
                    <a:pt x="11525" y="106165"/>
                  </a:lnTo>
                  <a:lnTo>
                    <a:pt x="9676" y="111111"/>
                  </a:lnTo>
                  <a:lnTo>
                    <a:pt x="7984" y="116113"/>
                  </a:lnTo>
                  <a:lnTo>
                    <a:pt x="6451" y="121166"/>
                  </a:lnTo>
                  <a:lnTo>
                    <a:pt x="5078" y="126265"/>
                  </a:lnTo>
                  <a:lnTo>
                    <a:pt x="3867" y="131405"/>
                  </a:lnTo>
                  <a:lnTo>
                    <a:pt x="2819" y="136581"/>
                  </a:lnTo>
                  <a:lnTo>
                    <a:pt x="1935" y="141787"/>
                  </a:lnTo>
                  <a:lnTo>
                    <a:pt x="1216" y="147018"/>
                  </a:lnTo>
                  <a:lnTo>
                    <a:pt x="662" y="152269"/>
                  </a:lnTo>
                  <a:lnTo>
                    <a:pt x="275" y="157536"/>
                  </a:lnTo>
                  <a:lnTo>
                    <a:pt x="54" y="162812"/>
                  </a:lnTo>
                  <a:lnTo>
                    <a:pt x="0" y="168092"/>
                  </a:lnTo>
                  <a:lnTo>
                    <a:pt x="112" y="173371"/>
                  </a:lnTo>
                  <a:lnTo>
                    <a:pt x="391" y="178644"/>
                  </a:lnTo>
                  <a:lnTo>
                    <a:pt x="837" y="183906"/>
                  </a:lnTo>
                  <a:lnTo>
                    <a:pt x="1449" y="189151"/>
                  </a:lnTo>
                  <a:lnTo>
                    <a:pt x="2226" y="194374"/>
                  </a:lnTo>
                  <a:lnTo>
                    <a:pt x="3167" y="199570"/>
                  </a:lnTo>
                  <a:lnTo>
                    <a:pt x="4273" y="204734"/>
                  </a:lnTo>
                  <a:lnTo>
                    <a:pt x="5541" y="209860"/>
                  </a:lnTo>
                  <a:lnTo>
                    <a:pt x="6970" y="214943"/>
                  </a:lnTo>
                  <a:lnTo>
                    <a:pt x="8558" y="219979"/>
                  </a:lnTo>
                  <a:lnTo>
                    <a:pt x="10306" y="224962"/>
                  </a:lnTo>
                  <a:lnTo>
                    <a:pt x="12209" y="229888"/>
                  </a:lnTo>
                  <a:lnTo>
                    <a:pt x="14268" y="234750"/>
                  </a:lnTo>
                  <a:lnTo>
                    <a:pt x="16478" y="239546"/>
                  </a:lnTo>
                  <a:lnTo>
                    <a:pt x="18840" y="244269"/>
                  </a:lnTo>
                  <a:lnTo>
                    <a:pt x="21349" y="248915"/>
                  </a:lnTo>
                  <a:lnTo>
                    <a:pt x="24004" y="253480"/>
                  </a:lnTo>
                  <a:lnTo>
                    <a:pt x="26801" y="257959"/>
                  </a:lnTo>
                  <a:lnTo>
                    <a:pt x="29739" y="262347"/>
                  </a:lnTo>
                  <a:lnTo>
                    <a:pt x="32814" y="266640"/>
                  </a:lnTo>
                  <a:lnTo>
                    <a:pt x="36022" y="270833"/>
                  </a:lnTo>
                  <a:lnTo>
                    <a:pt x="39362" y="274924"/>
                  </a:lnTo>
                  <a:lnTo>
                    <a:pt x="42829" y="278907"/>
                  </a:lnTo>
                  <a:lnTo>
                    <a:pt x="46421" y="282778"/>
                  </a:lnTo>
                  <a:lnTo>
                    <a:pt x="50132" y="286534"/>
                  </a:lnTo>
                  <a:lnTo>
                    <a:pt x="53961" y="290171"/>
                  </a:lnTo>
                  <a:lnTo>
                    <a:pt x="57902" y="293685"/>
                  </a:lnTo>
                  <a:lnTo>
                    <a:pt x="61953" y="297073"/>
                  </a:lnTo>
                  <a:lnTo>
                    <a:pt x="66108" y="300331"/>
                  </a:lnTo>
                  <a:lnTo>
                    <a:pt x="70365" y="303456"/>
                  </a:lnTo>
                  <a:lnTo>
                    <a:pt x="74717" y="306446"/>
                  </a:lnTo>
                  <a:lnTo>
                    <a:pt x="79163" y="309296"/>
                  </a:lnTo>
                  <a:lnTo>
                    <a:pt x="83696" y="312004"/>
                  </a:lnTo>
                  <a:lnTo>
                    <a:pt x="88312" y="314569"/>
                  </a:lnTo>
                  <a:lnTo>
                    <a:pt x="93007" y="316986"/>
                  </a:lnTo>
                  <a:lnTo>
                    <a:pt x="97776" y="319253"/>
                  </a:lnTo>
                  <a:lnTo>
                    <a:pt x="102614" y="321369"/>
                  </a:lnTo>
                  <a:lnTo>
                    <a:pt x="107516" y="323331"/>
                  </a:lnTo>
                  <a:lnTo>
                    <a:pt x="112479" y="325137"/>
                  </a:lnTo>
                  <a:lnTo>
                    <a:pt x="117495" y="326785"/>
                  </a:lnTo>
                  <a:lnTo>
                    <a:pt x="122561" y="328274"/>
                  </a:lnTo>
                  <a:lnTo>
                    <a:pt x="127672" y="329603"/>
                  </a:lnTo>
                  <a:lnTo>
                    <a:pt x="132822" y="330769"/>
                  </a:lnTo>
                  <a:lnTo>
                    <a:pt x="138007" y="331772"/>
                  </a:lnTo>
                  <a:lnTo>
                    <a:pt x="143220" y="332611"/>
                  </a:lnTo>
                  <a:lnTo>
                    <a:pt x="148458" y="333284"/>
                  </a:lnTo>
                  <a:lnTo>
                    <a:pt x="153714" y="333792"/>
                  </a:lnTo>
                  <a:lnTo>
                    <a:pt x="158983" y="334134"/>
                  </a:lnTo>
                  <a:lnTo>
                    <a:pt x="164261" y="334309"/>
                  </a:lnTo>
                  <a:lnTo>
                    <a:pt x="169541" y="334317"/>
                  </a:lnTo>
                  <a:lnTo>
                    <a:pt x="174819" y="334159"/>
                  </a:lnTo>
                  <a:lnTo>
                    <a:pt x="180090" y="333834"/>
                  </a:lnTo>
                  <a:lnTo>
                    <a:pt x="185348" y="333343"/>
                  </a:lnTo>
                  <a:lnTo>
                    <a:pt x="190587" y="332685"/>
                  </a:lnTo>
                  <a:lnTo>
                    <a:pt x="195803" y="331863"/>
                  </a:lnTo>
                  <a:lnTo>
                    <a:pt x="200991" y="330876"/>
                  </a:lnTo>
                  <a:lnTo>
                    <a:pt x="206144" y="329726"/>
                  </a:lnTo>
                  <a:lnTo>
                    <a:pt x="211259" y="328414"/>
                  </a:lnTo>
                  <a:lnTo>
                    <a:pt x="216330" y="326941"/>
                  </a:lnTo>
                  <a:lnTo>
                    <a:pt x="221352" y="325308"/>
                  </a:lnTo>
                  <a:lnTo>
                    <a:pt x="226320" y="323518"/>
                  </a:lnTo>
                  <a:lnTo>
                    <a:pt x="231229" y="321571"/>
                  </a:lnTo>
                  <a:lnTo>
                    <a:pt x="236073" y="319471"/>
                  </a:lnTo>
                  <a:lnTo>
                    <a:pt x="240849" y="317219"/>
                  </a:lnTo>
                  <a:lnTo>
                    <a:pt x="245552" y="314816"/>
                  </a:lnTo>
                  <a:lnTo>
                    <a:pt x="250176" y="312267"/>
                  </a:lnTo>
                  <a:lnTo>
                    <a:pt x="254718" y="309573"/>
                  </a:lnTo>
                  <a:lnTo>
                    <a:pt x="259172" y="306736"/>
                  </a:lnTo>
                  <a:lnTo>
                    <a:pt x="263534" y="303761"/>
                  </a:lnTo>
                  <a:lnTo>
                    <a:pt x="267800" y="300649"/>
                  </a:lnTo>
                  <a:lnTo>
                    <a:pt x="271966" y="297404"/>
                  </a:lnTo>
                  <a:lnTo>
                    <a:pt x="276027" y="294028"/>
                  </a:lnTo>
                  <a:lnTo>
                    <a:pt x="279980" y="290527"/>
                  </a:lnTo>
                  <a:lnTo>
                    <a:pt x="283820" y="286902"/>
                  </a:lnTo>
                  <a:lnTo>
                    <a:pt x="287543" y="283158"/>
                  </a:lnTo>
                  <a:lnTo>
                    <a:pt x="291147" y="279298"/>
                  </a:lnTo>
                  <a:lnTo>
                    <a:pt x="294626" y="275326"/>
                  </a:lnTo>
                  <a:lnTo>
                    <a:pt x="297979" y="271246"/>
                  </a:lnTo>
                  <a:lnTo>
                    <a:pt x="301201" y="267063"/>
                  </a:lnTo>
                  <a:lnTo>
                    <a:pt x="304289" y="262779"/>
                  </a:lnTo>
                  <a:lnTo>
                    <a:pt x="307241" y="258401"/>
                  </a:lnTo>
                  <a:lnTo>
                    <a:pt x="310052" y="253931"/>
                  </a:lnTo>
                  <a:lnTo>
                    <a:pt x="312721" y="249375"/>
                  </a:lnTo>
                  <a:lnTo>
                    <a:pt x="315245" y="244736"/>
                  </a:lnTo>
                  <a:lnTo>
                    <a:pt x="317621" y="240021"/>
                  </a:lnTo>
                  <a:lnTo>
                    <a:pt x="319847" y="235232"/>
                  </a:lnTo>
                  <a:lnTo>
                    <a:pt x="321921" y="230376"/>
                  </a:lnTo>
                  <a:lnTo>
                    <a:pt x="323840" y="225456"/>
                  </a:lnTo>
                  <a:lnTo>
                    <a:pt x="325603" y="220479"/>
                  </a:lnTo>
                  <a:lnTo>
                    <a:pt x="327208" y="215448"/>
                  </a:lnTo>
                  <a:lnTo>
                    <a:pt x="328653" y="210369"/>
                  </a:lnTo>
                  <a:lnTo>
                    <a:pt x="329937" y="205247"/>
                  </a:lnTo>
                  <a:lnTo>
                    <a:pt x="331058" y="200087"/>
                  </a:lnTo>
                  <a:lnTo>
                    <a:pt x="332016" y="194894"/>
                  </a:lnTo>
                  <a:lnTo>
                    <a:pt x="332810" y="189673"/>
                  </a:lnTo>
                  <a:lnTo>
                    <a:pt x="333438" y="184430"/>
                  </a:lnTo>
                  <a:lnTo>
                    <a:pt x="333900" y="179170"/>
                  </a:lnTo>
                  <a:lnTo>
                    <a:pt x="334196" y="173898"/>
                  </a:lnTo>
                  <a:lnTo>
                    <a:pt x="334326" y="168619"/>
                  </a:lnTo>
                  <a:lnTo>
                    <a:pt x="334288" y="163338"/>
                  </a:lnTo>
                  <a:lnTo>
                    <a:pt x="334084" y="158062"/>
                  </a:lnTo>
                  <a:lnTo>
                    <a:pt x="333713" y="152794"/>
                  </a:lnTo>
                  <a:lnTo>
                    <a:pt x="333176" y="147541"/>
                  </a:lnTo>
                  <a:lnTo>
                    <a:pt x="332473" y="142308"/>
                  </a:lnTo>
                  <a:lnTo>
                    <a:pt x="331605" y="137099"/>
                  </a:lnTo>
                  <a:lnTo>
                    <a:pt x="330574" y="131920"/>
                  </a:lnTo>
                  <a:lnTo>
                    <a:pt x="329379" y="126776"/>
                  </a:lnTo>
                  <a:lnTo>
                    <a:pt x="328022" y="121673"/>
                  </a:lnTo>
                  <a:lnTo>
                    <a:pt x="326505" y="116615"/>
                  </a:lnTo>
                  <a:lnTo>
                    <a:pt x="324829" y="111608"/>
                  </a:lnTo>
                  <a:lnTo>
                    <a:pt x="322996" y="106656"/>
                  </a:lnTo>
                  <a:lnTo>
                    <a:pt x="321007" y="101764"/>
                  </a:lnTo>
                  <a:lnTo>
                    <a:pt x="318864" y="96938"/>
                  </a:lnTo>
                  <a:lnTo>
                    <a:pt x="316570" y="92181"/>
                  </a:lnTo>
                  <a:lnTo>
                    <a:pt x="314127" y="87500"/>
                  </a:lnTo>
                  <a:lnTo>
                    <a:pt x="311538" y="82898"/>
                  </a:lnTo>
                  <a:lnTo>
                    <a:pt x="308804" y="78380"/>
                  </a:lnTo>
                  <a:lnTo>
                    <a:pt x="305929" y="73951"/>
                  </a:lnTo>
                  <a:lnTo>
                    <a:pt x="302916" y="69614"/>
                  </a:lnTo>
                  <a:lnTo>
                    <a:pt x="299767" y="65376"/>
                  </a:lnTo>
                  <a:lnTo>
                    <a:pt x="296486" y="61238"/>
                  </a:lnTo>
                  <a:lnTo>
                    <a:pt x="293076" y="57206"/>
                  </a:lnTo>
                  <a:lnTo>
                    <a:pt x="289540" y="53284"/>
                  </a:lnTo>
                  <a:lnTo>
                    <a:pt x="285882" y="49476"/>
                  </a:lnTo>
                  <a:lnTo>
                    <a:pt x="282105" y="45785"/>
                  </a:lnTo>
                  <a:lnTo>
                    <a:pt x="278214" y="42215"/>
                  </a:lnTo>
                  <a:lnTo>
                    <a:pt x="274212" y="38770"/>
                  </a:lnTo>
                  <a:lnTo>
                    <a:pt x="270104" y="35453"/>
                  </a:lnTo>
                  <a:lnTo>
                    <a:pt x="265892" y="32268"/>
                  </a:lnTo>
                  <a:lnTo>
                    <a:pt x="261582" y="29217"/>
                  </a:lnTo>
                  <a:lnTo>
                    <a:pt x="257178" y="26304"/>
                  </a:lnTo>
                  <a:lnTo>
                    <a:pt x="252684" y="23531"/>
                  </a:lnTo>
                  <a:lnTo>
                    <a:pt x="248105" y="20901"/>
                  </a:lnTo>
                  <a:lnTo>
                    <a:pt x="243445" y="18418"/>
                  </a:lnTo>
                  <a:lnTo>
                    <a:pt x="238708" y="16083"/>
                  </a:lnTo>
                  <a:lnTo>
                    <a:pt x="233901" y="13899"/>
                  </a:lnTo>
                  <a:lnTo>
                    <a:pt x="229027" y="11867"/>
                  </a:lnTo>
                  <a:lnTo>
                    <a:pt x="224091" y="9991"/>
                  </a:lnTo>
                  <a:lnTo>
                    <a:pt x="219098" y="8271"/>
                  </a:lnTo>
                  <a:lnTo>
                    <a:pt x="214054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60" y="2993"/>
                  </a:lnTo>
                  <a:lnTo>
                    <a:pt x="193459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465979" y="1120312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68522" y="971635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1034333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511964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450113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005720" y="1031511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38727" y="1064850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072996" y="1031511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461929" y="1236837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5330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111318" y="1546402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45399" y="158055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35" y="1943516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74273" y="1980084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11621" y="1943516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1011" y="2406772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478566" y="2407763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358832" y="291119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4008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358821" y="3429590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74473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478580" y="3934012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46643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711621" y="4397268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564435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045399" y="4794382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050767" y="4961550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058010" y="4794382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628674" y="5103947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461941" y="5103947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3938747" y="5309273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3938919" y="5309273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594687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450124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968511" y="5369149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4982329" y="5536317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094303" y="5369149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534375" y="5220472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496538" y="5252764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465980" y="5220472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940925" y="4961274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5916669" y="5040095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5915689" y="4961274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293389" y="4605529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51651" y="4772696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51651" y="4772696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51651" y="4772696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578727" y="4172415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339583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276652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756331" y="3685283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840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tx93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32" name="tx932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33" name="tx933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34" name="tx934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35" name="tx935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36" name="tx936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37" name="tx937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38" name="tx938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39" name="tx939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40" name="tx940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41" name="tx941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42" name="tx942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43" name="tx943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44" name="tx944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45" name="tx945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46" name="tx946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47" name="tx947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48" name="tx948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49" name="tx949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50" name="tx950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51" name="tx951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52" name="tx952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2025-06-26T11:43:49Z</dcterms:modified>
  <cp:category/>
</cp:coreProperties>
</file>