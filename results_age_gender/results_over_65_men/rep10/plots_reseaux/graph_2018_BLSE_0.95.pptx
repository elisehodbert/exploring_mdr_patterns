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1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0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59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4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57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11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73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6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7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6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2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69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64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5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55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1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05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87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35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4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7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8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84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9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84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67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57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11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7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8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8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57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5454" y="3170392"/>
              <a:ext cx="48324" cy="167167"/>
            </a:xfrm>
            <a:custGeom>
              <a:avLst/>
              <a:pathLst>
                <a:path w="48324" h="167167">
                  <a:moveTo>
                    <a:pt x="48324" y="0"/>
                  </a:moveTo>
                  <a:lnTo>
                    <a:pt x="42197" y="112"/>
                  </a:lnTo>
                  <a:lnTo>
                    <a:pt x="36079" y="449"/>
                  </a:lnTo>
                  <a:lnTo>
                    <a:pt x="29977" y="1009"/>
                  </a:lnTo>
                  <a:lnTo>
                    <a:pt x="23900" y="1793"/>
                  </a:lnTo>
                  <a:lnTo>
                    <a:pt x="17855" y="2800"/>
                  </a:lnTo>
                  <a:lnTo>
                    <a:pt x="11852" y="4027"/>
                  </a:lnTo>
                  <a:lnTo>
                    <a:pt x="5897" y="5473"/>
                  </a:lnTo>
                  <a:lnTo>
                    <a:pt x="0" y="7137"/>
                  </a:lnTo>
                  <a:lnTo>
                    <a:pt x="483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5454" y="3177529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816619" y="3171151"/>
              <a:ext cx="334310" cy="333574"/>
            </a:xfrm>
            <a:custGeom>
              <a:avLst/>
              <a:pathLst>
                <a:path w="334310" h="333574">
                  <a:moveTo>
                    <a:pt x="118834" y="6378"/>
                  </a:moveTo>
                  <a:lnTo>
                    <a:pt x="113788" y="7990"/>
                  </a:lnTo>
                  <a:lnTo>
                    <a:pt x="108795" y="9760"/>
                  </a:lnTo>
                  <a:lnTo>
                    <a:pt x="103861" y="11688"/>
                  </a:lnTo>
                  <a:lnTo>
                    <a:pt x="98990" y="13772"/>
                  </a:lnTo>
                  <a:lnTo>
                    <a:pt x="94188" y="16008"/>
                  </a:lnTo>
                  <a:lnTo>
                    <a:pt x="89459" y="18396"/>
                  </a:lnTo>
                  <a:lnTo>
                    <a:pt x="84808" y="20932"/>
                  </a:lnTo>
                  <a:lnTo>
                    <a:pt x="80240" y="23615"/>
                  </a:lnTo>
                  <a:lnTo>
                    <a:pt x="75759" y="26440"/>
                  </a:lnTo>
                  <a:lnTo>
                    <a:pt x="71370" y="29407"/>
                  </a:lnTo>
                  <a:lnTo>
                    <a:pt x="67077" y="32511"/>
                  </a:lnTo>
                  <a:lnTo>
                    <a:pt x="62884" y="35749"/>
                  </a:lnTo>
                  <a:lnTo>
                    <a:pt x="58796" y="39119"/>
                  </a:lnTo>
                  <a:lnTo>
                    <a:pt x="54818" y="42616"/>
                  </a:lnTo>
                  <a:lnTo>
                    <a:pt x="50951" y="46238"/>
                  </a:lnTo>
                  <a:lnTo>
                    <a:pt x="47202" y="49981"/>
                  </a:lnTo>
                  <a:lnTo>
                    <a:pt x="43573" y="53840"/>
                  </a:lnTo>
                  <a:lnTo>
                    <a:pt x="40068" y="57813"/>
                  </a:lnTo>
                  <a:lnTo>
                    <a:pt x="36691" y="61894"/>
                  </a:lnTo>
                  <a:lnTo>
                    <a:pt x="33445" y="66081"/>
                  </a:lnTo>
                  <a:lnTo>
                    <a:pt x="30333" y="70368"/>
                  </a:lnTo>
                  <a:lnTo>
                    <a:pt x="27359" y="74752"/>
                  </a:lnTo>
                  <a:lnTo>
                    <a:pt x="24525" y="79227"/>
                  </a:lnTo>
                  <a:lnTo>
                    <a:pt x="21834" y="83791"/>
                  </a:lnTo>
                  <a:lnTo>
                    <a:pt x="19289" y="88437"/>
                  </a:lnTo>
                  <a:lnTo>
                    <a:pt x="16893" y="93162"/>
                  </a:lnTo>
                  <a:lnTo>
                    <a:pt x="14647" y="97960"/>
                  </a:lnTo>
                  <a:lnTo>
                    <a:pt x="12555" y="102827"/>
                  </a:lnTo>
                  <a:lnTo>
                    <a:pt x="10618" y="107757"/>
                  </a:lnTo>
                  <a:lnTo>
                    <a:pt x="8838" y="112747"/>
                  </a:lnTo>
                  <a:lnTo>
                    <a:pt x="7217" y="117790"/>
                  </a:lnTo>
                  <a:lnTo>
                    <a:pt x="5757" y="122883"/>
                  </a:lnTo>
                  <a:lnTo>
                    <a:pt x="4459" y="128019"/>
                  </a:lnTo>
                  <a:lnTo>
                    <a:pt x="3324" y="133193"/>
                  </a:lnTo>
                  <a:lnTo>
                    <a:pt x="2354" y="138401"/>
                  </a:lnTo>
                  <a:lnTo>
                    <a:pt x="1549" y="143638"/>
                  </a:lnTo>
                  <a:lnTo>
                    <a:pt x="911" y="148896"/>
                  </a:lnTo>
                  <a:lnTo>
                    <a:pt x="440" y="154173"/>
                  </a:lnTo>
                  <a:lnTo>
                    <a:pt x="136" y="159462"/>
                  </a:lnTo>
                  <a:lnTo>
                    <a:pt x="0" y="164758"/>
                  </a:lnTo>
                  <a:lnTo>
                    <a:pt x="31" y="170055"/>
                  </a:lnTo>
                  <a:lnTo>
                    <a:pt x="231" y="175349"/>
                  </a:lnTo>
                  <a:lnTo>
                    <a:pt x="598" y="180634"/>
                  </a:lnTo>
                  <a:lnTo>
                    <a:pt x="1132" y="185904"/>
                  </a:lnTo>
                  <a:lnTo>
                    <a:pt x="1833" y="191155"/>
                  </a:lnTo>
                  <a:lnTo>
                    <a:pt x="2700" y="196381"/>
                  </a:lnTo>
                  <a:lnTo>
                    <a:pt x="3733" y="201577"/>
                  </a:lnTo>
                  <a:lnTo>
                    <a:pt x="4929" y="206738"/>
                  </a:lnTo>
                  <a:lnTo>
                    <a:pt x="6288" y="211858"/>
                  </a:lnTo>
                  <a:lnTo>
                    <a:pt x="7809" y="216933"/>
                  </a:lnTo>
                  <a:lnTo>
                    <a:pt x="9490" y="221957"/>
                  </a:lnTo>
                  <a:lnTo>
                    <a:pt x="11330" y="226925"/>
                  </a:lnTo>
                  <a:lnTo>
                    <a:pt x="13325" y="231832"/>
                  </a:lnTo>
                  <a:lnTo>
                    <a:pt x="15476" y="236673"/>
                  </a:lnTo>
                  <a:lnTo>
                    <a:pt x="17778" y="241444"/>
                  </a:lnTo>
                  <a:lnTo>
                    <a:pt x="20231" y="246140"/>
                  </a:lnTo>
                  <a:lnTo>
                    <a:pt x="22831" y="250755"/>
                  </a:lnTo>
                  <a:lnTo>
                    <a:pt x="25576" y="255286"/>
                  </a:lnTo>
                  <a:lnTo>
                    <a:pt x="28463" y="259728"/>
                  </a:lnTo>
                  <a:lnTo>
                    <a:pt x="31490" y="264076"/>
                  </a:lnTo>
                  <a:lnTo>
                    <a:pt x="34653" y="268326"/>
                  </a:lnTo>
                  <a:lnTo>
                    <a:pt x="37949" y="272473"/>
                  </a:lnTo>
                  <a:lnTo>
                    <a:pt x="41374" y="276514"/>
                  </a:lnTo>
                  <a:lnTo>
                    <a:pt x="44926" y="280444"/>
                  </a:lnTo>
                  <a:lnTo>
                    <a:pt x="48601" y="284260"/>
                  </a:lnTo>
                  <a:lnTo>
                    <a:pt x="52395" y="287957"/>
                  </a:lnTo>
                  <a:lnTo>
                    <a:pt x="56304" y="291533"/>
                  </a:lnTo>
                  <a:lnTo>
                    <a:pt x="60324" y="294983"/>
                  </a:lnTo>
                  <a:lnTo>
                    <a:pt x="64452" y="298303"/>
                  </a:lnTo>
                  <a:lnTo>
                    <a:pt x="68683" y="301491"/>
                  </a:lnTo>
                  <a:lnTo>
                    <a:pt x="73013" y="304544"/>
                  </a:lnTo>
                  <a:lnTo>
                    <a:pt x="77437" y="307458"/>
                  </a:lnTo>
                  <a:lnTo>
                    <a:pt x="81951" y="310230"/>
                  </a:lnTo>
                  <a:lnTo>
                    <a:pt x="86551" y="312857"/>
                  </a:lnTo>
                  <a:lnTo>
                    <a:pt x="91232" y="315338"/>
                  </a:lnTo>
                  <a:lnTo>
                    <a:pt x="95989" y="317669"/>
                  </a:lnTo>
                  <a:lnTo>
                    <a:pt x="100818" y="319848"/>
                  </a:lnTo>
                  <a:lnTo>
                    <a:pt x="105713" y="321873"/>
                  </a:lnTo>
                  <a:lnTo>
                    <a:pt x="110670" y="323742"/>
                  </a:lnTo>
                  <a:lnTo>
                    <a:pt x="115684" y="325453"/>
                  </a:lnTo>
                  <a:lnTo>
                    <a:pt x="120749" y="327004"/>
                  </a:lnTo>
                  <a:lnTo>
                    <a:pt x="125861" y="328394"/>
                  </a:lnTo>
                  <a:lnTo>
                    <a:pt x="131014" y="329621"/>
                  </a:lnTo>
                  <a:lnTo>
                    <a:pt x="136204" y="330685"/>
                  </a:lnTo>
                  <a:lnTo>
                    <a:pt x="141425" y="331583"/>
                  </a:lnTo>
                  <a:lnTo>
                    <a:pt x="146672" y="332316"/>
                  </a:lnTo>
                  <a:lnTo>
                    <a:pt x="151939" y="332881"/>
                  </a:lnTo>
                  <a:lnTo>
                    <a:pt x="157221" y="333280"/>
                  </a:lnTo>
                  <a:lnTo>
                    <a:pt x="162514" y="333511"/>
                  </a:lnTo>
                  <a:lnTo>
                    <a:pt x="167811" y="333574"/>
                  </a:lnTo>
                  <a:lnTo>
                    <a:pt x="173108" y="333470"/>
                  </a:lnTo>
                  <a:lnTo>
                    <a:pt x="178398" y="333197"/>
                  </a:lnTo>
                  <a:lnTo>
                    <a:pt x="183677" y="332758"/>
                  </a:lnTo>
                  <a:lnTo>
                    <a:pt x="188940" y="332151"/>
                  </a:lnTo>
                  <a:lnTo>
                    <a:pt x="194181" y="331377"/>
                  </a:lnTo>
                  <a:lnTo>
                    <a:pt x="199395" y="330438"/>
                  </a:lnTo>
                  <a:lnTo>
                    <a:pt x="204576" y="329334"/>
                  </a:lnTo>
                  <a:lnTo>
                    <a:pt x="209720" y="328067"/>
                  </a:lnTo>
                  <a:lnTo>
                    <a:pt x="214821" y="326637"/>
                  </a:lnTo>
                  <a:lnTo>
                    <a:pt x="219874" y="325046"/>
                  </a:lnTo>
                  <a:lnTo>
                    <a:pt x="224874" y="323296"/>
                  </a:lnTo>
                  <a:lnTo>
                    <a:pt x="229816" y="321389"/>
                  </a:lnTo>
                  <a:lnTo>
                    <a:pt x="234695" y="319326"/>
                  </a:lnTo>
                  <a:lnTo>
                    <a:pt x="239507" y="317109"/>
                  </a:lnTo>
                  <a:lnTo>
                    <a:pt x="244246" y="314741"/>
                  </a:lnTo>
                  <a:lnTo>
                    <a:pt x="248907" y="312224"/>
                  </a:lnTo>
                  <a:lnTo>
                    <a:pt x="253486" y="309560"/>
                  </a:lnTo>
                  <a:lnTo>
                    <a:pt x="257979" y="306753"/>
                  </a:lnTo>
                  <a:lnTo>
                    <a:pt x="262380" y="303805"/>
                  </a:lnTo>
                  <a:lnTo>
                    <a:pt x="266686" y="300719"/>
                  </a:lnTo>
                  <a:lnTo>
                    <a:pt x="270892" y="297498"/>
                  </a:lnTo>
                  <a:lnTo>
                    <a:pt x="274993" y="294145"/>
                  </a:lnTo>
                  <a:lnTo>
                    <a:pt x="278987" y="290664"/>
                  </a:lnTo>
                  <a:lnTo>
                    <a:pt x="282868" y="287058"/>
                  </a:lnTo>
                  <a:lnTo>
                    <a:pt x="286633" y="283331"/>
                  </a:lnTo>
                  <a:lnTo>
                    <a:pt x="290277" y="279487"/>
                  </a:lnTo>
                  <a:lnTo>
                    <a:pt x="293799" y="275529"/>
                  </a:lnTo>
                  <a:lnTo>
                    <a:pt x="297193" y="271461"/>
                  </a:lnTo>
                  <a:lnTo>
                    <a:pt x="300456" y="267288"/>
                  </a:lnTo>
                  <a:lnTo>
                    <a:pt x="303586" y="263014"/>
                  </a:lnTo>
                  <a:lnTo>
                    <a:pt x="306578" y="258643"/>
                  </a:lnTo>
                  <a:lnTo>
                    <a:pt x="309431" y="254179"/>
                  </a:lnTo>
                  <a:lnTo>
                    <a:pt x="312140" y="249626"/>
                  </a:lnTo>
                  <a:lnTo>
                    <a:pt x="314705" y="244991"/>
                  </a:lnTo>
                  <a:lnTo>
                    <a:pt x="317120" y="240276"/>
                  </a:lnTo>
                  <a:lnTo>
                    <a:pt x="319386" y="235487"/>
                  </a:lnTo>
                  <a:lnTo>
                    <a:pt x="321498" y="230629"/>
                  </a:lnTo>
                  <a:lnTo>
                    <a:pt x="323456" y="225707"/>
                  </a:lnTo>
                  <a:lnTo>
                    <a:pt x="325256" y="220724"/>
                  </a:lnTo>
                  <a:lnTo>
                    <a:pt x="326898" y="215688"/>
                  </a:lnTo>
                  <a:lnTo>
                    <a:pt x="328379" y="210601"/>
                  </a:lnTo>
                  <a:lnTo>
                    <a:pt x="329698" y="205471"/>
                  </a:lnTo>
                  <a:lnTo>
                    <a:pt x="330854" y="200301"/>
                  </a:lnTo>
                  <a:lnTo>
                    <a:pt x="331846" y="195097"/>
                  </a:lnTo>
                  <a:lnTo>
                    <a:pt x="332672" y="189864"/>
                  </a:lnTo>
                  <a:lnTo>
                    <a:pt x="333333" y="184608"/>
                  </a:lnTo>
                  <a:lnTo>
                    <a:pt x="333826" y="179333"/>
                  </a:lnTo>
                  <a:lnTo>
                    <a:pt x="334152" y="174046"/>
                  </a:lnTo>
                  <a:lnTo>
                    <a:pt x="334310" y="168751"/>
                  </a:lnTo>
                  <a:lnTo>
                    <a:pt x="334300" y="163453"/>
                  </a:lnTo>
                  <a:lnTo>
                    <a:pt x="334123" y="158159"/>
                  </a:lnTo>
                  <a:lnTo>
                    <a:pt x="333777" y="152872"/>
                  </a:lnTo>
                  <a:lnTo>
                    <a:pt x="333265" y="147600"/>
                  </a:lnTo>
                  <a:lnTo>
                    <a:pt x="332585" y="142346"/>
                  </a:lnTo>
                  <a:lnTo>
                    <a:pt x="331740" y="137116"/>
                  </a:lnTo>
                  <a:lnTo>
                    <a:pt x="330729" y="131916"/>
                  </a:lnTo>
                  <a:lnTo>
                    <a:pt x="329554" y="126750"/>
                  </a:lnTo>
                  <a:lnTo>
                    <a:pt x="328216" y="121624"/>
                  </a:lnTo>
                  <a:lnTo>
                    <a:pt x="326716" y="116544"/>
                  </a:lnTo>
                  <a:lnTo>
                    <a:pt x="325056" y="111513"/>
                  </a:lnTo>
                  <a:lnTo>
                    <a:pt x="323237" y="106537"/>
                  </a:lnTo>
                  <a:lnTo>
                    <a:pt x="321262" y="101622"/>
                  </a:lnTo>
                  <a:lnTo>
                    <a:pt x="319131" y="96772"/>
                  </a:lnTo>
                  <a:lnTo>
                    <a:pt x="316849" y="91991"/>
                  </a:lnTo>
                  <a:lnTo>
                    <a:pt x="314415" y="87285"/>
                  </a:lnTo>
                  <a:lnTo>
                    <a:pt x="311834" y="82659"/>
                  </a:lnTo>
                  <a:lnTo>
                    <a:pt x="309108" y="78117"/>
                  </a:lnTo>
                  <a:lnTo>
                    <a:pt x="306239" y="73663"/>
                  </a:lnTo>
                  <a:lnTo>
                    <a:pt x="303231" y="69303"/>
                  </a:lnTo>
                  <a:lnTo>
                    <a:pt x="300085" y="65040"/>
                  </a:lnTo>
                  <a:lnTo>
                    <a:pt x="296807" y="60879"/>
                  </a:lnTo>
                  <a:lnTo>
                    <a:pt x="293398" y="56824"/>
                  </a:lnTo>
                  <a:lnTo>
                    <a:pt x="289862" y="52879"/>
                  </a:lnTo>
                  <a:lnTo>
                    <a:pt x="286203" y="49048"/>
                  </a:lnTo>
                  <a:lnTo>
                    <a:pt x="282425" y="45335"/>
                  </a:lnTo>
                  <a:lnTo>
                    <a:pt x="278531" y="41743"/>
                  </a:lnTo>
                  <a:lnTo>
                    <a:pt x="274524" y="38277"/>
                  </a:lnTo>
                  <a:lnTo>
                    <a:pt x="270411" y="34939"/>
                  </a:lnTo>
                  <a:lnTo>
                    <a:pt x="266193" y="31734"/>
                  </a:lnTo>
                  <a:lnTo>
                    <a:pt x="261876" y="28663"/>
                  </a:lnTo>
                  <a:lnTo>
                    <a:pt x="257464" y="25731"/>
                  </a:lnTo>
                  <a:lnTo>
                    <a:pt x="252961" y="22941"/>
                  </a:lnTo>
                  <a:lnTo>
                    <a:pt x="248372" y="20294"/>
                  </a:lnTo>
                  <a:lnTo>
                    <a:pt x="243701" y="17794"/>
                  </a:lnTo>
                  <a:lnTo>
                    <a:pt x="238954" y="15443"/>
                  </a:lnTo>
                  <a:lnTo>
                    <a:pt x="234134" y="13244"/>
                  </a:lnTo>
                  <a:lnTo>
                    <a:pt x="229248" y="11199"/>
                  </a:lnTo>
                  <a:lnTo>
                    <a:pt x="224298" y="9309"/>
                  </a:lnTo>
                  <a:lnTo>
                    <a:pt x="219292" y="7578"/>
                  </a:lnTo>
                  <a:lnTo>
                    <a:pt x="214233" y="6006"/>
                  </a:lnTo>
                  <a:lnTo>
                    <a:pt x="209127" y="4595"/>
                  </a:lnTo>
                  <a:lnTo>
                    <a:pt x="203978" y="3346"/>
                  </a:lnTo>
                  <a:lnTo>
                    <a:pt x="198793" y="2261"/>
                  </a:lnTo>
                  <a:lnTo>
                    <a:pt x="193576" y="1341"/>
                  </a:lnTo>
                  <a:lnTo>
                    <a:pt x="188332" y="587"/>
                  </a:lnTo>
                  <a:lnTo>
                    <a:pt x="183068" y="0"/>
                  </a:lnTo>
                  <a:lnTo>
                    <a:pt x="167159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83779" y="3170392"/>
              <a:ext cx="15908" cy="167167"/>
            </a:xfrm>
            <a:custGeom>
              <a:avLst/>
              <a:pathLst>
                <a:path w="15908" h="167167">
                  <a:moveTo>
                    <a:pt x="15908" y="758"/>
                  </a:moveTo>
                  <a:lnTo>
                    <a:pt x="7963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1860" y="2633064"/>
              <a:ext cx="167150" cy="186427"/>
            </a:xfrm>
            <a:custGeom>
              <a:avLst/>
              <a:pathLst>
                <a:path w="167150" h="186427">
                  <a:moveTo>
                    <a:pt x="167150" y="0"/>
                  </a:moveTo>
                  <a:lnTo>
                    <a:pt x="161730" y="87"/>
                  </a:lnTo>
                  <a:lnTo>
                    <a:pt x="156316" y="351"/>
                  </a:lnTo>
                  <a:lnTo>
                    <a:pt x="150913" y="790"/>
                  </a:lnTo>
                  <a:lnTo>
                    <a:pt x="145527" y="1404"/>
                  </a:lnTo>
                  <a:lnTo>
                    <a:pt x="140164" y="2192"/>
                  </a:lnTo>
                  <a:lnTo>
                    <a:pt x="134829" y="3154"/>
                  </a:lnTo>
                  <a:lnTo>
                    <a:pt x="129528" y="4288"/>
                  </a:lnTo>
                  <a:lnTo>
                    <a:pt x="124267" y="5593"/>
                  </a:lnTo>
                  <a:lnTo>
                    <a:pt x="119051" y="7069"/>
                  </a:lnTo>
                  <a:lnTo>
                    <a:pt x="113886" y="8712"/>
                  </a:lnTo>
                  <a:lnTo>
                    <a:pt x="108776" y="10523"/>
                  </a:lnTo>
                  <a:lnTo>
                    <a:pt x="103728" y="12498"/>
                  </a:lnTo>
                  <a:lnTo>
                    <a:pt x="98747" y="14635"/>
                  </a:lnTo>
                  <a:lnTo>
                    <a:pt x="93837" y="16933"/>
                  </a:lnTo>
                  <a:lnTo>
                    <a:pt x="89005" y="19389"/>
                  </a:lnTo>
                  <a:lnTo>
                    <a:pt x="84254" y="22001"/>
                  </a:lnTo>
                  <a:lnTo>
                    <a:pt x="79591" y="24765"/>
                  </a:lnTo>
                  <a:lnTo>
                    <a:pt x="75020" y="27678"/>
                  </a:lnTo>
                  <a:lnTo>
                    <a:pt x="70546" y="30739"/>
                  </a:lnTo>
                  <a:lnTo>
                    <a:pt x="66174" y="33943"/>
                  </a:lnTo>
                  <a:lnTo>
                    <a:pt x="61907" y="37287"/>
                  </a:lnTo>
                  <a:lnTo>
                    <a:pt x="57751" y="40767"/>
                  </a:lnTo>
                  <a:lnTo>
                    <a:pt x="53711" y="44381"/>
                  </a:lnTo>
                  <a:lnTo>
                    <a:pt x="49789" y="48123"/>
                  </a:lnTo>
                  <a:lnTo>
                    <a:pt x="45991" y="51991"/>
                  </a:lnTo>
                  <a:lnTo>
                    <a:pt x="42321" y="55980"/>
                  </a:lnTo>
                  <a:lnTo>
                    <a:pt x="38781" y="60085"/>
                  </a:lnTo>
                  <a:lnTo>
                    <a:pt x="35377" y="64304"/>
                  </a:lnTo>
                  <a:lnTo>
                    <a:pt x="32111" y="68630"/>
                  </a:lnTo>
                  <a:lnTo>
                    <a:pt x="28987" y="73060"/>
                  </a:lnTo>
                  <a:lnTo>
                    <a:pt x="26009" y="77589"/>
                  </a:lnTo>
                  <a:lnTo>
                    <a:pt x="23179" y="82213"/>
                  </a:lnTo>
                  <a:lnTo>
                    <a:pt x="20500" y="86925"/>
                  </a:lnTo>
                  <a:lnTo>
                    <a:pt x="17975" y="91722"/>
                  </a:lnTo>
                  <a:lnTo>
                    <a:pt x="15608" y="96598"/>
                  </a:lnTo>
                  <a:lnTo>
                    <a:pt x="13399" y="101549"/>
                  </a:lnTo>
                  <a:lnTo>
                    <a:pt x="11353" y="106568"/>
                  </a:lnTo>
                  <a:lnTo>
                    <a:pt x="9470" y="111652"/>
                  </a:lnTo>
                  <a:lnTo>
                    <a:pt x="7753" y="116793"/>
                  </a:lnTo>
                  <a:lnTo>
                    <a:pt x="6203" y="121988"/>
                  </a:lnTo>
                  <a:lnTo>
                    <a:pt x="4823" y="127230"/>
                  </a:lnTo>
                  <a:lnTo>
                    <a:pt x="3614" y="132514"/>
                  </a:lnTo>
                  <a:lnTo>
                    <a:pt x="2576" y="137834"/>
                  </a:lnTo>
                  <a:lnTo>
                    <a:pt x="1712" y="143186"/>
                  </a:lnTo>
                  <a:lnTo>
                    <a:pt x="1021" y="148562"/>
                  </a:lnTo>
                  <a:lnTo>
                    <a:pt x="505" y="153958"/>
                  </a:lnTo>
                  <a:lnTo>
                    <a:pt x="165" y="159368"/>
                  </a:lnTo>
                  <a:lnTo>
                    <a:pt x="0" y="164787"/>
                  </a:lnTo>
                  <a:lnTo>
                    <a:pt x="10" y="170207"/>
                  </a:lnTo>
                  <a:lnTo>
                    <a:pt x="197" y="175625"/>
                  </a:lnTo>
                  <a:lnTo>
                    <a:pt x="559" y="181033"/>
                  </a:lnTo>
                  <a:lnTo>
                    <a:pt x="1096" y="18642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957" y="2660328"/>
              <a:ext cx="333220" cy="307059"/>
            </a:xfrm>
            <a:custGeom>
              <a:avLst/>
              <a:pathLst>
                <a:path w="333220" h="307059">
                  <a:moveTo>
                    <a:pt x="0" y="159163"/>
                  </a:moveTo>
                  <a:lnTo>
                    <a:pt x="698" y="164447"/>
                  </a:lnTo>
                  <a:lnTo>
                    <a:pt x="1565" y="169706"/>
                  </a:lnTo>
                  <a:lnTo>
                    <a:pt x="2598" y="174935"/>
                  </a:lnTo>
                  <a:lnTo>
                    <a:pt x="3798" y="180129"/>
                  </a:lnTo>
                  <a:lnTo>
                    <a:pt x="5163" y="185281"/>
                  </a:lnTo>
                  <a:lnTo>
                    <a:pt x="6692" y="190387"/>
                  </a:lnTo>
                  <a:lnTo>
                    <a:pt x="8382" y="195442"/>
                  </a:lnTo>
                  <a:lnTo>
                    <a:pt x="10233" y="200441"/>
                  </a:lnTo>
                  <a:lnTo>
                    <a:pt x="12242" y="205378"/>
                  </a:lnTo>
                  <a:lnTo>
                    <a:pt x="14408" y="210248"/>
                  </a:lnTo>
                  <a:lnTo>
                    <a:pt x="16728" y="215047"/>
                  </a:lnTo>
                  <a:lnTo>
                    <a:pt x="19199" y="219770"/>
                  </a:lnTo>
                  <a:lnTo>
                    <a:pt x="21820" y="224411"/>
                  </a:lnTo>
                  <a:lnTo>
                    <a:pt x="24588" y="228966"/>
                  </a:lnTo>
                  <a:lnTo>
                    <a:pt x="27499" y="233431"/>
                  </a:lnTo>
                  <a:lnTo>
                    <a:pt x="30552" y="237801"/>
                  </a:lnTo>
                  <a:lnTo>
                    <a:pt x="33742" y="242071"/>
                  </a:lnTo>
                  <a:lnTo>
                    <a:pt x="37066" y="246237"/>
                  </a:lnTo>
                  <a:lnTo>
                    <a:pt x="40522" y="250296"/>
                  </a:lnTo>
                  <a:lnTo>
                    <a:pt x="44105" y="254242"/>
                  </a:lnTo>
                  <a:lnTo>
                    <a:pt x="47812" y="258071"/>
                  </a:lnTo>
                  <a:lnTo>
                    <a:pt x="51640" y="261781"/>
                  </a:lnTo>
                  <a:lnTo>
                    <a:pt x="55584" y="265367"/>
                  </a:lnTo>
                  <a:lnTo>
                    <a:pt x="59640" y="268825"/>
                  </a:lnTo>
                  <a:lnTo>
                    <a:pt x="63804" y="272152"/>
                  </a:lnTo>
                  <a:lnTo>
                    <a:pt x="68072" y="275345"/>
                  </a:lnTo>
                  <a:lnTo>
                    <a:pt x="72440" y="278400"/>
                  </a:lnTo>
                  <a:lnTo>
                    <a:pt x="76903" y="281314"/>
                  </a:lnTo>
                  <a:lnTo>
                    <a:pt x="81457" y="284084"/>
                  </a:lnTo>
                  <a:lnTo>
                    <a:pt x="86097" y="286708"/>
                  </a:lnTo>
                  <a:lnTo>
                    <a:pt x="90818" y="289182"/>
                  </a:lnTo>
                  <a:lnTo>
                    <a:pt x="95615" y="291505"/>
                  </a:lnTo>
                  <a:lnTo>
                    <a:pt x="100484" y="293674"/>
                  </a:lnTo>
                  <a:lnTo>
                    <a:pt x="105420" y="295686"/>
                  </a:lnTo>
                  <a:lnTo>
                    <a:pt x="110417" y="297540"/>
                  </a:lnTo>
                  <a:lnTo>
                    <a:pt x="115471" y="299233"/>
                  </a:lnTo>
                  <a:lnTo>
                    <a:pt x="120577" y="300765"/>
                  </a:lnTo>
                  <a:lnTo>
                    <a:pt x="125728" y="302133"/>
                  </a:lnTo>
                  <a:lnTo>
                    <a:pt x="130921" y="303336"/>
                  </a:lnTo>
                  <a:lnTo>
                    <a:pt x="136149" y="304373"/>
                  </a:lnTo>
                  <a:lnTo>
                    <a:pt x="141408" y="305243"/>
                  </a:lnTo>
                  <a:lnTo>
                    <a:pt x="146692" y="305945"/>
                  </a:lnTo>
                  <a:lnTo>
                    <a:pt x="151995" y="306478"/>
                  </a:lnTo>
                  <a:lnTo>
                    <a:pt x="157313" y="306841"/>
                  </a:lnTo>
                  <a:lnTo>
                    <a:pt x="162640" y="307035"/>
                  </a:lnTo>
                  <a:lnTo>
                    <a:pt x="167970" y="307059"/>
                  </a:lnTo>
                  <a:lnTo>
                    <a:pt x="173298" y="306913"/>
                  </a:lnTo>
                  <a:lnTo>
                    <a:pt x="178619" y="306597"/>
                  </a:lnTo>
                  <a:lnTo>
                    <a:pt x="183927" y="306112"/>
                  </a:lnTo>
                  <a:lnTo>
                    <a:pt x="189217" y="305457"/>
                  </a:lnTo>
                  <a:lnTo>
                    <a:pt x="194483" y="304635"/>
                  </a:lnTo>
                  <a:lnTo>
                    <a:pt x="199721" y="303645"/>
                  </a:lnTo>
                  <a:lnTo>
                    <a:pt x="204924" y="302488"/>
                  </a:lnTo>
                  <a:lnTo>
                    <a:pt x="210087" y="301166"/>
                  </a:lnTo>
                  <a:lnTo>
                    <a:pt x="215206" y="299680"/>
                  </a:lnTo>
                  <a:lnTo>
                    <a:pt x="220275" y="298032"/>
                  </a:lnTo>
                  <a:lnTo>
                    <a:pt x="225289" y="296223"/>
                  </a:lnTo>
                  <a:lnTo>
                    <a:pt x="230243" y="294255"/>
                  </a:lnTo>
                  <a:lnTo>
                    <a:pt x="235131" y="292130"/>
                  </a:lnTo>
                  <a:lnTo>
                    <a:pt x="239949" y="289850"/>
                  </a:lnTo>
                  <a:lnTo>
                    <a:pt x="244692" y="287418"/>
                  </a:lnTo>
                  <a:lnTo>
                    <a:pt x="249355" y="284836"/>
                  </a:lnTo>
                  <a:lnTo>
                    <a:pt x="253933" y="282107"/>
                  </a:lnTo>
                  <a:lnTo>
                    <a:pt x="258422" y="279233"/>
                  </a:lnTo>
                  <a:lnTo>
                    <a:pt x="262817" y="276217"/>
                  </a:lnTo>
                  <a:lnTo>
                    <a:pt x="267114" y="273063"/>
                  </a:lnTo>
                  <a:lnTo>
                    <a:pt x="271308" y="269773"/>
                  </a:lnTo>
                  <a:lnTo>
                    <a:pt x="275395" y="266352"/>
                  </a:lnTo>
                  <a:lnTo>
                    <a:pt x="279371" y="262801"/>
                  </a:lnTo>
                  <a:lnTo>
                    <a:pt x="283231" y="259126"/>
                  </a:lnTo>
                  <a:lnTo>
                    <a:pt x="286973" y="255330"/>
                  </a:lnTo>
                  <a:lnTo>
                    <a:pt x="290591" y="251416"/>
                  </a:lnTo>
                  <a:lnTo>
                    <a:pt x="294083" y="247389"/>
                  </a:lnTo>
                  <a:lnTo>
                    <a:pt x="297445" y="243253"/>
                  </a:lnTo>
                  <a:lnTo>
                    <a:pt x="300673" y="239011"/>
                  </a:lnTo>
                  <a:lnTo>
                    <a:pt x="303764" y="234669"/>
                  </a:lnTo>
                  <a:lnTo>
                    <a:pt x="306716" y="230230"/>
                  </a:lnTo>
                  <a:lnTo>
                    <a:pt x="309524" y="225700"/>
                  </a:lnTo>
                  <a:lnTo>
                    <a:pt x="312186" y="221082"/>
                  </a:lnTo>
                  <a:lnTo>
                    <a:pt x="314700" y="216382"/>
                  </a:lnTo>
                  <a:lnTo>
                    <a:pt x="317063" y="211604"/>
                  </a:lnTo>
                  <a:lnTo>
                    <a:pt x="319272" y="206754"/>
                  </a:lnTo>
                  <a:lnTo>
                    <a:pt x="321325" y="201835"/>
                  </a:lnTo>
                  <a:lnTo>
                    <a:pt x="323221" y="196853"/>
                  </a:lnTo>
                  <a:lnTo>
                    <a:pt x="324957" y="191813"/>
                  </a:lnTo>
                  <a:lnTo>
                    <a:pt x="326531" y="186721"/>
                  </a:lnTo>
                  <a:lnTo>
                    <a:pt x="327942" y="181581"/>
                  </a:lnTo>
                  <a:lnTo>
                    <a:pt x="329189" y="176399"/>
                  </a:lnTo>
                  <a:lnTo>
                    <a:pt x="330269" y="171179"/>
                  </a:lnTo>
                  <a:lnTo>
                    <a:pt x="331183" y="165928"/>
                  </a:lnTo>
                  <a:lnTo>
                    <a:pt x="331929" y="160650"/>
                  </a:lnTo>
                  <a:lnTo>
                    <a:pt x="332506" y="155351"/>
                  </a:lnTo>
                  <a:lnTo>
                    <a:pt x="332914" y="150037"/>
                  </a:lnTo>
                  <a:lnTo>
                    <a:pt x="333152" y="144712"/>
                  </a:lnTo>
                  <a:lnTo>
                    <a:pt x="333220" y="139382"/>
                  </a:lnTo>
                  <a:lnTo>
                    <a:pt x="333119" y="134053"/>
                  </a:lnTo>
                  <a:lnTo>
                    <a:pt x="332847" y="128729"/>
                  </a:lnTo>
                  <a:lnTo>
                    <a:pt x="332406" y="123418"/>
                  </a:lnTo>
                  <a:lnTo>
                    <a:pt x="331796" y="118122"/>
                  </a:lnTo>
                  <a:lnTo>
                    <a:pt x="331018" y="112849"/>
                  </a:lnTo>
                  <a:lnTo>
                    <a:pt x="330071" y="107604"/>
                  </a:lnTo>
                  <a:lnTo>
                    <a:pt x="328958" y="102391"/>
                  </a:lnTo>
                  <a:lnTo>
                    <a:pt x="327679" y="97217"/>
                  </a:lnTo>
                  <a:lnTo>
                    <a:pt x="326236" y="92086"/>
                  </a:lnTo>
                  <a:lnTo>
                    <a:pt x="324631" y="87003"/>
                  </a:lnTo>
                  <a:lnTo>
                    <a:pt x="322863" y="81974"/>
                  </a:lnTo>
                  <a:lnTo>
                    <a:pt x="320937" y="77004"/>
                  </a:lnTo>
                  <a:lnTo>
                    <a:pt x="318853" y="72099"/>
                  </a:lnTo>
                  <a:lnTo>
                    <a:pt x="316614" y="67262"/>
                  </a:lnTo>
                  <a:lnTo>
                    <a:pt x="314221" y="62498"/>
                  </a:lnTo>
                  <a:lnTo>
                    <a:pt x="311678" y="57814"/>
                  </a:lnTo>
                  <a:lnTo>
                    <a:pt x="308987" y="53213"/>
                  </a:lnTo>
                  <a:lnTo>
                    <a:pt x="306151" y="48700"/>
                  </a:lnTo>
                  <a:lnTo>
                    <a:pt x="303172" y="44280"/>
                  </a:lnTo>
                  <a:lnTo>
                    <a:pt x="300053" y="39957"/>
                  </a:lnTo>
                  <a:lnTo>
                    <a:pt x="296799" y="35736"/>
                  </a:lnTo>
                  <a:lnTo>
                    <a:pt x="293412" y="31621"/>
                  </a:lnTo>
                  <a:lnTo>
                    <a:pt x="289895" y="27615"/>
                  </a:lnTo>
                  <a:lnTo>
                    <a:pt x="286252" y="23724"/>
                  </a:lnTo>
                  <a:lnTo>
                    <a:pt x="282487" y="19951"/>
                  </a:lnTo>
                  <a:lnTo>
                    <a:pt x="278603" y="16300"/>
                  </a:lnTo>
                  <a:lnTo>
                    <a:pt x="274606" y="12775"/>
                  </a:lnTo>
                  <a:lnTo>
                    <a:pt x="270497" y="9379"/>
                  </a:lnTo>
                  <a:lnTo>
                    <a:pt x="266283" y="6115"/>
                  </a:lnTo>
                  <a:lnTo>
                    <a:pt x="261967" y="2988"/>
                  </a:lnTo>
                  <a:lnTo>
                    <a:pt x="257553" y="0"/>
                  </a:lnTo>
                  <a:lnTo>
                    <a:pt x="166054" y="139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919011" y="2633064"/>
              <a:ext cx="91499" cy="167167"/>
            </a:xfrm>
            <a:custGeom>
              <a:avLst/>
              <a:pathLst>
                <a:path w="91499" h="167167">
                  <a:moveTo>
                    <a:pt x="91499" y="27264"/>
                  </a:moveTo>
                  <a:lnTo>
                    <a:pt x="86680" y="24228"/>
                  </a:lnTo>
                  <a:lnTo>
                    <a:pt x="81761" y="21359"/>
                  </a:lnTo>
                  <a:lnTo>
                    <a:pt x="76747" y="18658"/>
                  </a:lnTo>
                  <a:lnTo>
                    <a:pt x="71643" y="16130"/>
                  </a:lnTo>
                  <a:lnTo>
                    <a:pt x="66457" y="13777"/>
                  </a:lnTo>
                  <a:lnTo>
                    <a:pt x="61193" y="11603"/>
                  </a:lnTo>
                  <a:lnTo>
                    <a:pt x="55859" y="9608"/>
                  </a:lnTo>
                  <a:lnTo>
                    <a:pt x="50459" y="7797"/>
                  </a:lnTo>
                  <a:lnTo>
                    <a:pt x="45001" y="6171"/>
                  </a:lnTo>
                  <a:lnTo>
                    <a:pt x="39491" y="4731"/>
                  </a:lnTo>
                  <a:lnTo>
                    <a:pt x="33935" y="3480"/>
                  </a:lnTo>
                  <a:lnTo>
                    <a:pt x="28339" y="2419"/>
                  </a:lnTo>
                  <a:lnTo>
                    <a:pt x="22711" y="1549"/>
                  </a:lnTo>
                  <a:lnTo>
                    <a:pt x="17056" y="872"/>
                  </a:lnTo>
                  <a:lnTo>
                    <a:pt x="11382" y="387"/>
                  </a:lnTo>
                  <a:lnTo>
                    <a:pt x="569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1789" y="2126963"/>
              <a:ext cx="76683" cy="167167"/>
            </a:xfrm>
            <a:custGeom>
              <a:avLst/>
              <a:pathLst>
                <a:path w="76683" h="167167">
                  <a:moveTo>
                    <a:pt x="76683" y="0"/>
                  </a:moveTo>
                  <a:lnTo>
                    <a:pt x="70993" y="96"/>
                  </a:lnTo>
                  <a:lnTo>
                    <a:pt x="65311" y="387"/>
                  </a:lnTo>
                  <a:lnTo>
                    <a:pt x="59641" y="870"/>
                  </a:lnTo>
                  <a:lnTo>
                    <a:pt x="53992" y="1547"/>
                  </a:lnTo>
                  <a:lnTo>
                    <a:pt x="48368" y="2415"/>
                  </a:lnTo>
                  <a:lnTo>
                    <a:pt x="42778" y="3474"/>
                  </a:lnTo>
                  <a:lnTo>
                    <a:pt x="37226" y="4723"/>
                  </a:lnTo>
                  <a:lnTo>
                    <a:pt x="31721" y="6160"/>
                  </a:lnTo>
                  <a:lnTo>
                    <a:pt x="26267" y="7783"/>
                  </a:lnTo>
                  <a:lnTo>
                    <a:pt x="20872" y="9591"/>
                  </a:lnTo>
                  <a:lnTo>
                    <a:pt x="15542" y="11582"/>
                  </a:lnTo>
                  <a:lnTo>
                    <a:pt x="10282" y="13753"/>
                  </a:lnTo>
                  <a:lnTo>
                    <a:pt x="5099" y="16101"/>
                  </a:lnTo>
                  <a:lnTo>
                    <a:pt x="0" y="18625"/>
                  </a:lnTo>
                  <a:lnTo>
                    <a:pt x="766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561308" y="2145589"/>
              <a:ext cx="273937" cy="315699"/>
            </a:xfrm>
            <a:custGeom>
              <a:avLst/>
              <a:pathLst>
                <a:path w="273937" h="315699">
                  <a:moveTo>
                    <a:pt x="90480" y="0"/>
                  </a:moveTo>
                  <a:lnTo>
                    <a:pt x="85770" y="2527"/>
                  </a:lnTo>
                  <a:lnTo>
                    <a:pt x="81142" y="5204"/>
                  </a:lnTo>
                  <a:lnTo>
                    <a:pt x="76603" y="8028"/>
                  </a:lnTo>
                  <a:lnTo>
                    <a:pt x="72157" y="10996"/>
                  </a:lnTo>
                  <a:lnTo>
                    <a:pt x="67808" y="14104"/>
                  </a:lnTo>
                  <a:lnTo>
                    <a:pt x="63560" y="17349"/>
                  </a:lnTo>
                  <a:lnTo>
                    <a:pt x="59418" y="20729"/>
                  </a:lnTo>
                  <a:lnTo>
                    <a:pt x="55386" y="24239"/>
                  </a:lnTo>
                  <a:lnTo>
                    <a:pt x="51469" y="27877"/>
                  </a:lnTo>
                  <a:lnTo>
                    <a:pt x="47670" y="31638"/>
                  </a:lnTo>
                  <a:lnTo>
                    <a:pt x="43993" y="35518"/>
                  </a:lnTo>
                  <a:lnTo>
                    <a:pt x="40442" y="39514"/>
                  </a:lnTo>
                  <a:lnTo>
                    <a:pt x="37021" y="43622"/>
                  </a:lnTo>
                  <a:lnTo>
                    <a:pt x="33733" y="47837"/>
                  </a:lnTo>
                  <a:lnTo>
                    <a:pt x="30581" y="52155"/>
                  </a:lnTo>
                  <a:lnTo>
                    <a:pt x="27569" y="56571"/>
                  </a:lnTo>
                  <a:lnTo>
                    <a:pt x="24700" y="61081"/>
                  </a:lnTo>
                  <a:lnTo>
                    <a:pt x="21976" y="65681"/>
                  </a:lnTo>
                  <a:lnTo>
                    <a:pt x="19401" y="70366"/>
                  </a:lnTo>
                  <a:lnTo>
                    <a:pt x="16977" y="75131"/>
                  </a:lnTo>
                  <a:lnTo>
                    <a:pt x="14707" y="79970"/>
                  </a:lnTo>
                  <a:lnTo>
                    <a:pt x="12592" y="84880"/>
                  </a:lnTo>
                  <a:lnTo>
                    <a:pt x="10635" y="89855"/>
                  </a:lnTo>
                  <a:lnTo>
                    <a:pt x="8839" y="94890"/>
                  </a:lnTo>
                  <a:lnTo>
                    <a:pt x="7205" y="99979"/>
                  </a:lnTo>
                  <a:lnTo>
                    <a:pt x="5734" y="105119"/>
                  </a:lnTo>
                  <a:lnTo>
                    <a:pt x="4428" y="110303"/>
                  </a:lnTo>
                  <a:lnTo>
                    <a:pt x="3288" y="115525"/>
                  </a:lnTo>
                  <a:lnTo>
                    <a:pt x="2316" y="120782"/>
                  </a:lnTo>
                  <a:lnTo>
                    <a:pt x="1513" y="126067"/>
                  </a:lnTo>
                  <a:lnTo>
                    <a:pt x="879" y="131375"/>
                  </a:lnTo>
                  <a:lnTo>
                    <a:pt x="415" y="136701"/>
                  </a:lnTo>
                  <a:lnTo>
                    <a:pt x="122" y="142038"/>
                  </a:lnTo>
                  <a:lnTo>
                    <a:pt x="0" y="147383"/>
                  </a:lnTo>
                  <a:lnTo>
                    <a:pt x="48" y="152728"/>
                  </a:lnTo>
                  <a:lnTo>
                    <a:pt x="267" y="158070"/>
                  </a:lnTo>
                  <a:lnTo>
                    <a:pt x="657" y="163401"/>
                  </a:lnTo>
                  <a:lnTo>
                    <a:pt x="1218" y="168717"/>
                  </a:lnTo>
                  <a:lnTo>
                    <a:pt x="1947" y="174013"/>
                  </a:lnTo>
                  <a:lnTo>
                    <a:pt x="2846" y="179283"/>
                  </a:lnTo>
                  <a:lnTo>
                    <a:pt x="3913" y="184521"/>
                  </a:lnTo>
                  <a:lnTo>
                    <a:pt x="5147" y="189722"/>
                  </a:lnTo>
                  <a:lnTo>
                    <a:pt x="6547" y="194882"/>
                  </a:lnTo>
                  <a:lnTo>
                    <a:pt x="8111" y="199993"/>
                  </a:lnTo>
                  <a:lnTo>
                    <a:pt x="9837" y="205053"/>
                  </a:lnTo>
                  <a:lnTo>
                    <a:pt x="11724" y="210054"/>
                  </a:lnTo>
                  <a:lnTo>
                    <a:pt x="13771" y="214993"/>
                  </a:lnTo>
                  <a:lnTo>
                    <a:pt x="15974" y="219863"/>
                  </a:lnTo>
                  <a:lnTo>
                    <a:pt x="18332" y="224661"/>
                  </a:lnTo>
                  <a:lnTo>
                    <a:pt x="20842" y="229381"/>
                  </a:lnTo>
                  <a:lnTo>
                    <a:pt x="23501" y="234018"/>
                  </a:lnTo>
                  <a:lnTo>
                    <a:pt x="26308" y="238568"/>
                  </a:lnTo>
                  <a:lnTo>
                    <a:pt x="29258" y="243026"/>
                  </a:lnTo>
                  <a:lnTo>
                    <a:pt x="32350" y="247387"/>
                  </a:lnTo>
                  <a:lnTo>
                    <a:pt x="35579" y="251647"/>
                  </a:lnTo>
                  <a:lnTo>
                    <a:pt x="38943" y="255801"/>
                  </a:lnTo>
                  <a:lnTo>
                    <a:pt x="42439" y="259846"/>
                  </a:lnTo>
                  <a:lnTo>
                    <a:pt x="46061" y="263777"/>
                  </a:lnTo>
                  <a:lnTo>
                    <a:pt x="49808" y="267591"/>
                  </a:lnTo>
                  <a:lnTo>
                    <a:pt x="53674" y="271282"/>
                  </a:lnTo>
                  <a:lnTo>
                    <a:pt x="57657" y="274848"/>
                  </a:lnTo>
                  <a:lnTo>
                    <a:pt x="61751" y="278285"/>
                  </a:lnTo>
                  <a:lnTo>
                    <a:pt x="65954" y="281589"/>
                  </a:lnTo>
                  <a:lnTo>
                    <a:pt x="70260" y="284757"/>
                  </a:lnTo>
                  <a:lnTo>
                    <a:pt x="74665" y="287786"/>
                  </a:lnTo>
                  <a:lnTo>
                    <a:pt x="79164" y="290672"/>
                  </a:lnTo>
                  <a:lnTo>
                    <a:pt x="83754" y="293413"/>
                  </a:lnTo>
                  <a:lnTo>
                    <a:pt x="88428" y="296006"/>
                  </a:lnTo>
                  <a:lnTo>
                    <a:pt x="93184" y="298448"/>
                  </a:lnTo>
                  <a:lnTo>
                    <a:pt x="98015" y="300737"/>
                  </a:lnTo>
                  <a:lnTo>
                    <a:pt x="102917" y="302870"/>
                  </a:lnTo>
                  <a:lnTo>
                    <a:pt x="107884" y="304845"/>
                  </a:lnTo>
                  <a:lnTo>
                    <a:pt x="112912" y="306661"/>
                  </a:lnTo>
                  <a:lnTo>
                    <a:pt x="117995" y="308315"/>
                  </a:lnTo>
                  <a:lnTo>
                    <a:pt x="123129" y="309805"/>
                  </a:lnTo>
                  <a:lnTo>
                    <a:pt x="128308" y="311130"/>
                  </a:lnTo>
                  <a:lnTo>
                    <a:pt x="133527" y="312290"/>
                  </a:lnTo>
                  <a:lnTo>
                    <a:pt x="138780" y="313281"/>
                  </a:lnTo>
                  <a:lnTo>
                    <a:pt x="144061" y="314105"/>
                  </a:lnTo>
                  <a:lnTo>
                    <a:pt x="149367" y="314759"/>
                  </a:lnTo>
                  <a:lnTo>
                    <a:pt x="154691" y="315243"/>
                  </a:lnTo>
                  <a:lnTo>
                    <a:pt x="160027" y="315556"/>
                  </a:lnTo>
                  <a:lnTo>
                    <a:pt x="165371" y="315699"/>
                  </a:lnTo>
                  <a:lnTo>
                    <a:pt x="170717" y="315671"/>
                  </a:lnTo>
                  <a:lnTo>
                    <a:pt x="176059" y="315472"/>
                  </a:lnTo>
                  <a:lnTo>
                    <a:pt x="181392" y="315102"/>
                  </a:lnTo>
                  <a:lnTo>
                    <a:pt x="186710" y="314562"/>
                  </a:lnTo>
                  <a:lnTo>
                    <a:pt x="192009" y="313852"/>
                  </a:lnTo>
                  <a:lnTo>
                    <a:pt x="197282" y="312973"/>
                  </a:lnTo>
                  <a:lnTo>
                    <a:pt x="202524" y="311926"/>
                  </a:lnTo>
                  <a:lnTo>
                    <a:pt x="207730" y="310712"/>
                  </a:lnTo>
                  <a:lnTo>
                    <a:pt x="212894" y="309332"/>
                  </a:lnTo>
                  <a:lnTo>
                    <a:pt x="218012" y="307787"/>
                  </a:lnTo>
                  <a:lnTo>
                    <a:pt x="223078" y="306080"/>
                  </a:lnTo>
                  <a:lnTo>
                    <a:pt x="228087" y="304212"/>
                  </a:lnTo>
                  <a:lnTo>
                    <a:pt x="233033" y="302184"/>
                  </a:lnTo>
                  <a:lnTo>
                    <a:pt x="237912" y="299999"/>
                  </a:lnTo>
                  <a:lnTo>
                    <a:pt x="242718" y="297660"/>
                  </a:lnTo>
                  <a:lnTo>
                    <a:pt x="247448" y="295168"/>
                  </a:lnTo>
                  <a:lnTo>
                    <a:pt x="252095" y="292526"/>
                  </a:lnTo>
                  <a:lnTo>
                    <a:pt x="256655" y="289736"/>
                  </a:lnTo>
                  <a:lnTo>
                    <a:pt x="261124" y="286803"/>
                  </a:lnTo>
                  <a:lnTo>
                    <a:pt x="265497" y="283728"/>
                  </a:lnTo>
                  <a:lnTo>
                    <a:pt x="269769" y="280514"/>
                  </a:lnTo>
                  <a:lnTo>
                    <a:pt x="273937" y="277166"/>
                  </a:lnTo>
                  <a:lnTo>
                    <a:pt x="167163" y="1485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728472" y="2126963"/>
              <a:ext cx="167162" cy="295792"/>
            </a:xfrm>
            <a:custGeom>
              <a:avLst/>
              <a:pathLst>
                <a:path w="167162" h="295792">
                  <a:moveTo>
                    <a:pt x="106773" y="295792"/>
                  </a:moveTo>
                  <a:lnTo>
                    <a:pt x="110861" y="292285"/>
                  </a:lnTo>
                  <a:lnTo>
                    <a:pt x="114834" y="288649"/>
                  </a:lnTo>
                  <a:lnTo>
                    <a:pt x="118688" y="284887"/>
                  </a:lnTo>
                  <a:lnTo>
                    <a:pt x="122419" y="281002"/>
                  </a:lnTo>
                  <a:lnTo>
                    <a:pt x="126023" y="276999"/>
                  </a:lnTo>
                  <a:lnTo>
                    <a:pt x="129496" y="272882"/>
                  </a:lnTo>
                  <a:lnTo>
                    <a:pt x="132834" y="268656"/>
                  </a:lnTo>
                  <a:lnTo>
                    <a:pt x="136034" y="264324"/>
                  </a:lnTo>
                  <a:lnTo>
                    <a:pt x="139094" y="259891"/>
                  </a:lnTo>
                  <a:lnTo>
                    <a:pt x="142009" y="255362"/>
                  </a:lnTo>
                  <a:lnTo>
                    <a:pt x="144776" y="250741"/>
                  </a:lnTo>
                  <a:lnTo>
                    <a:pt x="147393" y="246034"/>
                  </a:lnTo>
                  <a:lnTo>
                    <a:pt x="149858" y="241245"/>
                  </a:lnTo>
                  <a:lnTo>
                    <a:pt x="152166" y="236379"/>
                  </a:lnTo>
                  <a:lnTo>
                    <a:pt x="154317" y="231441"/>
                  </a:lnTo>
                  <a:lnTo>
                    <a:pt x="156307" y="226436"/>
                  </a:lnTo>
                  <a:lnTo>
                    <a:pt x="158136" y="221370"/>
                  </a:lnTo>
                  <a:lnTo>
                    <a:pt x="159800" y="216247"/>
                  </a:lnTo>
                  <a:lnTo>
                    <a:pt x="161298" y="211074"/>
                  </a:lnTo>
                  <a:lnTo>
                    <a:pt x="162628" y="205855"/>
                  </a:lnTo>
                  <a:lnTo>
                    <a:pt x="163790" y="200596"/>
                  </a:lnTo>
                  <a:lnTo>
                    <a:pt x="164782" y="195302"/>
                  </a:lnTo>
                  <a:lnTo>
                    <a:pt x="165603" y="189979"/>
                  </a:lnTo>
                  <a:lnTo>
                    <a:pt x="166252" y="184632"/>
                  </a:lnTo>
                  <a:lnTo>
                    <a:pt x="166728" y="179267"/>
                  </a:lnTo>
                  <a:lnTo>
                    <a:pt x="167032" y="173890"/>
                  </a:lnTo>
                  <a:lnTo>
                    <a:pt x="167162" y="168505"/>
                  </a:lnTo>
                  <a:lnTo>
                    <a:pt x="167118" y="163120"/>
                  </a:lnTo>
                  <a:lnTo>
                    <a:pt x="166901" y="157738"/>
                  </a:lnTo>
                  <a:lnTo>
                    <a:pt x="166510" y="152366"/>
                  </a:lnTo>
                  <a:lnTo>
                    <a:pt x="165947" y="147010"/>
                  </a:lnTo>
                  <a:lnTo>
                    <a:pt x="165212" y="141674"/>
                  </a:lnTo>
                  <a:lnTo>
                    <a:pt x="164305" y="136365"/>
                  </a:lnTo>
                  <a:lnTo>
                    <a:pt x="163227" y="131088"/>
                  </a:lnTo>
                  <a:lnTo>
                    <a:pt x="161980" y="125848"/>
                  </a:lnTo>
                  <a:lnTo>
                    <a:pt x="160565" y="120652"/>
                  </a:lnTo>
                  <a:lnTo>
                    <a:pt x="158983" y="115503"/>
                  </a:lnTo>
                  <a:lnTo>
                    <a:pt x="157236" y="110408"/>
                  </a:lnTo>
                  <a:lnTo>
                    <a:pt x="155326" y="105372"/>
                  </a:lnTo>
                  <a:lnTo>
                    <a:pt x="153255" y="100401"/>
                  </a:lnTo>
                  <a:lnTo>
                    <a:pt x="151025" y="95498"/>
                  </a:lnTo>
                  <a:lnTo>
                    <a:pt x="148637" y="90670"/>
                  </a:lnTo>
                  <a:lnTo>
                    <a:pt x="146096" y="85922"/>
                  </a:lnTo>
                  <a:lnTo>
                    <a:pt x="143403" y="81257"/>
                  </a:lnTo>
                  <a:lnTo>
                    <a:pt x="140561" y="76682"/>
                  </a:lnTo>
                  <a:lnTo>
                    <a:pt x="137573" y="72201"/>
                  </a:lnTo>
                  <a:lnTo>
                    <a:pt x="134442" y="67818"/>
                  </a:lnTo>
                  <a:lnTo>
                    <a:pt x="131172" y="63539"/>
                  </a:lnTo>
                  <a:lnTo>
                    <a:pt x="127765" y="59367"/>
                  </a:lnTo>
                  <a:lnTo>
                    <a:pt x="124226" y="55307"/>
                  </a:lnTo>
                  <a:lnTo>
                    <a:pt x="120558" y="51363"/>
                  </a:lnTo>
                  <a:lnTo>
                    <a:pt x="116765" y="47539"/>
                  </a:lnTo>
                  <a:lnTo>
                    <a:pt x="112851" y="43840"/>
                  </a:lnTo>
                  <a:lnTo>
                    <a:pt x="108819" y="40268"/>
                  </a:lnTo>
                  <a:lnTo>
                    <a:pt x="104675" y="36829"/>
                  </a:lnTo>
                  <a:lnTo>
                    <a:pt x="100421" y="33524"/>
                  </a:lnTo>
                  <a:lnTo>
                    <a:pt x="96064" y="30358"/>
                  </a:lnTo>
                  <a:lnTo>
                    <a:pt x="91607" y="27335"/>
                  </a:lnTo>
                  <a:lnTo>
                    <a:pt x="87055" y="24456"/>
                  </a:lnTo>
                  <a:lnTo>
                    <a:pt x="82412" y="21726"/>
                  </a:lnTo>
                  <a:lnTo>
                    <a:pt x="77684" y="19146"/>
                  </a:lnTo>
                  <a:lnTo>
                    <a:pt x="72875" y="16721"/>
                  </a:lnTo>
                  <a:lnTo>
                    <a:pt x="67991" y="14451"/>
                  </a:lnTo>
                  <a:lnTo>
                    <a:pt x="63036" y="12340"/>
                  </a:lnTo>
                  <a:lnTo>
                    <a:pt x="58015" y="10390"/>
                  </a:lnTo>
                  <a:lnTo>
                    <a:pt x="52935" y="8602"/>
                  </a:lnTo>
                  <a:lnTo>
                    <a:pt x="47799" y="6979"/>
                  </a:lnTo>
                  <a:lnTo>
                    <a:pt x="42614" y="5522"/>
                  </a:lnTo>
                  <a:lnTo>
                    <a:pt x="37384" y="4233"/>
                  </a:lnTo>
                  <a:lnTo>
                    <a:pt x="32116" y="3114"/>
                  </a:lnTo>
                  <a:lnTo>
                    <a:pt x="26814" y="2164"/>
                  </a:lnTo>
                  <a:lnTo>
                    <a:pt x="21485" y="1386"/>
                  </a:lnTo>
                  <a:lnTo>
                    <a:pt x="16133" y="780"/>
                  </a:lnTo>
                  <a:lnTo>
                    <a:pt x="10764" y="346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4910" y="1681503"/>
              <a:ext cx="48324" cy="167167"/>
            </a:xfrm>
            <a:custGeom>
              <a:avLst/>
              <a:pathLst>
                <a:path w="48324" h="167167">
                  <a:moveTo>
                    <a:pt x="48324" y="0"/>
                  </a:moveTo>
                  <a:lnTo>
                    <a:pt x="42197" y="112"/>
                  </a:lnTo>
                  <a:lnTo>
                    <a:pt x="36079" y="449"/>
                  </a:lnTo>
                  <a:lnTo>
                    <a:pt x="29977" y="1009"/>
                  </a:lnTo>
                  <a:lnTo>
                    <a:pt x="23900" y="1793"/>
                  </a:lnTo>
                  <a:lnTo>
                    <a:pt x="17855" y="2800"/>
                  </a:lnTo>
                  <a:lnTo>
                    <a:pt x="11852" y="4027"/>
                  </a:lnTo>
                  <a:lnTo>
                    <a:pt x="5897" y="5473"/>
                  </a:lnTo>
                  <a:lnTo>
                    <a:pt x="0" y="7137"/>
                  </a:lnTo>
                  <a:lnTo>
                    <a:pt x="4832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256082" y="1688640"/>
              <a:ext cx="334317" cy="327196"/>
            </a:xfrm>
            <a:custGeom>
              <a:avLst/>
              <a:pathLst>
                <a:path w="334317" h="327196">
                  <a:moveTo>
                    <a:pt x="118828" y="0"/>
                  </a:moveTo>
                  <a:lnTo>
                    <a:pt x="113795" y="1606"/>
                  </a:lnTo>
                  <a:lnTo>
                    <a:pt x="108815" y="3372"/>
                  </a:lnTo>
                  <a:lnTo>
                    <a:pt x="103894" y="5293"/>
                  </a:lnTo>
                  <a:lnTo>
                    <a:pt x="99036" y="7369"/>
                  </a:lnTo>
                  <a:lnTo>
                    <a:pt x="94246" y="9598"/>
                  </a:lnTo>
                  <a:lnTo>
                    <a:pt x="89529" y="11977"/>
                  </a:lnTo>
                  <a:lnTo>
                    <a:pt x="84890" y="14504"/>
                  </a:lnTo>
                  <a:lnTo>
                    <a:pt x="80332" y="17176"/>
                  </a:lnTo>
                  <a:lnTo>
                    <a:pt x="75861" y="19991"/>
                  </a:lnTo>
                  <a:lnTo>
                    <a:pt x="71482" y="22945"/>
                  </a:lnTo>
                  <a:lnTo>
                    <a:pt x="67198" y="26037"/>
                  </a:lnTo>
                  <a:lnTo>
                    <a:pt x="63014" y="29262"/>
                  </a:lnTo>
                  <a:lnTo>
                    <a:pt x="58933" y="32618"/>
                  </a:lnTo>
                  <a:lnTo>
                    <a:pt x="54961" y="36102"/>
                  </a:lnTo>
                  <a:lnTo>
                    <a:pt x="51101" y="39709"/>
                  </a:lnTo>
                  <a:lnTo>
                    <a:pt x="47357" y="43436"/>
                  </a:lnTo>
                  <a:lnTo>
                    <a:pt x="43733" y="47279"/>
                  </a:lnTo>
                  <a:lnTo>
                    <a:pt x="40232" y="51236"/>
                  </a:lnTo>
                  <a:lnTo>
                    <a:pt x="36857" y="55301"/>
                  </a:lnTo>
                  <a:lnTo>
                    <a:pt x="33613" y="59470"/>
                  </a:lnTo>
                  <a:lnTo>
                    <a:pt x="30502" y="63740"/>
                  </a:lnTo>
                  <a:lnTo>
                    <a:pt x="27527" y="68106"/>
                  </a:lnTo>
                  <a:lnTo>
                    <a:pt x="24692" y="72564"/>
                  </a:lnTo>
                  <a:lnTo>
                    <a:pt x="22000" y="77110"/>
                  </a:lnTo>
                  <a:lnTo>
                    <a:pt x="19452" y="81738"/>
                  </a:lnTo>
                  <a:lnTo>
                    <a:pt x="17052" y="86444"/>
                  </a:lnTo>
                  <a:lnTo>
                    <a:pt x="14801" y="91224"/>
                  </a:lnTo>
                  <a:lnTo>
                    <a:pt x="12703" y="96072"/>
                  </a:lnTo>
                  <a:lnTo>
                    <a:pt x="10759" y="100985"/>
                  </a:lnTo>
                  <a:lnTo>
                    <a:pt x="8972" y="105956"/>
                  </a:lnTo>
                  <a:lnTo>
                    <a:pt x="7342" y="110982"/>
                  </a:lnTo>
                  <a:lnTo>
                    <a:pt x="5872" y="116056"/>
                  </a:lnTo>
                  <a:lnTo>
                    <a:pt x="4563" y="121174"/>
                  </a:lnTo>
                  <a:lnTo>
                    <a:pt x="3416" y="126331"/>
                  </a:lnTo>
                  <a:lnTo>
                    <a:pt x="2433" y="131522"/>
                  </a:lnTo>
                  <a:lnTo>
                    <a:pt x="1615" y="136741"/>
                  </a:lnTo>
                  <a:lnTo>
                    <a:pt x="962" y="141984"/>
                  </a:lnTo>
                  <a:lnTo>
                    <a:pt x="474" y="147244"/>
                  </a:lnTo>
                  <a:lnTo>
                    <a:pt x="153" y="152518"/>
                  </a:lnTo>
                  <a:lnTo>
                    <a:pt x="0" y="157798"/>
                  </a:lnTo>
                  <a:lnTo>
                    <a:pt x="12" y="163082"/>
                  </a:lnTo>
                  <a:lnTo>
                    <a:pt x="192" y="168361"/>
                  </a:lnTo>
                  <a:lnTo>
                    <a:pt x="539" y="173633"/>
                  </a:lnTo>
                  <a:lnTo>
                    <a:pt x="1052" y="178891"/>
                  </a:lnTo>
                  <a:lnTo>
                    <a:pt x="1731" y="184130"/>
                  </a:lnTo>
                  <a:lnTo>
                    <a:pt x="2575" y="189346"/>
                  </a:lnTo>
                  <a:lnTo>
                    <a:pt x="3584" y="194531"/>
                  </a:lnTo>
                  <a:lnTo>
                    <a:pt x="4756" y="199683"/>
                  </a:lnTo>
                  <a:lnTo>
                    <a:pt x="6090" y="204795"/>
                  </a:lnTo>
                  <a:lnTo>
                    <a:pt x="7585" y="209862"/>
                  </a:lnTo>
                  <a:lnTo>
                    <a:pt x="9239" y="214879"/>
                  </a:lnTo>
                  <a:lnTo>
                    <a:pt x="11051" y="219842"/>
                  </a:lnTo>
                  <a:lnTo>
                    <a:pt x="13019" y="224745"/>
                  </a:lnTo>
                  <a:lnTo>
                    <a:pt x="15141" y="229583"/>
                  </a:lnTo>
                  <a:lnTo>
                    <a:pt x="17415" y="234351"/>
                  </a:lnTo>
                  <a:lnTo>
                    <a:pt x="19838" y="239046"/>
                  </a:lnTo>
                  <a:lnTo>
                    <a:pt x="22409" y="243661"/>
                  </a:lnTo>
                  <a:lnTo>
                    <a:pt x="25123" y="248194"/>
                  </a:lnTo>
                  <a:lnTo>
                    <a:pt x="27980" y="252637"/>
                  </a:lnTo>
                  <a:lnTo>
                    <a:pt x="30976" y="256989"/>
                  </a:lnTo>
                  <a:lnTo>
                    <a:pt x="34108" y="261244"/>
                  </a:lnTo>
                  <a:lnTo>
                    <a:pt x="37373" y="265397"/>
                  </a:lnTo>
                  <a:lnTo>
                    <a:pt x="40767" y="269446"/>
                  </a:lnTo>
                  <a:lnTo>
                    <a:pt x="44288" y="273385"/>
                  </a:lnTo>
                  <a:lnTo>
                    <a:pt x="47931" y="277210"/>
                  </a:lnTo>
                  <a:lnTo>
                    <a:pt x="51693" y="280919"/>
                  </a:lnTo>
                  <a:lnTo>
                    <a:pt x="55571" y="284507"/>
                  </a:lnTo>
                  <a:lnTo>
                    <a:pt x="59560" y="287971"/>
                  </a:lnTo>
                  <a:lnTo>
                    <a:pt x="63657" y="291307"/>
                  </a:lnTo>
                  <a:lnTo>
                    <a:pt x="67857" y="294512"/>
                  </a:lnTo>
                  <a:lnTo>
                    <a:pt x="72156" y="297582"/>
                  </a:lnTo>
                  <a:lnTo>
                    <a:pt x="76550" y="300515"/>
                  </a:lnTo>
                  <a:lnTo>
                    <a:pt x="81034" y="303308"/>
                  </a:lnTo>
                  <a:lnTo>
                    <a:pt x="85605" y="305958"/>
                  </a:lnTo>
                  <a:lnTo>
                    <a:pt x="90257" y="308462"/>
                  </a:lnTo>
                  <a:lnTo>
                    <a:pt x="94986" y="310818"/>
                  </a:lnTo>
                  <a:lnTo>
                    <a:pt x="99786" y="313023"/>
                  </a:lnTo>
                  <a:lnTo>
                    <a:pt x="104654" y="315075"/>
                  </a:lnTo>
                  <a:lnTo>
                    <a:pt x="109585" y="316972"/>
                  </a:lnTo>
                  <a:lnTo>
                    <a:pt x="114573" y="318713"/>
                  </a:lnTo>
                  <a:lnTo>
                    <a:pt x="119614" y="320295"/>
                  </a:lnTo>
                  <a:lnTo>
                    <a:pt x="124702" y="321717"/>
                  </a:lnTo>
                  <a:lnTo>
                    <a:pt x="129832" y="322978"/>
                  </a:lnTo>
                  <a:lnTo>
                    <a:pt x="135000" y="324076"/>
                  </a:lnTo>
                  <a:lnTo>
                    <a:pt x="140200" y="325010"/>
                  </a:lnTo>
                  <a:lnTo>
                    <a:pt x="145426" y="325779"/>
                  </a:lnTo>
                  <a:lnTo>
                    <a:pt x="150675" y="326383"/>
                  </a:lnTo>
                  <a:lnTo>
                    <a:pt x="155940" y="326821"/>
                  </a:lnTo>
                  <a:lnTo>
                    <a:pt x="161216" y="327092"/>
                  </a:lnTo>
                  <a:lnTo>
                    <a:pt x="166498" y="327196"/>
                  </a:lnTo>
                  <a:lnTo>
                    <a:pt x="171780" y="327133"/>
                  </a:lnTo>
                  <a:lnTo>
                    <a:pt x="177058" y="326903"/>
                  </a:lnTo>
                  <a:lnTo>
                    <a:pt x="182327" y="326507"/>
                  </a:lnTo>
                  <a:lnTo>
                    <a:pt x="187580" y="325944"/>
                  </a:lnTo>
                  <a:lnTo>
                    <a:pt x="192812" y="325216"/>
                  </a:lnTo>
                  <a:lnTo>
                    <a:pt x="198019" y="324323"/>
                  </a:lnTo>
                  <a:lnTo>
                    <a:pt x="203195" y="323265"/>
                  </a:lnTo>
                  <a:lnTo>
                    <a:pt x="208335" y="322045"/>
                  </a:lnTo>
                  <a:lnTo>
                    <a:pt x="213434" y="320663"/>
                  </a:lnTo>
                  <a:lnTo>
                    <a:pt x="218487" y="319120"/>
                  </a:lnTo>
                  <a:lnTo>
                    <a:pt x="223489" y="317418"/>
                  </a:lnTo>
                  <a:lnTo>
                    <a:pt x="228434" y="315559"/>
                  </a:lnTo>
                  <a:lnTo>
                    <a:pt x="233318" y="313545"/>
                  </a:lnTo>
                  <a:lnTo>
                    <a:pt x="238136" y="311378"/>
                  </a:lnTo>
                  <a:lnTo>
                    <a:pt x="242883" y="309059"/>
                  </a:lnTo>
                  <a:lnTo>
                    <a:pt x="247554" y="306592"/>
                  </a:lnTo>
                  <a:lnTo>
                    <a:pt x="252145" y="303978"/>
                  </a:lnTo>
                  <a:lnTo>
                    <a:pt x="256652" y="301220"/>
                  </a:lnTo>
                  <a:lnTo>
                    <a:pt x="261069" y="298322"/>
                  </a:lnTo>
                  <a:lnTo>
                    <a:pt x="265392" y="295285"/>
                  </a:lnTo>
                  <a:lnTo>
                    <a:pt x="269616" y="292113"/>
                  </a:lnTo>
                  <a:lnTo>
                    <a:pt x="273739" y="288809"/>
                  </a:lnTo>
                  <a:lnTo>
                    <a:pt x="277755" y="285377"/>
                  </a:lnTo>
                  <a:lnTo>
                    <a:pt x="281661" y="281819"/>
                  </a:lnTo>
                  <a:lnTo>
                    <a:pt x="285452" y="278140"/>
                  </a:lnTo>
                  <a:lnTo>
                    <a:pt x="289125" y="274343"/>
                  </a:lnTo>
                  <a:lnTo>
                    <a:pt x="292677" y="270432"/>
                  </a:lnTo>
                  <a:lnTo>
                    <a:pt x="296102" y="266410"/>
                  </a:lnTo>
                  <a:lnTo>
                    <a:pt x="299400" y="262282"/>
                  </a:lnTo>
                  <a:lnTo>
                    <a:pt x="302565" y="258052"/>
                  </a:lnTo>
                  <a:lnTo>
                    <a:pt x="305595" y="253724"/>
                  </a:lnTo>
                  <a:lnTo>
                    <a:pt x="308486" y="249303"/>
                  </a:lnTo>
                  <a:lnTo>
                    <a:pt x="311236" y="244792"/>
                  </a:lnTo>
                  <a:lnTo>
                    <a:pt x="313843" y="240197"/>
                  </a:lnTo>
                  <a:lnTo>
                    <a:pt x="316303" y="235521"/>
                  </a:lnTo>
                  <a:lnTo>
                    <a:pt x="318614" y="230771"/>
                  </a:lnTo>
                  <a:lnTo>
                    <a:pt x="320774" y="225949"/>
                  </a:lnTo>
                  <a:lnTo>
                    <a:pt x="322780" y="221062"/>
                  </a:lnTo>
                  <a:lnTo>
                    <a:pt x="324631" y="216114"/>
                  </a:lnTo>
                  <a:lnTo>
                    <a:pt x="326324" y="211109"/>
                  </a:lnTo>
                  <a:lnTo>
                    <a:pt x="327859" y="206054"/>
                  </a:lnTo>
                  <a:lnTo>
                    <a:pt x="329233" y="200953"/>
                  </a:lnTo>
                  <a:lnTo>
                    <a:pt x="330445" y="195811"/>
                  </a:lnTo>
                  <a:lnTo>
                    <a:pt x="331494" y="190633"/>
                  </a:lnTo>
                  <a:lnTo>
                    <a:pt x="332379" y="185425"/>
                  </a:lnTo>
                  <a:lnTo>
                    <a:pt x="333099" y="180191"/>
                  </a:lnTo>
                  <a:lnTo>
                    <a:pt x="333653" y="174937"/>
                  </a:lnTo>
                  <a:lnTo>
                    <a:pt x="334041" y="169668"/>
                  </a:lnTo>
                  <a:lnTo>
                    <a:pt x="334263" y="164390"/>
                  </a:lnTo>
                  <a:lnTo>
                    <a:pt x="334317" y="159107"/>
                  </a:lnTo>
                  <a:lnTo>
                    <a:pt x="334204" y="153825"/>
                  </a:lnTo>
                  <a:lnTo>
                    <a:pt x="333925" y="148550"/>
                  </a:lnTo>
                  <a:lnTo>
                    <a:pt x="333479" y="143285"/>
                  </a:lnTo>
                  <a:lnTo>
                    <a:pt x="332867" y="138038"/>
                  </a:lnTo>
                  <a:lnTo>
                    <a:pt x="332089" y="132813"/>
                  </a:lnTo>
                  <a:lnTo>
                    <a:pt x="331147" y="127614"/>
                  </a:lnTo>
                  <a:lnTo>
                    <a:pt x="330040" y="122448"/>
                  </a:lnTo>
                  <a:lnTo>
                    <a:pt x="328771" y="117320"/>
                  </a:lnTo>
                  <a:lnTo>
                    <a:pt x="327341" y="112234"/>
                  </a:lnTo>
                  <a:lnTo>
                    <a:pt x="325751" y="107196"/>
                  </a:lnTo>
                  <a:lnTo>
                    <a:pt x="324002" y="102211"/>
                  </a:lnTo>
                  <a:lnTo>
                    <a:pt x="322097" y="97283"/>
                  </a:lnTo>
                  <a:lnTo>
                    <a:pt x="320037" y="92419"/>
                  </a:lnTo>
                  <a:lnTo>
                    <a:pt x="317824" y="87621"/>
                  </a:lnTo>
                  <a:lnTo>
                    <a:pt x="315460" y="82896"/>
                  </a:lnTo>
                  <a:lnTo>
                    <a:pt x="312949" y="78248"/>
                  </a:lnTo>
                  <a:lnTo>
                    <a:pt x="310292" y="73682"/>
                  </a:lnTo>
                  <a:lnTo>
                    <a:pt x="307492" y="69202"/>
                  </a:lnTo>
                  <a:lnTo>
                    <a:pt x="304552" y="64813"/>
                  </a:lnTo>
                  <a:lnTo>
                    <a:pt x="301474" y="60519"/>
                  </a:lnTo>
                  <a:lnTo>
                    <a:pt x="298263" y="56324"/>
                  </a:lnTo>
                  <a:lnTo>
                    <a:pt x="294920" y="52233"/>
                  </a:lnTo>
                  <a:lnTo>
                    <a:pt x="291450" y="48249"/>
                  </a:lnTo>
                  <a:lnTo>
                    <a:pt x="287856" y="44377"/>
                  </a:lnTo>
                  <a:lnTo>
                    <a:pt x="284141" y="40621"/>
                  </a:lnTo>
                  <a:lnTo>
                    <a:pt x="280309" y="36984"/>
                  </a:lnTo>
                  <a:lnTo>
                    <a:pt x="276365" y="33469"/>
                  </a:lnTo>
                  <a:lnTo>
                    <a:pt x="272311" y="30082"/>
                  </a:lnTo>
                  <a:lnTo>
                    <a:pt x="268152" y="26823"/>
                  </a:lnTo>
                  <a:lnTo>
                    <a:pt x="263893" y="23698"/>
                  </a:lnTo>
                  <a:lnTo>
                    <a:pt x="259536" y="20710"/>
                  </a:lnTo>
                  <a:lnTo>
                    <a:pt x="255088" y="17860"/>
                  </a:lnTo>
                  <a:lnTo>
                    <a:pt x="250551" y="15152"/>
                  </a:lnTo>
                  <a:lnTo>
                    <a:pt x="245932" y="12589"/>
                  </a:lnTo>
                  <a:lnTo>
                    <a:pt x="241233" y="10173"/>
                  </a:lnTo>
                  <a:lnTo>
                    <a:pt x="236461" y="7907"/>
                  </a:lnTo>
                  <a:lnTo>
                    <a:pt x="231619" y="5793"/>
                  </a:lnTo>
                  <a:lnTo>
                    <a:pt x="167152" y="1600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423235" y="1681503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378109" y="1071028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7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0" y="3025"/>
                  </a:lnTo>
                  <a:lnTo>
                    <a:pt x="130295" y="4113"/>
                  </a:lnTo>
                  <a:lnTo>
                    <a:pt x="125136" y="5365"/>
                  </a:lnTo>
                  <a:lnTo>
                    <a:pt x="120020" y="6780"/>
                  </a:lnTo>
                  <a:lnTo>
                    <a:pt x="114952" y="8357"/>
                  </a:lnTo>
                  <a:lnTo>
                    <a:pt x="109936" y="10095"/>
                  </a:lnTo>
                  <a:lnTo>
                    <a:pt x="104978" y="11990"/>
                  </a:lnTo>
                  <a:lnTo>
                    <a:pt x="100082" y="14043"/>
                  </a:lnTo>
                  <a:lnTo>
                    <a:pt x="95254" y="16249"/>
                  </a:lnTo>
                  <a:lnTo>
                    <a:pt x="90499" y="18608"/>
                  </a:lnTo>
                  <a:lnTo>
                    <a:pt x="85821" y="21116"/>
                  </a:lnTo>
                  <a:lnTo>
                    <a:pt x="81225" y="23772"/>
                  </a:lnTo>
                  <a:lnTo>
                    <a:pt x="76715" y="26573"/>
                  </a:lnTo>
                  <a:lnTo>
                    <a:pt x="72297" y="29515"/>
                  </a:lnTo>
                  <a:lnTo>
                    <a:pt x="67974" y="32596"/>
                  </a:lnTo>
                  <a:lnTo>
                    <a:pt x="63752" y="35812"/>
                  </a:lnTo>
                  <a:lnTo>
                    <a:pt x="59633" y="39161"/>
                  </a:lnTo>
                  <a:lnTo>
                    <a:pt x="55623" y="42639"/>
                  </a:lnTo>
                  <a:lnTo>
                    <a:pt x="51726" y="46243"/>
                  </a:lnTo>
                  <a:lnTo>
                    <a:pt x="47945" y="49969"/>
                  </a:lnTo>
                  <a:lnTo>
                    <a:pt x="44284" y="53813"/>
                  </a:lnTo>
                  <a:lnTo>
                    <a:pt x="40747" y="57771"/>
                  </a:lnTo>
                  <a:lnTo>
                    <a:pt x="37337" y="61839"/>
                  </a:lnTo>
                  <a:lnTo>
                    <a:pt x="34059" y="66014"/>
                  </a:lnTo>
                  <a:lnTo>
                    <a:pt x="30914" y="70290"/>
                  </a:lnTo>
                  <a:lnTo>
                    <a:pt x="27907" y="74665"/>
                  </a:lnTo>
                  <a:lnTo>
                    <a:pt x="25040" y="79132"/>
                  </a:lnTo>
                  <a:lnTo>
                    <a:pt x="22317" y="83689"/>
                  </a:lnTo>
                  <a:lnTo>
                    <a:pt x="19739" y="88329"/>
                  </a:lnTo>
                  <a:lnTo>
                    <a:pt x="17310" y="93049"/>
                  </a:lnTo>
                  <a:lnTo>
                    <a:pt x="15033" y="97844"/>
                  </a:lnTo>
                  <a:lnTo>
                    <a:pt x="12908" y="102708"/>
                  </a:lnTo>
                  <a:lnTo>
                    <a:pt x="10940" y="107638"/>
                  </a:lnTo>
                  <a:lnTo>
                    <a:pt x="9128" y="112628"/>
                  </a:lnTo>
                  <a:lnTo>
                    <a:pt x="7476" y="117672"/>
                  </a:lnTo>
                  <a:lnTo>
                    <a:pt x="5985" y="122767"/>
                  </a:lnTo>
                  <a:lnTo>
                    <a:pt x="4657" y="127906"/>
                  </a:lnTo>
                  <a:lnTo>
                    <a:pt x="3492" y="133085"/>
                  </a:lnTo>
                  <a:lnTo>
                    <a:pt x="2493" y="138298"/>
                  </a:lnTo>
                  <a:lnTo>
                    <a:pt x="1659" y="143541"/>
                  </a:lnTo>
                  <a:lnTo>
                    <a:pt x="993" y="148807"/>
                  </a:lnTo>
                  <a:lnTo>
                    <a:pt x="493" y="154092"/>
                  </a:lnTo>
                  <a:lnTo>
                    <a:pt x="162" y="159389"/>
                  </a:lnTo>
                  <a:lnTo>
                    <a:pt x="0" y="164695"/>
                  </a:lnTo>
                  <a:lnTo>
                    <a:pt x="5" y="170003"/>
                  </a:lnTo>
                  <a:lnTo>
                    <a:pt x="180" y="175309"/>
                  </a:lnTo>
                  <a:lnTo>
                    <a:pt x="522" y="180606"/>
                  </a:lnTo>
                  <a:lnTo>
                    <a:pt x="1033" y="185889"/>
                  </a:lnTo>
                  <a:lnTo>
                    <a:pt x="1711" y="191154"/>
                  </a:lnTo>
                  <a:lnTo>
                    <a:pt x="2556" y="196395"/>
                  </a:lnTo>
                  <a:lnTo>
                    <a:pt x="3567" y="201606"/>
                  </a:lnTo>
                  <a:lnTo>
                    <a:pt x="4743" y="206782"/>
                  </a:lnTo>
                  <a:lnTo>
                    <a:pt x="6083" y="211919"/>
                  </a:lnTo>
                  <a:lnTo>
                    <a:pt x="7585" y="217010"/>
                  </a:lnTo>
                  <a:lnTo>
                    <a:pt x="9248" y="222051"/>
                  </a:lnTo>
                  <a:lnTo>
                    <a:pt x="11070" y="227037"/>
                  </a:lnTo>
                  <a:lnTo>
                    <a:pt x="13049" y="231962"/>
                  </a:lnTo>
                  <a:lnTo>
                    <a:pt x="15184" y="236822"/>
                  </a:lnTo>
                  <a:lnTo>
                    <a:pt x="17473" y="241612"/>
                  </a:lnTo>
                  <a:lnTo>
                    <a:pt x="19912" y="246326"/>
                  </a:lnTo>
                  <a:lnTo>
                    <a:pt x="22499" y="250961"/>
                  </a:lnTo>
                  <a:lnTo>
                    <a:pt x="25233" y="255511"/>
                  </a:lnTo>
                  <a:lnTo>
                    <a:pt x="28109" y="259973"/>
                  </a:lnTo>
                  <a:lnTo>
                    <a:pt x="31126" y="264340"/>
                  </a:lnTo>
                  <a:lnTo>
                    <a:pt x="34280" y="268610"/>
                  </a:lnTo>
                  <a:lnTo>
                    <a:pt x="37567" y="272778"/>
                  </a:lnTo>
                  <a:lnTo>
                    <a:pt x="40986" y="276839"/>
                  </a:lnTo>
                  <a:lnTo>
                    <a:pt x="44531" y="280789"/>
                  </a:lnTo>
                  <a:lnTo>
                    <a:pt x="48201" y="284625"/>
                  </a:lnTo>
                  <a:lnTo>
                    <a:pt x="51990" y="288342"/>
                  </a:lnTo>
                  <a:lnTo>
                    <a:pt x="55895" y="291937"/>
                  </a:lnTo>
                  <a:lnTo>
                    <a:pt x="59913" y="295407"/>
                  </a:lnTo>
                  <a:lnTo>
                    <a:pt x="64039" y="298747"/>
                  </a:lnTo>
                  <a:lnTo>
                    <a:pt x="68268" y="301954"/>
                  </a:lnTo>
                  <a:lnTo>
                    <a:pt x="72598" y="305026"/>
                  </a:lnTo>
                  <a:lnTo>
                    <a:pt x="77022" y="307958"/>
                  </a:lnTo>
                  <a:lnTo>
                    <a:pt x="81538" y="310749"/>
                  </a:lnTo>
                  <a:lnTo>
                    <a:pt x="86140" y="313395"/>
                  </a:lnTo>
                  <a:lnTo>
                    <a:pt x="90823" y="315893"/>
                  </a:lnTo>
                  <a:lnTo>
                    <a:pt x="95584" y="318241"/>
                  </a:lnTo>
                  <a:lnTo>
                    <a:pt x="100416" y="320437"/>
                  </a:lnTo>
                  <a:lnTo>
                    <a:pt x="105316" y="322479"/>
                  </a:lnTo>
                  <a:lnTo>
                    <a:pt x="110279" y="324364"/>
                  </a:lnTo>
                  <a:lnTo>
                    <a:pt x="115298" y="326090"/>
                  </a:lnTo>
                  <a:lnTo>
                    <a:pt x="120370" y="327656"/>
                  </a:lnTo>
                  <a:lnTo>
                    <a:pt x="125489" y="329060"/>
                  </a:lnTo>
                  <a:lnTo>
                    <a:pt x="130651" y="330301"/>
                  </a:lnTo>
                  <a:lnTo>
                    <a:pt x="135848" y="331378"/>
                  </a:lnTo>
                  <a:lnTo>
                    <a:pt x="141078" y="332289"/>
                  </a:lnTo>
                  <a:lnTo>
                    <a:pt x="146334" y="333033"/>
                  </a:lnTo>
                  <a:lnTo>
                    <a:pt x="151610" y="333611"/>
                  </a:lnTo>
                  <a:lnTo>
                    <a:pt x="156903" y="334020"/>
                  </a:lnTo>
                  <a:lnTo>
                    <a:pt x="162206" y="334261"/>
                  </a:lnTo>
                  <a:lnTo>
                    <a:pt x="167513" y="334334"/>
                  </a:lnTo>
                  <a:lnTo>
                    <a:pt x="172821" y="334238"/>
                  </a:lnTo>
                  <a:lnTo>
                    <a:pt x="178122" y="333974"/>
                  </a:lnTo>
                  <a:lnTo>
                    <a:pt x="183413" y="333541"/>
                  </a:lnTo>
                  <a:lnTo>
                    <a:pt x="188687" y="332941"/>
                  </a:lnTo>
                  <a:lnTo>
                    <a:pt x="193940" y="332174"/>
                  </a:lnTo>
                  <a:lnTo>
                    <a:pt x="199165" y="331240"/>
                  </a:lnTo>
                  <a:lnTo>
                    <a:pt x="204358" y="330141"/>
                  </a:lnTo>
                  <a:lnTo>
                    <a:pt x="209514" y="328877"/>
                  </a:lnTo>
                  <a:lnTo>
                    <a:pt x="214627" y="327450"/>
                  </a:lnTo>
                  <a:lnTo>
                    <a:pt x="219692" y="325862"/>
                  </a:lnTo>
                  <a:lnTo>
                    <a:pt x="224704" y="324114"/>
                  </a:lnTo>
                  <a:lnTo>
                    <a:pt x="229658" y="322207"/>
                  </a:lnTo>
                  <a:lnTo>
                    <a:pt x="234549" y="320145"/>
                  </a:lnTo>
                  <a:lnTo>
                    <a:pt x="239372" y="317927"/>
                  </a:lnTo>
                  <a:lnTo>
                    <a:pt x="244122" y="315558"/>
                  </a:lnTo>
                  <a:lnTo>
                    <a:pt x="248795" y="313040"/>
                  </a:lnTo>
                  <a:lnTo>
                    <a:pt x="253385" y="310374"/>
                  </a:lnTo>
                  <a:lnTo>
                    <a:pt x="257888" y="307564"/>
                  </a:lnTo>
                  <a:lnTo>
                    <a:pt x="262300" y="304612"/>
                  </a:lnTo>
                  <a:lnTo>
                    <a:pt x="266616" y="301522"/>
                  </a:lnTo>
                  <a:lnTo>
                    <a:pt x="270832" y="298296"/>
                  </a:lnTo>
                  <a:lnTo>
                    <a:pt x="274943" y="294938"/>
                  </a:lnTo>
                  <a:lnTo>
                    <a:pt x="278945" y="291451"/>
                  </a:lnTo>
                  <a:lnTo>
                    <a:pt x="282835" y="287839"/>
                  </a:lnTo>
                  <a:lnTo>
                    <a:pt x="286608" y="284105"/>
                  </a:lnTo>
                  <a:lnTo>
                    <a:pt x="290260" y="280253"/>
                  </a:lnTo>
                  <a:lnTo>
                    <a:pt x="293789" y="276287"/>
                  </a:lnTo>
                  <a:lnTo>
                    <a:pt x="297190" y="272211"/>
                  </a:lnTo>
                  <a:lnTo>
                    <a:pt x="300459" y="268030"/>
                  </a:lnTo>
                  <a:lnTo>
                    <a:pt x="303594" y="263746"/>
                  </a:lnTo>
                  <a:lnTo>
                    <a:pt x="306592" y="259365"/>
                  </a:lnTo>
                  <a:lnTo>
                    <a:pt x="309449" y="254891"/>
                  </a:lnTo>
                  <a:lnTo>
                    <a:pt x="312162" y="250329"/>
                  </a:lnTo>
                  <a:lnTo>
                    <a:pt x="314730" y="245683"/>
                  </a:lnTo>
                  <a:lnTo>
                    <a:pt x="317148" y="240958"/>
                  </a:lnTo>
                  <a:lnTo>
                    <a:pt x="319415" y="236158"/>
                  </a:lnTo>
                  <a:lnTo>
                    <a:pt x="321529" y="231289"/>
                  </a:lnTo>
                  <a:lnTo>
                    <a:pt x="323487" y="226355"/>
                  </a:lnTo>
                  <a:lnTo>
                    <a:pt x="325288" y="221361"/>
                  </a:lnTo>
                  <a:lnTo>
                    <a:pt x="326929" y="216313"/>
                  </a:lnTo>
                  <a:lnTo>
                    <a:pt x="328408" y="211215"/>
                  </a:lnTo>
                  <a:lnTo>
                    <a:pt x="329726" y="206073"/>
                  </a:lnTo>
                  <a:lnTo>
                    <a:pt x="330879" y="200892"/>
                  </a:lnTo>
                  <a:lnTo>
                    <a:pt x="331867" y="195676"/>
                  </a:lnTo>
                  <a:lnTo>
                    <a:pt x="332689" y="190432"/>
                  </a:lnTo>
                  <a:lnTo>
                    <a:pt x="333344" y="185165"/>
                  </a:lnTo>
                  <a:lnTo>
                    <a:pt x="333832" y="179879"/>
                  </a:lnTo>
                  <a:lnTo>
                    <a:pt x="334152" y="174580"/>
                  </a:lnTo>
                  <a:lnTo>
                    <a:pt x="334303" y="169274"/>
                  </a:lnTo>
                  <a:lnTo>
                    <a:pt x="334285" y="163966"/>
                  </a:lnTo>
                  <a:lnTo>
                    <a:pt x="334100" y="158661"/>
                  </a:lnTo>
                  <a:lnTo>
                    <a:pt x="333745" y="153365"/>
                  </a:lnTo>
                  <a:lnTo>
                    <a:pt x="333223" y="148082"/>
                  </a:lnTo>
                  <a:lnTo>
                    <a:pt x="332533" y="142819"/>
                  </a:lnTo>
                  <a:lnTo>
                    <a:pt x="331677" y="137580"/>
                  </a:lnTo>
                  <a:lnTo>
                    <a:pt x="330655" y="132371"/>
                  </a:lnTo>
                  <a:lnTo>
                    <a:pt x="329467" y="127198"/>
                  </a:lnTo>
                  <a:lnTo>
                    <a:pt x="328117" y="122064"/>
                  </a:lnTo>
                  <a:lnTo>
                    <a:pt x="326603" y="116976"/>
                  </a:lnTo>
                  <a:lnTo>
                    <a:pt x="324930" y="111939"/>
                  </a:lnTo>
                  <a:lnTo>
                    <a:pt x="323096" y="106957"/>
                  </a:lnTo>
                  <a:lnTo>
                    <a:pt x="321106" y="102036"/>
                  </a:lnTo>
                  <a:lnTo>
                    <a:pt x="318961" y="97181"/>
                  </a:lnTo>
                  <a:lnTo>
                    <a:pt x="316662" y="9239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63425"/>
              <a:ext cx="149513" cy="74770"/>
            </a:xfrm>
            <a:custGeom>
              <a:avLst/>
              <a:pathLst>
                <a:path w="149513" h="74770">
                  <a:moveTo>
                    <a:pt x="149513" y="0"/>
                  </a:moveTo>
                  <a:lnTo>
                    <a:pt x="0" y="74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62331"/>
              <a:ext cx="149513" cy="75865"/>
            </a:xfrm>
            <a:custGeom>
              <a:avLst/>
              <a:pathLst>
                <a:path w="149513" h="75865">
                  <a:moveTo>
                    <a:pt x="149513" y="1094"/>
                  </a:moveTo>
                  <a:lnTo>
                    <a:pt x="148961" y="0"/>
                  </a:lnTo>
                  <a:lnTo>
                    <a:pt x="0" y="75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071028"/>
              <a:ext cx="148961" cy="167167"/>
            </a:xfrm>
            <a:custGeom>
              <a:avLst/>
              <a:pathLst>
                <a:path w="148961" h="167167">
                  <a:moveTo>
                    <a:pt x="148961" y="91302"/>
                  </a:moveTo>
                  <a:lnTo>
                    <a:pt x="146429" y="86524"/>
                  </a:lnTo>
                  <a:lnTo>
                    <a:pt x="143745" y="81831"/>
                  </a:lnTo>
                  <a:lnTo>
                    <a:pt x="140910" y="77227"/>
                  </a:lnTo>
                  <a:lnTo>
                    <a:pt x="137927" y="72717"/>
                  </a:lnTo>
                  <a:lnTo>
                    <a:pt x="134801" y="68306"/>
                  </a:lnTo>
                  <a:lnTo>
                    <a:pt x="131533" y="63998"/>
                  </a:lnTo>
                  <a:lnTo>
                    <a:pt x="128128" y="59798"/>
                  </a:lnTo>
                  <a:lnTo>
                    <a:pt x="124589" y="55711"/>
                  </a:lnTo>
                  <a:lnTo>
                    <a:pt x="120919" y="51740"/>
                  </a:lnTo>
                  <a:lnTo>
                    <a:pt x="117123" y="47890"/>
                  </a:lnTo>
                  <a:lnTo>
                    <a:pt x="113204" y="44164"/>
                  </a:lnTo>
                  <a:lnTo>
                    <a:pt x="109167" y="40568"/>
                  </a:lnTo>
                  <a:lnTo>
                    <a:pt x="105016" y="37103"/>
                  </a:lnTo>
                  <a:lnTo>
                    <a:pt x="100755" y="33775"/>
                  </a:lnTo>
                  <a:lnTo>
                    <a:pt x="96388" y="30587"/>
                  </a:lnTo>
                  <a:lnTo>
                    <a:pt x="91921" y="27541"/>
                  </a:lnTo>
                  <a:lnTo>
                    <a:pt x="87357" y="24641"/>
                  </a:lnTo>
                  <a:lnTo>
                    <a:pt x="82702" y="21891"/>
                  </a:lnTo>
                  <a:lnTo>
                    <a:pt x="77961" y="19292"/>
                  </a:lnTo>
                  <a:lnTo>
                    <a:pt x="73138" y="16848"/>
                  </a:lnTo>
                  <a:lnTo>
                    <a:pt x="68238" y="14562"/>
                  </a:lnTo>
                  <a:lnTo>
                    <a:pt x="63268" y="12435"/>
                  </a:lnTo>
                  <a:lnTo>
                    <a:pt x="58230" y="10469"/>
                  </a:lnTo>
                  <a:lnTo>
                    <a:pt x="53132" y="8668"/>
                  </a:lnTo>
                  <a:lnTo>
                    <a:pt x="47979" y="7033"/>
                  </a:lnTo>
                  <a:lnTo>
                    <a:pt x="42775" y="5565"/>
                  </a:lnTo>
                  <a:lnTo>
                    <a:pt x="37527" y="4266"/>
                  </a:lnTo>
                  <a:lnTo>
                    <a:pt x="32239" y="3138"/>
                  </a:lnTo>
                  <a:lnTo>
                    <a:pt x="26917" y="2181"/>
                  </a:lnTo>
                  <a:lnTo>
                    <a:pt x="21568" y="1397"/>
                  </a:lnTo>
                  <a:lnTo>
                    <a:pt x="16195" y="786"/>
                  </a:lnTo>
                  <a:lnTo>
                    <a:pt x="10806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4431" y="941493"/>
              <a:ext cx="109113" cy="167167"/>
            </a:xfrm>
            <a:custGeom>
              <a:avLst/>
              <a:pathLst>
                <a:path w="109113" h="167167">
                  <a:moveTo>
                    <a:pt x="109113" y="0"/>
                  </a:moveTo>
                  <a:lnTo>
                    <a:pt x="103453" y="95"/>
                  </a:lnTo>
                  <a:lnTo>
                    <a:pt x="97799" y="383"/>
                  </a:lnTo>
                  <a:lnTo>
                    <a:pt x="92158" y="861"/>
                  </a:lnTo>
                  <a:lnTo>
                    <a:pt x="86537" y="1531"/>
                  </a:lnTo>
                  <a:lnTo>
                    <a:pt x="80942" y="2390"/>
                  </a:lnTo>
                  <a:lnTo>
                    <a:pt x="75379" y="3439"/>
                  </a:lnTo>
                  <a:lnTo>
                    <a:pt x="69855" y="4675"/>
                  </a:lnTo>
                  <a:lnTo>
                    <a:pt x="64376" y="6097"/>
                  </a:lnTo>
                  <a:lnTo>
                    <a:pt x="58948" y="7704"/>
                  </a:lnTo>
                  <a:lnTo>
                    <a:pt x="53577" y="9494"/>
                  </a:lnTo>
                  <a:lnTo>
                    <a:pt x="48270" y="11465"/>
                  </a:lnTo>
                  <a:lnTo>
                    <a:pt x="43033" y="13614"/>
                  </a:lnTo>
                  <a:lnTo>
                    <a:pt x="37872" y="15939"/>
                  </a:lnTo>
                  <a:lnTo>
                    <a:pt x="32793" y="18438"/>
                  </a:lnTo>
                  <a:lnTo>
                    <a:pt x="27801" y="21108"/>
                  </a:lnTo>
                  <a:lnTo>
                    <a:pt x="22902" y="23944"/>
                  </a:lnTo>
                  <a:lnTo>
                    <a:pt x="18102" y="26945"/>
                  </a:lnTo>
                  <a:lnTo>
                    <a:pt x="13407" y="30107"/>
                  </a:lnTo>
                  <a:lnTo>
                    <a:pt x="8821" y="33426"/>
                  </a:lnTo>
                  <a:lnTo>
                    <a:pt x="4350" y="36899"/>
                  </a:lnTo>
                  <a:lnTo>
                    <a:pt x="0" y="40521"/>
                  </a:lnTo>
                  <a:lnTo>
                    <a:pt x="10911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4431" y="982014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56379" y="957934"/>
              <a:ext cx="334312" cy="317891"/>
            </a:xfrm>
            <a:custGeom>
              <a:avLst/>
              <a:pathLst>
                <a:path w="334312" h="317891">
                  <a:moveTo>
                    <a:pt x="58051" y="24080"/>
                  </a:moveTo>
                  <a:lnTo>
                    <a:pt x="54100" y="27594"/>
                  </a:lnTo>
                  <a:lnTo>
                    <a:pt x="50262" y="31232"/>
                  </a:lnTo>
                  <a:lnTo>
                    <a:pt x="46541" y="34989"/>
                  </a:lnTo>
                  <a:lnTo>
                    <a:pt x="42941" y="38862"/>
                  </a:lnTo>
                  <a:lnTo>
                    <a:pt x="39465" y="42847"/>
                  </a:lnTo>
                  <a:lnTo>
                    <a:pt x="36117" y="46940"/>
                  </a:lnTo>
                  <a:lnTo>
                    <a:pt x="32900" y="51137"/>
                  </a:lnTo>
                  <a:lnTo>
                    <a:pt x="29817" y="55434"/>
                  </a:lnTo>
                  <a:lnTo>
                    <a:pt x="26872" y="59826"/>
                  </a:lnTo>
                  <a:lnTo>
                    <a:pt x="24067" y="64309"/>
                  </a:lnTo>
                  <a:lnTo>
                    <a:pt x="21405" y="68878"/>
                  </a:lnTo>
                  <a:lnTo>
                    <a:pt x="18889" y="73529"/>
                  </a:lnTo>
                  <a:lnTo>
                    <a:pt x="16522" y="78258"/>
                  </a:lnTo>
                  <a:lnTo>
                    <a:pt x="14305" y="83058"/>
                  </a:lnTo>
                  <a:lnTo>
                    <a:pt x="12241" y="87927"/>
                  </a:lnTo>
                  <a:lnTo>
                    <a:pt x="10332" y="92859"/>
                  </a:lnTo>
                  <a:lnTo>
                    <a:pt x="8580" y="97848"/>
                  </a:lnTo>
                  <a:lnTo>
                    <a:pt x="6987" y="102890"/>
                  </a:lnTo>
                  <a:lnTo>
                    <a:pt x="5554" y="107981"/>
                  </a:lnTo>
                  <a:lnTo>
                    <a:pt x="4283" y="113114"/>
                  </a:lnTo>
                  <a:lnTo>
                    <a:pt x="3175" y="118284"/>
                  </a:lnTo>
                  <a:lnTo>
                    <a:pt x="2231" y="123487"/>
                  </a:lnTo>
                  <a:lnTo>
                    <a:pt x="1452" y="128718"/>
                  </a:lnTo>
                  <a:lnTo>
                    <a:pt x="839" y="133970"/>
                  </a:lnTo>
                  <a:lnTo>
                    <a:pt x="392" y="139239"/>
                  </a:lnTo>
                  <a:lnTo>
                    <a:pt x="112" y="144520"/>
                  </a:lnTo>
                  <a:lnTo>
                    <a:pt x="0" y="149807"/>
                  </a:lnTo>
                  <a:lnTo>
                    <a:pt x="54" y="155094"/>
                  </a:lnTo>
                  <a:lnTo>
                    <a:pt x="276" y="160378"/>
                  </a:lnTo>
                  <a:lnTo>
                    <a:pt x="665" y="165652"/>
                  </a:lnTo>
                  <a:lnTo>
                    <a:pt x="1220" y="170910"/>
                  </a:lnTo>
                  <a:lnTo>
                    <a:pt x="1941" y="176149"/>
                  </a:lnTo>
                  <a:lnTo>
                    <a:pt x="2828" y="181362"/>
                  </a:lnTo>
                  <a:lnTo>
                    <a:pt x="3879" y="186545"/>
                  </a:lnTo>
                  <a:lnTo>
                    <a:pt x="5094" y="191691"/>
                  </a:lnTo>
                  <a:lnTo>
                    <a:pt x="6471" y="196797"/>
                  </a:lnTo>
                  <a:lnTo>
                    <a:pt x="8008" y="201857"/>
                  </a:lnTo>
                  <a:lnTo>
                    <a:pt x="9705" y="206865"/>
                  </a:lnTo>
                  <a:lnTo>
                    <a:pt x="11560" y="211817"/>
                  </a:lnTo>
                  <a:lnTo>
                    <a:pt x="13570" y="216708"/>
                  </a:lnTo>
                  <a:lnTo>
                    <a:pt x="15734" y="221533"/>
                  </a:lnTo>
                  <a:lnTo>
                    <a:pt x="18049" y="226288"/>
                  </a:lnTo>
                  <a:lnTo>
                    <a:pt x="20514" y="230966"/>
                  </a:lnTo>
                  <a:lnTo>
                    <a:pt x="23125" y="235564"/>
                  </a:lnTo>
                  <a:lnTo>
                    <a:pt x="25880" y="240078"/>
                  </a:lnTo>
                  <a:lnTo>
                    <a:pt x="28777" y="244502"/>
                  </a:lnTo>
                  <a:lnTo>
                    <a:pt x="31812" y="248832"/>
                  </a:lnTo>
                  <a:lnTo>
                    <a:pt x="34983" y="253064"/>
                  </a:lnTo>
                  <a:lnTo>
                    <a:pt x="38286" y="257194"/>
                  </a:lnTo>
                  <a:lnTo>
                    <a:pt x="41718" y="261217"/>
                  </a:lnTo>
                  <a:lnTo>
                    <a:pt x="45276" y="265129"/>
                  </a:lnTo>
                  <a:lnTo>
                    <a:pt x="48955" y="268927"/>
                  </a:lnTo>
                  <a:lnTo>
                    <a:pt x="52753" y="272607"/>
                  </a:lnTo>
                  <a:lnTo>
                    <a:pt x="56665" y="276165"/>
                  </a:lnTo>
                  <a:lnTo>
                    <a:pt x="60688" y="279597"/>
                  </a:lnTo>
                  <a:lnTo>
                    <a:pt x="64817" y="282900"/>
                  </a:lnTo>
                  <a:lnTo>
                    <a:pt x="69049" y="286071"/>
                  </a:lnTo>
                  <a:lnTo>
                    <a:pt x="73379" y="289107"/>
                  </a:lnTo>
                  <a:lnTo>
                    <a:pt x="77803" y="292004"/>
                  </a:lnTo>
                  <a:lnTo>
                    <a:pt x="82316" y="294760"/>
                  </a:lnTo>
                  <a:lnTo>
                    <a:pt x="86914" y="297371"/>
                  </a:lnTo>
                  <a:lnTo>
                    <a:pt x="91593" y="299836"/>
                  </a:lnTo>
                  <a:lnTo>
                    <a:pt x="96347" y="302152"/>
                  </a:lnTo>
                  <a:lnTo>
                    <a:pt x="101172" y="304316"/>
                  </a:lnTo>
                  <a:lnTo>
                    <a:pt x="106063" y="306326"/>
                  </a:lnTo>
                  <a:lnTo>
                    <a:pt x="111015" y="308181"/>
                  </a:lnTo>
                  <a:lnTo>
                    <a:pt x="116023" y="309878"/>
                  </a:lnTo>
                  <a:lnTo>
                    <a:pt x="121082" y="311416"/>
                  </a:lnTo>
                  <a:lnTo>
                    <a:pt x="126188" y="312793"/>
                  </a:lnTo>
                  <a:lnTo>
                    <a:pt x="131335" y="314008"/>
                  </a:lnTo>
                  <a:lnTo>
                    <a:pt x="136517" y="315060"/>
                  </a:lnTo>
                  <a:lnTo>
                    <a:pt x="141730" y="315947"/>
                  </a:lnTo>
                  <a:lnTo>
                    <a:pt x="146969" y="316669"/>
                  </a:lnTo>
                  <a:lnTo>
                    <a:pt x="152227" y="317225"/>
                  </a:lnTo>
                  <a:lnTo>
                    <a:pt x="157501" y="317614"/>
                  </a:lnTo>
                  <a:lnTo>
                    <a:pt x="162785" y="317836"/>
                  </a:lnTo>
                  <a:lnTo>
                    <a:pt x="168072" y="317891"/>
                  </a:lnTo>
                  <a:lnTo>
                    <a:pt x="173359" y="317779"/>
                  </a:lnTo>
                  <a:lnTo>
                    <a:pt x="178640" y="317499"/>
                  </a:lnTo>
                  <a:lnTo>
                    <a:pt x="183909" y="317053"/>
                  </a:lnTo>
                  <a:lnTo>
                    <a:pt x="189161" y="316440"/>
                  </a:lnTo>
                  <a:lnTo>
                    <a:pt x="194392" y="315661"/>
                  </a:lnTo>
                  <a:lnTo>
                    <a:pt x="199595" y="314717"/>
                  </a:lnTo>
                  <a:lnTo>
                    <a:pt x="204766" y="313610"/>
                  </a:lnTo>
                  <a:lnTo>
                    <a:pt x="209899" y="312339"/>
                  </a:lnTo>
                  <a:lnTo>
                    <a:pt x="214989" y="310906"/>
                  </a:lnTo>
                  <a:lnTo>
                    <a:pt x="220031" y="309314"/>
                  </a:lnTo>
                  <a:lnTo>
                    <a:pt x="225021" y="307562"/>
                  </a:lnTo>
                  <a:lnTo>
                    <a:pt x="229953" y="305654"/>
                  </a:lnTo>
                  <a:lnTo>
                    <a:pt x="234821" y="303590"/>
                  </a:lnTo>
                  <a:lnTo>
                    <a:pt x="239623" y="301374"/>
                  </a:lnTo>
                  <a:lnTo>
                    <a:pt x="244351" y="299007"/>
                  </a:lnTo>
                  <a:lnTo>
                    <a:pt x="249003" y="296491"/>
                  </a:lnTo>
                  <a:lnTo>
                    <a:pt x="253572" y="293830"/>
                  </a:lnTo>
                  <a:lnTo>
                    <a:pt x="258055" y="291025"/>
                  </a:lnTo>
                  <a:lnTo>
                    <a:pt x="262447" y="288080"/>
                  </a:lnTo>
                  <a:lnTo>
                    <a:pt x="266744" y="284998"/>
                  </a:lnTo>
                  <a:lnTo>
                    <a:pt x="270941" y="281781"/>
                  </a:lnTo>
                  <a:lnTo>
                    <a:pt x="275034" y="278433"/>
                  </a:lnTo>
                  <a:lnTo>
                    <a:pt x="279020" y="274957"/>
                  </a:lnTo>
                  <a:lnTo>
                    <a:pt x="282893" y="271357"/>
                  </a:lnTo>
                  <a:lnTo>
                    <a:pt x="286651" y="267636"/>
                  </a:lnTo>
                  <a:lnTo>
                    <a:pt x="290289" y="263799"/>
                  </a:lnTo>
                  <a:lnTo>
                    <a:pt x="293803" y="259848"/>
                  </a:lnTo>
                  <a:lnTo>
                    <a:pt x="297191" y="255788"/>
                  </a:lnTo>
                  <a:lnTo>
                    <a:pt x="300449" y="251622"/>
                  </a:lnTo>
                  <a:lnTo>
                    <a:pt x="303574" y="247356"/>
                  </a:lnTo>
                  <a:lnTo>
                    <a:pt x="306562" y="242993"/>
                  </a:lnTo>
                  <a:lnTo>
                    <a:pt x="309411" y="238538"/>
                  </a:lnTo>
                  <a:lnTo>
                    <a:pt x="312117" y="233995"/>
                  </a:lnTo>
                  <a:lnTo>
                    <a:pt x="314678" y="229369"/>
                  </a:lnTo>
                  <a:lnTo>
                    <a:pt x="317092" y="224663"/>
                  </a:lnTo>
                  <a:lnTo>
                    <a:pt x="319355" y="219884"/>
                  </a:lnTo>
                  <a:lnTo>
                    <a:pt x="321467" y="215036"/>
                  </a:lnTo>
                  <a:lnTo>
                    <a:pt x="323423" y="210123"/>
                  </a:lnTo>
                  <a:lnTo>
                    <a:pt x="325224" y="205151"/>
                  </a:lnTo>
                  <a:lnTo>
                    <a:pt x="326866" y="200125"/>
                  </a:lnTo>
                  <a:lnTo>
                    <a:pt x="328349" y="195049"/>
                  </a:lnTo>
                  <a:lnTo>
                    <a:pt x="329670" y="189929"/>
                  </a:lnTo>
                  <a:lnTo>
                    <a:pt x="330829" y="184769"/>
                  </a:lnTo>
                  <a:lnTo>
                    <a:pt x="331824" y="179575"/>
                  </a:lnTo>
                  <a:lnTo>
                    <a:pt x="332654" y="174353"/>
                  </a:lnTo>
                  <a:lnTo>
                    <a:pt x="333318" y="169107"/>
                  </a:lnTo>
                  <a:lnTo>
                    <a:pt x="333816" y="163842"/>
                  </a:lnTo>
                  <a:lnTo>
                    <a:pt x="334148" y="158565"/>
                  </a:lnTo>
                  <a:lnTo>
                    <a:pt x="334312" y="153279"/>
                  </a:lnTo>
                  <a:lnTo>
                    <a:pt x="334309" y="147991"/>
                  </a:lnTo>
                  <a:lnTo>
                    <a:pt x="334139" y="142706"/>
                  </a:lnTo>
                  <a:lnTo>
                    <a:pt x="333802" y="137429"/>
                  </a:lnTo>
                  <a:lnTo>
                    <a:pt x="333298" y="132165"/>
                  </a:lnTo>
                  <a:lnTo>
                    <a:pt x="332628" y="126919"/>
                  </a:lnTo>
                  <a:lnTo>
                    <a:pt x="331792" y="121698"/>
                  </a:lnTo>
                  <a:lnTo>
                    <a:pt x="330792" y="116505"/>
                  </a:lnTo>
                  <a:lnTo>
                    <a:pt x="329627" y="111347"/>
                  </a:lnTo>
                  <a:lnTo>
                    <a:pt x="328301" y="106228"/>
                  </a:lnTo>
                  <a:lnTo>
                    <a:pt x="326813" y="101154"/>
                  </a:lnTo>
                  <a:lnTo>
                    <a:pt x="325165" y="96129"/>
                  </a:lnTo>
                  <a:lnTo>
                    <a:pt x="323359" y="91159"/>
                  </a:lnTo>
                  <a:lnTo>
                    <a:pt x="321397" y="86248"/>
                  </a:lnTo>
                  <a:lnTo>
                    <a:pt x="319280" y="81402"/>
                  </a:lnTo>
                  <a:lnTo>
                    <a:pt x="317011" y="76626"/>
                  </a:lnTo>
                  <a:lnTo>
                    <a:pt x="314593" y="71923"/>
                  </a:lnTo>
                  <a:lnTo>
                    <a:pt x="312026" y="67299"/>
                  </a:lnTo>
                  <a:lnTo>
                    <a:pt x="309315" y="62759"/>
                  </a:lnTo>
                  <a:lnTo>
                    <a:pt x="306462" y="58307"/>
                  </a:lnTo>
                  <a:lnTo>
                    <a:pt x="303469" y="53948"/>
                  </a:lnTo>
                  <a:lnTo>
                    <a:pt x="300340" y="49685"/>
                  </a:lnTo>
                  <a:lnTo>
                    <a:pt x="297077" y="45523"/>
                  </a:lnTo>
                  <a:lnTo>
                    <a:pt x="293685" y="41467"/>
                  </a:lnTo>
                  <a:lnTo>
                    <a:pt x="290166" y="37520"/>
                  </a:lnTo>
                  <a:lnTo>
                    <a:pt x="286523" y="33686"/>
                  </a:lnTo>
                  <a:lnTo>
                    <a:pt x="282762" y="29969"/>
                  </a:lnTo>
                  <a:lnTo>
                    <a:pt x="278885" y="26373"/>
                  </a:lnTo>
                  <a:lnTo>
                    <a:pt x="274896" y="22902"/>
                  </a:lnTo>
                  <a:lnTo>
                    <a:pt x="270799" y="19558"/>
                  </a:lnTo>
                  <a:lnTo>
                    <a:pt x="266598" y="16346"/>
                  </a:lnTo>
                  <a:lnTo>
                    <a:pt x="262298" y="13268"/>
                  </a:lnTo>
                  <a:lnTo>
                    <a:pt x="257903" y="10328"/>
                  </a:lnTo>
                  <a:lnTo>
                    <a:pt x="253417" y="7528"/>
                  </a:lnTo>
                  <a:lnTo>
                    <a:pt x="248844" y="4872"/>
                  </a:lnTo>
                  <a:lnTo>
                    <a:pt x="244190" y="2362"/>
                  </a:lnTo>
                  <a:lnTo>
                    <a:pt x="239459" y="0"/>
                  </a:lnTo>
                  <a:lnTo>
                    <a:pt x="167164" y="150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5023544" y="941493"/>
              <a:ext cx="72294" cy="167167"/>
            </a:xfrm>
            <a:custGeom>
              <a:avLst/>
              <a:pathLst>
                <a:path w="72294" h="167167">
                  <a:moveTo>
                    <a:pt x="72294" y="16441"/>
                  </a:moveTo>
                  <a:lnTo>
                    <a:pt x="67067" y="14043"/>
                  </a:lnTo>
                  <a:lnTo>
                    <a:pt x="61761" y="11827"/>
                  </a:lnTo>
                  <a:lnTo>
                    <a:pt x="56381" y="9795"/>
                  </a:lnTo>
                  <a:lnTo>
                    <a:pt x="50935" y="7948"/>
                  </a:lnTo>
                  <a:lnTo>
                    <a:pt x="45428" y="6291"/>
                  </a:lnTo>
                  <a:lnTo>
                    <a:pt x="39868" y="4823"/>
                  </a:lnTo>
                  <a:lnTo>
                    <a:pt x="34261" y="3548"/>
                  </a:lnTo>
                  <a:lnTo>
                    <a:pt x="28613" y="2466"/>
                  </a:lnTo>
                  <a:lnTo>
                    <a:pt x="22931" y="1580"/>
                  </a:lnTo>
                  <a:lnTo>
                    <a:pt x="17222" y="889"/>
                  </a:lnTo>
                  <a:lnTo>
                    <a:pt x="11492" y="395"/>
                  </a:lnTo>
                  <a:lnTo>
                    <a:pt x="574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0863" y="941493"/>
              <a:ext cx="105352" cy="167167"/>
            </a:xfrm>
            <a:custGeom>
              <a:avLst/>
              <a:pathLst>
                <a:path w="105352" h="167167">
                  <a:moveTo>
                    <a:pt x="105352" y="0"/>
                  </a:moveTo>
                  <a:lnTo>
                    <a:pt x="99654" y="97"/>
                  </a:lnTo>
                  <a:lnTo>
                    <a:pt x="93963" y="388"/>
                  </a:lnTo>
                  <a:lnTo>
                    <a:pt x="88285" y="873"/>
                  </a:lnTo>
                  <a:lnTo>
                    <a:pt x="82626" y="1551"/>
                  </a:lnTo>
                  <a:lnTo>
                    <a:pt x="76995" y="2422"/>
                  </a:lnTo>
                  <a:lnTo>
                    <a:pt x="71396" y="3485"/>
                  </a:lnTo>
                  <a:lnTo>
                    <a:pt x="65836" y="4737"/>
                  </a:lnTo>
                  <a:lnTo>
                    <a:pt x="60323" y="6178"/>
                  </a:lnTo>
                  <a:lnTo>
                    <a:pt x="54862" y="7807"/>
                  </a:lnTo>
                  <a:lnTo>
                    <a:pt x="49459" y="9620"/>
                  </a:lnTo>
                  <a:lnTo>
                    <a:pt x="44121" y="11617"/>
                  </a:lnTo>
                  <a:lnTo>
                    <a:pt x="38855" y="13795"/>
                  </a:lnTo>
                  <a:lnTo>
                    <a:pt x="33666" y="16150"/>
                  </a:lnTo>
                  <a:lnTo>
                    <a:pt x="28560" y="18681"/>
                  </a:lnTo>
                  <a:lnTo>
                    <a:pt x="23544" y="21385"/>
                  </a:lnTo>
                  <a:lnTo>
                    <a:pt x="18622" y="24258"/>
                  </a:lnTo>
                  <a:lnTo>
                    <a:pt x="13801" y="27298"/>
                  </a:lnTo>
                  <a:lnTo>
                    <a:pt x="9087" y="30499"/>
                  </a:lnTo>
                  <a:lnTo>
                    <a:pt x="4485" y="33860"/>
                  </a:lnTo>
                  <a:lnTo>
                    <a:pt x="0" y="37376"/>
                  </a:lnTo>
                  <a:lnTo>
                    <a:pt x="1053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19063" y="978869"/>
              <a:ext cx="167152" cy="272636"/>
            </a:xfrm>
            <a:custGeom>
              <a:avLst/>
              <a:pathLst>
                <a:path w="167152" h="272636">
                  <a:moveTo>
                    <a:pt x="61800" y="0"/>
                  </a:moveTo>
                  <a:lnTo>
                    <a:pt x="57646" y="3484"/>
                  </a:lnTo>
                  <a:lnTo>
                    <a:pt x="53608" y="7101"/>
                  </a:lnTo>
                  <a:lnTo>
                    <a:pt x="49689" y="10848"/>
                  </a:lnTo>
                  <a:lnTo>
                    <a:pt x="45894" y="14720"/>
                  </a:lnTo>
                  <a:lnTo>
                    <a:pt x="42226" y="18712"/>
                  </a:lnTo>
                  <a:lnTo>
                    <a:pt x="38690" y="22822"/>
                  </a:lnTo>
                  <a:lnTo>
                    <a:pt x="35289" y="27043"/>
                  </a:lnTo>
                  <a:lnTo>
                    <a:pt x="32026" y="31373"/>
                  </a:lnTo>
                  <a:lnTo>
                    <a:pt x="28906" y="35807"/>
                  </a:lnTo>
                  <a:lnTo>
                    <a:pt x="25931" y="40339"/>
                  </a:lnTo>
                  <a:lnTo>
                    <a:pt x="23105" y="44966"/>
                  </a:lnTo>
                  <a:lnTo>
                    <a:pt x="20430" y="49682"/>
                  </a:lnTo>
                  <a:lnTo>
                    <a:pt x="17909" y="54482"/>
                  </a:lnTo>
                  <a:lnTo>
                    <a:pt x="15546" y="59361"/>
                  </a:lnTo>
                  <a:lnTo>
                    <a:pt x="13342" y="64314"/>
                  </a:lnTo>
                  <a:lnTo>
                    <a:pt x="11299" y="69336"/>
                  </a:lnTo>
                  <a:lnTo>
                    <a:pt x="9421" y="74422"/>
                  </a:lnTo>
                  <a:lnTo>
                    <a:pt x="7708" y="79566"/>
                  </a:lnTo>
                  <a:lnTo>
                    <a:pt x="6163" y="84762"/>
                  </a:lnTo>
                  <a:lnTo>
                    <a:pt x="4788" y="90007"/>
                  </a:lnTo>
                  <a:lnTo>
                    <a:pt x="3583" y="95292"/>
                  </a:lnTo>
                  <a:lnTo>
                    <a:pt x="2551" y="100615"/>
                  </a:lnTo>
                  <a:lnTo>
                    <a:pt x="1691" y="105968"/>
                  </a:lnTo>
                  <a:lnTo>
                    <a:pt x="1006" y="111346"/>
                  </a:lnTo>
                  <a:lnTo>
                    <a:pt x="495" y="116743"/>
                  </a:lnTo>
                  <a:lnTo>
                    <a:pt x="159" y="122154"/>
                  </a:lnTo>
                  <a:lnTo>
                    <a:pt x="0" y="127573"/>
                  </a:lnTo>
                  <a:lnTo>
                    <a:pt x="16" y="132995"/>
                  </a:lnTo>
                  <a:lnTo>
                    <a:pt x="207" y="138413"/>
                  </a:lnTo>
                  <a:lnTo>
                    <a:pt x="575" y="143822"/>
                  </a:lnTo>
                  <a:lnTo>
                    <a:pt x="1117" y="149216"/>
                  </a:lnTo>
                  <a:lnTo>
                    <a:pt x="1835" y="154590"/>
                  </a:lnTo>
                  <a:lnTo>
                    <a:pt x="2726" y="159938"/>
                  </a:lnTo>
                  <a:lnTo>
                    <a:pt x="3790" y="165254"/>
                  </a:lnTo>
                  <a:lnTo>
                    <a:pt x="5026" y="170533"/>
                  </a:lnTo>
                  <a:lnTo>
                    <a:pt x="6432" y="175769"/>
                  </a:lnTo>
                  <a:lnTo>
                    <a:pt x="8007" y="180956"/>
                  </a:lnTo>
                  <a:lnTo>
                    <a:pt x="9750" y="186090"/>
                  </a:lnTo>
                  <a:lnTo>
                    <a:pt x="11659" y="191164"/>
                  </a:lnTo>
                  <a:lnTo>
                    <a:pt x="13731" y="196174"/>
                  </a:lnTo>
                  <a:lnTo>
                    <a:pt x="15964" y="201115"/>
                  </a:lnTo>
                  <a:lnTo>
                    <a:pt x="18356" y="205980"/>
                  </a:lnTo>
                  <a:lnTo>
                    <a:pt x="20905" y="210765"/>
                  </a:lnTo>
                  <a:lnTo>
                    <a:pt x="23608" y="215464"/>
                  </a:lnTo>
                  <a:lnTo>
                    <a:pt x="26462" y="220074"/>
                  </a:lnTo>
                  <a:lnTo>
                    <a:pt x="29463" y="224589"/>
                  </a:lnTo>
                  <a:lnTo>
                    <a:pt x="32610" y="229004"/>
                  </a:lnTo>
                  <a:lnTo>
                    <a:pt x="35898" y="233315"/>
                  </a:lnTo>
                  <a:lnTo>
                    <a:pt x="39324" y="237516"/>
                  </a:lnTo>
                  <a:lnTo>
                    <a:pt x="42884" y="241605"/>
                  </a:lnTo>
                  <a:lnTo>
                    <a:pt x="46575" y="245576"/>
                  </a:lnTo>
                  <a:lnTo>
                    <a:pt x="50393" y="249425"/>
                  </a:lnTo>
                  <a:lnTo>
                    <a:pt x="54334" y="253148"/>
                  </a:lnTo>
                  <a:lnTo>
                    <a:pt x="58394" y="256742"/>
                  </a:lnTo>
                  <a:lnTo>
                    <a:pt x="62568" y="260202"/>
                  </a:lnTo>
                  <a:lnTo>
                    <a:pt x="66851" y="263524"/>
                  </a:lnTo>
                  <a:lnTo>
                    <a:pt x="71241" y="266707"/>
                  </a:lnTo>
                  <a:lnTo>
                    <a:pt x="75731" y="269745"/>
                  </a:lnTo>
                  <a:lnTo>
                    <a:pt x="80317" y="272636"/>
                  </a:lnTo>
                  <a:lnTo>
                    <a:pt x="167152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9381" y="941493"/>
              <a:ext cx="253988" cy="334332"/>
            </a:xfrm>
            <a:custGeom>
              <a:avLst/>
              <a:pathLst>
                <a:path w="253988" h="334332">
                  <a:moveTo>
                    <a:pt x="0" y="310012"/>
                  </a:moveTo>
                  <a:lnTo>
                    <a:pt x="4584" y="312700"/>
                  </a:lnTo>
                  <a:lnTo>
                    <a:pt x="9251" y="315241"/>
                  </a:lnTo>
                  <a:lnTo>
                    <a:pt x="13997" y="317632"/>
                  </a:lnTo>
                  <a:lnTo>
                    <a:pt x="18817" y="319871"/>
                  </a:lnTo>
                  <a:lnTo>
                    <a:pt x="23705" y="321956"/>
                  </a:lnTo>
                  <a:lnTo>
                    <a:pt x="28657" y="323884"/>
                  </a:lnTo>
                  <a:lnTo>
                    <a:pt x="33668" y="325654"/>
                  </a:lnTo>
                  <a:lnTo>
                    <a:pt x="38732" y="327264"/>
                  </a:lnTo>
                  <a:lnTo>
                    <a:pt x="43845" y="328712"/>
                  </a:lnTo>
                  <a:lnTo>
                    <a:pt x="49002" y="329997"/>
                  </a:lnTo>
                  <a:lnTo>
                    <a:pt x="54197" y="331117"/>
                  </a:lnTo>
                  <a:lnTo>
                    <a:pt x="59425" y="332072"/>
                  </a:lnTo>
                  <a:lnTo>
                    <a:pt x="64680" y="332860"/>
                  </a:lnTo>
                  <a:lnTo>
                    <a:pt x="69958" y="333480"/>
                  </a:lnTo>
                  <a:lnTo>
                    <a:pt x="75253" y="333933"/>
                  </a:lnTo>
                  <a:lnTo>
                    <a:pt x="80560" y="334217"/>
                  </a:lnTo>
                  <a:lnTo>
                    <a:pt x="85873" y="334332"/>
                  </a:lnTo>
                  <a:lnTo>
                    <a:pt x="91187" y="334278"/>
                  </a:lnTo>
                  <a:lnTo>
                    <a:pt x="96496" y="334055"/>
                  </a:lnTo>
                  <a:lnTo>
                    <a:pt x="101796" y="333663"/>
                  </a:lnTo>
                  <a:lnTo>
                    <a:pt x="107081" y="333104"/>
                  </a:lnTo>
                  <a:lnTo>
                    <a:pt x="112345" y="332376"/>
                  </a:lnTo>
                  <a:lnTo>
                    <a:pt x="117584" y="331482"/>
                  </a:lnTo>
                  <a:lnTo>
                    <a:pt x="122791" y="330422"/>
                  </a:lnTo>
                  <a:lnTo>
                    <a:pt x="127962" y="329196"/>
                  </a:lnTo>
                  <a:lnTo>
                    <a:pt x="133091" y="327807"/>
                  </a:lnTo>
                  <a:lnTo>
                    <a:pt x="138174" y="326255"/>
                  </a:lnTo>
                  <a:lnTo>
                    <a:pt x="143205" y="324543"/>
                  </a:lnTo>
                  <a:lnTo>
                    <a:pt x="148179" y="322672"/>
                  </a:lnTo>
                  <a:lnTo>
                    <a:pt x="153091" y="320643"/>
                  </a:lnTo>
                  <a:lnTo>
                    <a:pt x="157936" y="318460"/>
                  </a:lnTo>
                  <a:lnTo>
                    <a:pt x="162709" y="316123"/>
                  </a:lnTo>
                  <a:lnTo>
                    <a:pt x="167405" y="313636"/>
                  </a:lnTo>
                  <a:lnTo>
                    <a:pt x="172020" y="311001"/>
                  </a:lnTo>
                  <a:lnTo>
                    <a:pt x="176549" y="308221"/>
                  </a:lnTo>
                  <a:lnTo>
                    <a:pt x="180987" y="305298"/>
                  </a:lnTo>
                  <a:lnTo>
                    <a:pt x="185330" y="302235"/>
                  </a:lnTo>
                  <a:lnTo>
                    <a:pt x="189574" y="299036"/>
                  </a:lnTo>
                  <a:lnTo>
                    <a:pt x="193713" y="295704"/>
                  </a:lnTo>
                  <a:lnTo>
                    <a:pt x="197745" y="292242"/>
                  </a:lnTo>
                  <a:lnTo>
                    <a:pt x="201665" y="288653"/>
                  </a:lnTo>
                  <a:lnTo>
                    <a:pt x="205468" y="284942"/>
                  </a:lnTo>
                  <a:lnTo>
                    <a:pt x="209152" y="281111"/>
                  </a:lnTo>
                  <a:lnTo>
                    <a:pt x="212712" y="277166"/>
                  </a:lnTo>
                  <a:lnTo>
                    <a:pt x="216145" y="273109"/>
                  </a:lnTo>
                  <a:lnTo>
                    <a:pt x="219447" y="268945"/>
                  </a:lnTo>
                  <a:lnTo>
                    <a:pt x="222615" y="264679"/>
                  </a:lnTo>
                  <a:lnTo>
                    <a:pt x="225646" y="260313"/>
                  </a:lnTo>
                  <a:lnTo>
                    <a:pt x="228537" y="255854"/>
                  </a:lnTo>
                  <a:lnTo>
                    <a:pt x="231284" y="251305"/>
                  </a:lnTo>
                  <a:lnTo>
                    <a:pt x="233885" y="246671"/>
                  </a:lnTo>
                  <a:lnTo>
                    <a:pt x="236338" y="241957"/>
                  </a:lnTo>
                  <a:lnTo>
                    <a:pt x="238640" y="237167"/>
                  </a:lnTo>
                  <a:lnTo>
                    <a:pt x="240788" y="232306"/>
                  </a:lnTo>
                  <a:lnTo>
                    <a:pt x="242781" y="227380"/>
                  </a:lnTo>
                  <a:lnTo>
                    <a:pt x="244616" y="222392"/>
                  </a:lnTo>
                  <a:lnTo>
                    <a:pt x="246292" y="217349"/>
                  </a:lnTo>
                  <a:lnTo>
                    <a:pt x="247806" y="212255"/>
                  </a:lnTo>
                  <a:lnTo>
                    <a:pt x="249158" y="207116"/>
                  </a:lnTo>
                  <a:lnTo>
                    <a:pt x="250346" y="201936"/>
                  </a:lnTo>
                  <a:lnTo>
                    <a:pt x="251368" y="196721"/>
                  </a:lnTo>
                  <a:lnTo>
                    <a:pt x="252225" y="191476"/>
                  </a:lnTo>
                  <a:lnTo>
                    <a:pt x="252914" y="186207"/>
                  </a:lnTo>
                  <a:lnTo>
                    <a:pt x="253435" y="180918"/>
                  </a:lnTo>
                  <a:lnTo>
                    <a:pt x="253788" y="175616"/>
                  </a:lnTo>
                  <a:lnTo>
                    <a:pt x="253972" y="170305"/>
                  </a:lnTo>
                  <a:lnTo>
                    <a:pt x="253988" y="164990"/>
                  </a:lnTo>
                  <a:lnTo>
                    <a:pt x="253834" y="159678"/>
                  </a:lnTo>
                  <a:lnTo>
                    <a:pt x="253511" y="154374"/>
                  </a:lnTo>
                  <a:lnTo>
                    <a:pt x="253021" y="149082"/>
                  </a:lnTo>
                  <a:lnTo>
                    <a:pt x="252362" y="143809"/>
                  </a:lnTo>
                  <a:lnTo>
                    <a:pt x="251536" y="138560"/>
                  </a:lnTo>
                  <a:lnTo>
                    <a:pt x="250543" y="133339"/>
                  </a:lnTo>
                  <a:lnTo>
                    <a:pt x="249385" y="128152"/>
                  </a:lnTo>
                  <a:lnTo>
                    <a:pt x="248063" y="123005"/>
                  </a:lnTo>
                  <a:lnTo>
                    <a:pt x="246578" y="117903"/>
                  </a:lnTo>
                  <a:lnTo>
                    <a:pt x="244931" y="112850"/>
                  </a:lnTo>
                  <a:lnTo>
                    <a:pt x="243125" y="107852"/>
                  </a:lnTo>
                  <a:lnTo>
                    <a:pt x="241160" y="102914"/>
                  </a:lnTo>
                  <a:lnTo>
                    <a:pt x="239040" y="98041"/>
                  </a:lnTo>
                  <a:lnTo>
                    <a:pt x="236766" y="93238"/>
                  </a:lnTo>
                  <a:lnTo>
                    <a:pt x="234340" y="88510"/>
                  </a:lnTo>
                  <a:lnTo>
                    <a:pt x="231765" y="83861"/>
                  </a:lnTo>
                  <a:lnTo>
                    <a:pt x="229044" y="79296"/>
                  </a:lnTo>
                  <a:lnTo>
                    <a:pt x="226179" y="74820"/>
                  </a:lnTo>
                  <a:lnTo>
                    <a:pt x="223174" y="70438"/>
                  </a:lnTo>
                  <a:lnTo>
                    <a:pt x="220030" y="66153"/>
                  </a:lnTo>
                  <a:lnTo>
                    <a:pt x="216752" y="61970"/>
                  </a:lnTo>
                  <a:lnTo>
                    <a:pt x="213343" y="57894"/>
                  </a:lnTo>
                  <a:lnTo>
                    <a:pt x="209805" y="53928"/>
                  </a:lnTo>
                  <a:lnTo>
                    <a:pt x="206144" y="50076"/>
                  </a:lnTo>
                  <a:lnTo>
                    <a:pt x="202362" y="46343"/>
                  </a:lnTo>
                  <a:lnTo>
                    <a:pt x="198463" y="42732"/>
                  </a:lnTo>
                  <a:lnTo>
                    <a:pt x="194451" y="39247"/>
                  </a:lnTo>
                  <a:lnTo>
                    <a:pt x="190331" y="35891"/>
                  </a:lnTo>
                  <a:lnTo>
                    <a:pt x="186106" y="32667"/>
                  </a:lnTo>
                  <a:lnTo>
                    <a:pt x="181780" y="29580"/>
                  </a:lnTo>
                  <a:lnTo>
                    <a:pt x="177359" y="26631"/>
                  </a:lnTo>
                  <a:lnTo>
                    <a:pt x="172846" y="23825"/>
                  </a:lnTo>
                  <a:lnTo>
                    <a:pt x="168246" y="21163"/>
                  </a:lnTo>
                  <a:lnTo>
                    <a:pt x="163564" y="18649"/>
                  </a:lnTo>
                  <a:lnTo>
                    <a:pt x="158805" y="16286"/>
                  </a:lnTo>
                  <a:lnTo>
                    <a:pt x="153972" y="14074"/>
                  </a:lnTo>
                  <a:lnTo>
                    <a:pt x="149072" y="12017"/>
                  </a:lnTo>
                  <a:lnTo>
                    <a:pt x="144109" y="10118"/>
                  </a:lnTo>
                  <a:lnTo>
                    <a:pt x="139088" y="8376"/>
                  </a:lnTo>
                  <a:lnTo>
                    <a:pt x="134015" y="6796"/>
                  </a:lnTo>
                  <a:lnTo>
                    <a:pt x="128893" y="5377"/>
                  </a:lnTo>
                  <a:lnTo>
                    <a:pt x="123729" y="4122"/>
                  </a:lnTo>
                  <a:lnTo>
                    <a:pt x="118528" y="3031"/>
                  </a:lnTo>
                  <a:lnTo>
                    <a:pt x="113295" y="2107"/>
                  </a:lnTo>
                  <a:lnTo>
                    <a:pt x="108035" y="1349"/>
                  </a:lnTo>
                  <a:lnTo>
                    <a:pt x="102754" y="759"/>
                  </a:lnTo>
                  <a:lnTo>
                    <a:pt x="97456" y="337"/>
                  </a:lnTo>
                  <a:lnTo>
                    <a:pt x="92148" y="84"/>
                  </a:lnTo>
                  <a:lnTo>
                    <a:pt x="86834" y="0"/>
                  </a:lnTo>
                  <a:lnTo>
                    <a:pt x="868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797354" y="1071028"/>
              <a:ext cx="289917" cy="334334"/>
            </a:xfrm>
            <a:custGeom>
              <a:avLst/>
              <a:pathLst>
                <a:path w="289917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4" y="336"/>
                  </a:lnTo>
                  <a:lnTo>
                    <a:pt x="151257" y="756"/>
                  </a:lnTo>
                  <a:lnTo>
                    <a:pt x="145985" y="1344"/>
                  </a:lnTo>
                  <a:lnTo>
                    <a:pt x="140735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5" y="5357"/>
                  </a:lnTo>
                  <a:lnTo>
                    <a:pt x="120053" y="6770"/>
                  </a:lnTo>
                  <a:lnTo>
                    <a:pt x="114988" y="8345"/>
                  </a:lnTo>
                  <a:lnTo>
                    <a:pt x="109975" y="10080"/>
                  </a:lnTo>
                  <a:lnTo>
                    <a:pt x="105020" y="11973"/>
                  </a:lnTo>
                  <a:lnTo>
                    <a:pt x="100128" y="14022"/>
                  </a:lnTo>
                  <a:lnTo>
                    <a:pt x="95303" y="16225"/>
                  </a:lnTo>
                  <a:lnTo>
                    <a:pt x="90550" y="18580"/>
                  </a:lnTo>
                  <a:lnTo>
                    <a:pt x="85875" y="21085"/>
                  </a:lnTo>
                  <a:lnTo>
                    <a:pt x="81281" y="23737"/>
                  </a:lnTo>
                  <a:lnTo>
                    <a:pt x="76774" y="26533"/>
                  </a:lnTo>
                  <a:lnTo>
                    <a:pt x="72358" y="29471"/>
                  </a:lnTo>
                  <a:lnTo>
                    <a:pt x="68037" y="32548"/>
                  </a:lnTo>
                  <a:lnTo>
                    <a:pt x="63816" y="35760"/>
                  </a:lnTo>
                  <a:lnTo>
                    <a:pt x="59699" y="39104"/>
                  </a:lnTo>
                  <a:lnTo>
                    <a:pt x="55690" y="42578"/>
                  </a:lnTo>
                  <a:lnTo>
                    <a:pt x="51793" y="46176"/>
                  </a:lnTo>
                  <a:lnTo>
                    <a:pt x="48013" y="49897"/>
                  </a:lnTo>
                  <a:lnTo>
                    <a:pt x="44352" y="53736"/>
                  </a:lnTo>
                  <a:lnTo>
                    <a:pt x="40816" y="57688"/>
                  </a:lnTo>
                  <a:lnTo>
                    <a:pt x="37406" y="61752"/>
                  </a:lnTo>
                  <a:lnTo>
                    <a:pt x="34127" y="65921"/>
                  </a:lnTo>
                  <a:lnTo>
                    <a:pt x="30982" y="70192"/>
                  </a:lnTo>
                  <a:lnTo>
                    <a:pt x="27974" y="74561"/>
                  </a:lnTo>
                  <a:lnTo>
                    <a:pt x="25106" y="79023"/>
                  </a:lnTo>
                  <a:lnTo>
                    <a:pt x="22381" y="83573"/>
                  </a:lnTo>
                  <a:lnTo>
                    <a:pt x="19801" y="88208"/>
                  </a:lnTo>
                  <a:lnTo>
                    <a:pt x="17371" y="92923"/>
                  </a:lnTo>
                  <a:lnTo>
                    <a:pt x="15091" y="97712"/>
                  </a:lnTo>
                  <a:lnTo>
                    <a:pt x="12964" y="102571"/>
                  </a:lnTo>
                  <a:lnTo>
                    <a:pt x="10992" y="107495"/>
                  </a:lnTo>
                  <a:lnTo>
                    <a:pt x="9177" y="112479"/>
                  </a:lnTo>
                  <a:lnTo>
                    <a:pt x="7522" y="117518"/>
                  </a:lnTo>
                  <a:lnTo>
                    <a:pt x="6027" y="122607"/>
                  </a:lnTo>
                  <a:lnTo>
                    <a:pt x="4694" y="127742"/>
                  </a:lnTo>
                  <a:lnTo>
                    <a:pt x="3525" y="132915"/>
                  </a:lnTo>
                  <a:lnTo>
                    <a:pt x="2521" y="138124"/>
                  </a:lnTo>
                  <a:lnTo>
                    <a:pt x="1682" y="143361"/>
                  </a:lnTo>
                  <a:lnTo>
                    <a:pt x="1011" y="148623"/>
                  </a:lnTo>
                  <a:lnTo>
                    <a:pt x="506" y="153903"/>
                  </a:lnTo>
                  <a:lnTo>
                    <a:pt x="169" y="159196"/>
                  </a:lnTo>
                  <a:lnTo>
                    <a:pt x="0" y="164498"/>
                  </a:lnTo>
                  <a:lnTo>
                    <a:pt x="0" y="169802"/>
                  </a:lnTo>
                  <a:lnTo>
                    <a:pt x="167" y="175103"/>
                  </a:lnTo>
                  <a:lnTo>
                    <a:pt x="503" y="180397"/>
                  </a:lnTo>
                  <a:lnTo>
                    <a:pt x="1007" y="185677"/>
                  </a:lnTo>
                  <a:lnTo>
                    <a:pt x="1678" y="190939"/>
                  </a:lnTo>
                  <a:lnTo>
                    <a:pt x="2515" y="196176"/>
                  </a:lnTo>
                  <a:lnTo>
                    <a:pt x="3518" y="201385"/>
                  </a:lnTo>
                  <a:lnTo>
                    <a:pt x="4686" y="206559"/>
                  </a:lnTo>
                  <a:lnTo>
                    <a:pt x="6018" y="211693"/>
                  </a:lnTo>
                  <a:lnTo>
                    <a:pt x="7512" y="216783"/>
                  </a:lnTo>
                  <a:lnTo>
                    <a:pt x="9166" y="221822"/>
                  </a:lnTo>
                  <a:lnTo>
                    <a:pt x="10980" y="226807"/>
                  </a:lnTo>
                  <a:lnTo>
                    <a:pt x="12950" y="231731"/>
                  </a:lnTo>
                  <a:lnTo>
                    <a:pt x="15076" y="236591"/>
                  </a:lnTo>
                  <a:lnTo>
                    <a:pt x="17355" y="241381"/>
                  </a:lnTo>
                  <a:lnTo>
                    <a:pt x="19785" y="246095"/>
                  </a:lnTo>
                  <a:lnTo>
                    <a:pt x="22363" y="250731"/>
                  </a:lnTo>
                  <a:lnTo>
                    <a:pt x="25088" y="255282"/>
                  </a:lnTo>
                  <a:lnTo>
                    <a:pt x="27955" y="259745"/>
                  </a:lnTo>
                  <a:lnTo>
                    <a:pt x="30962" y="264114"/>
                  </a:lnTo>
                  <a:lnTo>
                    <a:pt x="34106" y="268386"/>
                  </a:lnTo>
                  <a:lnTo>
                    <a:pt x="37384" y="272556"/>
                  </a:lnTo>
                  <a:lnTo>
                    <a:pt x="40793" y="276619"/>
                  </a:lnTo>
                  <a:lnTo>
                    <a:pt x="44329" y="280573"/>
                  </a:lnTo>
                  <a:lnTo>
                    <a:pt x="47989" y="284412"/>
                  </a:lnTo>
                  <a:lnTo>
                    <a:pt x="51769" y="288134"/>
                  </a:lnTo>
                  <a:lnTo>
                    <a:pt x="55664" y="291733"/>
                  </a:lnTo>
                  <a:lnTo>
                    <a:pt x="59673" y="295207"/>
                  </a:lnTo>
                  <a:lnTo>
                    <a:pt x="63789" y="298553"/>
                  </a:lnTo>
                  <a:lnTo>
                    <a:pt x="68009" y="301766"/>
                  </a:lnTo>
                  <a:lnTo>
                    <a:pt x="72329" y="304843"/>
                  </a:lnTo>
                  <a:lnTo>
                    <a:pt x="76745" y="307782"/>
                  </a:lnTo>
                  <a:lnTo>
                    <a:pt x="81252" y="310579"/>
                  </a:lnTo>
                  <a:lnTo>
                    <a:pt x="85845" y="313232"/>
                  </a:lnTo>
                  <a:lnTo>
                    <a:pt x="90520" y="315738"/>
                  </a:lnTo>
                  <a:lnTo>
                    <a:pt x="95272" y="318094"/>
                  </a:lnTo>
                  <a:lnTo>
                    <a:pt x="100096" y="320298"/>
                  </a:lnTo>
                  <a:lnTo>
                    <a:pt x="104988" y="322349"/>
                  </a:lnTo>
                  <a:lnTo>
                    <a:pt x="109943" y="324243"/>
                  </a:lnTo>
                  <a:lnTo>
                    <a:pt x="114955" y="325978"/>
                  </a:lnTo>
                  <a:lnTo>
                    <a:pt x="120020" y="327554"/>
                  </a:lnTo>
                  <a:lnTo>
                    <a:pt x="125132" y="328969"/>
                  </a:lnTo>
                  <a:lnTo>
                    <a:pt x="130286" y="330220"/>
                  </a:lnTo>
                  <a:lnTo>
                    <a:pt x="135478" y="331307"/>
                  </a:lnTo>
                  <a:lnTo>
                    <a:pt x="140701" y="332229"/>
                  </a:lnTo>
                  <a:lnTo>
                    <a:pt x="145951" y="332985"/>
                  </a:lnTo>
                  <a:lnTo>
                    <a:pt x="151223" y="333574"/>
                  </a:lnTo>
                  <a:lnTo>
                    <a:pt x="156510" y="333996"/>
                  </a:lnTo>
                  <a:lnTo>
                    <a:pt x="161808" y="334249"/>
                  </a:lnTo>
                  <a:lnTo>
                    <a:pt x="167112" y="334334"/>
                  </a:lnTo>
                  <a:lnTo>
                    <a:pt x="172415" y="334251"/>
                  </a:lnTo>
                  <a:lnTo>
                    <a:pt x="177714" y="334000"/>
                  </a:lnTo>
                  <a:lnTo>
                    <a:pt x="183001" y="333581"/>
                  </a:lnTo>
                  <a:lnTo>
                    <a:pt x="188273" y="332994"/>
                  </a:lnTo>
                  <a:lnTo>
                    <a:pt x="193523" y="332240"/>
                  </a:lnTo>
                  <a:lnTo>
                    <a:pt x="198747" y="331320"/>
                  </a:lnTo>
                  <a:lnTo>
                    <a:pt x="203939" y="330235"/>
                  </a:lnTo>
                  <a:lnTo>
                    <a:pt x="209094" y="328986"/>
                  </a:lnTo>
                  <a:lnTo>
                    <a:pt x="214207" y="327573"/>
                  </a:lnTo>
                  <a:lnTo>
                    <a:pt x="219272" y="326000"/>
                  </a:lnTo>
                  <a:lnTo>
                    <a:pt x="224285" y="324266"/>
                  </a:lnTo>
                  <a:lnTo>
                    <a:pt x="229240" y="322374"/>
                  </a:lnTo>
                  <a:lnTo>
                    <a:pt x="234133" y="320326"/>
                  </a:lnTo>
                  <a:lnTo>
                    <a:pt x="238959" y="318124"/>
                  </a:lnTo>
                  <a:lnTo>
                    <a:pt x="243712" y="315769"/>
                  </a:lnTo>
                  <a:lnTo>
                    <a:pt x="248388" y="313265"/>
                  </a:lnTo>
                  <a:lnTo>
                    <a:pt x="252982" y="310614"/>
                  </a:lnTo>
                  <a:lnTo>
                    <a:pt x="257490" y="307819"/>
                  </a:lnTo>
                  <a:lnTo>
                    <a:pt x="261906" y="304882"/>
                  </a:lnTo>
                  <a:lnTo>
                    <a:pt x="266228" y="301806"/>
                  </a:lnTo>
                  <a:lnTo>
                    <a:pt x="270450" y="298595"/>
                  </a:lnTo>
                  <a:lnTo>
                    <a:pt x="274567" y="295252"/>
                  </a:lnTo>
                  <a:lnTo>
                    <a:pt x="278577" y="291779"/>
                  </a:lnTo>
                  <a:lnTo>
                    <a:pt x="282474" y="288181"/>
                  </a:lnTo>
                  <a:lnTo>
                    <a:pt x="286255" y="284461"/>
                  </a:lnTo>
                  <a:lnTo>
                    <a:pt x="289917" y="28062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22770" cy="113456"/>
            </a:xfrm>
            <a:custGeom>
              <a:avLst/>
              <a:pathLst>
                <a:path w="122770" h="113456">
                  <a:moveTo>
                    <a:pt x="122770" y="1134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82579"/>
              <a:ext cx="167167" cy="269073"/>
            </a:xfrm>
            <a:custGeom>
              <a:avLst/>
              <a:pathLst>
                <a:path w="167167" h="269073">
                  <a:moveTo>
                    <a:pt x="122770" y="269073"/>
                  </a:moveTo>
                  <a:lnTo>
                    <a:pt x="126379" y="265039"/>
                  </a:lnTo>
                  <a:lnTo>
                    <a:pt x="129855" y="260890"/>
                  </a:lnTo>
                  <a:lnTo>
                    <a:pt x="133195" y="256631"/>
                  </a:lnTo>
                  <a:lnTo>
                    <a:pt x="136396" y="252265"/>
                  </a:lnTo>
                  <a:lnTo>
                    <a:pt x="139453" y="247799"/>
                  </a:lnTo>
                  <a:lnTo>
                    <a:pt x="142365" y="243236"/>
                  </a:lnTo>
                  <a:lnTo>
                    <a:pt x="145127" y="238580"/>
                  </a:lnTo>
                  <a:lnTo>
                    <a:pt x="147737" y="233838"/>
                  </a:lnTo>
                  <a:lnTo>
                    <a:pt x="150192" y="229014"/>
                  </a:lnTo>
                  <a:lnTo>
                    <a:pt x="152489" y="224113"/>
                  </a:lnTo>
                  <a:lnTo>
                    <a:pt x="154627" y="219140"/>
                  </a:lnTo>
                  <a:lnTo>
                    <a:pt x="156603" y="214101"/>
                  </a:lnTo>
                  <a:lnTo>
                    <a:pt x="158414" y="209000"/>
                  </a:lnTo>
                  <a:lnTo>
                    <a:pt x="160059" y="203843"/>
                  </a:lnTo>
                  <a:lnTo>
                    <a:pt x="161537" y="198636"/>
                  </a:lnTo>
                  <a:lnTo>
                    <a:pt x="162845" y="193384"/>
                  </a:lnTo>
                  <a:lnTo>
                    <a:pt x="163982" y="188092"/>
                  </a:lnTo>
                  <a:lnTo>
                    <a:pt x="164948" y="182766"/>
                  </a:lnTo>
                  <a:lnTo>
                    <a:pt x="165740" y="177411"/>
                  </a:lnTo>
                  <a:lnTo>
                    <a:pt x="166359" y="172034"/>
                  </a:lnTo>
                  <a:lnTo>
                    <a:pt x="166803" y="166639"/>
                  </a:lnTo>
                  <a:lnTo>
                    <a:pt x="167073" y="161233"/>
                  </a:lnTo>
                  <a:lnTo>
                    <a:pt x="167167" y="155821"/>
                  </a:lnTo>
                  <a:lnTo>
                    <a:pt x="167086" y="150409"/>
                  </a:lnTo>
                  <a:lnTo>
                    <a:pt x="166830" y="145002"/>
                  </a:lnTo>
                  <a:lnTo>
                    <a:pt x="166398" y="139606"/>
                  </a:lnTo>
                  <a:lnTo>
                    <a:pt x="165793" y="134227"/>
                  </a:lnTo>
                  <a:lnTo>
                    <a:pt x="165013" y="128871"/>
                  </a:lnTo>
                  <a:lnTo>
                    <a:pt x="164061" y="123542"/>
                  </a:lnTo>
                  <a:lnTo>
                    <a:pt x="162937" y="118248"/>
                  </a:lnTo>
                  <a:lnTo>
                    <a:pt x="161641" y="112992"/>
                  </a:lnTo>
                  <a:lnTo>
                    <a:pt x="160177" y="107781"/>
                  </a:lnTo>
                  <a:lnTo>
                    <a:pt x="158544" y="102620"/>
                  </a:lnTo>
                  <a:lnTo>
                    <a:pt x="156745" y="97515"/>
                  </a:lnTo>
                  <a:lnTo>
                    <a:pt x="154782" y="92471"/>
                  </a:lnTo>
                  <a:lnTo>
                    <a:pt x="152656" y="87493"/>
                  </a:lnTo>
                  <a:lnTo>
                    <a:pt x="150371" y="82586"/>
                  </a:lnTo>
                  <a:lnTo>
                    <a:pt x="147928" y="77756"/>
                  </a:lnTo>
                  <a:lnTo>
                    <a:pt x="145329" y="73008"/>
                  </a:lnTo>
                  <a:lnTo>
                    <a:pt x="142579" y="68346"/>
                  </a:lnTo>
                  <a:lnTo>
                    <a:pt x="139678" y="63776"/>
                  </a:lnTo>
                  <a:lnTo>
                    <a:pt x="136632" y="59302"/>
                  </a:lnTo>
                  <a:lnTo>
                    <a:pt x="133442" y="54928"/>
                  </a:lnTo>
                  <a:lnTo>
                    <a:pt x="130112" y="50661"/>
                  </a:lnTo>
                  <a:lnTo>
                    <a:pt x="126646" y="46504"/>
                  </a:lnTo>
                  <a:lnTo>
                    <a:pt x="123047" y="42460"/>
                  </a:lnTo>
                  <a:lnTo>
                    <a:pt x="119319" y="38536"/>
                  </a:lnTo>
                  <a:lnTo>
                    <a:pt x="115466" y="34734"/>
                  </a:lnTo>
                  <a:lnTo>
                    <a:pt x="111492" y="31059"/>
                  </a:lnTo>
                  <a:lnTo>
                    <a:pt x="107400" y="27515"/>
                  </a:lnTo>
                  <a:lnTo>
                    <a:pt x="103197" y="24105"/>
                  </a:lnTo>
                  <a:lnTo>
                    <a:pt x="98885" y="20833"/>
                  </a:lnTo>
                  <a:lnTo>
                    <a:pt x="94469" y="17702"/>
                  </a:lnTo>
                  <a:lnTo>
                    <a:pt x="89955" y="14716"/>
                  </a:lnTo>
                  <a:lnTo>
                    <a:pt x="85346" y="11877"/>
                  </a:lnTo>
                  <a:lnTo>
                    <a:pt x="80648" y="9190"/>
                  </a:lnTo>
                  <a:lnTo>
                    <a:pt x="75865" y="6655"/>
                  </a:lnTo>
                  <a:lnTo>
                    <a:pt x="71002" y="4277"/>
                  </a:lnTo>
                  <a:lnTo>
                    <a:pt x="66065" y="2058"/>
                  </a:lnTo>
                  <a:lnTo>
                    <a:pt x="61059" y="0"/>
                  </a:lnTo>
                  <a:lnTo>
                    <a:pt x="0" y="155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1028"/>
              <a:ext cx="61059" cy="167167"/>
            </a:xfrm>
            <a:custGeom>
              <a:avLst/>
              <a:pathLst>
                <a:path w="61059" h="167167">
                  <a:moveTo>
                    <a:pt x="61059" y="11550"/>
                  </a:moveTo>
                  <a:lnTo>
                    <a:pt x="55199" y="9376"/>
                  </a:lnTo>
                  <a:lnTo>
                    <a:pt x="49262" y="7423"/>
                  </a:lnTo>
                  <a:lnTo>
                    <a:pt x="43256" y="5693"/>
                  </a:lnTo>
                  <a:lnTo>
                    <a:pt x="37189" y="4189"/>
                  </a:lnTo>
                  <a:lnTo>
                    <a:pt x="31071" y="2912"/>
                  </a:lnTo>
                  <a:lnTo>
                    <a:pt x="24909" y="1866"/>
                  </a:lnTo>
                  <a:lnTo>
                    <a:pt x="18712" y="1050"/>
                  </a:lnTo>
                  <a:lnTo>
                    <a:pt x="12489" y="467"/>
                  </a:lnTo>
                  <a:lnTo>
                    <a:pt x="6249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64710" y="1322571"/>
              <a:ext cx="124010" cy="167167"/>
            </a:xfrm>
            <a:custGeom>
              <a:avLst/>
              <a:pathLst>
                <a:path w="124010" h="167167">
                  <a:moveTo>
                    <a:pt x="124010" y="0"/>
                  </a:moveTo>
                  <a:lnTo>
                    <a:pt x="118422" y="93"/>
                  </a:lnTo>
                  <a:lnTo>
                    <a:pt x="112841" y="373"/>
                  </a:lnTo>
                  <a:lnTo>
                    <a:pt x="107272" y="840"/>
                  </a:lnTo>
                  <a:lnTo>
                    <a:pt x="101722" y="1492"/>
                  </a:lnTo>
                  <a:lnTo>
                    <a:pt x="96196" y="2330"/>
                  </a:lnTo>
                  <a:lnTo>
                    <a:pt x="90702" y="3351"/>
                  </a:lnTo>
                  <a:lnTo>
                    <a:pt x="85245" y="4556"/>
                  </a:lnTo>
                  <a:lnTo>
                    <a:pt x="79831" y="5943"/>
                  </a:lnTo>
                  <a:lnTo>
                    <a:pt x="74467" y="7510"/>
                  </a:lnTo>
                  <a:lnTo>
                    <a:pt x="69158" y="9255"/>
                  </a:lnTo>
                  <a:lnTo>
                    <a:pt x="63910" y="11177"/>
                  </a:lnTo>
                  <a:lnTo>
                    <a:pt x="58730" y="13273"/>
                  </a:lnTo>
                  <a:lnTo>
                    <a:pt x="53622" y="15541"/>
                  </a:lnTo>
                  <a:lnTo>
                    <a:pt x="48593" y="17978"/>
                  </a:lnTo>
                  <a:lnTo>
                    <a:pt x="43649" y="20583"/>
                  </a:lnTo>
                  <a:lnTo>
                    <a:pt x="38794" y="23351"/>
                  </a:lnTo>
                  <a:lnTo>
                    <a:pt x="34034" y="26279"/>
                  </a:lnTo>
                  <a:lnTo>
                    <a:pt x="29375" y="29366"/>
                  </a:lnTo>
                  <a:lnTo>
                    <a:pt x="24822" y="32606"/>
                  </a:lnTo>
                  <a:lnTo>
                    <a:pt x="20380" y="35997"/>
                  </a:lnTo>
                  <a:lnTo>
                    <a:pt x="16053" y="39534"/>
                  </a:lnTo>
                  <a:lnTo>
                    <a:pt x="11847" y="43214"/>
                  </a:lnTo>
                  <a:lnTo>
                    <a:pt x="7766" y="47032"/>
                  </a:lnTo>
                  <a:lnTo>
                    <a:pt x="3816" y="50985"/>
                  </a:lnTo>
                  <a:lnTo>
                    <a:pt x="0" y="55067"/>
                  </a:lnTo>
                  <a:lnTo>
                    <a:pt x="12401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4710" y="1377639"/>
              <a:ext cx="124010" cy="112099"/>
            </a:xfrm>
            <a:custGeom>
              <a:avLst/>
              <a:pathLst>
                <a:path w="124010" h="112099">
                  <a:moveTo>
                    <a:pt x="0" y="0"/>
                  </a:moveTo>
                  <a:lnTo>
                    <a:pt x="124010" y="112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21555" y="1377639"/>
              <a:ext cx="334332" cy="279254"/>
            </a:xfrm>
            <a:custGeom>
              <a:avLst/>
              <a:pathLst>
                <a:path w="334332" h="279254">
                  <a:moveTo>
                    <a:pt x="43154" y="0"/>
                  </a:moveTo>
                  <a:lnTo>
                    <a:pt x="39658" y="3993"/>
                  </a:lnTo>
                  <a:lnTo>
                    <a:pt x="36290" y="8096"/>
                  </a:lnTo>
                  <a:lnTo>
                    <a:pt x="33054" y="12303"/>
                  </a:lnTo>
                  <a:lnTo>
                    <a:pt x="29954" y="16611"/>
                  </a:lnTo>
                  <a:lnTo>
                    <a:pt x="26991" y="21015"/>
                  </a:lnTo>
                  <a:lnTo>
                    <a:pt x="24170" y="25511"/>
                  </a:lnTo>
                  <a:lnTo>
                    <a:pt x="21494" y="30094"/>
                  </a:lnTo>
                  <a:lnTo>
                    <a:pt x="18964" y="34761"/>
                  </a:lnTo>
                  <a:lnTo>
                    <a:pt x="16583" y="39505"/>
                  </a:lnTo>
                  <a:lnTo>
                    <a:pt x="14354" y="44322"/>
                  </a:lnTo>
                  <a:lnTo>
                    <a:pt x="12279" y="49207"/>
                  </a:lnTo>
                  <a:lnTo>
                    <a:pt x="10361" y="54156"/>
                  </a:lnTo>
                  <a:lnTo>
                    <a:pt x="8600" y="59163"/>
                  </a:lnTo>
                  <a:lnTo>
                    <a:pt x="7000" y="64224"/>
                  </a:lnTo>
                  <a:lnTo>
                    <a:pt x="5561" y="69333"/>
                  </a:lnTo>
                  <a:lnTo>
                    <a:pt x="4284" y="74485"/>
                  </a:lnTo>
                  <a:lnTo>
                    <a:pt x="3172" y="79675"/>
                  </a:lnTo>
                  <a:lnTo>
                    <a:pt x="2226" y="84898"/>
                  </a:lnTo>
                  <a:lnTo>
                    <a:pt x="1445" y="90148"/>
                  </a:lnTo>
                  <a:lnTo>
                    <a:pt x="832" y="95420"/>
                  </a:lnTo>
                  <a:lnTo>
                    <a:pt x="386" y="100709"/>
                  </a:lnTo>
                  <a:lnTo>
                    <a:pt x="109" y="106010"/>
                  </a:lnTo>
                  <a:lnTo>
                    <a:pt x="0" y="111316"/>
                  </a:lnTo>
                  <a:lnTo>
                    <a:pt x="59" y="116624"/>
                  </a:lnTo>
                  <a:lnTo>
                    <a:pt x="287" y="121927"/>
                  </a:lnTo>
                  <a:lnTo>
                    <a:pt x="683" y="127220"/>
                  </a:lnTo>
                  <a:lnTo>
                    <a:pt x="1247" y="132498"/>
                  </a:lnTo>
                  <a:lnTo>
                    <a:pt x="1978" y="137755"/>
                  </a:lnTo>
                  <a:lnTo>
                    <a:pt x="2876" y="142986"/>
                  </a:lnTo>
                  <a:lnTo>
                    <a:pt x="3939" y="148186"/>
                  </a:lnTo>
                  <a:lnTo>
                    <a:pt x="5167" y="153350"/>
                  </a:lnTo>
                  <a:lnTo>
                    <a:pt x="6559" y="158472"/>
                  </a:lnTo>
                  <a:lnTo>
                    <a:pt x="8112" y="163548"/>
                  </a:lnTo>
                  <a:lnTo>
                    <a:pt x="9825" y="168571"/>
                  </a:lnTo>
                  <a:lnTo>
                    <a:pt x="11697" y="173538"/>
                  </a:lnTo>
                  <a:lnTo>
                    <a:pt x="13726" y="178443"/>
                  </a:lnTo>
                  <a:lnTo>
                    <a:pt x="15910" y="183281"/>
                  </a:lnTo>
                  <a:lnTo>
                    <a:pt x="18246" y="188047"/>
                  </a:lnTo>
                  <a:lnTo>
                    <a:pt x="20732" y="192736"/>
                  </a:lnTo>
                  <a:lnTo>
                    <a:pt x="23366" y="197344"/>
                  </a:lnTo>
                  <a:lnTo>
                    <a:pt x="26145" y="201867"/>
                  </a:lnTo>
                  <a:lnTo>
                    <a:pt x="29066" y="206298"/>
                  </a:lnTo>
                  <a:lnTo>
                    <a:pt x="32126" y="210635"/>
                  </a:lnTo>
                  <a:lnTo>
                    <a:pt x="35322" y="214873"/>
                  </a:lnTo>
                  <a:lnTo>
                    <a:pt x="38652" y="219007"/>
                  </a:lnTo>
                  <a:lnTo>
                    <a:pt x="42110" y="223033"/>
                  </a:lnTo>
                  <a:lnTo>
                    <a:pt x="45695" y="226947"/>
                  </a:lnTo>
                  <a:lnTo>
                    <a:pt x="49403" y="230745"/>
                  </a:lnTo>
                  <a:lnTo>
                    <a:pt x="53229" y="234424"/>
                  </a:lnTo>
                  <a:lnTo>
                    <a:pt x="57170" y="237980"/>
                  </a:lnTo>
                  <a:lnTo>
                    <a:pt x="61221" y="241408"/>
                  </a:lnTo>
                  <a:lnTo>
                    <a:pt x="65380" y="244707"/>
                  </a:lnTo>
                  <a:lnTo>
                    <a:pt x="69641" y="247871"/>
                  </a:lnTo>
                  <a:lnTo>
                    <a:pt x="74001" y="250899"/>
                  </a:lnTo>
                  <a:lnTo>
                    <a:pt x="78454" y="253787"/>
                  </a:lnTo>
                  <a:lnTo>
                    <a:pt x="82997" y="256531"/>
                  </a:lnTo>
                  <a:lnTo>
                    <a:pt x="87625" y="259131"/>
                  </a:lnTo>
                  <a:lnTo>
                    <a:pt x="92333" y="261582"/>
                  </a:lnTo>
                  <a:lnTo>
                    <a:pt x="97116" y="263882"/>
                  </a:lnTo>
                  <a:lnTo>
                    <a:pt x="101970" y="266030"/>
                  </a:lnTo>
                  <a:lnTo>
                    <a:pt x="106890" y="268022"/>
                  </a:lnTo>
                  <a:lnTo>
                    <a:pt x="111871" y="269857"/>
                  </a:lnTo>
                  <a:lnTo>
                    <a:pt x="116907" y="271533"/>
                  </a:lnTo>
                  <a:lnTo>
                    <a:pt x="121994" y="273048"/>
                  </a:lnTo>
                  <a:lnTo>
                    <a:pt x="127126" y="274401"/>
                  </a:lnTo>
                  <a:lnTo>
                    <a:pt x="132299" y="275590"/>
                  </a:lnTo>
                  <a:lnTo>
                    <a:pt x="137507" y="276615"/>
                  </a:lnTo>
                  <a:lnTo>
                    <a:pt x="142745" y="277473"/>
                  </a:lnTo>
                  <a:lnTo>
                    <a:pt x="148008" y="278165"/>
                  </a:lnTo>
                  <a:lnTo>
                    <a:pt x="153289" y="278690"/>
                  </a:lnTo>
                  <a:lnTo>
                    <a:pt x="158585" y="279046"/>
                  </a:lnTo>
                  <a:lnTo>
                    <a:pt x="163890" y="279234"/>
                  </a:lnTo>
                  <a:lnTo>
                    <a:pt x="169197" y="279254"/>
                  </a:lnTo>
                  <a:lnTo>
                    <a:pt x="174503" y="279105"/>
                  </a:lnTo>
                  <a:lnTo>
                    <a:pt x="179801" y="278788"/>
                  </a:lnTo>
                  <a:lnTo>
                    <a:pt x="185087" y="278303"/>
                  </a:lnTo>
                  <a:lnTo>
                    <a:pt x="190355" y="277650"/>
                  </a:lnTo>
                  <a:lnTo>
                    <a:pt x="195599" y="276831"/>
                  </a:lnTo>
                  <a:lnTo>
                    <a:pt x="200814" y="275845"/>
                  </a:lnTo>
                  <a:lnTo>
                    <a:pt x="205996" y="274694"/>
                  </a:lnTo>
                  <a:lnTo>
                    <a:pt x="211138" y="273379"/>
                  </a:lnTo>
                  <a:lnTo>
                    <a:pt x="216236" y="271902"/>
                  </a:lnTo>
                  <a:lnTo>
                    <a:pt x="221285" y="270264"/>
                  </a:lnTo>
                  <a:lnTo>
                    <a:pt x="226279" y="268466"/>
                  </a:lnTo>
                  <a:lnTo>
                    <a:pt x="231213" y="266510"/>
                  </a:lnTo>
                  <a:lnTo>
                    <a:pt x="236083" y="264399"/>
                  </a:lnTo>
                  <a:lnTo>
                    <a:pt x="240883" y="262134"/>
                  </a:lnTo>
                  <a:lnTo>
                    <a:pt x="245609" y="259718"/>
                  </a:lnTo>
                  <a:lnTo>
                    <a:pt x="250256" y="257153"/>
                  </a:lnTo>
                  <a:lnTo>
                    <a:pt x="254820" y="254442"/>
                  </a:lnTo>
                  <a:lnTo>
                    <a:pt x="259295" y="251588"/>
                  </a:lnTo>
                  <a:lnTo>
                    <a:pt x="263676" y="248593"/>
                  </a:lnTo>
                  <a:lnTo>
                    <a:pt x="267961" y="245460"/>
                  </a:lnTo>
                  <a:lnTo>
                    <a:pt x="272144" y="242193"/>
                  </a:lnTo>
                  <a:lnTo>
                    <a:pt x="276221" y="238794"/>
                  </a:lnTo>
                  <a:lnTo>
                    <a:pt x="280189" y="235268"/>
                  </a:lnTo>
                  <a:lnTo>
                    <a:pt x="284042" y="231618"/>
                  </a:lnTo>
                  <a:lnTo>
                    <a:pt x="287777" y="227847"/>
                  </a:lnTo>
                  <a:lnTo>
                    <a:pt x="291391" y="223960"/>
                  </a:lnTo>
                  <a:lnTo>
                    <a:pt x="294880" y="219959"/>
                  </a:lnTo>
                  <a:lnTo>
                    <a:pt x="298240" y="215850"/>
                  </a:lnTo>
                  <a:lnTo>
                    <a:pt x="301468" y="211637"/>
                  </a:lnTo>
                  <a:lnTo>
                    <a:pt x="304560" y="207323"/>
                  </a:lnTo>
                  <a:lnTo>
                    <a:pt x="307514" y="202913"/>
                  </a:lnTo>
                  <a:lnTo>
                    <a:pt x="310326" y="198411"/>
                  </a:lnTo>
                  <a:lnTo>
                    <a:pt x="312994" y="193823"/>
                  </a:lnTo>
                  <a:lnTo>
                    <a:pt x="315515" y="189152"/>
                  </a:lnTo>
                  <a:lnTo>
                    <a:pt x="317887" y="184403"/>
                  </a:lnTo>
                  <a:lnTo>
                    <a:pt x="320106" y="179582"/>
                  </a:lnTo>
                  <a:lnTo>
                    <a:pt x="322172" y="174693"/>
                  </a:lnTo>
                  <a:lnTo>
                    <a:pt x="324081" y="169740"/>
                  </a:lnTo>
                  <a:lnTo>
                    <a:pt x="325831" y="164729"/>
                  </a:lnTo>
                  <a:lnTo>
                    <a:pt x="327422" y="159665"/>
                  </a:lnTo>
                  <a:lnTo>
                    <a:pt x="328852" y="154554"/>
                  </a:lnTo>
                  <a:lnTo>
                    <a:pt x="330118" y="149399"/>
                  </a:lnTo>
                  <a:lnTo>
                    <a:pt x="331220" y="144207"/>
                  </a:lnTo>
                  <a:lnTo>
                    <a:pt x="332157" y="138983"/>
                  </a:lnTo>
                  <a:lnTo>
                    <a:pt x="332927" y="133731"/>
                  </a:lnTo>
                  <a:lnTo>
                    <a:pt x="333530" y="128458"/>
                  </a:lnTo>
                  <a:lnTo>
                    <a:pt x="333966" y="123168"/>
                  </a:lnTo>
                  <a:lnTo>
                    <a:pt x="334233" y="117867"/>
                  </a:lnTo>
                  <a:lnTo>
                    <a:pt x="334332" y="112560"/>
                  </a:lnTo>
                  <a:lnTo>
                    <a:pt x="334262" y="107252"/>
                  </a:lnTo>
                  <a:lnTo>
                    <a:pt x="334024" y="101950"/>
                  </a:lnTo>
                  <a:lnTo>
                    <a:pt x="333618" y="96658"/>
                  </a:lnTo>
                  <a:lnTo>
                    <a:pt x="333044" y="91381"/>
                  </a:lnTo>
                  <a:lnTo>
                    <a:pt x="332302" y="86125"/>
                  </a:lnTo>
                  <a:lnTo>
                    <a:pt x="331395" y="80896"/>
                  </a:lnTo>
                  <a:lnTo>
                    <a:pt x="330321" y="75698"/>
                  </a:lnTo>
                  <a:lnTo>
                    <a:pt x="329083" y="70536"/>
                  </a:lnTo>
                  <a:lnTo>
                    <a:pt x="327682" y="65417"/>
                  </a:lnTo>
                  <a:lnTo>
                    <a:pt x="326119" y="60344"/>
                  </a:lnTo>
                  <a:lnTo>
                    <a:pt x="324396" y="55324"/>
                  </a:lnTo>
                  <a:lnTo>
                    <a:pt x="322514" y="50361"/>
                  </a:lnTo>
                  <a:lnTo>
                    <a:pt x="320476" y="45460"/>
                  </a:lnTo>
                  <a:lnTo>
                    <a:pt x="318283" y="40626"/>
                  </a:lnTo>
                  <a:lnTo>
                    <a:pt x="315938" y="35865"/>
                  </a:lnTo>
                  <a:lnTo>
                    <a:pt x="313443" y="31180"/>
                  </a:lnTo>
                  <a:lnTo>
                    <a:pt x="310800" y="26577"/>
                  </a:lnTo>
                  <a:lnTo>
                    <a:pt x="167165" y="112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488720" y="1322571"/>
              <a:ext cx="143634" cy="167167"/>
            </a:xfrm>
            <a:custGeom>
              <a:avLst/>
              <a:pathLst>
                <a:path w="143634" h="167167">
                  <a:moveTo>
                    <a:pt x="143634" y="81645"/>
                  </a:moveTo>
                  <a:lnTo>
                    <a:pt x="140703" y="76904"/>
                  </a:lnTo>
                  <a:lnTo>
                    <a:pt x="137615" y="72263"/>
                  </a:lnTo>
                  <a:lnTo>
                    <a:pt x="134375" y="67727"/>
                  </a:lnTo>
                  <a:lnTo>
                    <a:pt x="130985" y="63302"/>
                  </a:lnTo>
                  <a:lnTo>
                    <a:pt x="127449" y="58993"/>
                  </a:lnTo>
                  <a:lnTo>
                    <a:pt x="123771" y="54804"/>
                  </a:lnTo>
                  <a:lnTo>
                    <a:pt x="119956" y="50740"/>
                  </a:lnTo>
                  <a:lnTo>
                    <a:pt x="116008" y="46805"/>
                  </a:lnTo>
                  <a:lnTo>
                    <a:pt x="111930" y="43004"/>
                  </a:lnTo>
                  <a:lnTo>
                    <a:pt x="107728" y="39341"/>
                  </a:lnTo>
                  <a:lnTo>
                    <a:pt x="103407" y="35820"/>
                  </a:lnTo>
                  <a:lnTo>
                    <a:pt x="98970" y="32446"/>
                  </a:lnTo>
                  <a:lnTo>
                    <a:pt x="94423" y="29221"/>
                  </a:lnTo>
                  <a:lnTo>
                    <a:pt x="89771" y="26149"/>
                  </a:lnTo>
                  <a:lnTo>
                    <a:pt x="85020" y="23235"/>
                  </a:lnTo>
                  <a:lnTo>
                    <a:pt x="80174" y="20480"/>
                  </a:lnTo>
                  <a:lnTo>
                    <a:pt x="75239" y="17889"/>
                  </a:lnTo>
                  <a:lnTo>
                    <a:pt x="70220" y="15463"/>
                  </a:lnTo>
                  <a:lnTo>
                    <a:pt x="65123" y="13206"/>
                  </a:lnTo>
                  <a:lnTo>
                    <a:pt x="59953" y="11121"/>
                  </a:lnTo>
                  <a:lnTo>
                    <a:pt x="54717" y="9208"/>
                  </a:lnTo>
                  <a:lnTo>
                    <a:pt x="49420" y="7472"/>
                  </a:lnTo>
                  <a:lnTo>
                    <a:pt x="44069" y="5913"/>
                  </a:lnTo>
                  <a:lnTo>
                    <a:pt x="38668" y="4533"/>
                  </a:lnTo>
                  <a:lnTo>
                    <a:pt x="33224" y="3334"/>
                  </a:lnTo>
                  <a:lnTo>
                    <a:pt x="27743" y="2318"/>
                  </a:lnTo>
                  <a:lnTo>
                    <a:pt x="22232" y="1484"/>
                  </a:lnTo>
                  <a:lnTo>
                    <a:pt x="16695" y="835"/>
                  </a:lnTo>
                  <a:lnTo>
                    <a:pt x="11140" y="371"/>
                  </a:lnTo>
                  <a:lnTo>
                    <a:pt x="557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4002" y="1681503"/>
              <a:ext cx="92522" cy="167167"/>
            </a:xfrm>
            <a:custGeom>
              <a:avLst/>
              <a:pathLst>
                <a:path w="92522" h="167167">
                  <a:moveTo>
                    <a:pt x="92522" y="0"/>
                  </a:moveTo>
                  <a:lnTo>
                    <a:pt x="86756" y="99"/>
                  </a:lnTo>
                  <a:lnTo>
                    <a:pt x="80996" y="397"/>
                  </a:lnTo>
                  <a:lnTo>
                    <a:pt x="75250" y="894"/>
                  </a:lnTo>
                  <a:lnTo>
                    <a:pt x="69525" y="1589"/>
                  </a:lnTo>
                  <a:lnTo>
                    <a:pt x="63827" y="2481"/>
                  </a:lnTo>
                  <a:lnTo>
                    <a:pt x="58163" y="3569"/>
                  </a:lnTo>
                  <a:lnTo>
                    <a:pt x="52541" y="4851"/>
                  </a:lnTo>
                  <a:lnTo>
                    <a:pt x="46965" y="6327"/>
                  </a:lnTo>
                  <a:lnTo>
                    <a:pt x="41444" y="7994"/>
                  </a:lnTo>
                  <a:lnTo>
                    <a:pt x="35984" y="9851"/>
                  </a:lnTo>
                  <a:lnTo>
                    <a:pt x="30591" y="11895"/>
                  </a:lnTo>
                  <a:lnTo>
                    <a:pt x="25272" y="14123"/>
                  </a:lnTo>
                  <a:lnTo>
                    <a:pt x="20033" y="16534"/>
                  </a:lnTo>
                  <a:lnTo>
                    <a:pt x="14880" y="19124"/>
                  </a:lnTo>
                  <a:lnTo>
                    <a:pt x="9819" y="21891"/>
                  </a:lnTo>
                  <a:lnTo>
                    <a:pt x="4857" y="24830"/>
                  </a:lnTo>
                  <a:lnTo>
                    <a:pt x="0" y="27939"/>
                  </a:lnTo>
                  <a:lnTo>
                    <a:pt x="925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4002" y="1709442"/>
              <a:ext cx="92522" cy="139228"/>
            </a:xfrm>
            <a:custGeom>
              <a:avLst/>
              <a:pathLst>
                <a:path w="92522" h="139228">
                  <a:moveTo>
                    <a:pt x="0" y="0"/>
                  </a:moveTo>
                  <a:lnTo>
                    <a:pt x="92522" y="1392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19358" y="1681503"/>
              <a:ext cx="334322" cy="334328"/>
            </a:xfrm>
            <a:custGeom>
              <a:avLst/>
              <a:pathLst>
                <a:path w="334322" h="334328">
                  <a:moveTo>
                    <a:pt x="74643" y="27939"/>
                  </a:moveTo>
                  <a:lnTo>
                    <a:pt x="70284" y="30936"/>
                  </a:lnTo>
                  <a:lnTo>
                    <a:pt x="66022" y="34070"/>
                  </a:lnTo>
                  <a:lnTo>
                    <a:pt x="61861" y="37337"/>
                  </a:lnTo>
                  <a:lnTo>
                    <a:pt x="57806" y="40734"/>
                  </a:lnTo>
                  <a:lnTo>
                    <a:pt x="53860" y="44258"/>
                  </a:lnTo>
                  <a:lnTo>
                    <a:pt x="50027" y="47905"/>
                  </a:lnTo>
                  <a:lnTo>
                    <a:pt x="46312" y="51671"/>
                  </a:lnTo>
                  <a:lnTo>
                    <a:pt x="42718" y="55553"/>
                  </a:lnTo>
                  <a:lnTo>
                    <a:pt x="39249" y="59547"/>
                  </a:lnTo>
                  <a:lnTo>
                    <a:pt x="35907" y="63649"/>
                  </a:lnTo>
                  <a:lnTo>
                    <a:pt x="32697" y="67854"/>
                  </a:lnTo>
                  <a:lnTo>
                    <a:pt x="29622" y="72158"/>
                  </a:lnTo>
                  <a:lnTo>
                    <a:pt x="26685" y="76558"/>
                  </a:lnTo>
                  <a:lnTo>
                    <a:pt x="23888" y="81049"/>
                  </a:lnTo>
                  <a:lnTo>
                    <a:pt x="21235" y="85626"/>
                  </a:lnTo>
                  <a:lnTo>
                    <a:pt x="18728" y="90284"/>
                  </a:lnTo>
                  <a:lnTo>
                    <a:pt x="16369" y="95020"/>
                  </a:lnTo>
                  <a:lnTo>
                    <a:pt x="14162" y="99828"/>
                  </a:lnTo>
                  <a:lnTo>
                    <a:pt x="12107" y="104703"/>
                  </a:lnTo>
                  <a:lnTo>
                    <a:pt x="10209" y="109641"/>
                  </a:lnTo>
                  <a:lnTo>
                    <a:pt x="8467" y="114636"/>
                  </a:lnTo>
                  <a:lnTo>
                    <a:pt x="6884" y="119684"/>
                  </a:lnTo>
                  <a:lnTo>
                    <a:pt x="5462" y="124779"/>
                  </a:lnTo>
                  <a:lnTo>
                    <a:pt x="4202" y="129917"/>
                  </a:lnTo>
                  <a:lnTo>
                    <a:pt x="3105" y="135093"/>
                  </a:lnTo>
                  <a:lnTo>
                    <a:pt x="2172" y="140300"/>
                  </a:lnTo>
                  <a:lnTo>
                    <a:pt x="1404" y="145535"/>
                  </a:lnTo>
                  <a:lnTo>
                    <a:pt x="803" y="150791"/>
                  </a:lnTo>
                  <a:lnTo>
                    <a:pt x="368" y="156063"/>
                  </a:lnTo>
                  <a:lnTo>
                    <a:pt x="100" y="161346"/>
                  </a:lnTo>
                  <a:lnTo>
                    <a:pt x="0" y="166636"/>
                  </a:lnTo>
                  <a:lnTo>
                    <a:pt x="66" y="171926"/>
                  </a:lnTo>
                  <a:lnTo>
                    <a:pt x="301" y="177211"/>
                  </a:lnTo>
                  <a:lnTo>
                    <a:pt x="702" y="182486"/>
                  </a:lnTo>
                  <a:lnTo>
                    <a:pt x="1270" y="187746"/>
                  </a:lnTo>
                  <a:lnTo>
                    <a:pt x="2004" y="192985"/>
                  </a:lnTo>
                  <a:lnTo>
                    <a:pt x="2904" y="198198"/>
                  </a:lnTo>
                  <a:lnTo>
                    <a:pt x="3968" y="203380"/>
                  </a:lnTo>
                  <a:lnTo>
                    <a:pt x="5196" y="208526"/>
                  </a:lnTo>
                  <a:lnTo>
                    <a:pt x="6586" y="213631"/>
                  </a:lnTo>
                  <a:lnTo>
                    <a:pt x="8136" y="218689"/>
                  </a:lnTo>
                  <a:lnTo>
                    <a:pt x="9846" y="223695"/>
                  </a:lnTo>
                  <a:lnTo>
                    <a:pt x="11714" y="228645"/>
                  </a:lnTo>
                  <a:lnTo>
                    <a:pt x="13737" y="233533"/>
                  </a:lnTo>
                  <a:lnTo>
                    <a:pt x="15914" y="238354"/>
                  </a:lnTo>
                  <a:lnTo>
                    <a:pt x="18242" y="243105"/>
                  </a:lnTo>
                  <a:lnTo>
                    <a:pt x="20719" y="247779"/>
                  </a:lnTo>
                  <a:lnTo>
                    <a:pt x="23344" y="252373"/>
                  </a:lnTo>
                  <a:lnTo>
                    <a:pt x="26112" y="256881"/>
                  </a:lnTo>
                  <a:lnTo>
                    <a:pt x="29021" y="261300"/>
                  </a:lnTo>
                  <a:lnTo>
                    <a:pt x="32069" y="265624"/>
                  </a:lnTo>
                  <a:lnTo>
                    <a:pt x="35252" y="269849"/>
                  </a:lnTo>
                  <a:lnTo>
                    <a:pt x="38567" y="273972"/>
                  </a:lnTo>
                  <a:lnTo>
                    <a:pt x="42011" y="277988"/>
                  </a:lnTo>
                  <a:lnTo>
                    <a:pt x="45581" y="281892"/>
                  </a:lnTo>
                  <a:lnTo>
                    <a:pt x="49272" y="285682"/>
                  </a:lnTo>
                  <a:lnTo>
                    <a:pt x="53081" y="289353"/>
                  </a:lnTo>
                  <a:lnTo>
                    <a:pt x="57004" y="292902"/>
                  </a:lnTo>
                  <a:lnTo>
                    <a:pt x="61038" y="296325"/>
                  </a:lnTo>
                  <a:lnTo>
                    <a:pt x="65178" y="299619"/>
                  </a:lnTo>
                  <a:lnTo>
                    <a:pt x="69421" y="302779"/>
                  </a:lnTo>
                  <a:lnTo>
                    <a:pt x="73761" y="305805"/>
                  </a:lnTo>
                  <a:lnTo>
                    <a:pt x="78194" y="308691"/>
                  </a:lnTo>
                  <a:lnTo>
                    <a:pt x="82717" y="311435"/>
                  </a:lnTo>
                  <a:lnTo>
                    <a:pt x="87324" y="314035"/>
                  </a:lnTo>
                  <a:lnTo>
                    <a:pt x="92012" y="316488"/>
                  </a:lnTo>
                  <a:lnTo>
                    <a:pt x="96774" y="318791"/>
                  </a:lnTo>
                  <a:lnTo>
                    <a:pt x="101607" y="320943"/>
                  </a:lnTo>
                  <a:lnTo>
                    <a:pt x="106506" y="322940"/>
                  </a:lnTo>
                  <a:lnTo>
                    <a:pt x="111466" y="324782"/>
                  </a:lnTo>
                  <a:lnTo>
                    <a:pt x="116481" y="326465"/>
                  </a:lnTo>
                  <a:lnTo>
                    <a:pt x="121547" y="327989"/>
                  </a:lnTo>
                  <a:lnTo>
                    <a:pt x="126659" y="329352"/>
                  </a:lnTo>
                  <a:lnTo>
                    <a:pt x="131811" y="330553"/>
                  </a:lnTo>
                  <a:lnTo>
                    <a:pt x="136999" y="331590"/>
                  </a:lnTo>
                  <a:lnTo>
                    <a:pt x="142216" y="332462"/>
                  </a:lnTo>
                  <a:lnTo>
                    <a:pt x="147459" y="333169"/>
                  </a:lnTo>
                  <a:lnTo>
                    <a:pt x="152722" y="333709"/>
                  </a:lnTo>
                  <a:lnTo>
                    <a:pt x="157999" y="334083"/>
                  </a:lnTo>
                  <a:lnTo>
                    <a:pt x="163285" y="334289"/>
                  </a:lnTo>
                  <a:lnTo>
                    <a:pt x="168576" y="334328"/>
                  </a:lnTo>
                  <a:lnTo>
                    <a:pt x="173864" y="334200"/>
                  </a:lnTo>
                  <a:lnTo>
                    <a:pt x="179146" y="333905"/>
                  </a:lnTo>
                  <a:lnTo>
                    <a:pt x="184416" y="333442"/>
                  </a:lnTo>
                  <a:lnTo>
                    <a:pt x="189669" y="332813"/>
                  </a:lnTo>
                  <a:lnTo>
                    <a:pt x="194899" y="332018"/>
                  </a:lnTo>
                  <a:lnTo>
                    <a:pt x="200102" y="331058"/>
                  </a:lnTo>
                  <a:lnTo>
                    <a:pt x="205271" y="329933"/>
                  </a:lnTo>
                  <a:lnTo>
                    <a:pt x="210403" y="328646"/>
                  </a:lnTo>
                  <a:lnTo>
                    <a:pt x="215491" y="327197"/>
                  </a:lnTo>
                  <a:lnTo>
                    <a:pt x="220530" y="325588"/>
                  </a:lnTo>
                  <a:lnTo>
                    <a:pt x="225516" y="323820"/>
                  </a:lnTo>
                  <a:lnTo>
                    <a:pt x="230444" y="321895"/>
                  </a:lnTo>
                  <a:lnTo>
                    <a:pt x="235308" y="319815"/>
                  </a:lnTo>
                  <a:lnTo>
                    <a:pt x="240105" y="317583"/>
                  </a:lnTo>
                  <a:lnTo>
                    <a:pt x="244828" y="315200"/>
                  </a:lnTo>
                  <a:lnTo>
                    <a:pt x="249473" y="312668"/>
                  </a:lnTo>
                  <a:lnTo>
                    <a:pt x="254036" y="309991"/>
                  </a:lnTo>
                  <a:lnTo>
                    <a:pt x="258512" y="307170"/>
                  </a:lnTo>
                  <a:lnTo>
                    <a:pt x="262896" y="304210"/>
                  </a:lnTo>
                  <a:lnTo>
                    <a:pt x="267184" y="301112"/>
                  </a:lnTo>
                  <a:lnTo>
                    <a:pt x="271373" y="297880"/>
                  </a:lnTo>
                  <a:lnTo>
                    <a:pt x="275457" y="294517"/>
                  </a:lnTo>
                  <a:lnTo>
                    <a:pt x="279432" y="291027"/>
                  </a:lnTo>
                  <a:lnTo>
                    <a:pt x="283295" y="287412"/>
                  </a:lnTo>
                  <a:lnTo>
                    <a:pt x="287042" y="283678"/>
                  </a:lnTo>
                  <a:lnTo>
                    <a:pt x="290669" y="279826"/>
                  </a:lnTo>
                  <a:lnTo>
                    <a:pt x="294172" y="275862"/>
                  </a:lnTo>
                  <a:lnTo>
                    <a:pt x="297548" y="271788"/>
                  </a:lnTo>
                  <a:lnTo>
                    <a:pt x="300793" y="267610"/>
                  </a:lnTo>
                  <a:lnTo>
                    <a:pt x="303904" y="263332"/>
                  </a:lnTo>
                  <a:lnTo>
                    <a:pt x="306879" y="258957"/>
                  </a:lnTo>
                  <a:lnTo>
                    <a:pt x="309713" y="254490"/>
                  </a:lnTo>
                  <a:lnTo>
                    <a:pt x="312405" y="249936"/>
                  </a:lnTo>
                  <a:lnTo>
                    <a:pt x="314951" y="245298"/>
                  </a:lnTo>
                  <a:lnTo>
                    <a:pt x="317349" y="240583"/>
                  </a:lnTo>
                  <a:lnTo>
                    <a:pt x="319597" y="235794"/>
                  </a:lnTo>
                  <a:lnTo>
                    <a:pt x="321693" y="230936"/>
                  </a:lnTo>
                  <a:lnTo>
                    <a:pt x="323633" y="226015"/>
                  </a:lnTo>
                  <a:lnTo>
                    <a:pt x="325417" y="221034"/>
                  </a:lnTo>
                  <a:lnTo>
                    <a:pt x="327042" y="216000"/>
                  </a:lnTo>
                  <a:lnTo>
                    <a:pt x="328507" y="210916"/>
                  </a:lnTo>
                  <a:lnTo>
                    <a:pt x="329811" y="205789"/>
                  </a:lnTo>
                  <a:lnTo>
                    <a:pt x="330951" y="200623"/>
                  </a:lnTo>
                  <a:lnTo>
                    <a:pt x="331928" y="195424"/>
                  </a:lnTo>
                  <a:lnTo>
                    <a:pt x="332740" y="190196"/>
                  </a:lnTo>
                  <a:lnTo>
                    <a:pt x="333385" y="184945"/>
                  </a:lnTo>
                  <a:lnTo>
                    <a:pt x="333865" y="179677"/>
                  </a:lnTo>
                  <a:lnTo>
                    <a:pt x="334177" y="174396"/>
                  </a:lnTo>
                  <a:lnTo>
                    <a:pt x="334322" y="169107"/>
                  </a:lnTo>
                  <a:lnTo>
                    <a:pt x="334300" y="163817"/>
                  </a:lnTo>
                  <a:lnTo>
                    <a:pt x="334110" y="158530"/>
                  </a:lnTo>
                  <a:lnTo>
                    <a:pt x="333753" y="153252"/>
                  </a:lnTo>
                  <a:lnTo>
                    <a:pt x="333230" y="147988"/>
                  </a:lnTo>
                  <a:lnTo>
                    <a:pt x="332540" y="142743"/>
                  </a:lnTo>
                  <a:lnTo>
                    <a:pt x="331684" y="137522"/>
                  </a:lnTo>
                  <a:lnTo>
                    <a:pt x="330664" y="132331"/>
                  </a:lnTo>
                  <a:lnTo>
                    <a:pt x="329479" y="127175"/>
                  </a:lnTo>
                  <a:lnTo>
                    <a:pt x="328133" y="122059"/>
                  </a:lnTo>
                  <a:lnTo>
                    <a:pt x="326625" y="116988"/>
                  </a:lnTo>
                  <a:lnTo>
                    <a:pt x="324957" y="111967"/>
                  </a:lnTo>
                  <a:lnTo>
                    <a:pt x="323131" y="107002"/>
                  </a:lnTo>
                  <a:lnTo>
                    <a:pt x="321149" y="102097"/>
                  </a:lnTo>
                  <a:lnTo>
                    <a:pt x="319013" y="97257"/>
                  </a:lnTo>
                  <a:lnTo>
                    <a:pt x="316725" y="92487"/>
                  </a:lnTo>
                  <a:lnTo>
                    <a:pt x="314287" y="87792"/>
                  </a:lnTo>
                  <a:lnTo>
                    <a:pt x="311702" y="83177"/>
                  </a:lnTo>
                  <a:lnTo>
                    <a:pt x="308972" y="78645"/>
                  </a:lnTo>
                  <a:lnTo>
                    <a:pt x="306100" y="74202"/>
                  </a:lnTo>
                  <a:lnTo>
                    <a:pt x="303088" y="69853"/>
                  </a:lnTo>
                  <a:lnTo>
                    <a:pt x="299941" y="65600"/>
                  </a:lnTo>
                  <a:lnTo>
                    <a:pt x="296661" y="61450"/>
                  </a:lnTo>
                  <a:lnTo>
                    <a:pt x="293251" y="57405"/>
                  </a:lnTo>
                  <a:lnTo>
                    <a:pt x="289714" y="53471"/>
                  </a:lnTo>
                  <a:lnTo>
                    <a:pt x="286055" y="49650"/>
                  </a:lnTo>
                  <a:lnTo>
                    <a:pt x="282277" y="45947"/>
                  </a:lnTo>
                  <a:lnTo>
                    <a:pt x="278384" y="42365"/>
                  </a:lnTo>
                  <a:lnTo>
                    <a:pt x="274379" y="38908"/>
                  </a:lnTo>
                  <a:lnTo>
                    <a:pt x="270267" y="35580"/>
                  </a:lnTo>
                  <a:lnTo>
                    <a:pt x="266052" y="32383"/>
                  </a:lnTo>
                  <a:lnTo>
                    <a:pt x="261737" y="29322"/>
                  </a:lnTo>
                  <a:lnTo>
                    <a:pt x="257328" y="26398"/>
                  </a:lnTo>
                  <a:lnTo>
                    <a:pt x="252828" y="23616"/>
                  </a:lnTo>
                  <a:lnTo>
                    <a:pt x="248243" y="20977"/>
                  </a:lnTo>
                  <a:lnTo>
                    <a:pt x="243577" y="18485"/>
                  </a:lnTo>
                  <a:lnTo>
                    <a:pt x="238834" y="16141"/>
                  </a:lnTo>
                  <a:lnTo>
                    <a:pt x="234019" y="13949"/>
                  </a:lnTo>
                  <a:lnTo>
                    <a:pt x="229137" y="11911"/>
                  </a:lnTo>
                  <a:lnTo>
                    <a:pt x="224194" y="10027"/>
                  </a:lnTo>
                  <a:lnTo>
                    <a:pt x="219193" y="8302"/>
                  </a:lnTo>
                  <a:lnTo>
                    <a:pt x="214140" y="6735"/>
                  </a:lnTo>
                  <a:lnTo>
                    <a:pt x="209040" y="5329"/>
                  </a:lnTo>
                  <a:lnTo>
                    <a:pt x="203898" y="4085"/>
                  </a:lnTo>
                  <a:lnTo>
                    <a:pt x="198719" y="3004"/>
                  </a:lnTo>
                  <a:lnTo>
                    <a:pt x="193508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7211" y="2126963"/>
              <a:ext cx="34076" cy="167167"/>
            </a:xfrm>
            <a:custGeom>
              <a:avLst/>
              <a:pathLst>
                <a:path w="34076" h="167167">
                  <a:moveTo>
                    <a:pt x="34076" y="0"/>
                  </a:moveTo>
                  <a:lnTo>
                    <a:pt x="27214" y="140"/>
                  </a:lnTo>
                  <a:lnTo>
                    <a:pt x="20365" y="563"/>
                  </a:lnTo>
                  <a:lnTo>
                    <a:pt x="13538" y="1266"/>
                  </a:lnTo>
                  <a:lnTo>
                    <a:pt x="6746" y="2249"/>
                  </a:lnTo>
                  <a:lnTo>
                    <a:pt x="0" y="3510"/>
                  </a:lnTo>
                  <a:lnTo>
                    <a:pt x="340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14120" y="2127973"/>
              <a:ext cx="334334" cy="333304"/>
            </a:xfrm>
            <a:custGeom>
              <a:avLst/>
              <a:pathLst>
                <a:path w="334334" h="333304">
                  <a:moveTo>
                    <a:pt x="133090" y="2500"/>
                  </a:moveTo>
                  <a:lnTo>
                    <a:pt x="127913" y="3664"/>
                  </a:lnTo>
                  <a:lnTo>
                    <a:pt x="122776" y="4991"/>
                  </a:lnTo>
                  <a:lnTo>
                    <a:pt x="117683" y="6482"/>
                  </a:lnTo>
                  <a:lnTo>
                    <a:pt x="112640" y="8133"/>
                  </a:lnTo>
                  <a:lnTo>
                    <a:pt x="107652" y="9943"/>
                  </a:lnTo>
                  <a:lnTo>
                    <a:pt x="102724" y="11910"/>
                  </a:lnTo>
                  <a:lnTo>
                    <a:pt x="97861" y="14034"/>
                  </a:lnTo>
                  <a:lnTo>
                    <a:pt x="93067" y="16310"/>
                  </a:lnTo>
                  <a:lnTo>
                    <a:pt x="88349" y="18737"/>
                  </a:lnTo>
                  <a:lnTo>
                    <a:pt x="83709" y="21313"/>
                  </a:lnTo>
                  <a:lnTo>
                    <a:pt x="79154" y="24035"/>
                  </a:lnTo>
                  <a:lnTo>
                    <a:pt x="74688" y="26900"/>
                  </a:lnTo>
                  <a:lnTo>
                    <a:pt x="70314" y="29905"/>
                  </a:lnTo>
                  <a:lnTo>
                    <a:pt x="66039" y="33048"/>
                  </a:lnTo>
                  <a:lnTo>
                    <a:pt x="61865" y="36325"/>
                  </a:lnTo>
                  <a:lnTo>
                    <a:pt x="57797" y="39732"/>
                  </a:lnTo>
                  <a:lnTo>
                    <a:pt x="53840" y="43267"/>
                  </a:lnTo>
                  <a:lnTo>
                    <a:pt x="49996" y="46926"/>
                  </a:lnTo>
                  <a:lnTo>
                    <a:pt x="46271" y="50705"/>
                  </a:lnTo>
                  <a:lnTo>
                    <a:pt x="42668" y="54600"/>
                  </a:lnTo>
                  <a:lnTo>
                    <a:pt x="39190" y="58608"/>
                  </a:lnTo>
                  <a:lnTo>
                    <a:pt x="35841" y="62724"/>
                  </a:lnTo>
                  <a:lnTo>
                    <a:pt x="32624" y="66944"/>
                  </a:lnTo>
                  <a:lnTo>
                    <a:pt x="29543" y="71264"/>
                  </a:lnTo>
                  <a:lnTo>
                    <a:pt x="26601" y="75680"/>
                  </a:lnTo>
                  <a:lnTo>
                    <a:pt x="23800" y="80187"/>
                  </a:lnTo>
                  <a:lnTo>
                    <a:pt x="21143" y="84781"/>
                  </a:lnTo>
                  <a:lnTo>
                    <a:pt x="18634" y="89457"/>
                  </a:lnTo>
                  <a:lnTo>
                    <a:pt x="16275" y="94210"/>
                  </a:lnTo>
                  <a:lnTo>
                    <a:pt x="14067" y="99035"/>
                  </a:lnTo>
                  <a:lnTo>
                    <a:pt x="12014" y="103928"/>
                  </a:lnTo>
                  <a:lnTo>
                    <a:pt x="10117" y="108884"/>
                  </a:lnTo>
                  <a:lnTo>
                    <a:pt x="8378" y="113897"/>
                  </a:lnTo>
                  <a:lnTo>
                    <a:pt x="6800" y="118963"/>
                  </a:lnTo>
                  <a:lnTo>
                    <a:pt x="5382" y="124077"/>
                  </a:lnTo>
                  <a:lnTo>
                    <a:pt x="4128" y="129233"/>
                  </a:lnTo>
                  <a:lnTo>
                    <a:pt x="3039" y="134426"/>
                  </a:lnTo>
                  <a:lnTo>
                    <a:pt x="2114" y="139652"/>
                  </a:lnTo>
                  <a:lnTo>
                    <a:pt x="1356" y="144904"/>
                  </a:lnTo>
                  <a:lnTo>
                    <a:pt x="765" y="150177"/>
                  </a:lnTo>
                  <a:lnTo>
                    <a:pt x="342" y="155466"/>
                  </a:lnTo>
                  <a:lnTo>
                    <a:pt x="86" y="160767"/>
                  </a:lnTo>
                  <a:lnTo>
                    <a:pt x="0" y="166072"/>
                  </a:lnTo>
                  <a:lnTo>
                    <a:pt x="81" y="171378"/>
                  </a:lnTo>
                  <a:lnTo>
                    <a:pt x="331" y="176679"/>
                  </a:lnTo>
                  <a:lnTo>
                    <a:pt x="749" y="181968"/>
                  </a:lnTo>
                  <a:lnTo>
                    <a:pt x="1335" y="187242"/>
                  </a:lnTo>
                  <a:lnTo>
                    <a:pt x="2087" y="192495"/>
                  </a:lnTo>
                  <a:lnTo>
                    <a:pt x="3006" y="197721"/>
                  </a:lnTo>
                  <a:lnTo>
                    <a:pt x="4091" y="202916"/>
                  </a:lnTo>
                  <a:lnTo>
                    <a:pt x="5340" y="208073"/>
                  </a:lnTo>
                  <a:lnTo>
                    <a:pt x="6752" y="213188"/>
                  </a:lnTo>
                  <a:lnTo>
                    <a:pt x="8325" y="218256"/>
                  </a:lnTo>
                  <a:lnTo>
                    <a:pt x="10059" y="223271"/>
                  </a:lnTo>
                  <a:lnTo>
                    <a:pt x="11951" y="228229"/>
                  </a:lnTo>
                  <a:lnTo>
                    <a:pt x="13999" y="233124"/>
                  </a:lnTo>
                  <a:lnTo>
                    <a:pt x="16202" y="237952"/>
                  </a:lnTo>
                  <a:lnTo>
                    <a:pt x="18556" y="242707"/>
                  </a:lnTo>
                  <a:lnTo>
                    <a:pt x="21061" y="247385"/>
                  </a:lnTo>
                  <a:lnTo>
                    <a:pt x="23713" y="251981"/>
                  </a:lnTo>
                  <a:lnTo>
                    <a:pt x="26509" y="256491"/>
                  </a:lnTo>
                  <a:lnTo>
                    <a:pt x="29447" y="260910"/>
                  </a:lnTo>
                  <a:lnTo>
                    <a:pt x="32524" y="265233"/>
                  </a:lnTo>
                  <a:lnTo>
                    <a:pt x="35736" y="269457"/>
                  </a:lnTo>
                  <a:lnTo>
                    <a:pt x="39081" y="273576"/>
                  </a:lnTo>
                  <a:lnTo>
                    <a:pt x="42555" y="277588"/>
                  </a:lnTo>
                  <a:lnTo>
                    <a:pt x="46154" y="281487"/>
                  </a:lnTo>
                  <a:lnTo>
                    <a:pt x="49876" y="285269"/>
                  </a:lnTo>
                  <a:lnTo>
                    <a:pt x="53715" y="288932"/>
                  </a:lnTo>
                  <a:lnTo>
                    <a:pt x="57669" y="292471"/>
                  </a:lnTo>
                  <a:lnTo>
                    <a:pt x="61733" y="295883"/>
                  </a:lnTo>
                  <a:lnTo>
                    <a:pt x="65904" y="299164"/>
                  </a:lnTo>
                  <a:lnTo>
                    <a:pt x="70176" y="302311"/>
                  </a:lnTo>
                  <a:lnTo>
                    <a:pt x="74547" y="305320"/>
                  </a:lnTo>
                  <a:lnTo>
                    <a:pt x="79010" y="308190"/>
                  </a:lnTo>
                  <a:lnTo>
                    <a:pt x="83562" y="310916"/>
                  </a:lnTo>
                  <a:lnTo>
                    <a:pt x="88199" y="313497"/>
                  </a:lnTo>
                  <a:lnTo>
                    <a:pt x="92915" y="315929"/>
                  </a:lnTo>
                  <a:lnTo>
                    <a:pt x="97706" y="318210"/>
                  </a:lnTo>
                  <a:lnTo>
                    <a:pt x="102567" y="320338"/>
                  </a:lnTo>
                  <a:lnTo>
                    <a:pt x="107493" y="322311"/>
                  </a:lnTo>
                  <a:lnTo>
                    <a:pt x="112480" y="324126"/>
                  </a:lnTo>
                  <a:lnTo>
                    <a:pt x="117521" y="325782"/>
                  </a:lnTo>
                  <a:lnTo>
                    <a:pt x="122612" y="327278"/>
                  </a:lnTo>
                  <a:lnTo>
                    <a:pt x="127749" y="328611"/>
                  </a:lnTo>
                  <a:lnTo>
                    <a:pt x="132925" y="329780"/>
                  </a:lnTo>
                  <a:lnTo>
                    <a:pt x="138135" y="330784"/>
                  </a:lnTo>
                  <a:lnTo>
                    <a:pt x="143375" y="331623"/>
                  </a:lnTo>
                  <a:lnTo>
                    <a:pt x="148638" y="332295"/>
                  </a:lnTo>
                  <a:lnTo>
                    <a:pt x="153921" y="332799"/>
                  </a:lnTo>
                  <a:lnTo>
                    <a:pt x="159217" y="333135"/>
                  </a:lnTo>
                  <a:lnTo>
                    <a:pt x="164520" y="333304"/>
                  </a:lnTo>
                  <a:lnTo>
                    <a:pt x="169827" y="333303"/>
                  </a:lnTo>
                  <a:lnTo>
                    <a:pt x="175130" y="333135"/>
                  </a:lnTo>
                  <a:lnTo>
                    <a:pt x="180426" y="332798"/>
                  </a:lnTo>
                  <a:lnTo>
                    <a:pt x="185708" y="332293"/>
                  </a:lnTo>
                  <a:lnTo>
                    <a:pt x="190972" y="331621"/>
                  </a:lnTo>
                  <a:lnTo>
                    <a:pt x="196212" y="330782"/>
                  </a:lnTo>
                  <a:lnTo>
                    <a:pt x="201422" y="329777"/>
                  </a:lnTo>
                  <a:lnTo>
                    <a:pt x="206598" y="328608"/>
                  </a:lnTo>
                  <a:lnTo>
                    <a:pt x="211734" y="327274"/>
                  </a:lnTo>
                  <a:lnTo>
                    <a:pt x="216825" y="325779"/>
                  </a:lnTo>
                  <a:lnTo>
                    <a:pt x="221866" y="324122"/>
                  </a:lnTo>
                  <a:lnTo>
                    <a:pt x="226853" y="322306"/>
                  </a:lnTo>
                  <a:lnTo>
                    <a:pt x="231779" y="320333"/>
                  </a:lnTo>
                  <a:lnTo>
                    <a:pt x="236639" y="318205"/>
                  </a:lnTo>
                  <a:lnTo>
                    <a:pt x="241430" y="315923"/>
                  </a:lnTo>
                  <a:lnTo>
                    <a:pt x="246146" y="313491"/>
                  </a:lnTo>
                  <a:lnTo>
                    <a:pt x="250783" y="310910"/>
                  </a:lnTo>
                  <a:lnTo>
                    <a:pt x="255335" y="308183"/>
                  </a:lnTo>
                  <a:lnTo>
                    <a:pt x="259798" y="305313"/>
                  </a:lnTo>
                  <a:lnTo>
                    <a:pt x="264168" y="302303"/>
                  </a:lnTo>
                  <a:lnTo>
                    <a:pt x="268440" y="299156"/>
                  </a:lnTo>
                  <a:lnTo>
                    <a:pt x="272611" y="295874"/>
                  </a:lnTo>
                  <a:lnTo>
                    <a:pt x="276675" y="292462"/>
                  </a:lnTo>
                  <a:lnTo>
                    <a:pt x="280628" y="288923"/>
                  </a:lnTo>
                  <a:lnTo>
                    <a:pt x="284468" y="285260"/>
                  </a:lnTo>
                  <a:lnTo>
                    <a:pt x="288189" y="281477"/>
                  </a:lnTo>
                  <a:lnTo>
                    <a:pt x="291788" y="277578"/>
                  </a:lnTo>
                  <a:lnTo>
                    <a:pt x="295261" y="273566"/>
                  </a:lnTo>
                  <a:lnTo>
                    <a:pt x="298606" y="269447"/>
                  </a:lnTo>
                  <a:lnTo>
                    <a:pt x="301818" y="265223"/>
                  </a:lnTo>
                  <a:lnTo>
                    <a:pt x="304894" y="260899"/>
                  </a:lnTo>
                  <a:lnTo>
                    <a:pt x="307832" y="256480"/>
                  </a:lnTo>
                  <a:lnTo>
                    <a:pt x="310628" y="251970"/>
                  </a:lnTo>
                  <a:lnTo>
                    <a:pt x="313279" y="247374"/>
                  </a:lnTo>
                  <a:lnTo>
                    <a:pt x="315783" y="242695"/>
                  </a:lnTo>
                  <a:lnTo>
                    <a:pt x="318138" y="237940"/>
                  </a:lnTo>
                  <a:lnTo>
                    <a:pt x="320340" y="233112"/>
                  </a:lnTo>
                  <a:lnTo>
                    <a:pt x="322388" y="228217"/>
                  </a:lnTo>
                  <a:lnTo>
                    <a:pt x="324279" y="223259"/>
                  </a:lnTo>
                  <a:lnTo>
                    <a:pt x="326013" y="218244"/>
                  </a:lnTo>
                  <a:lnTo>
                    <a:pt x="327586" y="213176"/>
                  </a:lnTo>
                  <a:lnTo>
                    <a:pt x="328997" y="208060"/>
                  </a:lnTo>
                  <a:lnTo>
                    <a:pt x="330246" y="202903"/>
                  </a:lnTo>
                  <a:lnTo>
                    <a:pt x="331330" y="197709"/>
                  </a:lnTo>
                  <a:lnTo>
                    <a:pt x="332249" y="192482"/>
                  </a:lnTo>
                  <a:lnTo>
                    <a:pt x="333001" y="187230"/>
                  </a:lnTo>
                  <a:lnTo>
                    <a:pt x="333586" y="181956"/>
                  </a:lnTo>
                  <a:lnTo>
                    <a:pt x="334004" y="176666"/>
                  </a:lnTo>
                  <a:lnTo>
                    <a:pt x="334253" y="171365"/>
                  </a:lnTo>
                  <a:lnTo>
                    <a:pt x="334334" y="166059"/>
                  </a:lnTo>
                  <a:lnTo>
                    <a:pt x="334247" y="160754"/>
                  </a:lnTo>
                  <a:lnTo>
                    <a:pt x="333991" y="155453"/>
                  </a:lnTo>
                  <a:lnTo>
                    <a:pt x="333568" y="150164"/>
                  </a:lnTo>
                  <a:lnTo>
                    <a:pt x="332976" y="144891"/>
                  </a:lnTo>
                  <a:lnTo>
                    <a:pt x="332218" y="139639"/>
                  </a:lnTo>
                  <a:lnTo>
                    <a:pt x="331293" y="134414"/>
                  </a:lnTo>
                  <a:lnTo>
                    <a:pt x="330203" y="129220"/>
                  </a:lnTo>
                  <a:lnTo>
                    <a:pt x="328948" y="124064"/>
                  </a:lnTo>
                  <a:lnTo>
                    <a:pt x="327531" y="118951"/>
                  </a:lnTo>
                  <a:lnTo>
                    <a:pt x="325952" y="113885"/>
                  </a:lnTo>
                  <a:lnTo>
                    <a:pt x="324213" y="108872"/>
                  </a:lnTo>
                  <a:lnTo>
                    <a:pt x="322315" y="103916"/>
                  </a:lnTo>
                  <a:lnTo>
                    <a:pt x="320262" y="99023"/>
                  </a:lnTo>
                  <a:lnTo>
                    <a:pt x="318054" y="94198"/>
                  </a:lnTo>
                  <a:lnTo>
                    <a:pt x="315694" y="89445"/>
                  </a:lnTo>
                  <a:lnTo>
                    <a:pt x="313184" y="84770"/>
                  </a:lnTo>
                  <a:lnTo>
                    <a:pt x="310527" y="80176"/>
                  </a:lnTo>
                  <a:lnTo>
                    <a:pt x="307726" y="75669"/>
                  </a:lnTo>
                  <a:lnTo>
                    <a:pt x="304783" y="71254"/>
                  </a:lnTo>
                  <a:lnTo>
                    <a:pt x="301702" y="66934"/>
                  </a:lnTo>
                  <a:lnTo>
                    <a:pt x="298485" y="62714"/>
                  </a:lnTo>
                  <a:lnTo>
                    <a:pt x="295136" y="58598"/>
                  </a:lnTo>
                  <a:lnTo>
                    <a:pt x="291657" y="54591"/>
                  </a:lnTo>
                  <a:lnTo>
                    <a:pt x="288054" y="50696"/>
                  </a:lnTo>
                  <a:lnTo>
                    <a:pt x="284328" y="46917"/>
                  </a:lnTo>
                  <a:lnTo>
                    <a:pt x="280485" y="43258"/>
                  </a:lnTo>
                  <a:lnTo>
                    <a:pt x="276527" y="39724"/>
                  </a:lnTo>
                  <a:lnTo>
                    <a:pt x="272459" y="36316"/>
                  </a:lnTo>
                  <a:lnTo>
                    <a:pt x="268285" y="33040"/>
                  </a:lnTo>
                  <a:lnTo>
                    <a:pt x="264009" y="29898"/>
                  </a:lnTo>
                  <a:lnTo>
                    <a:pt x="259635" y="26893"/>
                  </a:lnTo>
                  <a:lnTo>
                    <a:pt x="255169" y="24028"/>
                  </a:lnTo>
                  <a:lnTo>
                    <a:pt x="250613" y="21307"/>
                  </a:lnTo>
                  <a:lnTo>
                    <a:pt x="245974" y="18731"/>
                  </a:lnTo>
                  <a:lnTo>
                    <a:pt x="241255" y="16304"/>
                  </a:lnTo>
                  <a:lnTo>
                    <a:pt x="236461" y="14028"/>
                  </a:lnTo>
                  <a:lnTo>
                    <a:pt x="231598" y="11905"/>
                  </a:lnTo>
                  <a:lnTo>
                    <a:pt x="226670" y="9938"/>
                  </a:lnTo>
                  <a:lnTo>
                    <a:pt x="221682" y="8128"/>
                  </a:lnTo>
                  <a:lnTo>
                    <a:pt x="216639" y="6478"/>
                  </a:lnTo>
                  <a:lnTo>
                    <a:pt x="211546" y="4988"/>
                  </a:lnTo>
                  <a:lnTo>
                    <a:pt x="206408" y="3661"/>
                  </a:lnTo>
                  <a:lnTo>
                    <a:pt x="201231" y="2497"/>
                  </a:lnTo>
                  <a:lnTo>
                    <a:pt x="196019" y="1498"/>
                  </a:lnTo>
                  <a:lnTo>
                    <a:pt x="190778" y="666"/>
                  </a:lnTo>
                  <a:lnTo>
                    <a:pt x="185514" y="0"/>
                  </a:lnTo>
                  <a:lnTo>
                    <a:pt x="167167" y="166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81287" y="2126963"/>
              <a:ext cx="18347" cy="167167"/>
            </a:xfrm>
            <a:custGeom>
              <a:avLst/>
              <a:pathLst>
                <a:path w="18347" h="167167">
                  <a:moveTo>
                    <a:pt x="18347" y="1009"/>
                  </a:moveTo>
                  <a:lnTo>
                    <a:pt x="9187" y="2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48979"/>
              <a:ext cx="166931" cy="151252"/>
            </a:xfrm>
            <a:custGeom>
              <a:avLst/>
              <a:pathLst>
                <a:path w="166931" h="151252">
                  <a:moveTo>
                    <a:pt x="166931" y="142370"/>
                  </a:moveTo>
                  <a:lnTo>
                    <a:pt x="166552" y="136924"/>
                  </a:lnTo>
                  <a:lnTo>
                    <a:pt x="165995" y="131494"/>
                  </a:lnTo>
                  <a:lnTo>
                    <a:pt x="165261" y="126084"/>
                  </a:lnTo>
                  <a:lnTo>
                    <a:pt x="164352" y="120701"/>
                  </a:lnTo>
                  <a:lnTo>
                    <a:pt x="163266" y="115351"/>
                  </a:lnTo>
                  <a:lnTo>
                    <a:pt x="162007" y="110039"/>
                  </a:lnTo>
                  <a:lnTo>
                    <a:pt x="160575" y="104770"/>
                  </a:lnTo>
                  <a:lnTo>
                    <a:pt x="158971" y="99552"/>
                  </a:lnTo>
                  <a:lnTo>
                    <a:pt x="157198" y="94389"/>
                  </a:lnTo>
                  <a:lnTo>
                    <a:pt x="155258" y="89286"/>
                  </a:lnTo>
                  <a:lnTo>
                    <a:pt x="153152" y="84249"/>
                  </a:lnTo>
                  <a:lnTo>
                    <a:pt x="150882" y="79284"/>
                  </a:lnTo>
                  <a:lnTo>
                    <a:pt x="148452" y="74396"/>
                  </a:lnTo>
                  <a:lnTo>
                    <a:pt x="145863" y="69589"/>
                  </a:lnTo>
                  <a:lnTo>
                    <a:pt x="143119" y="64870"/>
                  </a:lnTo>
                  <a:lnTo>
                    <a:pt x="140222" y="60243"/>
                  </a:lnTo>
                  <a:lnTo>
                    <a:pt x="137175" y="55712"/>
                  </a:lnTo>
                  <a:lnTo>
                    <a:pt x="133982" y="51284"/>
                  </a:lnTo>
                  <a:lnTo>
                    <a:pt x="130647" y="46962"/>
                  </a:lnTo>
                  <a:lnTo>
                    <a:pt x="127172" y="42752"/>
                  </a:lnTo>
                  <a:lnTo>
                    <a:pt x="123561" y="38657"/>
                  </a:lnTo>
                  <a:lnTo>
                    <a:pt x="119818" y="34683"/>
                  </a:lnTo>
                  <a:lnTo>
                    <a:pt x="115948" y="30832"/>
                  </a:lnTo>
                  <a:lnTo>
                    <a:pt x="111954" y="27111"/>
                  </a:lnTo>
                  <a:lnTo>
                    <a:pt x="107841" y="23521"/>
                  </a:lnTo>
                  <a:lnTo>
                    <a:pt x="103613" y="20068"/>
                  </a:lnTo>
                  <a:lnTo>
                    <a:pt x="99274" y="16754"/>
                  </a:lnTo>
                  <a:lnTo>
                    <a:pt x="94829" y="13585"/>
                  </a:lnTo>
                  <a:lnTo>
                    <a:pt x="90283" y="10561"/>
                  </a:lnTo>
                  <a:lnTo>
                    <a:pt x="85641" y="7688"/>
                  </a:lnTo>
                  <a:lnTo>
                    <a:pt x="80908" y="4969"/>
                  </a:lnTo>
                  <a:lnTo>
                    <a:pt x="76088" y="2405"/>
                  </a:lnTo>
                  <a:lnTo>
                    <a:pt x="71187" y="0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33064"/>
              <a:ext cx="71187" cy="167167"/>
            </a:xfrm>
            <a:custGeom>
              <a:avLst/>
              <a:pathLst>
                <a:path w="71187" h="167167">
                  <a:moveTo>
                    <a:pt x="71187" y="15915"/>
                  </a:moveTo>
                  <a:lnTo>
                    <a:pt x="66029" y="13593"/>
                  </a:lnTo>
                  <a:lnTo>
                    <a:pt x="60796" y="11447"/>
                  </a:lnTo>
                  <a:lnTo>
                    <a:pt x="55493" y="9479"/>
                  </a:lnTo>
                  <a:lnTo>
                    <a:pt x="50126" y="7692"/>
                  </a:lnTo>
                  <a:lnTo>
                    <a:pt x="44702" y="6087"/>
                  </a:lnTo>
                  <a:lnTo>
                    <a:pt x="39227" y="4667"/>
                  </a:lnTo>
                  <a:lnTo>
                    <a:pt x="33707" y="3433"/>
                  </a:lnTo>
                  <a:lnTo>
                    <a:pt x="28148" y="2386"/>
                  </a:lnTo>
                  <a:lnTo>
                    <a:pt x="22557" y="1528"/>
                  </a:lnTo>
                  <a:lnTo>
                    <a:pt x="16940" y="860"/>
                  </a:lnTo>
                  <a:lnTo>
                    <a:pt x="11304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8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5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4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2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8"/>
                  </a:lnTo>
                  <a:lnTo>
                    <a:pt x="11232" y="106899"/>
                  </a:lnTo>
                  <a:lnTo>
                    <a:pt x="9404" y="111860"/>
                  </a:lnTo>
                  <a:lnTo>
                    <a:pt x="7734" y="116877"/>
                  </a:lnTo>
                  <a:lnTo>
                    <a:pt x="6223" y="121944"/>
                  </a:lnTo>
                  <a:lnTo>
                    <a:pt x="4873" y="127056"/>
                  </a:lnTo>
                  <a:lnTo>
                    <a:pt x="3686" y="132208"/>
                  </a:lnTo>
                  <a:lnTo>
                    <a:pt x="2662" y="137396"/>
                  </a:lnTo>
                  <a:lnTo>
                    <a:pt x="1803" y="142613"/>
                  </a:lnTo>
                  <a:lnTo>
                    <a:pt x="1109" y="147854"/>
                  </a:lnTo>
                  <a:lnTo>
                    <a:pt x="581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2"/>
                  </a:lnTo>
                  <a:lnTo>
                    <a:pt x="140" y="174247"/>
                  </a:lnTo>
                  <a:lnTo>
                    <a:pt x="447" y="179526"/>
                  </a:lnTo>
                  <a:lnTo>
                    <a:pt x="922" y="184792"/>
                  </a:lnTo>
                  <a:lnTo>
                    <a:pt x="1562" y="190040"/>
                  </a:lnTo>
                  <a:lnTo>
                    <a:pt x="2368" y="195266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3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1" y="235626"/>
                  </a:lnTo>
                  <a:lnTo>
                    <a:pt x="16892" y="240415"/>
                  </a:lnTo>
                  <a:lnTo>
                    <a:pt x="19284" y="245131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1"/>
                  </a:lnTo>
                  <a:lnTo>
                    <a:pt x="30304" y="263167"/>
                  </a:lnTo>
                  <a:lnTo>
                    <a:pt x="33408" y="267447"/>
                  </a:lnTo>
                  <a:lnTo>
                    <a:pt x="36646" y="271627"/>
                  </a:lnTo>
                  <a:lnTo>
                    <a:pt x="40015" y="275702"/>
                  </a:lnTo>
                  <a:lnTo>
                    <a:pt x="43511" y="279669"/>
                  </a:lnTo>
                  <a:lnTo>
                    <a:pt x="47131" y="283523"/>
                  </a:lnTo>
                  <a:lnTo>
                    <a:pt x="50871" y="287260"/>
                  </a:lnTo>
                  <a:lnTo>
                    <a:pt x="54727" y="290878"/>
                  </a:lnTo>
                  <a:lnTo>
                    <a:pt x="58696" y="294372"/>
                  </a:lnTo>
                  <a:lnTo>
                    <a:pt x="62773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4" y="307041"/>
                  </a:lnTo>
                  <a:lnTo>
                    <a:pt x="80083" y="309866"/>
                  </a:lnTo>
                  <a:lnTo>
                    <a:pt x="84640" y="312549"/>
                  </a:lnTo>
                  <a:lnTo>
                    <a:pt x="89279" y="315085"/>
                  </a:lnTo>
                  <a:lnTo>
                    <a:pt x="93996" y="317474"/>
                  </a:lnTo>
                  <a:lnTo>
                    <a:pt x="98786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1" y="329872"/>
                  </a:lnTo>
                  <a:lnTo>
                    <a:pt x="133956" y="331004"/>
                  </a:lnTo>
                  <a:lnTo>
                    <a:pt x="139154" y="331972"/>
                  </a:lnTo>
                  <a:lnTo>
                    <a:pt x="144380" y="332775"/>
                  </a:lnTo>
                  <a:lnTo>
                    <a:pt x="149628" y="333413"/>
                  </a:lnTo>
                  <a:lnTo>
                    <a:pt x="154895" y="333884"/>
                  </a:lnTo>
                  <a:lnTo>
                    <a:pt x="160173" y="334188"/>
                  </a:lnTo>
                  <a:lnTo>
                    <a:pt x="165459" y="334326"/>
                  </a:lnTo>
                  <a:lnTo>
                    <a:pt x="170746" y="334296"/>
                  </a:lnTo>
                  <a:lnTo>
                    <a:pt x="176030" y="334099"/>
                  </a:lnTo>
                  <a:lnTo>
                    <a:pt x="181305" y="333735"/>
                  </a:lnTo>
                  <a:lnTo>
                    <a:pt x="186566" y="333204"/>
                  </a:lnTo>
                  <a:lnTo>
                    <a:pt x="191807" y="332507"/>
                  </a:lnTo>
                  <a:lnTo>
                    <a:pt x="197023" y="331645"/>
                  </a:lnTo>
                  <a:lnTo>
                    <a:pt x="202210" y="330618"/>
                  </a:lnTo>
                  <a:lnTo>
                    <a:pt x="207362" y="329428"/>
                  </a:lnTo>
                  <a:lnTo>
                    <a:pt x="212473" y="328075"/>
                  </a:lnTo>
                  <a:lnTo>
                    <a:pt x="217539" y="326561"/>
                  </a:lnTo>
                  <a:lnTo>
                    <a:pt x="222555" y="324888"/>
                  </a:lnTo>
                  <a:lnTo>
                    <a:pt x="227515" y="323057"/>
                  </a:lnTo>
                  <a:lnTo>
                    <a:pt x="232415" y="321071"/>
                  </a:lnTo>
                  <a:lnTo>
                    <a:pt x="237250" y="318930"/>
                  </a:lnTo>
                  <a:lnTo>
                    <a:pt x="242014" y="316637"/>
                  </a:lnTo>
                  <a:lnTo>
                    <a:pt x="246704" y="314195"/>
                  </a:lnTo>
                  <a:lnTo>
                    <a:pt x="251314" y="311606"/>
                  </a:lnTo>
                  <a:lnTo>
                    <a:pt x="255840" y="308872"/>
                  </a:lnTo>
                  <a:lnTo>
                    <a:pt x="260277" y="305997"/>
                  </a:lnTo>
                  <a:lnTo>
                    <a:pt x="264621" y="302982"/>
                  </a:lnTo>
                  <a:lnTo>
                    <a:pt x="268867" y="299832"/>
                  </a:lnTo>
                  <a:lnTo>
                    <a:pt x="273012" y="296549"/>
                  </a:lnTo>
                  <a:lnTo>
                    <a:pt x="277051" y="293137"/>
                  </a:lnTo>
                  <a:lnTo>
                    <a:pt x="280980" y="289598"/>
                  </a:lnTo>
                  <a:lnTo>
                    <a:pt x="284795" y="285937"/>
                  </a:lnTo>
                  <a:lnTo>
                    <a:pt x="288492" y="282157"/>
                  </a:lnTo>
                  <a:lnTo>
                    <a:pt x="292068" y="278263"/>
                  </a:lnTo>
                  <a:lnTo>
                    <a:pt x="295519" y="274257"/>
                  </a:lnTo>
                  <a:lnTo>
                    <a:pt x="298842" y="270144"/>
                  </a:lnTo>
                  <a:lnTo>
                    <a:pt x="302032" y="265928"/>
                  </a:lnTo>
                  <a:lnTo>
                    <a:pt x="305088" y="261613"/>
                  </a:lnTo>
                  <a:lnTo>
                    <a:pt x="308006" y="257203"/>
                  </a:lnTo>
                  <a:lnTo>
                    <a:pt x="310783" y="252704"/>
                  </a:lnTo>
                  <a:lnTo>
                    <a:pt x="313416" y="248119"/>
                  </a:lnTo>
                  <a:lnTo>
                    <a:pt x="315903" y="243453"/>
                  </a:lnTo>
                  <a:lnTo>
                    <a:pt x="318242" y="238711"/>
                  </a:lnTo>
                  <a:lnTo>
                    <a:pt x="320429" y="233897"/>
                  </a:lnTo>
                  <a:lnTo>
                    <a:pt x="322462" y="229016"/>
                  </a:lnTo>
                  <a:lnTo>
                    <a:pt x="324341" y="224074"/>
                  </a:lnTo>
                  <a:lnTo>
                    <a:pt x="326062" y="219074"/>
                  </a:lnTo>
                  <a:lnTo>
                    <a:pt x="327624" y="214023"/>
                  </a:lnTo>
                  <a:lnTo>
                    <a:pt x="329025" y="208925"/>
                  </a:lnTo>
                  <a:lnTo>
                    <a:pt x="330265" y="203785"/>
                  </a:lnTo>
                  <a:lnTo>
                    <a:pt x="331341" y="198608"/>
                  </a:lnTo>
                  <a:lnTo>
                    <a:pt x="332254" y="193400"/>
                  </a:lnTo>
                  <a:lnTo>
                    <a:pt x="333001" y="188165"/>
                  </a:lnTo>
                  <a:lnTo>
                    <a:pt x="333582" y="182910"/>
                  </a:lnTo>
                  <a:lnTo>
                    <a:pt x="333996" y="177639"/>
                  </a:lnTo>
                  <a:lnTo>
                    <a:pt x="334244" y="172357"/>
                  </a:lnTo>
                  <a:lnTo>
                    <a:pt x="334325" y="167071"/>
                  </a:lnTo>
                  <a:lnTo>
                    <a:pt x="334238" y="161784"/>
                  </a:lnTo>
                  <a:lnTo>
                    <a:pt x="333984" y="156503"/>
                  </a:lnTo>
                  <a:lnTo>
                    <a:pt x="333564" y="151232"/>
                  </a:lnTo>
                  <a:lnTo>
                    <a:pt x="332976" y="145977"/>
                  </a:lnTo>
                  <a:lnTo>
                    <a:pt x="332223" y="140744"/>
                  </a:lnTo>
                  <a:lnTo>
                    <a:pt x="331305" y="135537"/>
                  </a:lnTo>
                  <a:lnTo>
                    <a:pt x="330223" y="130361"/>
                  </a:lnTo>
                  <a:lnTo>
                    <a:pt x="328977" y="125223"/>
                  </a:lnTo>
                  <a:lnTo>
                    <a:pt x="327570" y="120126"/>
                  </a:lnTo>
                  <a:lnTo>
                    <a:pt x="326002" y="115077"/>
                  </a:lnTo>
                  <a:lnTo>
                    <a:pt x="324275" y="110079"/>
                  </a:lnTo>
                  <a:lnTo>
                    <a:pt x="322391" y="105139"/>
                  </a:lnTo>
                  <a:lnTo>
                    <a:pt x="320352" y="100261"/>
                  </a:lnTo>
                  <a:lnTo>
                    <a:pt x="318159" y="95449"/>
                  </a:lnTo>
                  <a:lnTo>
                    <a:pt x="315815" y="90710"/>
                  </a:lnTo>
                  <a:lnTo>
                    <a:pt x="313323" y="86046"/>
                  </a:lnTo>
                  <a:lnTo>
                    <a:pt x="310684" y="81464"/>
                  </a:lnTo>
                  <a:lnTo>
                    <a:pt x="307902" y="76968"/>
                  </a:lnTo>
                  <a:lnTo>
                    <a:pt x="304979" y="72562"/>
                  </a:lnTo>
                  <a:lnTo>
                    <a:pt x="301918" y="68251"/>
                  </a:lnTo>
                  <a:lnTo>
                    <a:pt x="298723" y="64038"/>
                  </a:lnTo>
                  <a:lnTo>
                    <a:pt x="295396" y="59929"/>
                  </a:lnTo>
                  <a:lnTo>
                    <a:pt x="291940" y="55927"/>
                  </a:lnTo>
                  <a:lnTo>
                    <a:pt x="288360" y="52037"/>
                  </a:lnTo>
                  <a:lnTo>
                    <a:pt x="284658" y="48261"/>
                  </a:lnTo>
                  <a:lnTo>
                    <a:pt x="280839" y="4460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7768"/>
              <a:ext cx="113681" cy="129791"/>
            </a:xfrm>
            <a:custGeom>
              <a:avLst/>
              <a:pathLst>
                <a:path w="113681" h="129791">
                  <a:moveTo>
                    <a:pt x="113681" y="7229"/>
                  </a:moveTo>
                  <a:lnTo>
                    <a:pt x="105352" y="0"/>
                  </a:lnTo>
                  <a:lnTo>
                    <a:pt x="0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70392"/>
              <a:ext cx="105352" cy="167167"/>
            </a:xfrm>
            <a:custGeom>
              <a:avLst/>
              <a:pathLst>
                <a:path w="105352" h="167167">
                  <a:moveTo>
                    <a:pt x="105352" y="37376"/>
                  </a:moveTo>
                  <a:lnTo>
                    <a:pt x="100867" y="33860"/>
                  </a:lnTo>
                  <a:lnTo>
                    <a:pt x="96264" y="30499"/>
                  </a:lnTo>
                  <a:lnTo>
                    <a:pt x="91550" y="27298"/>
                  </a:lnTo>
                  <a:lnTo>
                    <a:pt x="86730" y="24258"/>
                  </a:lnTo>
                  <a:lnTo>
                    <a:pt x="81808" y="21385"/>
                  </a:lnTo>
                  <a:lnTo>
                    <a:pt x="76791" y="18681"/>
                  </a:lnTo>
                  <a:lnTo>
                    <a:pt x="71686" y="16150"/>
                  </a:lnTo>
                  <a:lnTo>
                    <a:pt x="66497" y="13795"/>
                  </a:lnTo>
                  <a:lnTo>
                    <a:pt x="61230" y="11617"/>
                  </a:lnTo>
                  <a:lnTo>
                    <a:pt x="55893" y="9620"/>
                  </a:lnTo>
                  <a:lnTo>
                    <a:pt x="50490" y="7807"/>
                  </a:lnTo>
                  <a:lnTo>
                    <a:pt x="45029" y="6178"/>
                  </a:lnTo>
                  <a:lnTo>
                    <a:pt x="39515" y="4737"/>
                  </a:lnTo>
                  <a:lnTo>
                    <a:pt x="33956" y="3485"/>
                  </a:lnTo>
                  <a:lnTo>
                    <a:pt x="28357" y="2422"/>
                  </a:lnTo>
                  <a:lnTo>
                    <a:pt x="22725" y="1551"/>
                  </a:lnTo>
                  <a:lnTo>
                    <a:pt x="17067" y="873"/>
                  </a:lnTo>
                  <a:lnTo>
                    <a:pt x="11389" y="388"/>
                  </a:lnTo>
                  <a:lnTo>
                    <a:pt x="569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423600" y="3707720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2" y="757"/>
                  </a:lnTo>
                  <a:lnTo>
                    <a:pt x="145978" y="1345"/>
                  </a:lnTo>
                  <a:lnTo>
                    <a:pt x="140726" y="2101"/>
                  </a:lnTo>
                  <a:lnTo>
                    <a:pt x="135500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5" y="6776"/>
                  </a:lnTo>
                  <a:lnTo>
                    <a:pt x="114968" y="8352"/>
                  </a:lnTo>
                  <a:lnTo>
                    <a:pt x="109954" y="10088"/>
                  </a:lnTo>
                  <a:lnTo>
                    <a:pt x="104997" y="11982"/>
                  </a:lnTo>
                  <a:lnTo>
                    <a:pt x="100103" y="14033"/>
                  </a:lnTo>
                  <a:lnTo>
                    <a:pt x="95276" y="16238"/>
                  </a:lnTo>
                  <a:lnTo>
                    <a:pt x="90522" y="18595"/>
                  </a:lnTo>
                  <a:lnTo>
                    <a:pt x="85845" y="21102"/>
                  </a:lnTo>
                  <a:lnTo>
                    <a:pt x="81250" y="23756"/>
                  </a:lnTo>
                  <a:lnTo>
                    <a:pt x="76742" y="26555"/>
                  </a:lnTo>
                  <a:lnTo>
                    <a:pt x="72325" y="29495"/>
                  </a:lnTo>
                  <a:lnTo>
                    <a:pt x="68003" y="32574"/>
                  </a:lnTo>
                  <a:lnTo>
                    <a:pt x="63781" y="35788"/>
                  </a:lnTo>
                  <a:lnTo>
                    <a:pt x="59663" y="39135"/>
                  </a:lnTo>
                  <a:lnTo>
                    <a:pt x="55654" y="42611"/>
                  </a:lnTo>
                  <a:lnTo>
                    <a:pt x="51757" y="46213"/>
                  </a:lnTo>
                  <a:lnTo>
                    <a:pt x="47976" y="49936"/>
                  </a:lnTo>
                  <a:lnTo>
                    <a:pt x="44315" y="53777"/>
                  </a:lnTo>
                  <a:lnTo>
                    <a:pt x="40778" y="57733"/>
                  </a:lnTo>
                  <a:lnTo>
                    <a:pt x="37368" y="61799"/>
                  </a:lnTo>
                  <a:lnTo>
                    <a:pt x="34089" y="65971"/>
                  </a:lnTo>
                  <a:lnTo>
                    <a:pt x="30945" y="70245"/>
                  </a:lnTo>
                  <a:lnTo>
                    <a:pt x="27937" y="74617"/>
                  </a:lnTo>
                  <a:lnTo>
                    <a:pt x="25070" y="79082"/>
                  </a:lnTo>
                  <a:lnTo>
                    <a:pt x="22346" y="83636"/>
                  </a:lnTo>
                  <a:lnTo>
                    <a:pt x="19767" y="88274"/>
                  </a:lnTo>
                  <a:lnTo>
                    <a:pt x="17338" y="92991"/>
                  </a:lnTo>
                  <a:lnTo>
                    <a:pt x="15059" y="97783"/>
                  </a:lnTo>
                  <a:lnTo>
                    <a:pt x="12933" y="102646"/>
                  </a:lnTo>
                  <a:lnTo>
                    <a:pt x="10963" y="107573"/>
                  </a:lnTo>
                  <a:lnTo>
                    <a:pt x="9150" y="112560"/>
                  </a:lnTo>
                  <a:lnTo>
                    <a:pt x="7497" y="117602"/>
                  </a:lnTo>
                  <a:lnTo>
                    <a:pt x="6004" y="122694"/>
                  </a:lnTo>
                  <a:lnTo>
                    <a:pt x="4674" y="127831"/>
                  </a:lnTo>
                  <a:lnTo>
                    <a:pt x="3507" y="133008"/>
                  </a:lnTo>
                  <a:lnTo>
                    <a:pt x="2505" y="138219"/>
                  </a:lnTo>
                  <a:lnTo>
                    <a:pt x="1670" y="143459"/>
                  </a:lnTo>
                  <a:lnTo>
                    <a:pt x="1000" y="148723"/>
                  </a:lnTo>
                  <a:lnTo>
                    <a:pt x="499" y="154005"/>
                  </a:lnTo>
                  <a:lnTo>
                    <a:pt x="165" y="159301"/>
                  </a:lnTo>
                  <a:lnTo>
                    <a:pt x="0" y="164605"/>
                  </a:lnTo>
                  <a:lnTo>
                    <a:pt x="2" y="169911"/>
                  </a:lnTo>
                  <a:lnTo>
                    <a:pt x="174" y="175215"/>
                  </a:lnTo>
                  <a:lnTo>
                    <a:pt x="513" y="180511"/>
                  </a:lnTo>
                  <a:lnTo>
                    <a:pt x="1021" y="185793"/>
                  </a:lnTo>
                  <a:lnTo>
                    <a:pt x="1696" y="191056"/>
                  </a:lnTo>
                  <a:lnTo>
                    <a:pt x="2537" y="196295"/>
                  </a:lnTo>
                  <a:lnTo>
                    <a:pt x="3545" y="201505"/>
                  </a:lnTo>
                  <a:lnTo>
                    <a:pt x="4717" y="206680"/>
                  </a:lnTo>
                  <a:lnTo>
                    <a:pt x="6053" y="211816"/>
                  </a:lnTo>
                  <a:lnTo>
                    <a:pt x="7551" y="216906"/>
                  </a:lnTo>
                  <a:lnTo>
                    <a:pt x="9210" y="221947"/>
                  </a:lnTo>
                  <a:lnTo>
                    <a:pt x="11028" y="226932"/>
                  </a:lnTo>
                  <a:lnTo>
                    <a:pt x="13004" y="231857"/>
                  </a:lnTo>
                  <a:lnTo>
                    <a:pt x="15135" y="236716"/>
                  </a:lnTo>
                  <a:lnTo>
                    <a:pt x="17419" y="241506"/>
                  </a:lnTo>
                  <a:lnTo>
                    <a:pt x="19854" y="246221"/>
                  </a:lnTo>
                  <a:lnTo>
                    <a:pt x="22437" y="250856"/>
                  </a:lnTo>
                  <a:lnTo>
                    <a:pt x="25166" y="255407"/>
                  </a:lnTo>
                  <a:lnTo>
                    <a:pt x="28038" y="259869"/>
                  </a:lnTo>
                  <a:lnTo>
                    <a:pt x="31051" y="264237"/>
                  </a:lnTo>
                  <a:lnTo>
                    <a:pt x="34200" y="268508"/>
                  </a:lnTo>
                  <a:lnTo>
                    <a:pt x="37483" y="272676"/>
                  </a:lnTo>
                  <a:lnTo>
                    <a:pt x="40898" y="276739"/>
                  </a:lnTo>
                  <a:lnTo>
                    <a:pt x="44439" y="280690"/>
                  </a:lnTo>
                  <a:lnTo>
                    <a:pt x="48104" y="284528"/>
                  </a:lnTo>
                  <a:lnTo>
                    <a:pt x="51889" y="288247"/>
                  </a:lnTo>
                  <a:lnTo>
                    <a:pt x="55790" y="291844"/>
                  </a:lnTo>
                  <a:lnTo>
                    <a:pt x="59803" y="295316"/>
                  </a:lnTo>
                  <a:lnTo>
                    <a:pt x="63924" y="298658"/>
                  </a:lnTo>
                  <a:lnTo>
                    <a:pt x="68150" y="301868"/>
                  </a:lnTo>
                  <a:lnTo>
                    <a:pt x="72475" y="304942"/>
                  </a:lnTo>
                  <a:lnTo>
                    <a:pt x="76895" y="307878"/>
                  </a:lnTo>
                  <a:lnTo>
                    <a:pt x="81407" y="310671"/>
                  </a:lnTo>
                  <a:lnTo>
                    <a:pt x="86005" y="313320"/>
                  </a:lnTo>
                  <a:lnTo>
                    <a:pt x="90684" y="315822"/>
                  </a:lnTo>
                  <a:lnTo>
                    <a:pt x="95441" y="318174"/>
                  </a:lnTo>
                  <a:lnTo>
                    <a:pt x="100270" y="320374"/>
                  </a:lnTo>
                  <a:lnTo>
                    <a:pt x="105166" y="322419"/>
                  </a:lnTo>
                  <a:lnTo>
                    <a:pt x="110125" y="324308"/>
                  </a:lnTo>
                  <a:lnTo>
                    <a:pt x="115141" y="326039"/>
                  </a:lnTo>
                  <a:lnTo>
                    <a:pt x="120210" y="327610"/>
                  </a:lnTo>
                  <a:lnTo>
                    <a:pt x="125326" y="329019"/>
                  </a:lnTo>
                  <a:lnTo>
                    <a:pt x="130484" y="330264"/>
                  </a:lnTo>
                  <a:lnTo>
                    <a:pt x="135679" y="331346"/>
                  </a:lnTo>
                  <a:lnTo>
                    <a:pt x="140906" y="332262"/>
                  </a:lnTo>
                  <a:lnTo>
                    <a:pt x="146159" y="333012"/>
                  </a:lnTo>
                  <a:lnTo>
                    <a:pt x="151433" y="333594"/>
                  </a:lnTo>
                  <a:lnTo>
                    <a:pt x="156723" y="334009"/>
                  </a:lnTo>
                  <a:lnTo>
                    <a:pt x="162024" y="334256"/>
                  </a:lnTo>
                  <a:lnTo>
                    <a:pt x="167330" y="334334"/>
                  </a:lnTo>
                  <a:lnTo>
                    <a:pt x="172635" y="334244"/>
                  </a:lnTo>
                  <a:lnTo>
                    <a:pt x="177936" y="333986"/>
                  </a:lnTo>
                  <a:lnTo>
                    <a:pt x="183225" y="333559"/>
                  </a:lnTo>
                  <a:lnTo>
                    <a:pt x="188498" y="332965"/>
                  </a:lnTo>
                  <a:lnTo>
                    <a:pt x="193749" y="332204"/>
                  </a:lnTo>
                  <a:lnTo>
                    <a:pt x="198974" y="331277"/>
                  </a:lnTo>
                  <a:lnTo>
                    <a:pt x="204167" y="330184"/>
                  </a:lnTo>
                  <a:lnTo>
                    <a:pt x="209322" y="328927"/>
                  </a:lnTo>
                  <a:lnTo>
                    <a:pt x="214435" y="327507"/>
                  </a:lnTo>
                  <a:lnTo>
                    <a:pt x="219500" y="325925"/>
                  </a:lnTo>
                  <a:lnTo>
                    <a:pt x="224512" y="324183"/>
                  </a:lnTo>
                  <a:lnTo>
                    <a:pt x="229467" y="322284"/>
                  </a:lnTo>
                  <a:lnTo>
                    <a:pt x="234359" y="320228"/>
                  </a:lnTo>
                  <a:lnTo>
                    <a:pt x="239183" y="318017"/>
                  </a:lnTo>
                  <a:lnTo>
                    <a:pt x="243935" y="315655"/>
                  </a:lnTo>
                  <a:lnTo>
                    <a:pt x="248609" y="313143"/>
                  </a:lnTo>
                  <a:lnTo>
                    <a:pt x="253201" y="310484"/>
                  </a:lnTo>
                  <a:lnTo>
                    <a:pt x="257706" y="307680"/>
                  </a:lnTo>
                  <a:lnTo>
                    <a:pt x="262120" y="304735"/>
                  </a:lnTo>
                  <a:lnTo>
                    <a:pt x="266439" y="301652"/>
                  </a:lnTo>
                  <a:lnTo>
                    <a:pt x="270657" y="298433"/>
                  </a:lnTo>
                  <a:lnTo>
                    <a:pt x="274771" y="295081"/>
                  </a:lnTo>
                  <a:lnTo>
                    <a:pt x="278777" y="291601"/>
                  </a:lnTo>
                  <a:lnTo>
                    <a:pt x="282670" y="287995"/>
                  </a:lnTo>
                  <a:lnTo>
                    <a:pt x="286447" y="284268"/>
                  </a:lnTo>
                  <a:lnTo>
                    <a:pt x="290103" y="280422"/>
                  </a:lnTo>
                  <a:lnTo>
                    <a:pt x="293636" y="276463"/>
                  </a:lnTo>
                  <a:lnTo>
                    <a:pt x="297041" y="272393"/>
                  </a:lnTo>
                  <a:lnTo>
                    <a:pt x="300316" y="268217"/>
                  </a:lnTo>
                  <a:lnTo>
                    <a:pt x="303456" y="263940"/>
                  </a:lnTo>
                  <a:lnTo>
                    <a:pt x="306459" y="259565"/>
                  </a:lnTo>
                  <a:lnTo>
                    <a:pt x="309321" y="255097"/>
                  </a:lnTo>
                  <a:lnTo>
                    <a:pt x="312040" y="250540"/>
                  </a:lnTo>
                  <a:lnTo>
                    <a:pt x="314613" y="245899"/>
                  </a:lnTo>
                  <a:lnTo>
                    <a:pt x="317038" y="241179"/>
                  </a:lnTo>
                  <a:lnTo>
                    <a:pt x="319311" y="236384"/>
                  </a:lnTo>
                  <a:lnTo>
                    <a:pt x="321432" y="231520"/>
                  </a:lnTo>
                  <a:lnTo>
                    <a:pt x="323396" y="226591"/>
                  </a:lnTo>
                  <a:lnTo>
                    <a:pt x="325204" y="221602"/>
                  </a:lnTo>
                  <a:lnTo>
                    <a:pt x="326852" y="216558"/>
                  </a:lnTo>
                  <a:lnTo>
                    <a:pt x="328339" y="211464"/>
                  </a:lnTo>
                  <a:lnTo>
                    <a:pt x="329664" y="206325"/>
                  </a:lnTo>
                  <a:lnTo>
                    <a:pt x="330825" y="201148"/>
                  </a:lnTo>
                  <a:lnTo>
                    <a:pt x="331821" y="195936"/>
                  </a:lnTo>
                  <a:lnTo>
                    <a:pt x="332651" y="190695"/>
                  </a:lnTo>
                  <a:lnTo>
                    <a:pt x="333314" y="185430"/>
                  </a:lnTo>
                  <a:lnTo>
                    <a:pt x="333810" y="180147"/>
                  </a:lnTo>
                  <a:lnTo>
                    <a:pt x="334138" y="174850"/>
                  </a:lnTo>
                  <a:lnTo>
                    <a:pt x="334298" y="169546"/>
                  </a:lnTo>
                  <a:lnTo>
                    <a:pt x="334289" y="164240"/>
                  </a:lnTo>
                  <a:lnTo>
                    <a:pt x="334112" y="158937"/>
                  </a:lnTo>
                  <a:lnTo>
                    <a:pt x="333767" y="153641"/>
                  </a:lnTo>
                  <a:lnTo>
                    <a:pt x="333253" y="148360"/>
                  </a:lnTo>
                  <a:lnTo>
                    <a:pt x="332573" y="143097"/>
                  </a:lnTo>
                  <a:lnTo>
                    <a:pt x="331726" y="137859"/>
                  </a:lnTo>
                  <a:lnTo>
                    <a:pt x="330712" y="132650"/>
                  </a:lnTo>
                  <a:lnTo>
                    <a:pt x="329535" y="127476"/>
                  </a:lnTo>
                  <a:lnTo>
                    <a:pt x="328193" y="122342"/>
                  </a:lnTo>
                  <a:lnTo>
                    <a:pt x="326689" y="117253"/>
                  </a:lnTo>
                  <a:lnTo>
                    <a:pt x="325025" y="112215"/>
                  </a:lnTo>
                  <a:lnTo>
                    <a:pt x="323201" y="107232"/>
                  </a:lnTo>
                  <a:lnTo>
                    <a:pt x="321220" y="102309"/>
                  </a:lnTo>
                  <a:lnTo>
                    <a:pt x="319084" y="97451"/>
                  </a:lnTo>
                  <a:lnTo>
                    <a:pt x="316795" y="92664"/>
                  </a:lnTo>
                  <a:lnTo>
                    <a:pt x="314355" y="87952"/>
                  </a:lnTo>
                  <a:lnTo>
                    <a:pt x="311766" y="83320"/>
                  </a:lnTo>
                  <a:lnTo>
                    <a:pt x="309032" y="78772"/>
                  </a:lnTo>
                  <a:lnTo>
                    <a:pt x="306155" y="74313"/>
                  </a:lnTo>
                  <a:lnTo>
                    <a:pt x="303138" y="69948"/>
                  </a:lnTo>
                  <a:lnTo>
                    <a:pt x="299984" y="65681"/>
                  </a:lnTo>
                  <a:lnTo>
                    <a:pt x="296696" y="61516"/>
                  </a:lnTo>
                  <a:lnTo>
                    <a:pt x="293277" y="57457"/>
                  </a:lnTo>
                  <a:lnTo>
                    <a:pt x="289732" y="53509"/>
                  </a:lnTo>
                  <a:lnTo>
                    <a:pt x="286063" y="49676"/>
                  </a:lnTo>
                  <a:lnTo>
                    <a:pt x="282274" y="45961"/>
                  </a:lnTo>
                  <a:lnTo>
                    <a:pt x="278369" y="42368"/>
                  </a:lnTo>
                  <a:lnTo>
                    <a:pt x="274352" y="38901"/>
                  </a:lnTo>
                  <a:lnTo>
                    <a:pt x="270227" y="35563"/>
                  </a:lnTo>
                  <a:lnTo>
                    <a:pt x="265998" y="32358"/>
                  </a:lnTo>
                  <a:lnTo>
                    <a:pt x="261669" y="29288"/>
                  </a:lnTo>
                  <a:lnTo>
                    <a:pt x="257245" y="26358"/>
                  </a:lnTo>
                  <a:lnTo>
                    <a:pt x="252731" y="23569"/>
                  </a:lnTo>
                  <a:lnTo>
                    <a:pt x="248130" y="20925"/>
                  </a:lnTo>
                  <a:lnTo>
                    <a:pt x="243448" y="18428"/>
                  </a:lnTo>
                  <a:lnTo>
                    <a:pt x="238689" y="16082"/>
                  </a:lnTo>
                  <a:lnTo>
                    <a:pt x="233857" y="13887"/>
                  </a:lnTo>
                  <a:lnTo>
                    <a:pt x="228959" y="11847"/>
                  </a:lnTo>
                  <a:lnTo>
                    <a:pt x="223998" y="9963"/>
                  </a:lnTo>
                  <a:lnTo>
                    <a:pt x="218980" y="823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5959"/>
              <a:ext cx="51832" cy="158928"/>
            </a:xfrm>
            <a:custGeom>
              <a:avLst/>
              <a:pathLst>
                <a:path w="51832" h="158928">
                  <a:moveTo>
                    <a:pt x="51832" y="0"/>
                  </a:moveTo>
                  <a:lnTo>
                    <a:pt x="0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51832" cy="167167"/>
            </a:xfrm>
            <a:custGeom>
              <a:avLst/>
              <a:pathLst>
                <a:path w="51832" h="167167">
                  <a:moveTo>
                    <a:pt x="51832" y="8238"/>
                  </a:moveTo>
                  <a:lnTo>
                    <a:pt x="46234" y="6520"/>
                  </a:lnTo>
                  <a:lnTo>
                    <a:pt x="40580" y="5000"/>
                  </a:lnTo>
                  <a:lnTo>
                    <a:pt x="34875" y="3678"/>
                  </a:lnTo>
                  <a:lnTo>
                    <a:pt x="29128" y="2557"/>
                  </a:lnTo>
                  <a:lnTo>
                    <a:pt x="23346" y="1638"/>
                  </a:lnTo>
                  <a:lnTo>
                    <a:pt x="17534" y="922"/>
                  </a:lnTo>
                  <a:lnTo>
                    <a:pt x="11701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14140" y="4213821"/>
              <a:ext cx="266197" cy="334334"/>
            </a:xfrm>
            <a:custGeom>
              <a:avLst/>
              <a:pathLst>
                <a:path w="266197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4" y="3020"/>
                  </a:lnTo>
                  <a:lnTo>
                    <a:pt x="130322" y="4106"/>
                  </a:lnTo>
                  <a:lnTo>
                    <a:pt x="125168" y="5356"/>
                  </a:lnTo>
                  <a:lnTo>
                    <a:pt x="120056" y="6769"/>
                  </a:lnTo>
                  <a:lnTo>
                    <a:pt x="114991" y="8344"/>
                  </a:lnTo>
                  <a:lnTo>
                    <a:pt x="109979" y="10078"/>
                  </a:lnTo>
                  <a:lnTo>
                    <a:pt x="105024" y="11971"/>
                  </a:lnTo>
                  <a:lnTo>
                    <a:pt x="100132" y="14020"/>
                  </a:lnTo>
                  <a:lnTo>
                    <a:pt x="95307" y="16223"/>
                  </a:lnTo>
                  <a:lnTo>
                    <a:pt x="90555" y="18578"/>
                  </a:lnTo>
                  <a:lnTo>
                    <a:pt x="85880" y="21083"/>
                  </a:lnTo>
                  <a:lnTo>
                    <a:pt x="81286" y="23734"/>
                  </a:lnTo>
                  <a:lnTo>
                    <a:pt x="76779" y="26530"/>
                  </a:lnTo>
                  <a:lnTo>
                    <a:pt x="72363" y="29468"/>
                  </a:lnTo>
                  <a:lnTo>
                    <a:pt x="68042" y="32544"/>
                  </a:lnTo>
                  <a:lnTo>
                    <a:pt x="63822" y="35756"/>
                  </a:lnTo>
                  <a:lnTo>
                    <a:pt x="59705" y="39100"/>
                  </a:lnTo>
                  <a:lnTo>
                    <a:pt x="55696" y="42573"/>
                  </a:lnTo>
                  <a:lnTo>
                    <a:pt x="51799" y="46171"/>
                  </a:lnTo>
                  <a:lnTo>
                    <a:pt x="48019" y="49891"/>
                  </a:lnTo>
                  <a:lnTo>
                    <a:pt x="44359" y="53729"/>
                  </a:lnTo>
                  <a:lnTo>
                    <a:pt x="40822" y="57682"/>
                  </a:lnTo>
                  <a:lnTo>
                    <a:pt x="37412" y="61744"/>
                  </a:lnTo>
                  <a:lnTo>
                    <a:pt x="34133" y="65913"/>
                  </a:lnTo>
                  <a:lnTo>
                    <a:pt x="30988" y="70184"/>
                  </a:lnTo>
                  <a:lnTo>
                    <a:pt x="27979" y="74552"/>
                  </a:lnTo>
                  <a:lnTo>
                    <a:pt x="25111" y="79014"/>
                  </a:lnTo>
                  <a:lnTo>
                    <a:pt x="22386" y="83564"/>
                  </a:lnTo>
                  <a:lnTo>
                    <a:pt x="19807" y="88198"/>
                  </a:lnTo>
                  <a:lnTo>
                    <a:pt x="17376" y="92912"/>
                  </a:lnTo>
                  <a:lnTo>
                    <a:pt x="15096" y="97701"/>
                  </a:lnTo>
                  <a:lnTo>
                    <a:pt x="12968" y="102560"/>
                  </a:lnTo>
                  <a:lnTo>
                    <a:pt x="10996" y="107483"/>
                  </a:lnTo>
                  <a:lnTo>
                    <a:pt x="9182" y="112467"/>
                  </a:lnTo>
                  <a:lnTo>
                    <a:pt x="7526" y="117506"/>
                  </a:lnTo>
                  <a:lnTo>
                    <a:pt x="6031" y="122594"/>
                  </a:lnTo>
                  <a:lnTo>
                    <a:pt x="4698" y="127728"/>
                  </a:lnTo>
                  <a:lnTo>
                    <a:pt x="3528" y="132901"/>
                  </a:lnTo>
                  <a:lnTo>
                    <a:pt x="2524" y="138109"/>
                  </a:lnTo>
                  <a:lnTo>
                    <a:pt x="1685" y="143346"/>
                  </a:lnTo>
                  <a:lnTo>
                    <a:pt x="1012" y="148607"/>
                  </a:lnTo>
                  <a:lnTo>
                    <a:pt x="507" y="153887"/>
                  </a:lnTo>
                  <a:lnTo>
                    <a:pt x="170" y="159180"/>
                  </a:lnTo>
                  <a:lnTo>
                    <a:pt x="1" y="164482"/>
                  </a:lnTo>
                  <a:lnTo>
                    <a:pt x="0" y="169785"/>
                  </a:lnTo>
                  <a:lnTo>
                    <a:pt x="167" y="175087"/>
                  </a:lnTo>
                  <a:lnTo>
                    <a:pt x="502" y="180380"/>
                  </a:lnTo>
                  <a:lnTo>
                    <a:pt x="1005" y="185660"/>
                  </a:lnTo>
                  <a:lnTo>
                    <a:pt x="1675" y="190921"/>
                  </a:lnTo>
                  <a:lnTo>
                    <a:pt x="2512" y="196159"/>
                  </a:lnTo>
                  <a:lnTo>
                    <a:pt x="3515" y="201367"/>
                  </a:lnTo>
                  <a:lnTo>
                    <a:pt x="4682" y="206541"/>
                  </a:lnTo>
                  <a:lnTo>
                    <a:pt x="6013" y="211675"/>
                  </a:lnTo>
                  <a:lnTo>
                    <a:pt x="7506" y="216764"/>
                  </a:lnTo>
                  <a:lnTo>
                    <a:pt x="9160" y="221804"/>
                  </a:lnTo>
                  <a:lnTo>
                    <a:pt x="10973" y="226788"/>
                  </a:lnTo>
                  <a:lnTo>
                    <a:pt x="12943" y="231713"/>
                  </a:lnTo>
                  <a:lnTo>
                    <a:pt x="15068" y="236572"/>
                  </a:lnTo>
                  <a:lnTo>
                    <a:pt x="17346" y="241362"/>
                  </a:lnTo>
                  <a:lnTo>
                    <a:pt x="19775" y="246077"/>
                  </a:lnTo>
                  <a:lnTo>
                    <a:pt x="22353" y="250712"/>
                  </a:lnTo>
                  <a:lnTo>
                    <a:pt x="25076" y="255263"/>
                  </a:lnTo>
                  <a:lnTo>
                    <a:pt x="27942" y="259726"/>
                  </a:lnTo>
                  <a:lnTo>
                    <a:pt x="30949" y="264096"/>
                  </a:lnTo>
                  <a:lnTo>
                    <a:pt x="34092" y="268367"/>
                  </a:lnTo>
                  <a:lnTo>
                    <a:pt x="37370" y="272538"/>
                  </a:lnTo>
                  <a:lnTo>
                    <a:pt x="40778" y="276602"/>
                  </a:lnTo>
                  <a:lnTo>
                    <a:pt x="44313" y="280555"/>
                  </a:lnTo>
                  <a:lnTo>
                    <a:pt x="47972" y="284395"/>
                  </a:lnTo>
                  <a:lnTo>
                    <a:pt x="51751" y="288117"/>
                  </a:lnTo>
                  <a:lnTo>
                    <a:pt x="55646" y="291717"/>
                  </a:lnTo>
                  <a:lnTo>
                    <a:pt x="59653" y="295191"/>
                  </a:lnTo>
                  <a:lnTo>
                    <a:pt x="63769" y="298537"/>
                  </a:lnTo>
                  <a:lnTo>
                    <a:pt x="67989" y="301750"/>
                  </a:lnTo>
                  <a:lnTo>
                    <a:pt x="72308" y="304828"/>
                  </a:lnTo>
                  <a:lnTo>
                    <a:pt x="76723" y="307768"/>
                  </a:lnTo>
                  <a:lnTo>
                    <a:pt x="81229" y="310565"/>
                  </a:lnTo>
                  <a:lnTo>
                    <a:pt x="85821" y="313219"/>
                  </a:lnTo>
                  <a:lnTo>
                    <a:pt x="90495" y="315725"/>
                  </a:lnTo>
                  <a:lnTo>
                    <a:pt x="95247" y="318082"/>
                  </a:lnTo>
                  <a:lnTo>
                    <a:pt x="100071" y="320287"/>
                  </a:lnTo>
                  <a:lnTo>
                    <a:pt x="104962" y="322338"/>
                  </a:lnTo>
                  <a:lnTo>
                    <a:pt x="109916" y="324233"/>
                  </a:lnTo>
                  <a:lnTo>
                    <a:pt x="114927" y="325969"/>
                  </a:lnTo>
                  <a:lnTo>
                    <a:pt x="119992" y="327546"/>
                  </a:lnTo>
                  <a:lnTo>
                    <a:pt x="125103" y="328961"/>
                  </a:lnTo>
                  <a:lnTo>
                    <a:pt x="130257" y="330213"/>
                  </a:lnTo>
                  <a:lnTo>
                    <a:pt x="135448" y="331302"/>
                  </a:lnTo>
                  <a:lnTo>
                    <a:pt x="140671" y="332225"/>
                  </a:lnTo>
                  <a:lnTo>
                    <a:pt x="145921" y="332981"/>
                  </a:lnTo>
                  <a:lnTo>
                    <a:pt x="151192" y="333571"/>
                  </a:lnTo>
                  <a:lnTo>
                    <a:pt x="156479" y="333994"/>
                  </a:lnTo>
                  <a:lnTo>
                    <a:pt x="161776" y="334248"/>
                  </a:lnTo>
                  <a:lnTo>
                    <a:pt x="167079" y="334334"/>
                  </a:lnTo>
                  <a:lnTo>
                    <a:pt x="172383" y="334252"/>
                  </a:lnTo>
                  <a:lnTo>
                    <a:pt x="177681" y="334002"/>
                  </a:lnTo>
                  <a:lnTo>
                    <a:pt x="182968" y="333584"/>
                  </a:lnTo>
                  <a:lnTo>
                    <a:pt x="188239" y="332998"/>
                  </a:lnTo>
                  <a:lnTo>
                    <a:pt x="193490" y="332246"/>
                  </a:lnTo>
                  <a:lnTo>
                    <a:pt x="198713" y="331327"/>
                  </a:lnTo>
                  <a:lnTo>
                    <a:pt x="203905" y="330243"/>
                  </a:lnTo>
                  <a:lnTo>
                    <a:pt x="209060" y="328995"/>
                  </a:lnTo>
                  <a:lnTo>
                    <a:pt x="214173" y="327583"/>
                  </a:lnTo>
                  <a:lnTo>
                    <a:pt x="219238" y="326011"/>
                  </a:lnTo>
                  <a:lnTo>
                    <a:pt x="224251" y="324278"/>
                  </a:lnTo>
                  <a:lnTo>
                    <a:pt x="229207" y="322388"/>
                  </a:lnTo>
                  <a:lnTo>
                    <a:pt x="234100" y="320341"/>
                  </a:lnTo>
                  <a:lnTo>
                    <a:pt x="238925" y="318140"/>
                  </a:lnTo>
                  <a:lnTo>
                    <a:pt x="243678" y="315787"/>
                  </a:lnTo>
                  <a:lnTo>
                    <a:pt x="248355" y="313284"/>
                  </a:lnTo>
                  <a:lnTo>
                    <a:pt x="252949" y="310634"/>
                  </a:lnTo>
                  <a:lnTo>
                    <a:pt x="257457" y="307840"/>
                  </a:lnTo>
                  <a:lnTo>
                    <a:pt x="261875" y="304904"/>
                  </a:lnTo>
                  <a:lnTo>
                    <a:pt x="266197" y="30183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99050" cy="134662"/>
            </a:xfrm>
            <a:custGeom>
              <a:avLst/>
              <a:pathLst>
                <a:path w="99050" h="134662">
                  <a:moveTo>
                    <a:pt x="99050" y="1346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167165" cy="301830"/>
            </a:xfrm>
            <a:custGeom>
              <a:avLst/>
              <a:pathLst>
                <a:path w="167165" h="301830">
                  <a:moveTo>
                    <a:pt x="99050" y="301830"/>
                  </a:moveTo>
                  <a:lnTo>
                    <a:pt x="103327" y="298576"/>
                  </a:lnTo>
                  <a:lnTo>
                    <a:pt x="107497" y="295188"/>
                  </a:lnTo>
                  <a:lnTo>
                    <a:pt x="111556" y="291666"/>
                  </a:lnTo>
                  <a:lnTo>
                    <a:pt x="115500" y="288017"/>
                  </a:lnTo>
                  <a:lnTo>
                    <a:pt x="119324" y="284242"/>
                  </a:lnTo>
                  <a:lnTo>
                    <a:pt x="123026" y="280346"/>
                  </a:lnTo>
                  <a:lnTo>
                    <a:pt x="126600" y="276334"/>
                  </a:lnTo>
                  <a:lnTo>
                    <a:pt x="130043" y="272208"/>
                  </a:lnTo>
                  <a:lnTo>
                    <a:pt x="133352" y="267974"/>
                  </a:lnTo>
                  <a:lnTo>
                    <a:pt x="136523" y="263636"/>
                  </a:lnTo>
                  <a:lnTo>
                    <a:pt x="139553" y="259198"/>
                  </a:lnTo>
                  <a:lnTo>
                    <a:pt x="142439" y="254665"/>
                  </a:lnTo>
                  <a:lnTo>
                    <a:pt x="145178" y="250042"/>
                  </a:lnTo>
                  <a:lnTo>
                    <a:pt x="147766" y="245333"/>
                  </a:lnTo>
                  <a:lnTo>
                    <a:pt x="150202" y="240543"/>
                  </a:lnTo>
                  <a:lnTo>
                    <a:pt x="152483" y="235678"/>
                  </a:lnTo>
                  <a:lnTo>
                    <a:pt x="154606" y="230742"/>
                  </a:lnTo>
                  <a:lnTo>
                    <a:pt x="156570" y="225740"/>
                  </a:lnTo>
                  <a:lnTo>
                    <a:pt x="158371" y="220677"/>
                  </a:lnTo>
                  <a:lnTo>
                    <a:pt x="160009" y="215559"/>
                  </a:lnTo>
                  <a:lnTo>
                    <a:pt x="161482" y="210391"/>
                  </a:lnTo>
                  <a:lnTo>
                    <a:pt x="162788" y="205179"/>
                  </a:lnTo>
                  <a:lnTo>
                    <a:pt x="163925" y="199927"/>
                  </a:lnTo>
                  <a:lnTo>
                    <a:pt x="164894" y="194641"/>
                  </a:lnTo>
                  <a:lnTo>
                    <a:pt x="165692" y="189327"/>
                  </a:lnTo>
                  <a:lnTo>
                    <a:pt x="166318" y="183990"/>
                  </a:lnTo>
                  <a:lnTo>
                    <a:pt x="166773" y="178636"/>
                  </a:lnTo>
                  <a:lnTo>
                    <a:pt x="167055" y="173270"/>
                  </a:lnTo>
                  <a:lnTo>
                    <a:pt x="167165" y="167898"/>
                  </a:lnTo>
                  <a:lnTo>
                    <a:pt x="167102" y="162524"/>
                  </a:lnTo>
                  <a:lnTo>
                    <a:pt x="166867" y="157156"/>
                  </a:lnTo>
                  <a:lnTo>
                    <a:pt x="166459" y="151798"/>
                  </a:lnTo>
                  <a:lnTo>
                    <a:pt x="165879" y="146456"/>
                  </a:lnTo>
                  <a:lnTo>
                    <a:pt x="165128" y="141135"/>
                  </a:lnTo>
                  <a:lnTo>
                    <a:pt x="164206" y="135841"/>
                  </a:lnTo>
                  <a:lnTo>
                    <a:pt x="163114" y="130580"/>
                  </a:lnTo>
                  <a:lnTo>
                    <a:pt x="161854" y="125356"/>
                  </a:lnTo>
                  <a:lnTo>
                    <a:pt x="160426" y="120175"/>
                  </a:lnTo>
                  <a:lnTo>
                    <a:pt x="158833" y="115043"/>
                  </a:lnTo>
                  <a:lnTo>
                    <a:pt x="157076" y="109965"/>
                  </a:lnTo>
                  <a:lnTo>
                    <a:pt x="155156" y="104946"/>
                  </a:lnTo>
                  <a:lnTo>
                    <a:pt x="153076" y="99992"/>
                  </a:lnTo>
                  <a:lnTo>
                    <a:pt x="150838" y="95106"/>
                  </a:lnTo>
                  <a:lnTo>
                    <a:pt x="148444" y="90295"/>
                  </a:lnTo>
                  <a:lnTo>
                    <a:pt x="145896" y="85564"/>
                  </a:lnTo>
                  <a:lnTo>
                    <a:pt x="143198" y="80917"/>
                  </a:lnTo>
                  <a:lnTo>
                    <a:pt x="140352" y="76359"/>
                  </a:lnTo>
                  <a:lnTo>
                    <a:pt x="137361" y="71895"/>
                  </a:lnTo>
                  <a:lnTo>
                    <a:pt x="134228" y="67529"/>
                  </a:lnTo>
                  <a:lnTo>
                    <a:pt x="130956" y="63266"/>
                  </a:lnTo>
                  <a:lnTo>
                    <a:pt x="127549" y="59111"/>
                  </a:lnTo>
                  <a:lnTo>
                    <a:pt x="124010" y="55067"/>
                  </a:lnTo>
                  <a:lnTo>
                    <a:pt x="120343" y="51140"/>
                  </a:lnTo>
                  <a:lnTo>
                    <a:pt x="116552" y="47332"/>
                  </a:lnTo>
                  <a:lnTo>
                    <a:pt x="112640" y="43647"/>
                  </a:lnTo>
                  <a:lnTo>
                    <a:pt x="108612" y="40091"/>
                  </a:lnTo>
                  <a:lnTo>
                    <a:pt x="104471" y="36666"/>
                  </a:lnTo>
                  <a:lnTo>
                    <a:pt x="100223" y="33375"/>
                  </a:lnTo>
                  <a:lnTo>
                    <a:pt x="95871" y="30223"/>
                  </a:lnTo>
                  <a:lnTo>
                    <a:pt x="91420" y="27213"/>
                  </a:lnTo>
                  <a:lnTo>
                    <a:pt x="86875" y="24346"/>
                  </a:lnTo>
                  <a:lnTo>
                    <a:pt x="82239" y="21628"/>
                  </a:lnTo>
                  <a:lnTo>
                    <a:pt x="77519" y="19060"/>
                  </a:lnTo>
                  <a:lnTo>
                    <a:pt x="72719" y="16645"/>
                  </a:lnTo>
                  <a:lnTo>
                    <a:pt x="67843" y="14385"/>
                  </a:lnTo>
                  <a:lnTo>
                    <a:pt x="62898" y="12284"/>
                  </a:lnTo>
                  <a:lnTo>
                    <a:pt x="57887" y="10342"/>
                  </a:lnTo>
                  <a:lnTo>
                    <a:pt x="52817" y="8563"/>
                  </a:lnTo>
                  <a:lnTo>
                    <a:pt x="47692" y="6947"/>
                  </a:lnTo>
                  <a:lnTo>
                    <a:pt x="42518" y="5497"/>
                  </a:lnTo>
                  <a:lnTo>
                    <a:pt x="37300" y="4214"/>
                  </a:lnTo>
                  <a:lnTo>
                    <a:pt x="32043" y="3099"/>
                  </a:lnTo>
                  <a:lnTo>
                    <a:pt x="26753" y="2154"/>
                  </a:lnTo>
                  <a:lnTo>
                    <a:pt x="21436" y="1380"/>
                  </a:lnTo>
                  <a:lnTo>
                    <a:pt x="16096" y="776"/>
                  </a:lnTo>
                  <a:lnTo>
                    <a:pt x="10740" y="345"/>
                  </a:lnTo>
                  <a:lnTo>
                    <a:pt x="537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370" y="4659281"/>
              <a:ext cx="167154" cy="208110"/>
            </a:xfrm>
            <a:custGeom>
              <a:avLst/>
              <a:pathLst>
                <a:path w="167154" h="208110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19" y="5607"/>
                  </a:lnTo>
                  <a:lnTo>
                    <a:pt x="118997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5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5"/>
                  </a:lnTo>
                  <a:lnTo>
                    <a:pt x="74923" y="27745"/>
                  </a:lnTo>
                  <a:lnTo>
                    <a:pt x="70446" y="30813"/>
                  </a:lnTo>
                  <a:lnTo>
                    <a:pt x="66071" y="34024"/>
                  </a:lnTo>
                  <a:lnTo>
                    <a:pt x="61802" y="37376"/>
                  </a:lnTo>
                  <a:lnTo>
                    <a:pt x="57644" y="40864"/>
                  </a:lnTo>
                  <a:lnTo>
                    <a:pt x="53601" y="44486"/>
                  </a:lnTo>
                  <a:lnTo>
                    <a:pt x="49679" y="48237"/>
                  </a:lnTo>
                  <a:lnTo>
                    <a:pt x="45880" y="52113"/>
                  </a:lnTo>
                  <a:lnTo>
                    <a:pt x="42209" y="56110"/>
                  </a:lnTo>
                  <a:lnTo>
                    <a:pt x="38669" y="60225"/>
                  </a:lnTo>
                  <a:lnTo>
                    <a:pt x="35265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1" y="77766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7"/>
                  </a:lnTo>
                  <a:lnTo>
                    <a:pt x="15513" y="96812"/>
                  </a:lnTo>
                  <a:lnTo>
                    <a:pt x="13309" y="101772"/>
                  </a:lnTo>
                  <a:lnTo>
                    <a:pt x="11267" y="106801"/>
                  </a:lnTo>
                  <a:lnTo>
                    <a:pt x="9389" y="111893"/>
                  </a:lnTo>
                  <a:lnTo>
                    <a:pt x="7678" y="117044"/>
                  </a:lnTo>
                  <a:lnTo>
                    <a:pt x="6135" y="122247"/>
                  </a:lnTo>
                  <a:lnTo>
                    <a:pt x="4762" y="127498"/>
                  </a:lnTo>
                  <a:lnTo>
                    <a:pt x="3560" y="132791"/>
                  </a:lnTo>
                  <a:lnTo>
                    <a:pt x="2530" y="138119"/>
                  </a:lnTo>
                  <a:lnTo>
                    <a:pt x="1674" y="143479"/>
                  </a:lnTo>
                  <a:lnTo>
                    <a:pt x="992" y="148863"/>
                  </a:lnTo>
                  <a:lnTo>
                    <a:pt x="485" y="154267"/>
                  </a:lnTo>
                  <a:lnTo>
                    <a:pt x="154" y="159684"/>
                  </a:lnTo>
                  <a:lnTo>
                    <a:pt x="0" y="165110"/>
                  </a:lnTo>
                  <a:lnTo>
                    <a:pt x="21" y="170537"/>
                  </a:lnTo>
                  <a:lnTo>
                    <a:pt x="218" y="175961"/>
                  </a:lnTo>
                  <a:lnTo>
                    <a:pt x="592" y="181376"/>
                  </a:lnTo>
                  <a:lnTo>
                    <a:pt x="1141" y="186775"/>
                  </a:lnTo>
                  <a:lnTo>
                    <a:pt x="1865" y="192154"/>
                  </a:lnTo>
                  <a:lnTo>
                    <a:pt x="2763" y="197507"/>
                  </a:lnTo>
                  <a:lnTo>
                    <a:pt x="3835" y="202827"/>
                  </a:lnTo>
                  <a:lnTo>
                    <a:pt x="5078" y="20811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4449" y="4826449"/>
              <a:ext cx="162075" cy="56181"/>
            </a:xfrm>
            <a:custGeom>
              <a:avLst/>
              <a:pathLst>
                <a:path w="162075" h="56181">
                  <a:moveTo>
                    <a:pt x="0" y="40943"/>
                  </a:moveTo>
                  <a:lnTo>
                    <a:pt x="2134" y="48617"/>
                  </a:lnTo>
                  <a:lnTo>
                    <a:pt x="4632" y="56181"/>
                  </a:lnTo>
                  <a:lnTo>
                    <a:pt x="1620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081" y="4659281"/>
              <a:ext cx="324598" cy="334330"/>
            </a:xfrm>
            <a:custGeom>
              <a:avLst/>
              <a:pathLst>
                <a:path w="324598" h="334330">
                  <a:moveTo>
                    <a:pt x="0" y="223349"/>
                  </a:moveTo>
                  <a:lnTo>
                    <a:pt x="1857" y="228305"/>
                  </a:lnTo>
                  <a:lnTo>
                    <a:pt x="3871" y="233200"/>
                  </a:lnTo>
                  <a:lnTo>
                    <a:pt x="6038" y="238029"/>
                  </a:lnTo>
                  <a:lnTo>
                    <a:pt x="8357" y="242787"/>
                  </a:lnTo>
                  <a:lnTo>
                    <a:pt x="10826" y="247469"/>
                  </a:lnTo>
                  <a:lnTo>
                    <a:pt x="13442" y="252070"/>
                  </a:lnTo>
                  <a:lnTo>
                    <a:pt x="16202" y="256586"/>
                  </a:lnTo>
                  <a:lnTo>
                    <a:pt x="19104" y="261013"/>
                  </a:lnTo>
                  <a:lnTo>
                    <a:pt x="22144" y="265346"/>
                  </a:lnTo>
                  <a:lnTo>
                    <a:pt x="25320" y="269580"/>
                  </a:lnTo>
                  <a:lnTo>
                    <a:pt x="28629" y="273711"/>
                  </a:lnTo>
                  <a:lnTo>
                    <a:pt x="32066" y="277736"/>
                  </a:lnTo>
                  <a:lnTo>
                    <a:pt x="35630" y="281650"/>
                  </a:lnTo>
                  <a:lnTo>
                    <a:pt x="39315" y="285449"/>
                  </a:lnTo>
                  <a:lnTo>
                    <a:pt x="43119" y="289130"/>
                  </a:lnTo>
                  <a:lnTo>
                    <a:pt x="47037" y="292688"/>
                  </a:lnTo>
                  <a:lnTo>
                    <a:pt x="51067" y="296120"/>
                  </a:lnTo>
                  <a:lnTo>
                    <a:pt x="55202" y="299423"/>
                  </a:lnTo>
                  <a:lnTo>
                    <a:pt x="59441" y="302594"/>
                  </a:lnTo>
                  <a:lnTo>
                    <a:pt x="63777" y="305629"/>
                  </a:lnTo>
                  <a:lnTo>
                    <a:pt x="68208" y="308525"/>
                  </a:lnTo>
                  <a:lnTo>
                    <a:pt x="72728" y="311279"/>
                  </a:lnTo>
                  <a:lnTo>
                    <a:pt x="77333" y="313889"/>
                  </a:lnTo>
                  <a:lnTo>
                    <a:pt x="82018" y="316351"/>
                  </a:lnTo>
                  <a:lnTo>
                    <a:pt x="86779" y="318664"/>
                  </a:lnTo>
                  <a:lnTo>
                    <a:pt x="91610" y="320825"/>
                  </a:lnTo>
                  <a:lnTo>
                    <a:pt x="96508" y="322833"/>
                  </a:lnTo>
                  <a:lnTo>
                    <a:pt x="101467" y="324684"/>
                  </a:lnTo>
                  <a:lnTo>
                    <a:pt x="106481" y="326377"/>
                  </a:lnTo>
                  <a:lnTo>
                    <a:pt x="111547" y="327911"/>
                  </a:lnTo>
                  <a:lnTo>
                    <a:pt x="116659" y="329283"/>
                  </a:lnTo>
                  <a:lnTo>
                    <a:pt x="121812" y="330493"/>
                  </a:lnTo>
                  <a:lnTo>
                    <a:pt x="127001" y="331539"/>
                  </a:lnTo>
                  <a:lnTo>
                    <a:pt x="132220" y="332420"/>
                  </a:lnTo>
                  <a:lnTo>
                    <a:pt x="137464" y="333136"/>
                  </a:lnTo>
                  <a:lnTo>
                    <a:pt x="142728" y="333685"/>
                  </a:lnTo>
                  <a:lnTo>
                    <a:pt x="148008" y="334068"/>
                  </a:lnTo>
                  <a:lnTo>
                    <a:pt x="153296" y="334283"/>
                  </a:lnTo>
                  <a:lnTo>
                    <a:pt x="158589" y="334330"/>
                  </a:lnTo>
                  <a:lnTo>
                    <a:pt x="163881" y="334210"/>
                  </a:lnTo>
                  <a:lnTo>
                    <a:pt x="169166" y="333923"/>
                  </a:lnTo>
                  <a:lnTo>
                    <a:pt x="174439" y="333468"/>
                  </a:lnTo>
                  <a:lnTo>
                    <a:pt x="179696" y="332847"/>
                  </a:lnTo>
                  <a:lnTo>
                    <a:pt x="184930" y="332059"/>
                  </a:lnTo>
                  <a:lnTo>
                    <a:pt x="190136" y="331106"/>
                  </a:lnTo>
                  <a:lnTo>
                    <a:pt x="195310" y="329989"/>
                  </a:lnTo>
                  <a:lnTo>
                    <a:pt x="200446" y="328709"/>
                  </a:lnTo>
                  <a:lnTo>
                    <a:pt x="205538" y="327266"/>
                  </a:lnTo>
                  <a:lnTo>
                    <a:pt x="210583" y="325664"/>
                  </a:lnTo>
                  <a:lnTo>
                    <a:pt x="215574" y="323902"/>
                  </a:lnTo>
                  <a:lnTo>
                    <a:pt x="220507" y="321983"/>
                  </a:lnTo>
                  <a:lnTo>
                    <a:pt x="225376" y="319909"/>
                  </a:lnTo>
                  <a:lnTo>
                    <a:pt x="230178" y="317681"/>
                  </a:lnTo>
                  <a:lnTo>
                    <a:pt x="234907" y="315303"/>
                  </a:lnTo>
                  <a:lnTo>
                    <a:pt x="239558" y="312777"/>
                  </a:lnTo>
                  <a:lnTo>
                    <a:pt x="244126" y="310104"/>
                  </a:lnTo>
                  <a:lnTo>
                    <a:pt x="248608" y="307288"/>
                  </a:lnTo>
                  <a:lnTo>
                    <a:pt x="252998" y="304332"/>
                  </a:lnTo>
                  <a:lnTo>
                    <a:pt x="257293" y="301238"/>
                  </a:lnTo>
                  <a:lnTo>
                    <a:pt x="261487" y="298010"/>
                  </a:lnTo>
                  <a:lnTo>
                    <a:pt x="265578" y="294650"/>
                  </a:lnTo>
                  <a:lnTo>
                    <a:pt x="269559" y="291163"/>
                  </a:lnTo>
                  <a:lnTo>
                    <a:pt x="273429" y="287551"/>
                  </a:lnTo>
                  <a:lnTo>
                    <a:pt x="277182" y="283819"/>
                  </a:lnTo>
                  <a:lnTo>
                    <a:pt x="280815" y="279970"/>
                  </a:lnTo>
                  <a:lnTo>
                    <a:pt x="284324" y="276007"/>
                  </a:lnTo>
                  <a:lnTo>
                    <a:pt x="287706" y="271936"/>
                  </a:lnTo>
                  <a:lnTo>
                    <a:pt x="290958" y="267759"/>
                  </a:lnTo>
                  <a:lnTo>
                    <a:pt x="294076" y="263482"/>
                  </a:lnTo>
                  <a:lnTo>
                    <a:pt x="297056" y="259108"/>
                  </a:lnTo>
                  <a:lnTo>
                    <a:pt x="299897" y="254642"/>
                  </a:lnTo>
                  <a:lnTo>
                    <a:pt x="302595" y="250088"/>
                  </a:lnTo>
                  <a:lnTo>
                    <a:pt x="305147" y="245451"/>
                  </a:lnTo>
                  <a:lnTo>
                    <a:pt x="307552" y="240736"/>
                  </a:lnTo>
                  <a:lnTo>
                    <a:pt x="309806" y="235947"/>
                  </a:lnTo>
                  <a:lnTo>
                    <a:pt x="311907" y="231089"/>
                  </a:lnTo>
                  <a:lnTo>
                    <a:pt x="313853" y="226167"/>
                  </a:lnTo>
                  <a:lnTo>
                    <a:pt x="315642" y="221185"/>
                  </a:lnTo>
                  <a:lnTo>
                    <a:pt x="317273" y="216150"/>
                  </a:lnTo>
                  <a:lnTo>
                    <a:pt x="318744" y="211065"/>
                  </a:lnTo>
                  <a:lnTo>
                    <a:pt x="320053" y="205937"/>
                  </a:lnTo>
                  <a:lnTo>
                    <a:pt x="321199" y="200769"/>
                  </a:lnTo>
                  <a:lnTo>
                    <a:pt x="322180" y="195568"/>
                  </a:lnTo>
                  <a:lnTo>
                    <a:pt x="322997" y="190339"/>
                  </a:lnTo>
                  <a:lnTo>
                    <a:pt x="323648" y="185086"/>
                  </a:lnTo>
                  <a:lnTo>
                    <a:pt x="324132" y="179815"/>
                  </a:lnTo>
                  <a:lnTo>
                    <a:pt x="324448" y="174532"/>
                  </a:lnTo>
                  <a:lnTo>
                    <a:pt x="324598" y="169241"/>
                  </a:lnTo>
                  <a:lnTo>
                    <a:pt x="324580" y="163948"/>
                  </a:lnTo>
                  <a:lnTo>
                    <a:pt x="324394" y="158658"/>
                  </a:lnTo>
                  <a:lnTo>
                    <a:pt x="324041" y="153377"/>
                  </a:lnTo>
                  <a:lnTo>
                    <a:pt x="323521" y="148109"/>
                  </a:lnTo>
                  <a:lnTo>
                    <a:pt x="322834" y="142861"/>
                  </a:lnTo>
                  <a:lnTo>
                    <a:pt x="321982" y="137637"/>
                  </a:lnTo>
                  <a:lnTo>
                    <a:pt x="320965" y="132443"/>
                  </a:lnTo>
                  <a:lnTo>
                    <a:pt x="319783" y="127284"/>
                  </a:lnTo>
                  <a:lnTo>
                    <a:pt x="318439" y="122164"/>
                  </a:lnTo>
                  <a:lnTo>
                    <a:pt x="316934" y="117090"/>
                  </a:lnTo>
                  <a:lnTo>
                    <a:pt x="315269" y="112066"/>
                  </a:lnTo>
                  <a:lnTo>
                    <a:pt x="313445" y="107097"/>
                  </a:lnTo>
                  <a:lnTo>
                    <a:pt x="311465" y="102188"/>
                  </a:lnTo>
                  <a:lnTo>
                    <a:pt x="309331" y="97344"/>
                  </a:lnTo>
                  <a:lnTo>
                    <a:pt x="307044" y="92571"/>
                  </a:lnTo>
                  <a:lnTo>
                    <a:pt x="304607" y="87872"/>
                  </a:lnTo>
                  <a:lnTo>
                    <a:pt x="302023" y="83253"/>
                  </a:lnTo>
                  <a:lnTo>
                    <a:pt x="299294" y="78718"/>
                  </a:lnTo>
                  <a:lnTo>
                    <a:pt x="296423" y="74271"/>
                  </a:lnTo>
                  <a:lnTo>
                    <a:pt x="293412" y="69918"/>
                  </a:lnTo>
                  <a:lnTo>
                    <a:pt x="290265" y="65662"/>
                  </a:lnTo>
                  <a:lnTo>
                    <a:pt x="286985" y="61508"/>
                  </a:lnTo>
                  <a:lnTo>
                    <a:pt x="283575" y="57460"/>
                  </a:lnTo>
                  <a:lnTo>
                    <a:pt x="280039" y="53521"/>
                  </a:lnTo>
                  <a:lnTo>
                    <a:pt x="276379" y="49697"/>
                  </a:lnTo>
                  <a:lnTo>
                    <a:pt x="272601" y="45991"/>
                  </a:lnTo>
                  <a:lnTo>
                    <a:pt x="268707" y="42406"/>
                  </a:lnTo>
                  <a:lnTo>
                    <a:pt x="264701" y="38946"/>
                  </a:lnTo>
                  <a:lnTo>
                    <a:pt x="260588" y="35614"/>
                  </a:lnTo>
                  <a:lnTo>
                    <a:pt x="256372" y="32415"/>
                  </a:lnTo>
                  <a:lnTo>
                    <a:pt x="252056" y="29350"/>
                  </a:lnTo>
                  <a:lnTo>
                    <a:pt x="247646" y="26424"/>
                  </a:lnTo>
                  <a:lnTo>
                    <a:pt x="243145" y="23639"/>
                  </a:lnTo>
                  <a:lnTo>
                    <a:pt x="238558" y="20998"/>
                  </a:lnTo>
                  <a:lnTo>
                    <a:pt x="233890" y="18503"/>
                  </a:lnTo>
                  <a:lnTo>
                    <a:pt x="229145" y="16157"/>
                  </a:lnTo>
                  <a:lnTo>
                    <a:pt x="224328" y="13963"/>
                  </a:lnTo>
                  <a:lnTo>
                    <a:pt x="219444" y="11922"/>
                  </a:lnTo>
                  <a:lnTo>
                    <a:pt x="214498" y="10037"/>
                  </a:lnTo>
                  <a:lnTo>
                    <a:pt x="209495" y="8310"/>
                  </a:lnTo>
                  <a:lnTo>
                    <a:pt x="204440" y="6742"/>
                  </a:lnTo>
                  <a:lnTo>
                    <a:pt x="199337" y="5334"/>
                  </a:lnTo>
                  <a:lnTo>
                    <a:pt x="194193" y="4089"/>
                  </a:lnTo>
                  <a:lnTo>
                    <a:pt x="189012" y="3007"/>
                  </a:lnTo>
                  <a:lnTo>
                    <a:pt x="183799" y="2090"/>
                  </a:lnTo>
                  <a:lnTo>
                    <a:pt x="178560" y="1339"/>
                  </a:lnTo>
                  <a:lnTo>
                    <a:pt x="173299" y="753"/>
                  </a:lnTo>
                  <a:lnTo>
                    <a:pt x="168023" y="335"/>
                  </a:lnTo>
                  <a:lnTo>
                    <a:pt x="162736" y="83"/>
                  </a:lnTo>
                  <a:lnTo>
                    <a:pt x="157443" y="0"/>
                  </a:lnTo>
                  <a:lnTo>
                    <a:pt x="1574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321565" y="5018217"/>
              <a:ext cx="334310" cy="334330"/>
            </a:xfrm>
            <a:custGeom>
              <a:avLst/>
              <a:pathLst>
                <a:path w="334310" h="334330">
                  <a:moveTo>
                    <a:pt x="165929" y="0"/>
                  </a:moveTo>
                  <a:lnTo>
                    <a:pt x="160638" y="122"/>
                  </a:lnTo>
                  <a:lnTo>
                    <a:pt x="155354" y="412"/>
                  </a:lnTo>
                  <a:lnTo>
                    <a:pt x="150082" y="869"/>
                  </a:lnTo>
                  <a:lnTo>
                    <a:pt x="144826" y="1493"/>
                  </a:lnTo>
                  <a:lnTo>
                    <a:pt x="139593" y="2283"/>
                  </a:lnTo>
                  <a:lnTo>
                    <a:pt x="134388" y="3238"/>
                  </a:lnTo>
                  <a:lnTo>
                    <a:pt x="129216" y="4357"/>
                  </a:lnTo>
                  <a:lnTo>
                    <a:pt x="124081" y="5640"/>
                  </a:lnTo>
                  <a:lnTo>
                    <a:pt x="118990" y="7084"/>
                  </a:lnTo>
                  <a:lnTo>
                    <a:pt x="113947" y="8689"/>
                  </a:lnTo>
                  <a:lnTo>
                    <a:pt x="108957" y="10452"/>
                  </a:lnTo>
                  <a:lnTo>
                    <a:pt x="104026" y="12373"/>
                  </a:lnTo>
                  <a:lnTo>
                    <a:pt x="99158" y="14449"/>
                  </a:lnTo>
                  <a:lnTo>
                    <a:pt x="94358" y="16678"/>
                  </a:lnTo>
                  <a:lnTo>
                    <a:pt x="89631" y="19057"/>
                  </a:lnTo>
                  <a:lnTo>
                    <a:pt x="84982" y="21586"/>
                  </a:lnTo>
                  <a:lnTo>
                    <a:pt x="80415" y="24260"/>
                  </a:lnTo>
                  <a:lnTo>
                    <a:pt x="75935" y="27077"/>
                  </a:lnTo>
                  <a:lnTo>
                    <a:pt x="71547" y="30035"/>
                  </a:lnTo>
                  <a:lnTo>
                    <a:pt x="67254" y="33130"/>
                  </a:lnTo>
                  <a:lnTo>
                    <a:pt x="63061" y="36359"/>
                  </a:lnTo>
                  <a:lnTo>
                    <a:pt x="58973" y="39720"/>
                  </a:lnTo>
                  <a:lnTo>
                    <a:pt x="54993" y="43208"/>
                  </a:lnTo>
                  <a:lnTo>
                    <a:pt x="51126" y="46820"/>
                  </a:lnTo>
                  <a:lnTo>
                    <a:pt x="47374" y="50553"/>
                  </a:lnTo>
                  <a:lnTo>
                    <a:pt x="43743" y="54403"/>
                  </a:lnTo>
                  <a:lnTo>
                    <a:pt x="40236" y="58366"/>
                  </a:lnTo>
                  <a:lnTo>
                    <a:pt x="36856" y="62438"/>
                  </a:lnTo>
                  <a:lnTo>
                    <a:pt x="33606" y="66615"/>
                  </a:lnTo>
                  <a:lnTo>
                    <a:pt x="30490" y="70893"/>
                  </a:lnTo>
                  <a:lnTo>
                    <a:pt x="27511" y="75267"/>
                  </a:lnTo>
                  <a:lnTo>
                    <a:pt x="24673" y="79733"/>
                  </a:lnTo>
                  <a:lnTo>
                    <a:pt x="21977" y="84287"/>
                  </a:lnTo>
                  <a:lnTo>
                    <a:pt x="19426" y="88924"/>
                  </a:lnTo>
                  <a:lnTo>
                    <a:pt x="17023" y="93640"/>
                  </a:lnTo>
                  <a:lnTo>
                    <a:pt x="14771" y="98429"/>
                  </a:lnTo>
                  <a:lnTo>
                    <a:pt x="12672" y="103287"/>
                  </a:lnTo>
                  <a:lnTo>
                    <a:pt x="10728" y="108209"/>
                  </a:lnTo>
                  <a:lnTo>
                    <a:pt x="8940" y="113190"/>
                  </a:lnTo>
                  <a:lnTo>
                    <a:pt x="7311" y="118225"/>
                  </a:lnTo>
                  <a:lnTo>
                    <a:pt x="5842" y="123309"/>
                  </a:lnTo>
                  <a:lnTo>
                    <a:pt x="4534" y="128437"/>
                  </a:lnTo>
                  <a:lnTo>
                    <a:pt x="3390" y="133604"/>
                  </a:lnTo>
                  <a:lnTo>
                    <a:pt x="2410" y="138805"/>
                  </a:lnTo>
                  <a:lnTo>
                    <a:pt x="1595" y="144034"/>
                  </a:lnTo>
                  <a:lnTo>
                    <a:pt x="946" y="149286"/>
                  </a:lnTo>
                  <a:lnTo>
                    <a:pt x="463" y="154556"/>
                  </a:lnTo>
                  <a:lnTo>
                    <a:pt x="148" y="159839"/>
                  </a:lnTo>
                  <a:lnTo>
                    <a:pt x="0" y="165129"/>
                  </a:lnTo>
                  <a:lnTo>
                    <a:pt x="19" y="170421"/>
                  </a:lnTo>
                  <a:lnTo>
                    <a:pt x="206" y="175710"/>
                  </a:lnTo>
                  <a:lnTo>
                    <a:pt x="560" y="180990"/>
                  </a:lnTo>
                  <a:lnTo>
                    <a:pt x="1081" y="186257"/>
                  </a:lnTo>
                  <a:lnTo>
                    <a:pt x="1769" y="191504"/>
                  </a:lnTo>
                  <a:lnTo>
                    <a:pt x="2622" y="196727"/>
                  </a:lnTo>
                  <a:lnTo>
                    <a:pt x="3641" y="201920"/>
                  </a:lnTo>
                  <a:lnTo>
                    <a:pt x="4823" y="207079"/>
                  </a:lnTo>
                  <a:lnTo>
                    <a:pt x="6168" y="212197"/>
                  </a:lnTo>
                  <a:lnTo>
                    <a:pt x="7674" y="217271"/>
                  </a:lnTo>
                  <a:lnTo>
                    <a:pt x="9340" y="222294"/>
                  </a:lnTo>
                  <a:lnTo>
                    <a:pt x="11164" y="227261"/>
                  </a:lnTo>
                  <a:lnTo>
                    <a:pt x="13145" y="232169"/>
                  </a:lnTo>
                  <a:lnTo>
                    <a:pt x="15279" y="237011"/>
                  </a:lnTo>
                  <a:lnTo>
                    <a:pt x="17567" y="241784"/>
                  </a:lnTo>
                  <a:lnTo>
                    <a:pt x="20004" y="246482"/>
                  </a:lnTo>
                  <a:lnTo>
                    <a:pt x="22588" y="251100"/>
                  </a:lnTo>
                  <a:lnTo>
                    <a:pt x="25317" y="255634"/>
                  </a:lnTo>
                  <a:lnTo>
                    <a:pt x="28189" y="260079"/>
                  </a:lnTo>
                  <a:lnTo>
                    <a:pt x="31200" y="264431"/>
                  </a:lnTo>
                  <a:lnTo>
                    <a:pt x="34347" y="268686"/>
                  </a:lnTo>
                  <a:lnTo>
                    <a:pt x="37627" y="272839"/>
                  </a:lnTo>
                  <a:lnTo>
                    <a:pt x="41037" y="276886"/>
                  </a:lnTo>
                  <a:lnTo>
                    <a:pt x="44573" y="280823"/>
                  </a:lnTo>
                  <a:lnTo>
                    <a:pt x="48233" y="284647"/>
                  </a:lnTo>
                  <a:lnTo>
                    <a:pt x="52011" y="288352"/>
                  </a:lnTo>
                  <a:lnTo>
                    <a:pt x="55905" y="291936"/>
                  </a:lnTo>
                  <a:lnTo>
                    <a:pt x="59910" y="295395"/>
                  </a:lnTo>
                  <a:lnTo>
                    <a:pt x="64023" y="298725"/>
                  </a:lnTo>
                  <a:lnTo>
                    <a:pt x="68239" y="301924"/>
                  </a:lnTo>
                  <a:lnTo>
                    <a:pt x="72554" y="304988"/>
                  </a:lnTo>
                  <a:lnTo>
                    <a:pt x="76965" y="307913"/>
                  </a:lnTo>
                  <a:lnTo>
                    <a:pt x="81465" y="310697"/>
                  </a:lnTo>
                  <a:lnTo>
                    <a:pt x="86051" y="313338"/>
                  </a:lnTo>
                  <a:lnTo>
                    <a:pt x="90719" y="315832"/>
                  </a:lnTo>
                  <a:lnTo>
                    <a:pt x="95463" y="318177"/>
                  </a:lnTo>
                  <a:lnTo>
                    <a:pt x="100280" y="320370"/>
                  </a:lnTo>
                  <a:lnTo>
                    <a:pt x="105163" y="322410"/>
                  </a:lnTo>
                  <a:lnTo>
                    <a:pt x="110108" y="324295"/>
                  </a:lnTo>
                  <a:lnTo>
                    <a:pt x="115110" y="326022"/>
                  </a:lnTo>
                  <a:lnTo>
                    <a:pt x="120165" y="327590"/>
                  </a:lnTo>
                  <a:lnTo>
                    <a:pt x="125267" y="328997"/>
                  </a:lnTo>
                  <a:lnTo>
                    <a:pt x="130410" y="330242"/>
                  </a:lnTo>
                  <a:lnTo>
                    <a:pt x="135591" y="331323"/>
                  </a:lnTo>
                  <a:lnTo>
                    <a:pt x="140803" y="332240"/>
                  </a:lnTo>
                  <a:lnTo>
                    <a:pt x="146042" y="332991"/>
                  </a:lnTo>
                  <a:lnTo>
                    <a:pt x="151301" y="333576"/>
                  </a:lnTo>
                  <a:lnTo>
                    <a:pt x="156577" y="333995"/>
                  </a:lnTo>
                  <a:lnTo>
                    <a:pt x="161863" y="334246"/>
                  </a:lnTo>
                  <a:lnTo>
                    <a:pt x="167155" y="334330"/>
                  </a:lnTo>
                  <a:lnTo>
                    <a:pt x="172446" y="334246"/>
                  </a:lnTo>
                  <a:lnTo>
                    <a:pt x="177732" y="333995"/>
                  </a:lnTo>
                  <a:lnTo>
                    <a:pt x="183008" y="333576"/>
                  </a:lnTo>
                  <a:lnTo>
                    <a:pt x="188268" y="332991"/>
                  </a:lnTo>
                  <a:lnTo>
                    <a:pt x="193506" y="332240"/>
                  </a:lnTo>
                  <a:lnTo>
                    <a:pt x="198718" y="331323"/>
                  </a:lnTo>
                  <a:lnTo>
                    <a:pt x="203899" y="330242"/>
                  </a:lnTo>
                  <a:lnTo>
                    <a:pt x="209042" y="328997"/>
                  </a:lnTo>
                  <a:lnTo>
                    <a:pt x="214144" y="327590"/>
                  </a:lnTo>
                  <a:lnTo>
                    <a:pt x="219199" y="326022"/>
                  </a:lnTo>
                  <a:lnTo>
                    <a:pt x="224201" y="324295"/>
                  </a:lnTo>
                  <a:lnTo>
                    <a:pt x="229146" y="322410"/>
                  </a:lnTo>
                  <a:lnTo>
                    <a:pt x="234030" y="320370"/>
                  </a:lnTo>
                  <a:lnTo>
                    <a:pt x="238846" y="318177"/>
                  </a:lnTo>
                  <a:lnTo>
                    <a:pt x="243590" y="315832"/>
                  </a:lnTo>
                  <a:lnTo>
                    <a:pt x="248258" y="313338"/>
                  </a:lnTo>
                  <a:lnTo>
                    <a:pt x="252844" y="310697"/>
                  </a:lnTo>
                  <a:lnTo>
                    <a:pt x="257345" y="307913"/>
                  </a:lnTo>
                  <a:lnTo>
                    <a:pt x="261755" y="304988"/>
                  </a:lnTo>
                  <a:lnTo>
                    <a:pt x="266070" y="301924"/>
                  </a:lnTo>
                  <a:lnTo>
                    <a:pt x="270286" y="298725"/>
                  </a:lnTo>
                  <a:lnTo>
                    <a:pt x="274399" y="295395"/>
                  </a:lnTo>
                  <a:lnTo>
                    <a:pt x="278404" y="291936"/>
                  </a:lnTo>
                  <a:lnTo>
                    <a:pt x="282298" y="288352"/>
                  </a:lnTo>
                  <a:lnTo>
                    <a:pt x="286077" y="284647"/>
                  </a:lnTo>
                  <a:lnTo>
                    <a:pt x="289736" y="280823"/>
                  </a:lnTo>
                  <a:lnTo>
                    <a:pt x="293272" y="276886"/>
                  </a:lnTo>
                  <a:lnTo>
                    <a:pt x="296682" y="272839"/>
                  </a:lnTo>
                  <a:lnTo>
                    <a:pt x="299962" y="268686"/>
                  </a:lnTo>
                  <a:lnTo>
                    <a:pt x="303109" y="264431"/>
                  </a:lnTo>
                  <a:lnTo>
                    <a:pt x="306120" y="260079"/>
                  </a:lnTo>
                  <a:lnTo>
                    <a:pt x="308992" y="255634"/>
                  </a:lnTo>
                  <a:lnTo>
                    <a:pt x="311721" y="251100"/>
                  </a:lnTo>
                  <a:lnTo>
                    <a:pt x="314306" y="246482"/>
                  </a:lnTo>
                  <a:lnTo>
                    <a:pt x="316743" y="241784"/>
                  </a:lnTo>
                  <a:lnTo>
                    <a:pt x="319030" y="237011"/>
                  </a:lnTo>
                  <a:lnTo>
                    <a:pt x="321165" y="232169"/>
                  </a:lnTo>
                  <a:lnTo>
                    <a:pt x="323145" y="227261"/>
                  </a:lnTo>
                  <a:lnTo>
                    <a:pt x="324969" y="222294"/>
                  </a:lnTo>
                  <a:lnTo>
                    <a:pt x="326635" y="217271"/>
                  </a:lnTo>
                  <a:lnTo>
                    <a:pt x="328142" y="212197"/>
                  </a:lnTo>
                  <a:lnTo>
                    <a:pt x="329486" y="207079"/>
                  </a:lnTo>
                  <a:lnTo>
                    <a:pt x="330669" y="201920"/>
                  </a:lnTo>
                  <a:lnTo>
                    <a:pt x="331687" y="196727"/>
                  </a:lnTo>
                  <a:lnTo>
                    <a:pt x="332540" y="191504"/>
                  </a:lnTo>
                  <a:lnTo>
                    <a:pt x="333228" y="186257"/>
                  </a:lnTo>
                  <a:lnTo>
                    <a:pt x="333749" y="180990"/>
                  </a:lnTo>
                  <a:lnTo>
                    <a:pt x="334103" y="175710"/>
                  </a:lnTo>
                  <a:lnTo>
                    <a:pt x="334290" y="170421"/>
                  </a:lnTo>
                  <a:lnTo>
                    <a:pt x="334310" y="165129"/>
                  </a:lnTo>
                  <a:lnTo>
                    <a:pt x="334162" y="159839"/>
                  </a:lnTo>
                  <a:lnTo>
                    <a:pt x="333846" y="154556"/>
                  </a:lnTo>
                  <a:lnTo>
                    <a:pt x="333363" y="149286"/>
                  </a:lnTo>
                  <a:lnTo>
                    <a:pt x="332714" y="144034"/>
                  </a:lnTo>
                  <a:lnTo>
                    <a:pt x="331899" y="138805"/>
                  </a:lnTo>
                  <a:lnTo>
                    <a:pt x="330919" y="133604"/>
                  </a:lnTo>
                  <a:lnTo>
                    <a:pt x="329775" y="128437"/>
                  </a:lnTo>
                  <a:lnTo>
                    <a:pt x="328467" y="123309"/>
                  </a:lnTo>
                  <a:lnTo>
                    <a:pt x="326998" y="118225"/>
                  </a:lnTo>
                  <a:lnTo>
                    <a:pt x="325369" y="113190"/>
                  </a:lnTo>
                  <a:lnTo>
                    <a:pt x="323582" y="108209"/>
                  </a:lnTo>
                  <a:lnTo>
                    <a:pt x="321637" y="103287"/>
                  </a:lnTo>
                  <a:lnTo>
                    <a:pt x="319538" y="98429"/>
                  </a:lnTo>
                  <a:lnTo>
                    <a:pt x="317286" y="93640"/>
                  </a:lnTo>
                  <a:lnTo>
                    <a:pt x="314883" y="88924"/>
                  </a:lnTo>
                  <a:lnTo>
                    <a:pt x="312333" y="84287"/>
                  </a:lnTo>
                  <a:lnTo>
                    <a:pt x="309637" y="79733"/>
                  </a:lnTo>
                  <a:lnTo>
                    <a:pt x="306798" y="75267"/>
                  </a:lnTo>
                  <a:lnTo>
                    <a:pt x="303819" y="70893"/>
                  </a:lnTo>
                  <a:lnTo>
                    <a:pt x="300703" y="66615"/>
                  </a:lnTo>
                  <a:lnTo>
                    <a:pt x="297453" y="62438"/>
                  </a:lnTo>
                  <a:lnTo>
                    <a:pt x="294073" y="58366"/>
                  </a:lnTo>
                  <a:lnTo>
                    <a:pt x="290566" y="54403"/>
                  </a:lnTo>
                  <a:lnTo>
                    <a:pt x="286935" y="50553"/>
                  </a:lnTo>
                  <a:lnTo>
                    <a:pt x="283184" y="46820"/>
                  </a:lnTo>
                  <a:lnTo>
                    <a:pt x="279316" y="43208"/>
                  </a:lnTo>
                  <a:lnTo>
                    <a:pt x="275336" y="39720"/>
                  </a:lnTo>
                  <a:lnTo>
                    <a:pt x="271248" y="36359"/>
                  </a:lnTo>
                  <a:lnTo>
                    <a:pt x="267055" y="33130"/>
                  </a:lnTo>
                  <a:lnTo>
                    <a:pt x="262763" y="30035"/>
                  </a:lnTo>
                  <a:lnTo>
                    <a:pt x="258374" y="27077"/>
                  </a:lnTo>
                  <a:lnTo>
                    <a:pt x="253894" y="24260"/>
                  </a:lnTo>
                  <a:lnTo>
                    <a:pt x="249327" y="21586"/>
                  </a:lnTo>
                  <a:lnTo>
                    <a:pt x="244678" y="19057"/>
                  </a:lnTo>
                  <a:lnTo>
                    <a:pt x="239951" y="16678"/>
                  </a:lnTo>
                  <a:lnTo>
                    <a:pt x="235151" y="14449"/>
                  </a:lnTo>
                  <a:lnTo>
                    <a:pt x="230283" y="12373"/>
                  </a:lnTo>
                  <a:lnTo>
                    <a:pt x="225352" y="10452"/>
                  </a:lnTo>
                  <a:lnTo>
                    <a:pt x="220362" y="8689"/>
                  </a:lnTo>
                  <a:lnTo>
                    <a:pt x="215319" y="7084"/>
                  </a:lnTo>
                  <a:lnTo>
                    <a:pt x="210228" y="5640"/>
                  </a:lnTo>
                  <a:lnTo>
                    <a:pt x="205093" y="4357"/>
                  </a:lnTo>
                  <a:lnTo>
                    <a:pt x="199921" y="3238"/>
                  </a:lnTo>
                  <a:lnTo>
                    <a:pt x="194716" y="2283"/>
                  </a:lnTo>
                  <a:lnTo>
                    <a:pt x="189483" y="1493"/>
                  </a:lnTo>
                  <a:lnTo>
                    <a:pt x="184228" y="869"/>
                  </a:lnTo>
                  <a:lnTo>
                    <a:pt x="178955" y="412"/>
                  </a:lnTo>
                  <a:lnTo>
                    <a:pt x="173671" y="122"/>
                  </a:lnTo>
                  <a:lnTo>
                    <a:pt x="168380" y="0"/>
                  </a:lnTo>
                  <a:lnTo>
                    <a:pt x="16715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797457" y="5269756"/>
              <a:ext cx="167043" cy="167167"/>
            </a:xfrm>
            <a:custGeom>
              <a:avLst/>
              <a:pathLst>
                <a:path w="167043" h="167167">
                  <a:moveTo>
                    <a:pt x="167043" y="0"/>
                  </a:moveTo>
                  <a:lnTo>
                    <a:pt x="161594" y="88"/>
                  </a:lnTo>
                  <a:lnTo>
                    <a:pt x="156151" y="355"/>
                  </a:lnTo>
                  <a:lnTo>
                    <a:pt x="150719" y="798"/>
                  </a:lnTo>
                  <a:lnTo>
                    <a:pt x="145305" y="1419"/>
                  </a:lnTo>
                  <a:lnTo>
                    <a:pt x="139913" y="2216"/>
                  </a:lnTo>
                  <a:lnTo>
                    <a:pt x="134551" y="3188"/>
                  </a:lnTo>
                  <a:lnTo>
                    <a:pt x="129223" y="4334"/>
                  </a:lnTo>
                  <a:lnTo>
                    <a:pt x="123936" y="5653"/>
                  </a:lnTo>
                  <a:lnTo>
                    <a:pt x="118694" y="7144"/>
                  </a:lnTo>
                  <a:lnTo>
                    <a:pt x="113503" y="8805"/>
                  </a:lnTo>
                  <a:lnTo>
                    <a:pt x="108370" y="10635"/>
                  </a:lnTo>
                  <a:lnTo>
                    <a:pt x="103298" y="12630"/>
                  </a:lnTo>
                  <a:lnTo>
                    <a:pt x="98295" y="14790"/>
                  </a:lnTo>
                  <a:lnTo>
                    <a:pt x="93364" y="17112"/>
                  </a:lnTo>
                  <a:lnTo>
                    <a:pt x="88512" y="19594"/>
                  </a:lnTo>
                  <a:lnTo>
                    <a:pt x="83744" y="22232"/>
                  </a:lnTo>
                  <a:lnTo>
                    <a:pt x="79064" y="25024"/>
                  </a:lnTo>
                  <a:lnTo>
                    <a:pt x="74477" y="27968"/>
                  </a:lnTo>
                  <a:lnTo>
                    <a:pt x="69989" y="31059"/>
                  </a:lnTo>
                  <a:lnTo>
                    <a:pt x="65604" y="34295"/>
                  </a:lnTo>
                  <a:lnTo>
                    <a:pt x="61326" y="37672"/>
                  </a:lnTo>
                  <a:lnTo>
                    <a:pt x="57162" y="41187"/>
                  </a:lnTo>
                  <a:lnTo>
                    <a:pt x="53113" y="44835"/>
                  </a:lnTo>
                  <a:lnTo>
                    <a:pt x="49186" y="48614"/>
                  </a:lnTo>
                  <a:lnTo>
                    <a:pt x="45385" y="52519"/>
                  </a:lnTo>
                  <a:lnTo>
                    <a:pt x="41712" y="56545"/>
                  </a:lnTo>
                  <a:lnTo>
                    <a:pt x="38173" y="60690"/>
                  </a:lnTo>
                  <a:lnTo>
                    <a:pt x="34771" y="64947"/>
                  </a:lnTo>
                  <a:lnTo>
                    <a:pt x="31509" y="69313"/>
                  </a:lnTo>
                  <a:lnTo>
                    <a:pt x="28391" y="73783"/>
                  </a:lnTo>
                  <a:lnTo>
                    <a:pt x="25421" y="78352"/>
                  </a:lnTo>
                  <a:lnTo>
                    <a:pt x="22601" y="83016"/>
                  </a:lnTo>
                  <a:lnTo>
                    <a:pt x="19935" y="87769"/>
                  </a:lnTo>
                  <a:lnTo>
                    <a:pt x="17425" y="92606"/>
                  </a:lnTo>
                  <a:lnTo>
                    <a:pt x="15074" y="97523"/>
                  </a:lnTo>
                  <a:lnTo>
                    <a:pt x="12885" y="102513"/>
                  </a:lnTo>
                  <a:lnTo>
                    <a:pt x="10859" y="107573"/>
                  </a:lnTo>
                  <a:lnTo>
                    <a:pt x="8999" y="112695"/>
                  </a:lnTo>
                  <a:lnTo>
                    <a:pt x="7308" y="117876"/>
                  </a:lnTo>
                  <a:lnTo>
                    <a:pt x="5786" y="123109"/>
                  </a:lnTo>
                  <a:lnTo>
                    <a:pt x="4436" y="128389"/>
                  </a:lnTo>
                  <a:lnTo>
                    <a:pt x="3258" y="133710"/>
                  </a:lnTo>
                  <a:lnTo>
                    <a:pt x="2254" y="139066"/>
                  </a:lnTo>
                  <a:lnTo>
                    <a:pt x="1426" y="144453"/>
                  </a:lnTo>
                  <a:lnTo>
                    <a:pt x="774" y="149863"/>
                  </a:lnTo>
                  <a:lnTo>
                    <a:pt x="298" y="155292"/>
                  </a:lnTo>
                  <a:lnTo>
                    <a:pt x="0" y="160734"/>
                  </a:lnTo>
                  <a:lnTo>
                    <a:pt x="16704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37" y="5269756"/>
              <a:ext cx="334317" cy="334331"/>
            </a:xfrm>
            <a:custGeom>
              <a:avLst/>
              <a:pathLst>
                <a:path w="334317" h="334331">
                  <a:moveTo>
                    <a:pt x="119" y="160734"/>
                  </a:moveTo>
                  <a:lnTo>
                    <a:pt x="0" y="166027"/>
                  </a:lnTo>
                  <a:lnTo>
                    <a:pt x="47" y="171321"/>
                  </a:lnTo>
                  <a:lnTo>
                    <a:pt x="263" y="176611"/>
                  </a:lnTo>
                  <a:lnTo>
                    <a:pt x="645" y="181892"/>
                  </a:lnTo>
                  <a:lnTo>
                    <a:pt x="1195" y="187158"/>
                  </a:lnTo>
                  <a:lnTo>
                    <a:pt x="1911" y="192403"/>
                  </a:lnTo>
                  <a:lnTo>
                    <a:pt x="2794" y="197624"/>
                  </a:lnTo>
                  <a:lnTo>
                    <a:pt x="3840" y="202814"/>
                  </a:lnTo>
                  <a:lnTo>
                    <a:pt x="5051" y="207968"/>
                  </a:lnTo>
                  <a:lnTo>
                    <a:pt x="6425" y="213081"/>
                  </a:lnTo>
                  <a:lnTo>
                    <a:pt x="7959" y="218148"/>
                  </a:lnTo>
                  <a:lnTo>
                    <a:pt x="9653" y="223164"/>
                  </a:lnTo>
                  <a:lnTo>
                    <a:pt x="11506" y="228124"/>
                  </a:lnTo>
                  <a:lnTo>
                    <a:pt x="13514" y="233022"/>
                  </a:lnTo>
                  <a:lnTo>
                    <a:pt x="15677" y="237855"/>
                  </a:lnTo>
                  <a:lnTo>
                    <a:pt x="17991" y="242617"/>
                  </a:lnTo>
                  <a:lnTo>
                    <a:pt x="20455" y="247303"/>
                  </a:lnTo>
                  <a:lnTo>
                    <a:pt x="23066" y="251908"/>
                  </a:lnTo>
                  <a:lnTo>
                    <a:pt x="25822" y="256429"/>
                  </a:lnTo>
                  <a:lnTo>
                    <a:pt x="28720" y="260860"/>
                  </a:lnTo>
                  <a:lnTo>
                    <a:pt x="31756" y="265197"/>
                  </a:lnTo>
                  <a:lnTo>
                    <a:pt x="34929" y="269436"/>
                  </a:lnTo>
                  <a:lnTo>
                    <a:pt x="38233" y="273572"/>
                  </a:lnTo>
                  <a:lnTo>
                    <a:pt x="41668" y="277602"/>
                  </a:lnTo>
                  <a:lnTo>
                    <a:pt x="45228" y="281520"/>
                  </a:lnTo>
                  <a:lnTo>
                    <a:pt x="48910" y="285324"/>
                  </a:lnTo>
                  <a:lnTo>
                    <a:pt x="52711" y="289010"/>
                  </a:lnTo>
                  <a:lnTo>
                    <a:pt x="56627" y="292573"/>
                  </a:lnTo>
                  <a:lnTo>
                    <a:pt x="60654" y="296011"/>
                  </a:lnTo>
                  <a:lnTo>
                    <a:pt x="64787" y="299319"/>
                  </a:lnTo>
                  <a:lnTo>
                    <a:pt x="69024" y="302495"/>
                  </a:lnTo>
                  <a:lnTo>
                    <a:pt x="73358" y="305535"/>
                  </a:lnTo>
                  <a:lnTo>
                    <a:pt x="77787" y="308436"/>
                  </a:lnTo>
                  <a:lnTo>
                    <a:pt x="82305" y="311195"/>
                  </a:lnTo>
                  <a:lnTo>
                    <a:pt x="86909" y="313810"/>
                  </a:lnTo>
                  <a:lnTo>
                    <a:pt x="91593" y="316278"/>
                  </a:lnTo>
                  <a:lnTo>
                    <a:pt x="96353" y="318596"/>
                  </a:lnTo>
                  <a:lnTo>
                    <a:pt x="101184" y="320763"/>
                  </a:lnTo>
                  <a:lnTo>
                    <a:pt x="106081" y="322775"/>
                  </a:lnTo>
                  <a:lnTo>
                    <a:pt x="111039" y="324631"/>
                  </a:lnTo>
                  <a:lnTo>
                    <a:pt x="116054" y="326330"/>
                  </a:lnTo>
                  <a:lnTo>
                    <a:pt x="121120" y="327868"/>
                  </a:lnTo>
                  <a:lnTo>
                    <a:pt x="126232" y="329246"/>
                  </a:lnTo>
                  <a:lnTo>
                    <a:pt x="131385" y="330461"/>
                  </a:lnTo>
                  <a:lnTo>
                    <a:pt x="136574" y="331512"/>
                  </a:lnTo>
                  <a:lnTo>
                    <a:pt x="141793" y="332398"/>
                  </a:lnTo>
                  <a:lnTo>
                    <a:pt x="147039" y="333119"/>
                  </a:lnTo>
                  <a:lnTo>
                    <a:pt x="152304" y="333673"/>
                  </a:lnTo>
                  <a:lnTo>
                    <a:pt x="157584" y="334060"/>
                  </a:lnTo>
                  <a:lnTo>
                    <a:pt x="162874" y="334279"/>
                  </a:lnTo>
                  <a:lnTo>
                    <a:pt x="168168" y="334331"/>
                  </a:lnTo>
                  <a:lnTo>
                    <a:pt x="173461" y="334216"/>
                  </a:lnTo>
                  <a:lnTo>
                    <a:pt x="178748" y="333932"/>
                  </a:lnTo>
                  <a:lnTo>
                    <a:pt x="184023" y="333482"/>
                  </a:lnTo>
                  <a:lnTo>
                    <a:pt x="189281" y="332865"/>
                  </a:lnTo>
                  <a:lnTo>
                    <a:pt x="194518" y="332081"/>
                  </a:lnTo>
                  <a:lnTo>
                    <a:pt x="199726" y="331132"/>
                  </a:lnTo>
                  <a:lnTo>
                    <a:pt x="204902" y="330019"/>
                  </a:lnTo>
                  <a:lnTo>
                    <a:pt x="210040" y="328742"/>
                  </a:lnTo>
                  <a:lnTo>
                    <a:pt x="215135" y="327303"/>
                  </a:lnTo>
                  <a:lnTo>
                    <a:pt x="220182" y="325704"/>
                  </a:lnTo>
                  <a:lnTo>
                    <a:pt x="225176" y="323945"/>
                  </a:lnTo>
                  <a:lnTo>
                    <a:pt x="230112" y="322029"/>
                  </a:lnTo>
                  <a:lnTo>
                    <a:pt x="234984" y="319958"/>
                  </a:lnTo>
                  <a:lnTo>
                    <a:pt x="239789" y="317734"/>
                  </a:lnTo>
                  <a:lnTo>
                    <a:pt x="244521" y="315359"/>
                  </a:lnTo>
                  <a:lnTo>
                    <a:pt x="249175" y="312835"/>
                  </a:lnTo>
                  <a:lnTo>
                    <a:pt x="253746" y="310164"/>
                  </a:lnTo>
                  <a:lnTo>
                    <a:pt x="258231" y="307351"/>
                  </a:lnTo>
                  <a:lnTo>
                    <a:pt x="262625" y="304397"/>
                  </a:lnTo>
                  <a:lnTo>
                    <a:pt x="266923" y="301305"/>
                  </a:lnTo>
                  <a:lnTo>
                    <a:pt x="271120" y="298078"/>
                  </a:lnTo>
                  <a:lnTo>
                    <a:pt x="275214" y="294721"/>
                  </a:lnTo>
                  <a:lnTo>
                    <a:pt x="279199" y="291235"/>
                  </a:lnTo>
                  <a:lnTo>
                    <a:pt x="283072" y="287625"/>
                  </a:lnTo>
                  <a:lnTo>
                    <a:pt x="286828" y="283894"/>
                  </a:lnTo>
                  <a:lnTo>
                    <a:pt x="290464" y="280046"/>
                  </a:lnTo>
                  <a:lnTo>
                    <a:pt x="293977" y="276085"/>
                  </a:lnTo>
                  <a:lnTo>
                    <a:pt x="297363" y="272014"/>
                  </a:lnTo>
                  <a:lnTo>
                    <a:pt x="300618" y="267839"/>
                  </a:lnTo>
                  <a:lnTo>
                    <a:pt x="303739" y="263562"/>
                  </a:lnTo>
                  <a:lnTo>
                    <a:pt x="306723" y="259189"/>
                  </a:lnTo>
                  <a:lnTo>
                    <a:pt x="309567" y="254723"/>
                  </a:lnTo>
                  <a:lnTo>
                    <a:pt x="312268" y="250170"/>
                  </a:lnTo>
                  <a:lnTo>
                    <a:pt x="314824" y="245533"/>
                  </a:lnTo>
                  <a:lnTo>
                    <a:pt x="317231" y="240818"/>
                  </a:lnTo>
                  <a:lnTo>
                    <a:pt x="319488" y="236029"/>
                  </a:lnTo>
                  <a:lnTo>
                    <a:pt x="321593" y="231170"/>
                  </a:lnTo>
                  <a:lnTo>
                    <a:pt x="323542" y="226248"/>
                  </a:lnTo>
                  <a:lnTo>
                    <a:pt x="325335" y="221266"/>
                  </a:lnTo>
                  <a:lnTo>
                    <a:pt x="326968" y="216230"/>
                  </a:lnTo>
                  <a:lnTo>
                    <a:pt x="328442" y="211145"/>
                  </a:lnTo>
                  <a:lnTo>
                    <a:pt x="329754" y="206016"/>
                  </a:lnTo>
                  <a:lnTo>
                    <a:pt x="330902" y="200847"/>
                  </a:lnTo>
                  <a:lnTo>
                    <a:pt x="331887" y="195645"/>
                  </a:lnTo>
                  <a:lnTo>
                    <a:pt x="332706" y="190415"/>
                  </a:lnTo>
                  <a:lnTo>
                    <a:pt x="333359" y="185161"/>
                  </a:lnTo>
                  <a:lnTo>
                    <a:pt x="333846" y="179889"/>
                  </a:lnTo>
                  <a:lnTo>
                    <a:pt x="334165" y="174604"/>
                  </a:lnTo>
                  <a:lnTo>
                    <a:pt x="334317" y="169312"/>
                  </a:lnTo>
                  <a:lnTo>
                    <a:pt x="334301" y="164017"/>
                  </a:lnTo>
                  <a:lnTo>
                    <a:pt x="334117" y="158726"/>
                  </a:lnTo>
                  <a:lnTo>
                    <a:pt x="333766" y="153443"/>
                  </a:lnTo>
                  <a:lnTo>
                    <a:pt x="333248" y="148174"/>
                  </a:lnTo>
                  <a:lnTo>
                    <a:pt x="332563" y="142924"/>
                  </a:lnTo>
                  <a:lnTo>
                    <a:pt x="331713" y="137699"/>
                  </a:lnTo>
                  <a:lnTo>
                    <a:pt x="330697" y="132503"/>
                  </a:lnTo>
                  <a:lnTo>
                    <a:pt x="329517" y="127342"/>
                  </a:lnTo>
                  <a:lnTo>
                    <a:pt x="328175" y="122220"/>
                  </a:lnTo>
                  <a:lnTo>
                    <a:pt x="326671" y="117144"/>
                  </a:lnTo>
                  <a:lnTo>
                    <a:pt x="325006" y="112118"/>
                  </a:lnTo>
                  <a:lnTo>
                    <a:pt x="323184" y="107147"/>
                  </a:lnTo>
                  <a:lnTo>
                    <a:pt x="321205" y="102236"/>
                  </a:lnTo>
                  <a:lnTo>
                    <a:pt x="319072" y="97391"/>
                  </a:lnTo>
                  <a:lnTo>
                    <a:pt x="316786" y="92615"/>
                  </a:lnTo>
                  <a:lnTo>
                    <a:pt x="314350" y="87915"/>
                  </a:lnTo>
                  <a:lnTo>
                    <a:pt x="311767" y="83293"/>
                  </a:lnTo>
                  <a:lnTo>
                    <a:pt x="309038" y="78756"/>
                  </a:lnTo>
                  <a:lnTo>
                    <a:pt x="306167" y="74308"/>
                  </a:lnTo>
                  <a:lnTo>
                    <a:pt x="303157" y="69952"/>
                  </a:lnTo>
                  <a:lnTo>
                    <a:pt x="300010" y="65695"/>
                  </a:lnTo>
                  <a:lnTo>
                    <a:pt x="296730" y="61539"/>
                  </a:lnTo>
                  <a:lnTo>
                    <a:pt x="293320" y="57489"/>
                  </a:lnTo>
                  <a:lnTo>
                    <a:pt x="289784" y="53549"/>
                  </a:lnTo>
                  <a:lnTo>
                    <a:pt x="286124" y="49722"/>
                  </a:lnTo>
                  <a:lnTo>
                    <a:pt x="282345" y="46014"/>
                  </a:lnTo>
                  <a:lnTo>
                    <a:pt x="278451" y="42427"/>
                  </a:lnTo>
                  <a:lnTo>
                    <a:pt x="274445" y="38966"/>
                  </a:lnTo>
                  <a:lnTo>
                    <a:pt x="270331" y="35633"/>
                  </a:lnTo>
                  <a:lnTo>
                    <a:pt x="266114" y="32432"/>
                  </a:lnTo>
                  <a:lnTo>
                    <a:pt x="261798" y="29366"/>
                  </a:lnTo>
                  <a:lnTo>
                    <a:pt x="257387" y="26438"/>
                  </a:lnTo>
                  <a:lnTo>
                    <a:pt x="252885" y="23651"/>
                  </a:lnTo>
                  <a:lnTo>
                    <a:pt x="248297" y="21009"/>
                  </a:lnTo>
                  <a:lnTo>
                    <a:pt x="243628" y="18513"/>
                  </a:lnTo>
                  <a:lnTo>
                    <a:pt x="238882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8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2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40243" y="5399291"/>
              <a:ext cx="45972" cy="167167"/>
            </a:xfrm>
            <a:custGeom>
              <a:avLst/>
              <a:pathLst>
                <a:path w="45972" h="167167">
                  <a:moveTo>
                    <a:pt x="45972" y="0"/>
                  </a:moveTo>
                  <a:lnTo>
                    <a:pt x="39321" y="132"/>
                  </a:lnTo>
                  <a:lnTo>
                    <a:pt x="32680" y="529"/>
                  </a:lnTo>
                  <a:lnTo>
                    <a:pt x="26060" y="1190"/>
                  </a:lnTo>
                  <a:lnTo>
                    <a:pt x="19471" y="2113"/>
                  </a:lnTo>
                  <a:lnTo>
                    <a:pt x="12925" y="3299"/>
                  </a:lnTo>
                  <a:lnTo>
                    <a:pt x="6431" y="4743"/>
                  </a:lnTo>
                  <a:lnTo>
                    <a:pt x="0" y="6445"/>
                  </a:lnTo>
                  <a:lnTo>
                    <a:pt x="4597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0243" y="5405737"/>
              <a:ext cx="45972" cy="160721"/>
            </a:xfrm>
            <a:custGeom>
              <a:avLst/>
              <a:pathLst>
                <a:path w="45972" h="160721">
                  <a:moveTo>
                    <a:pt x="0" y="0"/>
                  </a:moveTo>
                  <a:lnTo>
                    <a:pt x="45972" y="1607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319056" y="5404765"/>
              <a:ext cx="334314" cy="328859"/>
            </a:xfrm>
            <a:custGeom>
              <a:avLst/>
              <a:pathLst>
                <a:path w="334314" h="328859">
                  <a:moveTo>
                    <a:pt x="121186" y="972"/>
                  </a:moveTo>
                  <a:lnTo>
                    <a:pt x="116106" y="2512"/>
                  </a:lnTo>
                  <a:lnTo>
                    <a:pt x="111078" y="4214"/>
                  </a:lnTo>
                  <a:lnTo>
                    <a:pt x="106106" y="6074"/>
                  </a:lnTo>
                  <a:lnTo>
                    <a:pt x="101195" y="8091"/>
                  </a:lnTo>
                  <a:lnTo>
                    <a:pt x="96351" y="10263"/>
                  </a:lnTo>
                  <a:lnTo>
                    <a:pt x="91579" y="12587"/>
                  </a:lnTo>
                  <a:lnTo>
                    <a:pt x="86883" y="15062"/>
                  </a:lnTo>
                  <a:lnTo>
                    <a:pt x="82267" y="17685"/>
                  </a:lnTo>
                  <a:lnTo>
                    <a:pt x="77738" y="20453"/>
                  </a:lnTo>
                  <a:lnTo>
                    <a:pt x="73298" y="23364"/>
                  </a:lnTo>
                  <a:lnTo>
                    <a:pt x="68953" y="26413"/>
                  </a:lnTo>
                  <a:lnTo>
                    <a:pt x="64708" y="29600"/>
                  </a:lnTo>
                  <a:lnTo>
                    <a:pt x="60565" y="32919"/>
                  </a:lnTo>
                  <a:lnTo>
                    <a:pt x="56530" y="36369"/>
                  </a:lnTo>
                  <a:lnTo>
                    <a:pt x="52607" y="39945"/>
                  </a:lnTo>
                  <a:lnTo>
                    <a:pt x="48799" y="43643"/>
                  </a:lnTo>
                  <a:lnTo>
                    <a:pt x="45110" y="47461"/>
                  </a:lnTo>
                  <a:lnTo>
                    <a:pt x="41545" y="51394"/>
                  </a:lnTo>
                  <a:lnTo>
                    <a:pt x="38106" y="55438"/>
                  </a:lnTo>
                  <a:lnTo>
                    <a:pt x="34797" y="59589"/>
                  </a:lnTo>
                  <a:lnTo>
                    <a:pt x="31622" y="63843"/>
                  </a:lnTo>
                  <a:lnTo>
                    <a:pt x="28583" y="68196"/>
                  </a:lnTo>
                  <a:lnTo>
                    <a:pt x="25685" y="72643"/>
                  </a:lnTo>
                  <a:lnTo>
                    <a:pt x="22928" y="77180"/>
                  </a:lnTo>
                  <a:lnTo>
                    <a:pt x="20318" y="81802"/>
                  </a:lnTo>
                  <a:lnTo>
                    <a:pt x="17855" y="86505"/>
                  </a:lnTo>
                  <a:lnTo>
                    <a:pt x="15543" y="91283"/>
                  </a:lnTo>
                  <a:lnTo>
                    <a:pt x="13384" y="96133"/>
                  </a:lnTo>
                  <a:lnTo>
                    <a:pt x="11380" y="101048"/>
                  </a:lnTo>
                  <a:lnTo>
                    <a:pt x="9533" y="106025"/>
                  </a:lnTo>
                  <a:lnTo>
                    <a:pt x="7845" y="111058"/>
                  </a:lnTo>
                  <a:lnTo>
                    <a:pt x="6317" y="116142"/>
                  </a:lnTo>
                  <a:lnTo>
                    <a:pt x="4952" y="121272"/>
                  </a:lnTo>
                  <a:lnTo>
                    <a:pt x="3750" y="126443"/>
                  </a:lnTo>
                  <a:lnTo>
                    <a:pt x="2713" y="131649"/>
                  </a:lnTo>
                  <a:lnTo>
                    <a:pt x="1842" y="136886"/>
                  </a:lnTo>
                  <a:lnTo>
                    <a:pt x="1138" y="142147"/>
                  </a:lnTo>
                  <a:lnTo>
                    <a:pt x="601" y="147428"/>
                  </a:lnTo>
                  <a:lnTo>
                    <a:pt x="232" y="152724"/>
                  </a:lnTo>
                  <a:lnTo>
                    <a:pt x="32" y="158029"/>
                  </a:lnTo>
                  <a:lnTo>
                    <a:pt x="0" y="163337"/>
                  </a:lnTo>
                  <a:lnTo>
                    <a:pt x="136" y="168644"/>
                  </a:lnTo>
                  <a:lnTo>
                    <a:pt x="441" y="173944"/>
                  </a:lnTo>
                  <a:lnTo>
                    <a:pt x="914" y="179231"/>
                  </a:lnTo>
                  <a:lnTo>
                    <a:pt x="1555" y="184501"/>
                  </a:lnTo>
                  <a:lnTo>
                    <a:pt x="2362" y="189747"/>
                  </a:lnTo>
                  <a:lnTo>
                    <a:pt x="3336" y="194966"/>
                  </a:lnTo>
                  <a:lnTo>
                    <a:pt x="4475" y="200150"/>
                  </a:lnTo>
                  <a:lnTo>
                    <a:pt x="5778" y="205296"/>
                  </a:lnTo>
                  <a:lnTo>
                    <a:pt x="7244" y="210399"/>
                  </a:lnTo>
                  <a:lnTo>
                    <a:pt x="8871" y="215452"/>
                  </a:lnTo>
                  <a:lnTo>
                    <a:pt x="10658" y="220450"/>
                  </a:lnTo>
                  <a:lnTo>
                    <a:pt x="12602" y="225390"/>
                  </a:lnTo>
                  <a:lnTo>
                    <a:pt x="14703" y="230265"/>
                  </a:lnTo>
                  <a:lnTo>
                    <a:pt x="16957" y="235071"/>
                  </a:lnTo>
                  <a:lnTo>
                    <a:pt x="19362" y="239803"/>
                  </a:lnTo>
                  <a:lnTo>
                    <a:pt x="21917" y="244457"/>
                  </a:lnTo>
                  <a:lnTo>
                    <a:pt x="24618" y="249027"/>
                  </a:lnTo>
                  <a:lnTo>
                    <a:pt x="27463" y="253508"/>
                  </a:lnTo>
                  <a:lnTo>
                    <a:pt x="30449" y="257898"/>
                  </a:lnTo>
                  <a:lnTo>
                    <a:pt x="33572" y="262190"/>
                  </a:lnTo>
                  <a:lnTo>
                    <a:pt x="36831" y="266381"/>
                  </a:lnTo>
                  <a:lnTo>
                    <a:pt x="40220" y="270466"/>
                  </a:lnTo>
                  <a:lnTo>
                    <a:pt x="43738" y="274442"/>
                  </a:lnTo>
                  <a:lnTo>
                    <a:pt x="47380" y="278304"/>
                  </a:lnTo>
                  <a:lnTo>
                    <a:pt x="51143" y="282048"/>
                  </a:lnTo>
                  <a:lnTo>
                    <a:pt x="55023" y="285671"/>
                  </a:lnTo>
                  <a:lnTo>
                    <a:pt x="59016" y="289169"/>
                  </a:lnTo>
                  <a:lnTo>
                    <a:pt x="63118" y="292539"/>
                  </a:lnTo>
                  <a:lnTo>
                    <a:pt x="67325" y="295776"/>
                  </a:lnTo>
                  <a:lnTo>
                    <a:pt x="71633" y="298878"/>
                  </a:lnTo>
                  <a:lnTo>
                    <a:pt x="76037" y="301842"/>
                  </a:lnTo>
                  <a:lnTo>
                    <a:pt x="80532" y="304665"/>
                  </a:lnTo>
                  <a:lnTo>
                    <a:pt x="85116" y="307343"/>
                  </a:lnTo>
                  <a:lnTo>
                    <a:pt x="89782" y="309875"/>
                  </a:lnTo>
                  <a:lnTo>
                    <a:pt x="94526" y="312257"/>
                  </a:lnTo>
                  <a:lnTo>
                    <a:pt x="99343" y="314487"/>
                  </a:lnTo>
                  <a:lnTo>
                    <a:pt x="104229" y="316563"/>
                  </a:lnTo>
                  <a:lnTo>
                    <a:pt x="109178" y="318483"/>
                  </a:lnTo>
                  <a:lnTo>
                    <a:pt x="114185" y="320245"/>
                  </a:lnTo>
                  <a:lnTo>
                    <a:pt x="119246" y="321847"/>
                  </a:lnTo>
                  <a:lnTo>
                    <a:pt x="124355" y="323288"/>
                  </a:lnTo>
                  <a:lnTo>
                    <a:pt x="129508" y="324566"/>
                  </a:lnTo>
                  <a:lnTo>
                    <a:pt x="134698" y="325679"/>
                  </a:lnTo>
                  <a:lnTo>
                    <a:pt x="139921" y="326627"/>
                  </a:lnTo>
                  <a:lnTo>
                    <a:pt x="145172" y="327409"/>
                  </a:lnTo>
                  <a:lnTo>
                    <a:pt x="150445" y="328023"/>
                  </a:lnTo>
                  <a:lnTo>
                    <a:pt x="155734" y="328470"/>
                  </a:lnTo>
                  <a:lnTo>
                    <a:pt x="161036" y="328749"/>
                  </a:lnTo>
                  <a:lnTo>
                    <a:pt x="166343" y="328859"/>
                  </a:lnTo>
                  <a:lnTo>
                    <a:pt x="171651" y="328800"/>
                  </a:lnTo>
                  <a:lnTo>
                    <a:pt x="176955" y="328574"/>
                  </a:lnTo>
                  <a:lnTo>
                    <a:pt x="182248" y="328178"/>
                  </a:lnTo>
                  <a:lnTo>
                    <a:pt x="187527" y="327615"/>
                  </a:lnTo>
                  <a:lnTo>
                    <a:pt x="192785" y="326885"/>
                  </a:lnTo>
                  <a:lnTo>
                    <a:pt x="198017" y="325988"/>
                  </a:lnTo>
                  <a:lnTo>
                    <a:pt x="203218" y="324925"/>
                  </a:lnTo>
                  <a:lnTo>
                    <a:pt x="208383" y="323698"/>
                  </a:lnTo>
                  <a:lnTo>
                    <a:pt x="213506" y="322308"/>
                  </a:lnTo>
                  <a:lnTo>
                    <a:pt x="218582" y="320755"/>
                  </a:lnTo>
                  <a:lnTo>
                    <a:pt x="223607" y="319042"/>
                  </a:lnTo>
                  <a:lnTo>
                    <a:pt x="228574" y="317170"/>
                  </a:lnTo>
                  <a:lnTo>
                    <a:pt x="233480" y="315142"/>
                  </a:lnTo>
                  <a:lnTo>
                    <a:pt x="238319" y="312959"/>
                  </a:lnTo>
                  <a:lnTo>
                    <a:pt x="243086" y="310623"/>
                  </a:lnTo>
                  <a:lnTo>
                    <a:pt x="247776" y="308137"/>
                  </a:lnTo>
                  <a:lnTo>
                    <a:pt x="252385" y="305504"/>
                  </a:lnTo>
                  <a:lnTo>
                    <a:pt x="256909" y="302725"/>
                  </a:lnTo>
                  <a:lnTo>
                    <a:pt x="261341" y="299804"/>
                  </a:lnTo>
                  <a:lnTo>
                    <a:pt x="265679" y="296744"/>
                  </a:lnTo>
                  <a:lnTo>
                    <a:pt x="269917" y="293548"/>
                  </a:lnTo>
                  <a:lnTo>
                    <a:pt x="274052" y="290219"/>
                  </a:lnTo>
                  <a:lnTo>
                    <a:pt x="278079" y="286760"/>
                  </a:lnTo>
                  <a:lnTo>
                    <a:pt x="281994" y="283175"/>
                  </a:lnTo>
                  <a:lnTo>
                    <a:pt x="285794" y="279467"/>
                  </a:lnTo>
                  <a:lnTo>
                    <a:pt x="289473" y="275641"/>
                  </a:lnTo>
                  <a:lnTo>
                    <a:pt x="293030" y="271700"/>
                  </a:lnTo>
                  <a:lnTo>
                    <a:pt x="296459" y="267648"/>
                  </a:lnTo>
                  <a:lnTo>
                    <a:pt x="299758" y="263489"/>
                  </a:lnTo>
                  <a:lnTo>
                    <a:pt x="302923" y="259228"/>
                  </a:lnTo>
                  <a:lnTo>
                    <a:pt x="305952" y="254868"/>
                  </a:lnTo>
                  <a:lnTo>
                    <a:pt x="308840" y="250414"/>
                  </a:lnTo>
                  <a:lnTo>
                    <a:pt x="311586" y="245871"/>
                  </a:lnTo>
                  <a:lnTo>
                    <a:pt x="314186" y="241242"/>
                  </a:lnTo>
                  <a:lnTo>
                    <a:pt x="316637" y="236534"/>
                  </a:lnTo>
                  <a:lnTo>
                    <a:pt x="318938" y="231750"/>
                  </a:lnTo>
                  <a:lnTo>
                    <a:pt x="321086" y="226896"/>
                  </a:lnTo>
                  <a:lnTo>
                    <a:pt x="323079" y="221975"/>
                  </a:lnTo>
                  <a:lnTo>
                    <a:pt x="324914" y="216994"/>
                  </a:lnTo>
                  <a:lnTo>
                    <a:pt x="326591" y="211957"/>
                  </a:lnTo>
                  <a:lnTo>
                    <a:pt x="328106" y="206870"/>
                  </a:lnTo>
                  <a:lnTo>
                    <a:pt x="329459" y="201737"/>
                  </a:lnTo>
                  <a:lnTo>
                    <a:pt x="330649" y="196563"/>
                  </a:lnTo>
                  <a:lnTo>
                    <a:pt x="331674" y="191355"/>
                  </a:lnTo>
                  <a:lnTo>
                    <a:pt x="332533" y="186116"/>
                  </a:lnTo>
                  <a:lnTo>
                    <a:pt x="333225" y="180853"/>
                  </a:lnTo>
                  <a:lnTo>
                    <a:pt x="333749" y="175570"/>
                  </a:lnTo>
                  <a:lnTo>
                    <a:pt x="334106" y="170274"/>
                  </a:lnTo>
                  <a:lnTo>
                    <a:pt x="334294" y="164969"/>
                  </a:lnTo>
                  <a:lnTo>
                    <a:pt x="334314" y="159660"/>
                  </a:lnTo>
                  <a:lnTo>
                    <a:pt x="334165" y="154354"/>
                  </a:lnTo>
                  <a:lnTo>
                    <a:pt x="333848" y="149055"/>
                  </a:lnTo>
                  <a:lnTo>
                    <a:pt x="333363" y="143769"/>
                  </a:lnTo>
                  <a:lnTo>
                    <a:pt x="332710" y="138501"/>
                  </a:lnTo>
                  <a:lnTo>
                    <a:pt x="331890" y="133256"/>
                  </a:lnTo>
                  <a:lnTo>
                    <a:pt x="330904" y="128040"/>
                  </a:lnTo>
                  <a:lnTo>
                    <a:pt x="329753" y="122857"/>
                  </a:lnTo>
                  <a:lnTo>
                    <a:pt x="328438" y="117714"/>
                  </a:lnTo>
                  <a:lnTo>
                    <a:pt x="326960" y="112616"/>
                  </a:lnTo>
                  <a:lnTo>
                    <a:pt x="325321" y="107567"/>
                  </a:lnTo>
                  <a:lnTo>
                    <a:pt x="323523" y="102572"/>
                  </a:lnTo>
                  <a:lnTo>
                    <a:pt x="321567" y="97637"/>
                  </a:lnTo>
                  <a:lnTo>
                    <a:pt x="319455" y="92767"/>
                  </a:lnTo>
                  <a:lnTo>
                    <a:pt x="317190" y="87966"/>
                  </a:lnTo>
                  <a:lnTo>
                    <a:pt x="314773" y="83239"/>
                  </a:lnTo>
                  <a:lnTo>
                    <a:pt x="312207" y="78592"/>
                  </a:lnTo>
                  <a:lnTo>
                    <a:pt x="309496" y="74028"/>
                  </a:lnTo>
                  <a:lnTo>
                    <a:pt x="306641" y="69553"/>
                  </a:lnTo>
                  <a:lnTo>
                    <a:pt x="303645" y="65171"/>
                  </a:lnTo>
                  <a:lnTo>
                    <a:pt x="300511" y="60886"/>
                  </a:lnTo>
                  <a:lnTo>
                    <a:pt x="297243" y="56703"/>
                  </a:lnTo>
                  <a:lnTo>
                    <a:pt x="293844" y="52625"/>
                  </a:lnTo>
                  <a:lnTo>
                    <a:pt x="290317" y="48658"/>
                  </a:lnTo>
                  <a:lnTo>
                    <a:pt x="286666" y="44804"/>
                  </a:lnTo>
                  <a:lnTo>
                    <a:pt x="282894" y="41069"/>
                  </a:lnTo>
                  <a:lnTo>
                    <a:pt x="279006" y="37455"/>
                  </a:lnTo>
                  <a:lnTo>
                    <a:pt x="275005" y="33966"/>
                  </a:lnTo>
                  <a:lnTo>
                    <a:pt x="270895" y="30606"/>
                  </a:lnTo>
                  <a:lnTo>
                    <a:pt x="266680" y="27379"/>
                  </a:lnTo>
                  <a:lnTo>
                    <a:pt x="262365" y="24286"/>
                  </a:lnTo>
                  <a:lnTo>
                    <a:pt x="257954" y="21333"/>
                  </a:lnTo>
                  <a:lnTo>
                    <a:pt x="253452" y="18521"/>
                  </a:lnTo>
                  <a:lnTo>
                    <a:pt x="248863" y="15853"/>
                  </a:lnTo>
                  <a:lnTo>
                    <a:pt x="244191" y="13332"/>
                  </a:lnTo>
                  <a:lnTo>
                    <a:pt x="239441" y="10961"/>
                  </a:lnTo>
                  <a:lnTo>
                    <a:pt x="234619" y="8742"/>
                  </a:lnTo>
                  <a:lnTo>
                    <a:pt x="229728" y="6677"/>
                  </a:lnTo>
                  <a:lnTo>
                    <a:pt x="224775" y="4769"/>
                  </a:lnTo>
                  <a:lnTo>
                    <a:pt x="219763" y="3018"/>
                  </a:lnTo>
                  <a:lnTo>
                    <a:pt x="214698" y="1428"/>
                  </a:lnTo>
                  <a:lnTo>
                    <a:pt x="209586" y="0"/>
                  </a:lnTo>
                  <a:lnTo>
                    <a:pt x="167159" y="161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42426" cy="167167"/>
            </a:xfrm>
            <a:custGeom>
              <a:avLst/>
              <a:pathLst>
                <a:path w="42426" h="167167">
                  <a:moveTo>
                    <a:pt x="42426" y="5473"/>
                  </a:move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56380" y="5399291"/>
              <a:ext cx="167163" cy="305369"/>
            </a:xfrm>
            <a:custGeom>
              <a:avLst/>
              <a:pathLst>
                <a:path w="167163" h="305369">
                  <a:moveTo>
                    <a:pt x="167163" y="0"/>
                  </a:moveTo>
                  <a:lnTo>
                    <a:pt x="161780" y="86"/>
                  </a:lnTo>
                  <a:lnTo>
                    <a:pt x="156403" y="346"/>
                  </a:lnTo>
                  <a:lnTo>
                    <a:pt x="151038" y="779"/>
                  </a:lnTo>
                  <a:lnTo>
                    <a:pt x="145689" y="1384"/>
                  </a:lnTo>
                  <a:lnTo>
                    <a:pt x="140362" y="2162"/>
                  </a:lnTo>
                  <a:lnTo>
                    <a:pt x="135063" y="3110"/>
                  </a:lnTo>
                  <a:lnTo>
                    <a:pt x="129797" y="4229"/>
                  </a:lnTo>
                  <a:lnTo>
                    <a:pt x="124571" y="5516"/>
                  </a:lnTo>
                  <a:lnTo>
                    <a:pt x="119388" y="6972"/>
                  </a:lnTo>
                  <a:lnTo>
                    <a:pt x="114255" y="8593"/>
                  </a:lnTo>
                  <a:lnTo>
                    <a:pt x="109176" y="10379"/>
                  </a:lnTo>
                  <a:lnTo>
                    <a:pt x="104158" y="12327"/>
                  </a:lnTo>
                  <a:lnTo>
                    <a:pt x="99205" y="14436"/>
                  </a:lnTo>
                  <a:lnTo>
                    <a:pt x="94323" y="16703"/>
                  </a:lnTo>
                  <a:lnTo>
                    <a:pt x="89516" y="19126"/>
                  </a:lnTo>
                  <a:lnTo>
                    <a:pt x="84790" y="21703"/>
                  </a:lnTo>
                  <a:lnTo>
                    <a:pt x="80149" y="24431"/>
                  </a:lnTo>
                  <a:lnTo>
                    <a:pt x="75598" y="27307"/>
                  </a:lnTo>
                  <a:lnTo>
                    <a:pt x="71143" y="30327"/>
                  </a:lnTo>
                  <a:lnTo>
                    <a:pt x="66786" y="33490"/>
                  </a:lnTo>
                  <a:lnTo>
                    <a:pt x="62534" y="36791"/>
                  </a:lnTo>
                  <a:lnTo>
                    <a:pt x="58391" y="40227"/>
                  </a:lnTo>
                  <a:lnTo>
                    <a:pt x="54360" y="43795"/>
                  </a:lnTo>
                  <a:lnTo>
                    <a:pt x="50446" y="47491"/>
                  </a:lnTo>
                  <a:lnTo>
                    <a:pt x="46653" y="51311"/>
                  </a:lnTo>
                  <a:lnTo>
                    <a:pt x="42986" y="55252"/>
                  </a:lnTo>
                  <a:lnTo>
                    <a:pt x="39447" y="59308"/>
                  </a:lnTo>
                  <a:lnTo>
                    <a:pt x="36040" y="63476"/>
                  </a:lnTo>
                  <a:lnTo>
                    <a:pt x="32769" y="67752"/>
                  </a:lnTo>
                  <a:lnTo>
                    <a:pt x="29638" y="72130"/>
                  </a:lnTo>
                  <a:lnTo>
                    <a:pt x="26649" y="76608"/>
                  </a:lnTo>
                  <a:lnTo>
                    <a:pt x="23806" y="81179"/>
                  </a:lnTo>
                  <a:lnTo>
                    <a:pt x="21112" y="85839"/>
                  </a:lnTo>
                  <a:lnTo>
                    <a:pt x="18569" y="90584"/>
                  </a:lnTo>
                  <a:lnTo>
                    <a:pt x="16181" y="95408"/>
                  </a:lnTo>
                  <a:lnTo>
                    <a:pt x="13948" y="100306"/>
                  </a:lnTo>
                  <a:lnTo>
                    <a:pt x="11875" y="105274"/>
                  </a:lnTo>
                  <a:lnTo>
                    <a:pt x="9963" y="110306"/>
                  </a:lnTo>
                  <a:lnTo>
                    <a:pt x="8213" y="115397"/>
                  </a:lnTo>
                  <a:lnTo>
                    <a:pt x="6629" y="120542"/>
                  </a:lnTo>
                  <a:lnTo>
                    <a:pt x="5211" y="125735"/>
                  </a:lnTo>
                  <a:lnTo>
                    <a:pt x="3961" y="130971"/>
                  </a:lnTo>
                  <a:lnTo>
                    <a:pt x="2880" y="136244"/>
                  </a:lnTo>
                  <a:lnTo>
                    <a:pt x="1970" y="141550"/>
                  </a:lnTo>
                  <a:lnTo>
                    <a:pt x="1230" y="146882"/>
                  </a:lnTo>
                  <a:lnTo>
                    <a:pt x="663" y="152235"/>
                  </a:lnTo>
                  <a:lnTo>
                    <a:pt x="269" y="157604"/>
                  </a:lnTo>
                  <a:lnTo>
                    <a:pt x="48" y="162982"/>
                  </a:lnTo>
                  <a:lnTo>
                    <a:pt x="0" y="168365"/>
                  </a:lnTo>
                  <a:lnTo>
                    <a:pt x="125" y="173747"/>
                  </a:lnTo>
                  <a:lnTo>
                    <a:pt x="423" y="179122"/>
                  </a:lnTo>
                  <a:lnTo>
                    <a:pt x="895" y="184484"/>
                  </a:lnTo>
                  <a:lnTo>
                    <a:pt x="1538" y="189829"/>
                  </a:lnTo>
                  <a:lnTo>
                    <a:pt x="2354" y="195150"/>
                  </a:lnTo>
                  <a:lnTo>
                    <a:pt x="3340" y="200442"/>
                  </a:lnTo>
                  <a:lnTo>
                    <a:pt x="4497" y="205699"/>
                  </a:lnTo>
                  <a:lnTo>
                    <a:pt x="5822" y="210917"/>
                  </a:lnTo>
                  <a:lnTo>
                    <a:pt x="7314" y="216089"/>
                  </a:lnTo>
                  <a:lnTo>
                    <a:pt x="8972" y="221210"/>
                  </a:lnTo>
                  <a:lnTo>
                    <a:pt x="10794" y="226276"/>
                  </a:lnTo>
                  <a:lnTo>
                    <a:pt x="12778" y="231280"/>
                  </a:lnTo>
                  <a:lnTo>
                    <a:pt x="14923" y="236217"/>
                  </a:lnTo>
                  <a:lnTo>
                    <a:pt x="17225" y="241083"/>
                  </a:lnTo>
                  <a:lnTo>
                    <a:pt x="19683" y="245873"/>
                  </a:lnTo>
                  <a:lnTo>
                    <a:pt x="22293" y="250580"/>
                  </a:lnTo>
                  <a:lnTo>
                    <a:pt x="25054" y="255202"/>
                  </a:lnTo>
                  <a:lnTo>
                    <a:pt x="27962" y="259732"/>
                  </a:lnTo>
                  <a:lnTo>
                    <a:pt x="31015" y="264166"/>
                  </a:lnTo>
                  <a:lnTo>
                    <a:pt x="34209" y="268499"/>
                  </a:lnTo>
                  <a:lnTo>
                    <a:pt x="37540" y="272727"/>
                  </a:lnTo>
                  <a:lnTo>
                    <a:pt x="41006" y="276846"/>
                  </a:lnTo>
                  <a:lnTo>
                    <a:pt x="44603" y="280851"/>
                  </a:lnTo>
                  <a:lnTo>
                    <a:pt x="48327" y="284738"/>
                  </a:lnTo>
                  <a:lnTo>
                    <a:pt x="52174" y="288504"/>
                  </a:lnTo>
                  <a:lnTo>
                    <a:pt x="56141" y="292143"/>
                  </a:lnTo>
                  <a:lnTo>
                    <a:pt x="60222" y="295653"/>
                  </a:lnTo>
                  <a:lnTo>
                    <a:pt x="64414" y="299030"/>
                  </a:lnTo>
                  <a:lnTo>
                    <a:pt x="68713" y="302270"/>
                  </a:lnTo>
                  <a:lnTo>
                    <a:pt x="73114" y="30536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29495" y="5566459"/>
              <a:ext cx="94048" cy="138202"/>
            </a:xfrm>
            <a:custGeom>
              <a:avLst/>
              <a:pathLst>
                <a:path w="94048" h="138202">
                  <a:moveTo>
                    <a:pt x="0" y="138202"/>
                  </a:moveTo>
                  <a:lnTo>
                    <a:pt x="94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29495" y="5566459"/>
              <a:ext cx="94048" cy="138202"/>
            </a:xfrm>
            <a:custGeom>
              <a:avLst/>
              <a:pathLst>
                <a:path w="94048" h="138202">
                  <a:moveTo>
                    <a:pt x="0" y="138202"/>
                  </a:moveTo>
                  <a:lnTo>
                    <a:pt x="94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29495" y="5566459"/>
              <a:ext cx="94048" cy="138202"/>
            </a:xfrm>
            <a:custGeom>
              <a:avLst/>
              <a:pathLst>
                <a:path w="94048" h="138202">
                  <a:moveTo>
                    <a:pt x="0" y="138202"/>
                  </a:moveTo>
                  <a:lnTo>
                    <a:pt x="94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29495" y="5566459"/>
              <a:ext cx="94048" cy="138202"/>
            </a:xfrm>
            <a:custGeom>
              <a:avLst/>
              <a:pathLst>
                <a:path w="94048" h="138202">
                  <a:moveTo>
                    <a:pt x="0" y="138202"/>
                  </a:moveTo>
                  <a:lnTo>
                    <a:pt x="9404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29495" y="5566459"/>
              <a:ext cx="94048" cy="138202"/>
            </a:xfrm>
            <a:custGeom>
              <a:avLst/>
              <a:pathLst>
                <a:path w="94048" h="138202">
                  <a:moveTo>
                    <a:pt x="0" y="138202"/>
                  </a:moveTo>
                  <a:lnTo>
                    <a:pt x="9404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29495" y="5566459"/>
              <a:ext cx="105682" cy="167166"/>
            </a:xfrm>
            <a:custGeom>
              <a:avLst/>
              <a:pathLst>
                <a:path w="105682" h="167166">
                  <a:moveTo>
                    <a:pt x="0" y="138202"/>
                  </a:moveTo>
                  <a:lnTo>
                    <a:pt x="4661" y="141262"/>
                  </a:lnTo>
                  <a:lnTo>
                    <a:pt x="9422" y="144164"/>
                  </a:lnTo>
                  <a:lnTo>
                    <a:pt x="14278" y="146907"/>
                  </a:lnTo>
                  <a:lnTo>
                    <a:pt x="19222" y="149485"/>
                  </a:lnTo>
                  <a:lnTo>
                    <a:pt x="24249" y="151898"/>
                  </a:lnTo>
                  <a:lnTo>
                    <a:pt x="29354" y="154141"/>
                  </a:lnTo>
                  <a:lnTo>
                    <a:pt x="34531" y="156213"/>
                  </a:lnTo>
                  <a:lnTo>
                    <a:pt x="39775" y="158111"/>
                  </a:lnTo>
                  <a:lnTo>
                    <a:pt x="45078" y="159834"/>
                  </a:lnTo>
                  <a:lnTo>
                    <a:pt x="50436" y="161378"/>
                  </a:lnTo>
                  <a:lnTo>
                    <a:pt x="55843" y="162743"/>
                  </a:lnTo>
                  <a:lnTo>
                    <a:pt x="61292" y="163926"/>
                  </a:lnTo>
                  <a:lnTo>
                    <a:pt x="66778" y="164928"/>
                  </a:lnTo>
                  <a:lnTo>
                    <a:pt x="72294" y="165745"/>
                  </a:lnTo>
                  <a:lnTo>
                    <a:pt x="77834" y="166379"/>
                  </a:lnTo>
                  <a:lnTo>
                    <a:pt x="83392" y="166827"/>
                  </a:lnTo>
                  <a:lnTo>
                    <a:pt x="88962" y="167090"/>
                  </a:lnTo>
                  <a:lnTo>
                    <a:pt x="94538" y="167166"/>
                  </a:lnTo>
                  <a:lnTo>
                    <a:pt x="100113" y="167057"/>
                  </a:lnTo>
                  <a:lnTo>
                    <a:pt x="105682" y="166762"/>
                  </a:lnTo>
                  <a:lnTo>
                    <a:pt x="9404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167166" cy="333929"/>
            </a:xfrm>
            <a:custGeom>
              <a:avLst/>
              <a:pathLst>
                <a:path w="167166" h="333929">
                  <a:moveTo>
                    <a:pt x="11633" y="333929"/>
                  </a:moveTo>
                  <a:lnTo>
                    <a:pt x="16963" y="333471"/>
                  </a:lnTo>
                  <a:lnTo>
                    <a:pt x="22275" y="332844"/>
                  </a:lnTo>
                  <a:lnTo>
                    <a:pt x="27564" y="332046"/>
                  </a:lnTo>
                  <a:lnTo>
                    <a:pt x="32825" y="331080"/>
                  </a:lnTo>
                  <a:lnTo>
                    <a:pt x="38053" y="329946"/>
                  </a:lnTo>
                  <a:lnTo>
                    <a:pt x="43241" y="328645"/>
                  </a:lnTo>
                  <a:lnTo>
                    <a:pt x="48385" y="327179"/>
                  </a:lnTo>
                  <a:lnTo>
                    <a:pt x="53480" y="325549"/>
                  </a:lnTo>
                  <a:lnTo>
                    <a:pt x="58520" y="323757"/>
                  </a:lnTo>
                  <a:lnTo>
                    <a:pt x="63500" y="321804"/>
                  </a:lnTo>
                  <a:lnTo>
                    <a:pt x="68415" y="319693"/>
                  </a:lnTo>
                  <a:lnTo>
                    <a:pt x="73259" y="317426"/>
                  </a:lnTo>
                  <a:lnTo>
                    <a:pt x="78029" y="315006"/>
                  </a:lnTo>
                  <a:lnTo>
                    <a:pt x="82719" y="312434"/>
                  </a:lnTo>
                  <a:lnTo>
                    <a:pt x="87325" y="309713"/>
                  </a:lnTo>
                  <a:lnTo>
                    <a:pt x="91841" y="306846"/>
                  </a:lnTo>
                  <a:lnTo>
                    <a:pt x="96262" y="303836"/>
                  </a:lnTo>
                  <a:lnTo>
                    <a:pt x="100586" y="300686"/>
                  </a:lnTo>
                  <a:lnTo>
                    <a:pt x="104806" y="297400"/>
                  </a:lnTo>
                  <a:lnTo>
                    <a:pt x="108919" y="293980"/>
                  </a:lnTo>
                  <a:lnTo>
                    <a:pt x="112920" y="290430"/>
                  </a:lnTo>
                  <a:lnTo>
                    <a:pt x="116806" y="286754"/>
                  </a:lnTo>
                  <a:lnTo>
                    <a:pt x="120573" y="282956"/>
                  </a:lnTo>
                  <a:lnTo>
                    <a:pt x="124215" y="279039"/>
                  </a:lnTo>
                  <a:lnTo>
                    <a:pt x="127731" y="275008"/>
                  </a:lnTo>
                  <a:lnTo>
                    <a:pt x="131116" y="270866"/>
                  </a:lnTo>
                  <a:lnTo>
                    <a:pt x="134367" y="266618"/>
                  </a:lnTo>
                  <a:lnTo>
                    <a:pt x="137480" y="262268"/>
                  </a:lnTo>
                  <a:lnTo>
                    <a:pt x="140452" y="257821"/>
                  </a:lnTo>
                  <a:lnTo>
                    <a:pt x="143280" y="253281"/>
                  </a:lnTo>
                  <a:lnTo>
                    <a:pt x="145962" y="248652"/>
                  </a:lnTo>
                  <a:lnTo>
                    <a:pt x="148494" y="243941"/>
                  </a:lnTo>
                  <a:lnTo>
                    <a:pt x="150875" y="239151"/>
                  </a:lnTo>
                  <a:lnTo>
                    <a:pt x="153100" y="234287"/>
                  </a:lnTo>
                  <a:lnTo>
                    <a:pt x="155170" y="229354"/>
                  </a:lnTo>
                  <a:lnTo>
                    <a:pt x="157080" y="224358"/>
                  </a:lnTo>
                  <a:lnTo>
                    <a:pt x="158829" y="219303"/>
                  </a:lnTo>
                  <a:lnTo>
                    <a:pt x="160416" y="214194"/>
                  </a:lnTo>
                  <a:lnTo>
                    <a:pt x="161838" y="209038"/>
                  </a:lnTo>
                  <a:lnTo>
                    <a:pt x="163095" y="203839"/>
                  </a:lnTo>
                  <a:lnTo>
                    <a:pt x="164185" y="198602"/>
                  </a:lnTo>
                  <a:lnTo>
                    <a:pt x="165106" y="193333"/>
                  </a:lnTo>
                  <a:lnTo>
                    <a:pt x="165859" y="188037"/>
                  </a:lnTo>
                  <a:lnTo>
                    <a:pt x="166442" y="182720"/>
                  </a:lnTo>
                  <a:lnTo>
                    <a:pt x="166854" y="177387"/>
                  </a:lnTo>
                  <a:lnTo>
                    <a:pt x="167096" y="172043"/>
                  </a:lnTo>
                  <a:lnTo>
                    <a:pt x="167166" y="166695"/>
                  </a:lnTo>
                  <a:lnTo>
                    <a:pt x="167066" y="161346"/>
                  </a:lnTo>
                  <a:lnTo>
                    <a:pt x="166794" y="156004"/>
                  </a:lnTo>
                  <a:lnTo>
                    <a:pt x="166351" y="150674"/>
                  </a:lnTo>
                  <a:lnTo>
                    <a:pt x="165738" y="145360"/>
                  </a:lnTo>
                  <a:lnTo>
                    <a:pt x="164956" y="140068"/>
                  </a:lnTo>
                  <a:lnTo>
                    <a:pt x="164004" y="134805"/>
                  </a:lnTo>
                  <a:lnTo>
                    <a:pt x="162885" y="129574"/>
                  </a:lnTo>
                  <a:lnTo>
                    <a:pt x="161599" y="124382"/>
                  </a:lnTo>
                  <a:lnTo>
                    <a:pt x="160147" y="119234"/>
                  </a:lnTo>
                  <a:lnTo>
                    <a:pt x="158532" y="114134"/>
                  </a:lnTo>
                  <a:lnTo>
                    <a:pt x="156754" y="109090"/>
                  </a:lnTo>
                  <a:lnTo>
                    <a:pt x="154816" y="104104"/>
                  </a:lnTo>
                  <a:lnTo>
                    <a:pt x="152719" y="99183"/>
                  </a:lnTo>
                  <a:lnTo>
                    <a:pt x="150465" y="94332"/>
                  </a:lnTo>
                  <a:lnTo>
                    <a:pt x="148058" y="89555"/>
                  </a:lnTo>
                  <a:lnTo>
                    <a:pt x="145499" y="84858"/>
                  </a:lnTo>
                  <a:lnTo>
                    <a:pt x="142791" y="80245"/>
                  </a:lnTo>
                  <a:lnTo>
                    <a:pt x="139937" y="75721"/>
                  </a:lnTo>
                  <a:lnTo>
                    <a:pt x="136940" y="71291"/>
                  </a:lnTo>
                  <a:lnTo>
                    <a:pt x="133802" y="66958"/>
                  </a:lnTo>
                  <a:lnTo>
                    <a:pt x="130528" y="62729"/>
                  </a:lnTo>
                  <a:lnTo>
                    <a:pt x="127120" y="58606"/>
                  </a:lnTo>
                  <a:lnTo>
                    <a:pt x="123581" y="54595"/>
                  </a:lnTo>
                  <a:lnTo>
                    <a:pt x="119916" y="50698"/>
                  </a:lnTo>
                  <a:lnTo>
                    <a:pt x="116129" y="46921"/>
                  </a:lnTo>
                  <a:lnTo>
                    <a:pt x="112222" y="43268"/>
                  </a:lnTo>
                  <a:lnTo>
                    <a:pt x="108201" y="39741"/>
                  </a:lnTo>
                  <a:lnTo>
                    <a:pt x="104068" y="36344"/>
                  </a:lnTo>
                  <a:lnTo>
                    <a:pt x="99830" y="33081"/>
                  </a:lnTo>
                  <a:lnTo>
                    <a:pt x="95488" y="29956"/>
                  </a:lnTo>
                  <a:lnTo>
                    <a:pt x="91050" y="26971"/>
                  </a:lnTo>
                  <a:lnTo>
                    <a:pt x="86518" y="24130"/>
                  </a:lnTo>
                  <a:lnTo>
                    <a:pt x="81897" y="21435"/>
                  </a:lnTo>
                  <a:lnTo>
                    <a:pt x="77193" y="18890"/>
                  </a:lnTo>
                  <a:lnTo>
                    <a:pt x="72409" y="16496"/>
                  </a:lnTo>
                  <a:lnTo>
                    <a:pt x="67551" y="14256"/>
                  </a:lnTo>
                  <a:lnTo>
                    <a:pt x="62625" y="12173"/>
                  </a:lnTo>
                  <a:lnTo>
                    <a:pt x="57634" y="10249"/>
                  </a:lnTo>
                  <a:lnTo>
                    <a:pt x="52584" y="8485"/>
                  </a:lnTo>
                  <a:lnTo>
                    <a:pt x="47480" y="6884"/>
                  </a:lnTo>
                  <a:lnTo>
                    <a:pt x="42328" y="5447"/>
                  </a:lnTo>
                  <a:lnTo>
                    <a:pt x="37132" y="4176"/>
                  </a:lnTo>
                  <a:lnTo>
                    <a:pt x="31898" y="3071"/>
                  </a:lnTo>
                  <a:lnTo>
                    <a:pt x="26632" y="2135"/>
                  </a:lnTo>
                  <a:lnTo>
                    <a:pt x="21338" y="1367"/>
                  </a:lnTo>
                  <a:lnTo>
                    <a:pt x="16023" y="769"/>
                  </a:lnTo>
                  <a:lnTo>
                    <a:pt x="10691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27161" y="5269756"/>
              <a:ext cx="118096" cy="167167"/>
            </a:xfrm>
            <a:custGeom>
              <a:avLst/>
              <a:pathLst>
                <a:path w="118096" h="167167">
                  <a:moveTo>
                    <a:pt x="118096" y="0"/>
                  </a:moveTo>
                  <a:lnTo>
                    <a:pt x="112396" y="97"/>
                  </a:lnTo>
                  <a:lnTo>
                    <a:pt x="106702" y="388"/>
                  </a:lnTo>
                  <a:lnTo>
                    <a:pt x="101021" y="874"/>
                  </a:lnTo>
                  <a:lnTo>
                    <a:pt x="95360" y="1553"/>
                  </a:lnTo>
                  <a:lnTo>
                    <a:pt x="89726" y="2425"/>
                  </a:lnTo>
                  <a:lnTo>
                    <a:pt x="84124" y="3488"/>
                  </a:lnTo>
                  <a:lnTo>
                    <a:pt x="78562" y="4742"/>
                  </a:lnTo>
                  <a:lnTo>
                    <a:pt x="73046" y="6184"/>
                  </a:lnTo>
                  <a:lnTo>
                    <a:pt x="67583" y="7814"/>
                  </a:lnTo>
                  <a:lnTo>
                    <a:pt x="62178" y="9629"/>
                  </a:lnTo>
                  <a:lnTo>
                    <a:pt x="56838" y="11628"/>
                  </a:lnTo>
                  <a:lnTo>
                    <a:pt x="51570" y="13807"/>
                  </a:lnTo>
                  <a:lnTo>
                    <a:pt x="46379" y="16165"/>
                  </a:lnTo>
                  <a:lnTo>
                    <a:pt x="41271" y="18699"/>
                  </a:lnTo>
                  <a:lnTo>
                    <a:pt x="36253" y="21405"/>
                  </a:lnTo>
                  <a:lnTo>
                    <a:pt x="31330" y="24280"/>
                  </a:lnTo>
                  <a:lnTo>
                    <a:pt x="26508" y="27322"/>
                  </a:lnTo>
                  <a:lnTo>
                    <a:pt x="21792" y="30527"/>
                  </a:lnTo>
                  <a:lnTo>
                    <a:pt x="17189" y="33891"/>
                  </a:lnTo>
                  <a:lnTo>
                    <a:pt x="12702" y="37409"/>
                  </a:lnTo>
                  <a:lnTo>
                    <a:pt x="8339" y="41079"/>
                  </a:lnTo>
                  <a:lnTo>
                    <a:pt x="4103" y="44895"/>
                  </a:lnTo>
                  <a:lnTo>
                    <a:pt x="0" y="48853"/>
                  </a:lnTo>
                  <a:lnTo>
                    <a:pt x="11809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27161" y="5318610"/>
              <a:ext cx="118096" cy="118313"/>
            </a:xfrm>
            <a:custGeom>
              <a:avLst/>
              <a:pathLst>
                <a:path w="118096" h="118313">
                  <a:moveTo>
                    <a:pt x="0" y="0"/>
                  </a:moveTo>
                  <a:lnTo>
                    <a:pt x="118096" y="1183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8585" y="5318610"/>
              <a:ext cx="146672" cy="118313"/>
            </a:xfrm>
            <a:custGeom>
              <a:avLst/>
              <a:pathLst>
                <a:path w="146672" h="118313">
                  <a:moveTo>
                    <a:pt x="28575" y="0"/>
                  </a:moveTo>
                  <a:lnTo>
                    <a:pt x="24423" y="4295"/>
                  </a:lnTo>
                  <a:lnTo>
                    <a:pt x="20427" y="8736"/>
                  </a:lnTo>
                  <a:lnTo>
                    <a:pt x="16592" y="13318"/>
                  </a:lnTo>
                  <a:lnTo>
                    <a:pt x="12923" y="18033"/>
                  </a:lnTo>
                  <a:lnTo>
                    <a:pt x="9425" y="22876"/>
                  </a:lnTo>
                  <a:lnTo>
                    <a:pt x="6102" y="27842"/>
                  </a:lnTo>
                  <a:lnTo>
                    <a:pt x="2959" y="32923"/>
                  </a:lnTo>
                  <a:lnTo>
                    <a:pt x="0" y="38113"/>
                  </a:lnTo>
                  <a:lnTo>
                    <a:pt x="146672" y="1183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20489" y="86967"/>
                  </a:moveTo>
                  <a:lnTo>
                    <a:pt x="18014" y="91668"/>
                  </a:lnTo>
                  <a:lnTo>
                    <a:pt x="15690" y="96446"/>
                  </a:lnTo>
                  <a:lnTo>
                    <a:pt x="13519" y="101296"/>
                  </a:lnTo>
                  <a:lnTo>
                    <a:pt x="11503" y="106212"/>
                  </a:lnTo>
                  <a:lnTo>
                    <a:pt x="9645" y="111189"/>
                  </a:lnTo>
                  <a:lnTo>
                    <a:pt x="7945" y="116223"/>
                  </a:lnTo>
                  <a:lnTo>
                    <a:pt x="6407" y="121309"/>
                  </a:lnTo>
                  <a:lnTo>
                    <a:pt x="5031" y="126441"/>
                  </a:lnTo>
                  <a:lnTo>
                    <a:pt x="3818" y="131614"/>
                  </a:lnTo>
                  <a:lnTo>
                    <a:pt x="2771" y="136823"/>
                  </a:lnTo>
                  <a:lnTo>
                    <a:pt x="1890" y="142063"/>
                  </a:lnTo>
                  <a:lnTo>
                    <a:pt x="1175" y="147328"/>
                  </a:lnTo>
                  <a:lnTo>
                    <a:pt x="629" y="152613"/>
                  </a:lnTo>
                  <a:lnTo>
                    <a:pt x="250" y="157912"/>
                  </a:lnTo>
                  <a:lnTo>
                    <a:pt x="40" y="163221"/>
                  </a:lnTo>
                  <a:lnTo>
                    <a:pt x="0" y="168535"/>
                  </a:lnTo>
                  <a:lnTo>
                    <a:pt x="127" y="173846"/>
                  </a:lnTo>
                  <a:lnTo>
                    <a:pt x="424" y="179151"/>
                  </a:lnTo>
                  <a:lnTo>
                    <a:pt x="889" y="184444"/>
                  </a:lnTo>
                  <a:lnTo>
                    <a:pt x="1522" y="189719"/>
                  </a:lnTo>
                  <a:lnTo>
                    <a:pt x="2323" y="194972"/>
                  </a:lnTo>
                  <a:lnTo>
                    <a:pt x="3289" y="200196"/>
                  </a:lnTo>
                  <a:lnTo>
                    <a:pt x="4422" y="205388"/>
                  </a:lnTo>
                  <a:lnTo>
                    <a:pt x="5719" y="210540"/>
                  </a:lnTo>
                  <a:lnTo>
                    <a:pt x="7179" y="215649"/>
                  </a:lnTo>
                  <a:lnTo>
                    <a:pt x="8800" y="220709"/>
                  </a:lnTo>
                  <a:lnTo>
                    <a:pt x="10582" y="225714"/>
                  </a:lnTo>
                  <a:lnTo>
                    <a:pt x="12521" y="230661"/>
                  </a:lnTo>
                  <a:lnTo>
                    <a:pt x="14617" y="235543"/>
                  </a:lnTo>
                  <a:lnTo>
                    <a:pt x="16867" y="240356"/>
                  </a:lnTo>
                  <a:lnTo>
                    <a:pt x="19269" y="245096"/>
                  </a:lnTo>
                  <a:lnTo>
                    <a:pt x="21821" y="249756"/>
                  </a:lnTo>
                  <a:lnTo>
                    <a:pt x="24519" y="254334"/>
                  </a:lnTo>
                  <a:lnTo>
                    <a:pt x="27361" y="258823"/>
                  </a:lnTo>
                  <a:lnTo>
                    <a:pt x="30344" y="263219"/>
                  </a:lnTo>
                  <a:lnTo>
                    <a:pt x="33466" y="267519"/>
                  </a:lnTo>
                  <a:lnTo>
                    <a:pt x="36723" y="271717"/>
                  </a:lnTo>
                  <a:lnTo>
                    <a:pt x="40111" y="275809"/>
                  </a:lnTo>
                  <a:lnTo>
                    <a:pt x="43628" y="279792"/>
                  </a:lnTo>
                  <a:lnTo>
                    <a:pt x="47269" y="283661"/>
                  </a:lnTo>
                  <a:lnTo>
                    <a:pt x="51032" y="287412"/>
                  </a:lnTo>
                  <a:lnTo>
                    <a:pt x="54912" y="291042"/>
                  </a:lnTo>
                  <a:lnTo>
                    <a:pt x="58906" y="294547"/>
                  </a:lnTo>
                  <a:lnTo>
                    <a:pt x="63008" y="297923"/>
                  </a:lnTo>
                  <a:lnTo>
                    <a:pt x="67216" y="301167"/>
                  </a:lnTo>
                  <a:lnTo>
                    <a:pt x="71525" y="304275"/>
                  </a:lnTo>
                  <a:lnTo>
                    <a:pt x="75931" y="307245"/>
                  </a:lnTo>
                  <a:lnTo>
                    <a:pt x="80429" y="310074"/>
                  </a:lnTo>
                  <a:lnTo>
                    <a:pt x="85014" y="312758"/>
                  </a:lnTo>
                  <a:lnTo>
                    <a:pt x="89683" y="315295"/>
                  </a:lnTo>
                  <a:lnTo>
                    <a:pt x="94429" y="317683"/>
                  </a:lnTo>
                  <a:lnTo>
                    <a:pt x="99249" y="319918"/>
                  </a:lnTo>
                  <a:lnTo>
                    <a:pt x="104138" y="321999"/>
                  </a:lnTo>
                  <a:lnTo>
                    <a:pt x="109090" y="323924"/>
                  </a:lnTo>
                  <a:lnTo>
                    <a:pt x="114101" y="325690"/>
                  </a:lnTo>
                  <a:lnTo>
                    <a:pt x="119166" y="327296"/>
                  </a:lnTo>
                  <a:lnTo>
                    <a:pt x="124279" y="328741"/>
                  </a:lnTo>
                  <a:lnTo>
                    <a:pt x="129436" y="330022"/>
                  </a:lnTo>
                  <a:lnTo>
                    <a:pt x="134630" y="331139"/>
                  </a:lnTo>
                  <a:lnTo>
                    <a:pt x="139858" y="332090"/>
                  </a:lnTo>
                  <a:lnTo>
                    <a:pt x="145113" y="332874"/>
                  </a:lnTo>
                  <a:lnTo>
                    <a:pt x="150390" y="333491"/>
                  </a:lnTo>
                  <a:lnTo>
                    <a:pt x="155684" y="333940"/>
                  </a:lnTo>
                  <a:lnTo>
                    <a:pt x="160990" y="334220"/>
                  </a:lnTo>
                  <a:lnTo>
                    <a:pt x="166302" y="334332"/>
                  </a:lnTo>
                  <a:lnTo>
                    <a:pt x="171615" y="334275"/>
                  </a:lnTo>
                  <a:lnTo>
                    <a:pt x="176923" y="334049"/>
                  </a:lnTo>
                  <a:lnTo>
                    <a:pt x="182222" y="333655"/>
                  </a:lnTo>
                  <a:lnTo>
                    <a:pt x="187505" y="333092"/>
                  </a:lnTo>
                  <a:lnTo>
                    <a:pt x="192768" y="332362"/>
                  </a:lnTo>
                  <a:lnTo>
                    <a:pt x="198005" y="331464"/>
                  </a:lnTo>
                  <a:lnTo>
                    <a:pt x="203211" y="330401"/>
                  </a:lnTo>
                  <a:lnTo>
                    <a:pt x="208380" y="329173"/>
                  </a:lnTo>
                  <a:lnTo>
                    <a:pt x="213508" y="327781"/>
                  </a:lnTo>
                  <a:lnTo>
                    <a:pt x="218589" y="326227"/>
                  </a:lnTo>
                  <a:lnTo>
                    <a:pt x="223618" y="324513"/>
                  </a:lnTo>
                  <a:lnTo>
                    <a:pt x="228589" y="322639"/>
                  </a:lnTo>
                  <a:lnTo>
                    <a:pt x="233499" y="320608"/>
                  </a:lnTo>
                  <a:lnTo>
                    <a:pt x="238342" y="318423"/>
                  </a:lnTo>
                  <a:lnTo>
                    <a:pt x="243113" y="316084"/>
                  </a:lnTo>
                  <a:lnTo>
                    <a:pt x="247807" y="313595"/>
                  </a:lnTo>
                  <a:lnTo>
                    <a:pt x="252420" y="310958"/>
                  </a:lnTo>
                  <a:lnTo>
                    <a:pt x="256947" y="308176"/>
                  </a:lnTo>
                  <a:lnTo>
                    <a:pt x="261382" y="305251"/>
                  </a:lnTo>
                  <a:lnTo>
                    <a:pt x="265723" y="302187"/>
                  </a:lnTo>
                  <a:lnTo>
                    <a:pt x="269964" y="298987"/>
                  </a:lnTo>
                  <a:lnTo>
                    <a:pt x="274102" y="295653"/>
                  </a:lnTo>
                  <a:lnTo>
                    <a:pt x="278131" y="292190"/>
                  </a:lnTo>
                  <a:lnTo>
                    <a:pt x="282048" y="288600"/>
                  </a:lnTo>
                  <a:lnTo>
                    <a:pt x="285849" y="284888"/>
                  </a:lnTo>
                  <a:lnTo>
                    <a:pt x="289530" y="281056"/>
                  </a:lnTo>
                  <a:lnTo>
                    <a:pt x="293088" y="277110"/>
                  </a:lnTo>
                  <a:lnTo>
                    <a:pt x="296518" y="273052"/>
                  </a:lnTo>
                  <a:lnTo>
                    <a:pt x="299818" y="268888"/>
                  </a:lnTo>
                  <a:lnTo>
                    <a:pt x="302984" y="264621"/>
                  </a:lnTo>
                  <a:lnTo>
                    <a:pt x="306012" y="260255"/>
                  </a:lnTo>
                  <a:lnTo>
                    <a:pt x="308900" y="255796"/>
                  </a:lnTo>
                  <a:lnTo>
                    <a:pt x="311645" y="251246"/>
                  </a:lnTo>
                  <a:lnTo>
                    <a:pt x="314244" y="246612"/>
                  </a:lnTo>
                  <a:lnTo>
                    <a:pt x="316695" y="241898"/>
                  </a:lnTo>
                  <a:lnTo>
                    <a:pt x="318994" y="237108"/>
                  </a:lnTo>
                  <a:lnTo>
                    <a:pt x="321140" y="232247"/>
                  </a:lnTo>
                  <a:lnTo>
                    <a:pt x="323131" y="227321"/>
                  </a:lnTo>
                  <a:lnTo>
                    <a:pt x="324964" y="222334"/>
                  </a:lnTo>
                  <a:lnTo>
                    <a:pt x="326637" y="217291"/>
                  </a:lnTo>
                  <a:lnTo>
                    <a:pt x="328149" y="212198"/>
                  </a:lnTo>
                  <a:lnTo>
                    <a:pt x="329499" y="207059"/>
                  </a:lnTo>
                  <a:lnTo>
                    <a:pt x="330685" y="201880"/>
                  </a:lnTo>
                  <a:lnTo>
                    <a:pt x="331706" y="196665"/>
                  </a:lnTo>
                  <a:lnTo>
                    <a:pt x="332560" y="191421"/>
                  </a:lnTo>
                  <a:lnTo>
                    <a:pt x="333247" y="186153"/>
                  </a:lnTo>
                  <a:lnTo>
                    <a:pt x="333767" y="180865"/>
                  </a:lnTo>
                  <a:lnTo>
                    <a:pt x="334118" y="175563"/>
                  </a:lnTo>
                  <a:lnTo>
                    <a:pt x="334300" y="170253"/>
                  </a:lnTo>
                  <a:lnTo>
                    <a:pt x="334314" y="164940"/>
                  </a:lnTo>
                  <a:lnTo>
                    <a:pt x="334159" y="159629"/>
                  </a:lnTo>
                  <a:lnTo>
                    <a:pt x="333835" y="154326"/>
                  </a:lnTo>
                  <a:lnTo>
                    <a:pt x="333343" y="149035"/>
                  </a:lnTo>
                  <a:lnTo>
                    <a:pt x="332682" y="143763"/>
                  </a:lnTo>
                  <a:lnTo>
                    <a:pt x="331855" y="138515"/>
                  </a:lnTo>
                  <a:lnTo>
                    <a:pt x="330861" y="133295"/>
                  </a:lnTo>
                  <a:lnTo>
                    <a:pt x="329702" y="128110"/>
                  </a:lnTo>
                  <a:lnTo>
                    <a:pt x="328379" y="122964"/>
                  </a:lnTo>
                  <a:lnTo>
                    <a:pt x="326893" y="117863"/>
                  </a:lnTo>
                  <a:lnTo>
                    <a:pt x="325245" y="112812"/>
                  </a:lnTo>
                  <a:lnTo>
                    <a:pt x="323438" y="107815"/>
                  </a:lnTo>
                  <a:lnTo>
                    <a:pt x="321473" y="102879"/>
                  </a:lnTo>
                  <a:lnTo>
                    <a:pt x="319352" y="98007"/>
                  </a:lnTo>
                  <a:lnTo>
                    <a:pt x="317077" y="93206"/>
                  </a:lnTo>
                  <a:lnTo>
                    <a:pt x="314651" y="88479"/>
                  </a:lnTo>
                  <a:lnTo>
                    <a:pt x="312076" y="83831"/>
                  </a:lnTo>
                  <a:lnTo>
                    <a:pt x="309354" y="79268"/>
                  </a:lnTo>
                  <a:lnTo>
                    <a:pt x="306489" y="74794"/>
                  </a:lnTo>
                  <a:lnTo>
                    <a:pt x="303483" y="70413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1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1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0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8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9114" y="5018213"/>
              <a:ext cx="161924" cy="167167"/>
            </a:xfrm>
            <a:custGeom>
              <a:avLst/>
              <a:pathLst>
                <a:path w="161924" h="167167">
                  <a:moveTo>
                    <a:pt x="161924" y="0"/>
                  </a:moveTo>
                  <a:lnTo>
                    <a:pt x="156544" y="86"/>
                  </a:lnTo>
                  <a:lnTo>
                    <a:pt x="151170" y="346"/>
                  </a:lnTo>
                  <a:lnTo>
                    <a:pt x="145807" y="778"/>
                  </a:lnTo>
                  <a:lnTo>
                    <a:pt x="140461" y="1383"/>
                  </a:lnTo>
                  <a:lnTo>
                    <a:pt x="135137" y="2160"/>
                  </a:lnTo>
                  <a:lnTo>
                    <a:pt x="129840" y="3107"/>
                  </a:lnTo>
                  <a:lnTo>
                    <a:pt x="124577" y="4225"/>
                  </a:lnTo>
                  <a:lnTo>
                    <a:pt x="119353" y="5511"/>
                  </a:lnTo>
                  <a:lnTo>
                    <a:pt x="114172" y="6965"/>
                  </a:lnTo>
                  <a:lnTo>
                    <a:pt x="109041" y="8585"/>
                  </a:lnTo>
                  <a:lnTo>
                    <a:pt x="103965" y="10369"/>
                  </a:lnTo>
                  <a:lnTo>
                    <a:pt x="98949" y="12315"/>
                  </a:lnTo>
                  <a:lnTo>
                    <a:pt x="93998" y="14422"/>
                  </a:lnTo>
                  <a:lnTo>
                    <a:pt x="89118" y="16687"/>
                  </a:lnTo>
                  <a:lnTo>
                    <a:pt x="84313" y="19108"/>
                  </a:lnTo>
                  <a:lnTo>
                    <a:pt x="79588" y="21682"/>
                  </a:lnTo>
                  <a:lnTo>
                    <a:pt x="74949" y="24407"/>
                  </a:lnTo>
                  <a:lnTo>
                    <a:pt x="70400" y="27280"/>
                  </a:lnTo>
                  <a:lnTo>
                    <a:pt x="65945" y="30298"/>
                  </a:lnTo>
                  <a:lnTo>
                    <a:pt x="61590" y="33458"/>
                  </a:lnTo>
                  <a:lnTo>
                    <a:pt x="57339" y="36756"/>
                  </a:lnTo>
                  <a:lnTo>
                    <a:pt x="53197" y="40190"/>
                  </a:lnTo>
                  <a:lnTo>
                    <a:pt x="49167" y="43754"/>
                  </a:lnTo>
                  <a:lnTo>
                    <a:pt x="45253" y="47447"/>
                  </a:lnTo>
                  <a:lnTo>
                    <a:pt x="41461" y="51264"/>
                  </a:lnTo>
                  <a:lnTo>
                    <a:pt x="37793" y="55201"/>
                  </a:lnTo>
                  <a:lnTo>
                    <a:pt x="34254" y="59253"/>
                  </a:lnTo>
                  <a:lnTo>
                    <a:pt x="30848" y="63418"/>
                  </a:lnTo>
                  <a:lnTo>
                    <a:pt x="27577" y="67690"/>
                  </a:lnTo>
                  <a:lnTo>
                    <a:pt x="24445" y="72065"/>
                  </a:lnTo>
                  <a:lnTo>
                    <a:pt x="21455" y="76539"/>
                  </a:lnTo>
                  <a:lnTo>
                    <a:pt x="18612" y="81106"/>
                  </a:lnTo>
                  <a:lnTo>
                    <a:pt x="15916" y="85763"/>
                  </a:lnTo>
                  <a:lnTo>
                    <a:pt x="13372" y="90504"/>
                  </a:lnTo>
                  <a:lnTo>
                    <a:pt x="10982" y="95324"/>
                  </a:lnTo>
                  <a:lnTo>
                    <a:pt x="8748" y="100219"/>
                  </a:lnTo>
                  <a:lnTo>
                    <a:pt x="6673" y="105183"/>
                  </a:lnTo>
                  <a:lnTo>
                    <a:pt x="4759" y="110212"/>
                  </a:lnTo>
                  <a:lnTo>
                    <a:pt x="3007" y="115299"/>
                  </a:lnTo>
                  <a:lnTo>
                    <a:pt x="1420" y="120440"/>
                  </a:lnTo>
                  <a:lnTo>
                    <a:pt x="0" y="125630"/>
                  </a:lnTo>
                  <a:lnTo>
                    <a:pt x="1619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9114" y="5143843"/>
              <a:ext cx="161924" cy="41537"/>
            </a:xfrm>
            <a:custGeom>
              <a:avLst/>
              <a:pathLst>
                <a:path w="161924" h="41537">
                  <a:moveTo>
                    <a:pt x="0" y="0"/>
                  </a:moveTo>
                  <a:lnTo>
                    <a:pt x="161924" y="41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9114" y="5143843"/>
              <a:ext cx="161924" cy="41537"/>
            </a:xfrm>
            <a:custGeom>
              <a:avLst/>
              <a:pathLst>
                <a:path w="161924" h="41537">
                  <a:moveTo>
                    <a:pt x="0" y="0"/>
                  </a:moveTo>
                  <a:lnTo>
                    <a:pt x="161924" y="415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9114" y="5143843"/>
              <a:ext cx="161924" cy="41537"/>
            </a:xfrm>
            <a:custGeom>
              <a:avLst/>
              <a:pathLst>
                <a:path w="161924" h="41537">
                  <a:moveTo>
                    <a:pt x="0" y="0"/>
                  </a:moveTo>
                  <a:lnTo>
                    <a:pt x="161924" y="415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874" y="5143843"/>
              <a:ext cx="167164" cy="48582"/>
            </a:xfrm>
            <a:custGeom>
              <a:avLst/>
              <a:pathLst>
                <a:path w="167164" h="48582">
                  <a:moveTo>
                    <a:pt x="5240" y="0"/>
                  </a:moveTo>
                  <a:lnTo>
                    <a:pt x="3826" y="5962"/>
                  </a:lnTo>
                  <a:lnTo>
                    <a:pt x="2632" y="11972"/>
                  </a:lnTo>
                  <a:lnTo>
                    <a:pt x="1659" y="18022"/>
                  </a:lnTo>
                  <a:lnTo>
                    <a:pt x="908" y="24104"/>
                  </a:lnTo>
                  <a:lnTo>
                    <a:pt x="381" y="30209"/>
                  </a:lnTo>
                  <a:lnTo>
                    <a:pt x="78" y="36329"/>
                  </a:lnTo>
                  <a:lnTo>
                    <a:pt x="0" y="42456"/>
                  </a:lnTo>
                  <a:lnTo>
                    <a:pt x="145" y="48582"/>
                  </a:lnTo>
                  <a:lnTo>
                    <a:pt x="167164" y="415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4020" y="5018213"/>
              <a:ext cx="334169" cy="334333"/>
            </a:xfrm>
            <a:custGeom>
              <a:avLst/>
              <a:pathLst>
                <a:path w="334169" h="334333">
                  <a:moveTo>
                    <a:pt x="0" y="174212"/>
                  </a:moveTo>
                  <a:lnTo>
                    <a:pt x="308" y="179514"/>
                  </a:lnTo>
                  <a:lnTo>
                    <a:pt x="784" y="184803"/>
                  </a:lnTo>
                  <a:lnTo>
                    <a:pt x="1428" y="190075"/>
                  </a:lnTo>
                  <a:lnTo>
                    <a:pt x="2239" y="195323"/>
                  </a:lnTo>
                  <a:lnTo>
                    <a:pt x="3217" y="200543"/>
                  </a:lnTo>
                  <a:lnTo>
                    <a:pt x="4360" y="205729"/>
                  </a:lnTo>
                  <a:lnTo>
                    <a:pt x="5667" y="210877"/>
                  </a:lnTo>
                  <a:lnTo>
                    <a:pt x="7137" y="215980"/>
                  </a:lnTo>
                  <a:lnTo>
                    <a:pt x="8768" y="221034"/>
                  </a:lnTo>
                  <a:lnTo>
                    <a:pt x="10559" y="226034"/>
                  </a:lnTo>
                  <a:lnTo>
                    <a:pt x="12508" y="230974"/>
                  </a:lnTo>
                  <a:lnTo>
                    <a:pt x="14612" y="235850"/>
                  </a:lnTo>
                  <a:lnTo>
                    <a:pt x="16871" y="240656"/>
                  </a:lnTo>
                  <a:lnTo>
                    <a:pt x="19281" y="245389"/>
                  </a:lnTo>
                  <a:lnTo>
                    <a:pt x="21840" y="250042"/>
                  </a:lnTo>
                  <a:lnTo>
                    <a:pt x="24546" y="254612"/>
                  </a:lnTo>
                  <a:lnTo>
                    <a:pt x="27396" y="259093"/>
                  </a:lnTo>
                  <a:lnTo>
                    <a:pt x="30386" y="263482"/>
                  </a:lnTo>
                  <a:lnTo>
                    <a:pt x="33515" y="267774"/>
                  </a:lnTo>
                  <a:lnTo>
                    <a:pt x="36778" y="271964"/>
                  </a:lnTo>
                  <a:lnTo>
                    <a:pt x="40172" y="276048"/>
                  </a:lnTo>
                  <a:lnTo>
                    <a:pt x="43695" y="280022"/>
                  </a:lnTo>
                  <a:lnTo>
                    <a:pt x="47342" y="283882"/>
                  </a:lnTo>
                  <a:lnTo>
                    <a:pt x="51110" y="287625"/>
                  </a:lnTo>
                  <a:lnTo>
                    <a:pt x="54995" y="291246"/>
                  </a:lnTo>
                  <a:lnTo>
                    <a:pt x="58993" y="294742"/>
                  </a:lnTo>
                  <a:lnTo>
                    <a:pt x="63100" y="298109"/>
                  </a:lnTo>
                  <a:lnTo>
                    <a:pt x="67311" y="301344"/>
                  </a:lnTo>
                  <a:lnTo>
                    <a:pt x="71624" y="304443"/>
                  </a:lnTo>
                  <a:lnTo>
                    <a:pt x="76032" y="307404"/>
                  </a:lnTo>
                  <a:lnTo>
                    <a:pt x="80533" y="310224"/>
                  </a:lnTo>
                  <a:lnTo>
                    <a:pt x="85121" y="312899"/>
                  </a:lnTo>
                  <a:lnTo>
                    <a:pt x="89791" y="315427"/>
                  </a:lnTo>
                  <a:lnTo>
                    <a:pt x="94540" y="317805"/>
                  </a:lnTo>
                  <a:lnTo>
                    <a:pt x="99361" y="320031"/>
                  </a:lnTo>
                  <a:lnTo>
                    <a:pt x="104251" y="322103"/>
                  </a:lnTo>
                  <a:lnTo>
                    <a:pt x="109204" y="324019"/>
                  </a:lnTo>
                  <a:lnTo>
                    <a:pt x="114216" y="325776"/>
                  </a:lnTo>
                  <a:lnTo>
                    <a:pt x="119281" y="327373"/>
                  </a:lnTo>
                  <a:lnTo>
                    <a:pt x="124394" y="328809"/>
                  </a:lnTo>
                  <a:lnTo>
                    <a:pt x="129550" y="330081"/>
                  </a:lnTo>
                  <a:lnTo>
                    <a:pt x="134744" y="331189"/>
                  </a:lnTo>
                  <a:lnTo>
                    <a:pt x="139970" y="332132"/>
                  </a:lnTo>
                  <a:lnTo>
                    <a:pt x="145224" y="332908"/>
                  </a:lnTo>
                  <a:lnTo>
                    <a:pt x="150500" y="333516"/>
                  </a:lnTo>
                  <a:lnTo>
                    <a:pt x="155792" y="333957"/>
                  </a:lnTo>
                  <a:lnTo>
                    <a:pt x="161096" y="334229"/>
                  </a:lnTo>
                  <a:lnTo>
                    <a:pt x="166406" y="334333"/>
                  </a:lnTo>
                  <a:lnTo>
                    <a:pt x="171716" y="334268"/>
                  </a:lnTo>
                  <a:lnTo>
                    <a:pt x="177022" y="334035"/>
                  </a:lnTo>
                  <a:lnTo>
                    <a:pt x="182317" y="333633"/>
                  </a:lnTo>
                  <a:lnTo>
                    <a:pt x="187597" y="333063"/>
                  </a:lnTo>
                  <a:lnTo>
                    <a:pt x="192856" y="332326"/>
                  </a:lnTo>
                  <a:lnTo>
                    <a:pt x="198090" y="331421"/>
                  </a:lnTo>
                  <a:lnTo>
                    <a:pt x="203291" y="330352"/>
                  </a:lnTo>
                  <a:lnTo>
                    <a:pt x="208457" y="329117"/>
                  </a:lnTo>
                  <a:lnTo>
                    <a:pt x="213580" y="327719"/>
                  </a:lnTo>
                  <a:lnTo>
                    <a:pt x="218657" y="326159"/>
                  </a:lnTo>
                  <a:lnTo>
                    <a:pt x="223681" y="324438"/>
                  </a:lnTo>
                  <a:lnTo>
                    <a:pt x="228648" y="322559"/>
                  </a:lnTo>
                  <a:lnTo>
                    <a:pt x="233553" y="320523"/>
                  </a:lnTo>
                  <a:lnTo>
                    <a:pt x="238391" y="318332"/>
                  </a:lnTo>
                  <a:lnTo>
                    <a:pt x="243156" y="315989"/>
                  </a:lnTo>
                  <a:lnTo>
                    <a:pt x="247845" y="313495"/>
                  </a:lnTo>
                  <a:lnTo>
                    <a:pt x="252453" y="310854"/>
                  </a:lnTo>
                  <a:lnTo>
                    <a:pt x="256974" y="308068"/>
                  </a:lnTo>
                  <a:lnTo>
                    <a:pt x="261404" y="305139"/>
                  </a:lnTo>
                  <a:lnTo>
                    <a:pt x="265739" y="302071"/>
                  </a:lnTo>
                  <a:lnTo>
                    <a:pt x="269975" y="298867"/>
                  </a:lnTo>
                  <a:lnTo>
                    <a:pt x="274106" y="295530"/>
                  </a:lnTo>
                  <a:lnTo>
                    <a:pt x="278129" y="292064"/>
                  </a:lnTo>
                  <a:lnTo>
                    <a:pt x="282041" y="288472"/>
                  </a:lnTo>
                  <a:lnTo>
                    <a:pt x="285836" y="284757"/>
                  </a:lnTo>
                  <a:lnTo>
                    <a:pt x="289511" y="280923"/>
                  </a:lnTo>
                  <a:lnTo>
                    <a:pt x="293063" y="276975"/>
                  </a:lnTo>
                  <a:lnTo>
                    <a:pt x="296487" y="272916"/>
                  </a:lnTo>
                  <a:lnTo>
                    <a:pt x="299781" y="268750"/>
                  </a:lnTo>
                  <a:lnTo>
                    <a:pt x="302941" y="264481"/>
                  </a:lnTo>
                  <a:lnTo>
                    <a:pt x="305963" y="260114"/>
                  </a:lnTo>
                  <a:lnTo>
                    <a:pt x="308846" y="255654"/>
                  </a:lnTo>
                  <a:lnTo>
                    <a:pt x="311585" y="251104"/>
                  </a:lnTo>
                  <a:lnTo>
                    <a:pt x="314178" y="246470"/>
                  </a:lnTo>
                  <a:lnTo>
                    <a:pt x="316623" y="241755"/>
                  </a:lnTo>
                  <a:lnTo>
                    <a:pt x="318917" y="236965"/>
                  </a:lnTo>
                  <a:lnTo>
                    <a:pt x="321057" y="232105"/>
                  </a:lnTo>
                  <a:lnTo>
                    <a:pt x="323042" y="227179"/>
                  </a:lnTo>
                  <a:lnTo>
                    <a:pt x="324870" y="222193"/>
                  </a:lnTo>
                  <a:lnTo>
                    <a:pt x="326538" y="217151"/>
                  </a:lnTo>
                  <a:lnTo>
                    <a:pt x="328045" y="212059"/>
                  </a:lnTo>
                  <a:lnTo>
                    <a:pt x="329390" y="206921"/>
                  </a:lnTo>
                  <a:lnTo>
                    <a:pt x="330571" y="201743"/>
                  </a:lnTo>
                  <a:lnTo>
                    <a:pt x="331587" y="196530"/>
                  </a:lnTo>
                  <a:lnTo>
                    <a:pt x="332436" y="191288"/>
                  </a:lnTo>
                  <a:lnTo>
                    <a:pt x="333119" y="186021"/>
                  </a:lnTo>
                  <a:lnTo>
                    <a:pt x="333634" y="180736"/>
                  </a:lnTo>
                  <a:lnTo>
                    <a:pt x="333981" y="175436"/>
                  </a:lnTo>
                  <a:lnTo>
                    <a:pt x="334160" y="170129"/>
                  </a:lnTo>
                  <a:lnTo>
                    <a:pt x="334169" y="164818"/>
                  </a:lnTo>
                  <a:lnTo>
                    <a:pt x="334010" y="159510"/>
                  </a:lnTo>
                  <a:lnTo>
                    <a:pt x="333683" y="154209"/>
                  </a:lnTo>
                  <a:lnTo>
                    <a:pt x="333187" y="148921"/>
                  </a:lnTo>
                  <a:lnTo>
                    <a:pt x="332524" y="143652"/>
                  </a:lnTo>
                  <a:lnTo>
                    <a:pt x="331693" y="138407"/>
                  </a:lnTo>
                  <a:lnTo>
                    <a:pt x="330697" y="133191"/>
                  </a:lnTo>
                  <a:lnTo>
                    <a:pt x="329535" y="128008"/>
                  </a:lnTo>
                  <a:lnTo>
                    <a:pt x="328209" y="122866"/>
                  </a:lnTo>
                  <a:lnTo>
                    <a:pt x="326720" y="117768"/>
                  </a:lnTo>
                  <a:lnTo>
                    <a:pt x="325071" y="112720"/>
                  </a:lnTo>
                  <a:lnTo>
                    <a:pt x="323261" y="107727"/>
                  </a:lnTo>
                  <a:lnTo>
                    <a:pt x="321294" y="102794"/>
                  </a:lnTo>
                  <a:lnTo>
                    <a:pt x="319172" y="97926"/>
                  </a:lnTo>
                  <a:lnTo>
                    <a:pt x="316895" y="93128"/>
                  </a:lnTo>
                  <a:lnTo>
                    <a:pt x="314468" y="88404"/>
                  </a:lnTo>
                  <a:lnTo>
                    <a:pt x="311892" y="83760"/>
                  </a:lnTo>
                  <a:lnTo>
                    <a:pt x="309169" y="79200"/>
                  </a:lnTo>
                  <a:lnTo>
                    <a:pt x="306303" y="74729"/>
                  </a:lnTo>
                  <a:lnTo>
                    <a:pt x="303297" y="70352"/>
                  </a:lnTo>
                  <a:lnTo>
                    <a:pt x="300153" y="66072"/>
                  </a:lnTo>
                  <a:lnTo>
                    <a:pt x="296874" y="61894"/>
                  </a:lnTo>
                  <a:lnTo>
                    <a:pt x="293465" y="57822"/>
                  </a:lnTo>
                  <a:lnTo>
                    <a:pt x="289927" y="53861"/>
                  </a:lnTo>
                  <a:lnTo>
                    <a:pt x="286266" y="50014"/>
                  </a:lnTo>
                  <a:lnTo>
                    <a:pt x="282485" y="46285"/>
                  </a:lnTo>
                  <a:lnTo>
                    <a:pt x="278587" y="42678"/>
                  </a:lnTo>
                  <a:lnTo>
                    <a:pt x="274576" y="39197"/>
                  </a:lnTo>
                  <a:lnTo>
                    <a:pt x="270457" y="35845"/>
                  </a:lnTo>
                  <a:lnTo>
                    <a:pt x="266233" y="32625"/>
                  </a:lnTo>
                  <a:lnTo>
                    <a:pt x="261909" y="29542"/>
                  </a:lnTo>
                  <a:lnTo>
                    <a:pt x="257490" y="26597"/>
                  </a:lnTo>
                  <a:lnTo>
                    <a:pt x="252979" y="23794"/>
                  </a:lnTo>
                  <a:lnTo>
                    <a:pt x="248381" y="21136"/>
                  </a:lnTo>
                  <a:lnTo>
                    <a:pt x="243701" y="18625"/>
                  </a:lnTo>
                  <a:lnTo>
                    <a:pt x="238944" y="16264"/>
                  </a:lnTo>
                  <a:lnTo>
                    <a:pt x="234115" y="14056"/>
                  </a:lnTo>
                  <a:lnTo>
                    <a:pt x="229217" y="12002"/>
                  </a:lnTo>
                  <a:lnTo>
                    <a:pt x="224257" y="10104"/>
                  </a:lnTo>
                  <a:lnTo>
                    <a:pt x="219239" y="8365"/>
                  </a:lnTo>
                  <a:lnTo>
                    <a:pt x="214168" y="6787"/>
                  </a:lnTo>
                  <a:lnTo>
                    <a:pt x="209050" y="5370"/>
                  </a:lnTo>
                  <a:lnTo>
                    <a:pt x="203889" y="4116"/>
                  </a:lnTo>
                  <a:lnTo>
                    <a:pt x="198692" y="3027"/>
                  </a:lnTo>
                  <a:lnTo>
                    <a:pt x="193462" y="2104"/>
                  </a:lnTo>
                  <a:lnTo>
                    <a:pt x="188205" y="1348"/>
                  </a:lnTo>
                  <a:lnTo>
                    <a:pt x="182927" y="758"/>
                  </a:lnTo>
                  <a:lnTo>
                    <a:pt x="177633" y="337"/>
                  </a:lnTo>
                  <a:lnTo>
                    <a:pt x="172328" y="84"/>
                  </a:lnTo>
                  <a:lnTo>
                    <a:pt x="167018" y="0"/>
                  </a:lnTo>
                  <a:lnTo>
                    <a:pt x="1670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256076" y="4659281"/>
              <a:ext cx="167158" cy="333741"/>
            </a:xfrm>
            <a:custGeom>
              <a:avLst/>
              <a:pathLst>
                <a:path w="167158" h="333741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1" y="762"/>
                  </a:lnTo>
                  <a:lnTo>
                    <a:pt x="145921" y="1354"/>
                  </a:lnTo>
                  <a:lnTo>
                    <a:pt x="140652" y="2114"/>
                  </a:lnTo>
                  <a:lnTo>
                    <a:pt x="135410" y="3042"/>
                  </a:lnTo>
                  <a:lnTo>
                    <a:pt x="130200" y="4136"/>
                  </a:lnTo>
                  <a:lnTo>
                    <a:pt x="125028" y="5396"/>
                  </a:lnTo>
                  <a:lnTo>
                    <a:pt x="119898" y="6819"/>
                  </a:lnTo>
                  <a:lnTo>
                    <a:pt x="114816" y="8405"/>
                  </a:lnTo>
                  <a:lnTo>
                    <a:pt x="109788" y="10152"/>
                  </a:lnTo>
                  <a:lnTo>
                    <a:pt x="104817" y="12059"/>
                  </a:lnTo>
                  <a:lnTo>
                    <a:pt x="99910" y="14122"/>
                  </a:lnTo>
                  <a:lnTo>
                    <a:pt x="95071" y="16341"/>
                  </a:lnTo>
                  <a:lnTo>
                    <a:pt x="90305" y="18713"/>
                  </a:lnTo>
                  <a:lnTo>
                    <a:pt x="85617" y="21235"/>
                  </a:lnTo>
                  <a:lnTo>
                    <a:pt x="81012" y="23906"/>
                  </a:lnTo>
                  <a:lnTo>
                    <a:pt x="76494" y="26722"/>
                  </a:lnTo>
                  <a:lnTo>
                    <a:pt x="72068" y="29680"/>
                  </a:lnTo>
                  <a:lnTo>
                    <a:pt x="67738" y="32777"/>
                  </a:lnTo>
                  <a:lnTo>
                    <a:pt x="63509" y="36011"/>
                  </a:lnTo>
                  <a:lnTo>
                    <a:pt x="59386" y="39378"/>
                  </a:lnTo>
                  <a:lnTo>
                    <a:pt x="55371" y="42874"/>
                  </a:lnTo>
                  <a:lnTo>
                    <a:pt x="51470" y="46497"/>
                  </a:lnTo>
                  <a:lnTo>
                    <a:pt x="47687" y="50241"/>
                  </a:lnTo>
                  <a:lnTo>
                    <a:pt x="44024" y="54105"/>
                  </a:lnTo>
                  <a:lnTo>
                    <a:pt x="40487" y="58083"/>
                  </a:lnTo>
                  <a:lnTo>
                    <a:pt x="37078" y="62172"/>
                  </a:lnTo>
                  <a:lnTo>
                    <a:pt x="33800" y="66367"/>
                  </a:lnTo>
                  <a:lnTo>
                    <a:pt x="30658" y="70664"/>
                  </a:lnTo>
                  <a:lnTo>
                    <a:pt x="27655" y="75059"/>
                  </a:lnTo>
                  <a:lnTo>
                    <a:pt x="24793" y="79548"/>
                  </a:lnTo>
                  <a:lnTo>
                    <a:pt x="22075" y="84126"/>
                  </a:lnTo>
                  <a:lnTo>
                    <a:pt x="19504" y="88787"/>
                  </a:lnTo>
                  <a:lnTo>
                    <a:pt x="17084" y="93529"/>
                  </a:lnTo>
                  <a:lnTo>
                    <a:pt x="14815" y="98344"/>
                  </a:lnTo>
                  <a:lnTo>
                    <a:pt x="12701" y="103230"/>
                  </a:lnTo>
                  <a:lnTo>
                    <a:pt x="10743" y="108181"/>
                  </a:lnTo>
                  <a:lnTo>
                    <a:pt x="8944" y="113191"/>
                  </a:lnTo>
                  <a:lnTo>
                    <a:pt x="7306" y="118256"/>
                  </a:lnTo>
                  <a:lnTo>
                    <a:pt x="5830" y="123371"/>
                  </a:lnTo>
                  <a:lnTo>
                    <a:pt x="4517" y="128530"/>
                  </a:lnTo>
                  <a:lnTo>
                    <a:pt x="3369" y="133728"/>
                  </a:lnTo>
                  <a:lnTo>
                    <a:pt x="2387" y="138960"/>
                  </a:lnTo>
                  <a:lnTo>
                    <a:pt x="1573" y="144221"/>
                  </a:lnTo>
                  <a:lnTo>
                    <a:pt x="926" y="149505"/>
                  </a:lnTo>
                  <a:lnTo>
                    <a:pt x="448" y="154807"/>
                  </a:lnTo>
                  <a:lnTo>
                    <a:pt x="139" y="160122"/>
                  </a:lnTo>
                  <a:lnTo>
                    <a:pt x="0" y="165443"/>
                  </a:lnTo>
                  <a:lnTo>
                    <a:pt x="29" y="170767"/>
                  </a:lnTo>
                  <a:lnTo>
                    <a:pt x="229" y="176087"/>
                  </a:lnTo>
                  <a:lnTo>
                    <a:pt x="597" y="181397"/>
                  </a:lnTo>
                  <a:lnTo>
                    <a:pt x="1135" y="186694"/>
                  </a:lnTo>
                  <a:lnTo>
                    <a:pt x="1841" y="191970"/>
                  </a:lnTo>
                  <a:lnTo>
                    <a:pt x="2715" y="197221"/>
                  </a:lnTo>
                  <a:lnTo>
                    <a:pt x="3755" y="202442"/>
                  </a:lnTo>
                  <a:lnTo>
                    <a:pt x="4961" y="207627"/>
                  </a:lnTo>
                  <a:lnTo>
                    <a:pt x="6331" y="212771"/>
                  </a:lnTo>
                  <a:lnTo>
                    <a:pt x="7865" y="217869"/>
                  </a:lnTo>
                  <a:lnTo>
                    <a:pt x="9560" y="222916"/>
                  </a:lnTo>
                  <a:lnTo>
                    <a:pt x="11415" y="227905"/>
                  </a:lnTo>
                  <a:lnTo>
                    <a:pt x="13428" y="232834"/>
                  </a:lnTo>
                  <a:lnTo>
                    <a:pt x="15597" y="237695"/>
                  </a:lnTo>
                  <a:lnTo>
                    <a:pt x="17920" y="242485"/>
                  </a:lnTo>
                  <a:lnTo>
                    <a:pt x="20394" y="247199"/>
                  </a:lnTo>
                  <a:lnTo>
                    <a:pt x="23016" y="251832"/>
                  </a:lnTo>
                  <a:lnTo>
                    <a:pt x="25785" y="256379"/>
                  </a:lnTo>
                  <a:lnTo>
                    <a:pt x="28698" y="260835"/>
                  </a:lnTo>
                  <a:lnTo>
                    <a:pt x="31750" y="265196"/>
                  </a:lnTo>
                  <a:lnTo>
                    <a:pt x="34940" y="269458"/>
                  </a:lnTo>
                  <a:lnTo>
                    <a:pt x="38265" y="273616"/>
                  </a:lnTo>
                  <a:lnTo>
                    <a:pt x="41719" y="277666"/>
                  </a:lnTo>
                  <a:lnTo>
                    <a:pt x="45301" y="281604"/>
                  </a:lnTo>
                  <a:lnTo>
                    <a:pt x="49007" y="285426"/>
                  </a:lnTo>
                  <a:lnTo>
                    <a:pt x="52832" y="289128"/>
                  </a:lnTo>
                  <a:lnTo>
                    <a:pt x="56774" y="292707"/>
                  </a:lnTo>
                  <a:lnTo>
                    <a:pt x="60827" y="296158"/>
                  </a:lnTo>
                  <a:lnTo>
                    <a:pt x="64988" y="299478"/>
                  </a:lnTo>
                  <a:lnTo>
                    <a:pt x="69253" y="302664"/>
                  </a:lnTo>
                  <a:lnTo>
                    <a:pt x="73617" y="305713"/>
                  </a:lnTo>
                  <a:lnTo>
                    <a:pt x="78076" y="308621"/>
                  </a:lnTo>
                  <a:lnTo>
                    <a:pt x="82625" y="311386"/>
                  </a:lnTo>
                  <a:lnTo>
                    <a:pt x="87260" y="314005"/>
                  </a:lnTo>
                  <a:lnTo>
                    <a:pt x="91976" y="316474"/>
                  </a:lnTo>
                  <a:lnTo>
                    <a:pt x="96769" y="318792"/>
                  </a:lnTo>
                  <a:lnTo>
                    <a:pt x="101632" y="320957"/>
                  </a:lnTo>
                  <a:lnTo>
                    <a:pt x="106562" y="322965"/>
                  </a:lnTo>
                  <a:lnTo>
                    <a:pt x="111554" y="324816"/>
                  </a:lnTo>
                  <a:lnTo>
                    <a:pt x="116602" y="326506"/>
                  </a:lnTo>
                  <a:lnTo>
                    <a:pt x="121701" y="328035"/>
                  </a:lnTo>
                  <a:lnTo>
                    <a:pt x="126846" y="329401"/>
                  </a:lnTo>
                  <a:lnTo>
                    <a:pt x="132032" y="330602"/>
                  </a:lnTo>
                  <a:lnTo>
                    <a:pt x="137254" y="331638"/>
                  </a:lnTo>
                  <a:lnTo>
                    <a:pt x="142506" y="332507"/>
                  </a:lnTo>
                  <a:lnTo>
                    <a:pt x="147784" y="333208"/>
                  </a:lnTo>
                  <a:lnTo>
                    <a:pt x="153080" y="333741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09157" y="4826449"/>
              <a:ext cx="14077" cy="166573"/>
            </a:xfrm>
            <a:custGeom>
              <a:avLst/>
              <a:pathLst>
                <a:path w="14077" h="166573">
                  <a:moveTo>
                    <a:pt x="0" y="166573"/>
                  </a:moveTo>
                  <a:lnTo>
                    <a:pt x="140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09157" y="4826449"/>
              <a:ext cx="14077" cy="166573"/>
            </a:xfrm>
            <a:custGeom>
              <a:avLst/>
              <a:pathLst>
                <a:path w="14077" h="166573">
                  <a:moveTo>
                    <a:pt x="0" y="166573"/>
                  </a:moveTo>
                  <a:lnTo>
                    <a:pt x="140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09157" y="4826449"/>
              <a:ext cx="120851" cy="167144"/>
            </a:xfrm>
            <a:custGeom>
              <a:avLst/>
              <a:pathLst>
                <a:path w="120851" h="167144">
                  <a:moveTo>
                    <a:pt x="0" y="166573"/>
                  </a:moveTo>
                  <a:lnTo>
                    <a:pt x="5635" y="166954"/>
                  </a:lnTo>
                  <a:lnTo>
                    <a:pt x="11280" y="167144"/>
                  </a:lnTo>
                  <a:lnTo>
                    <a:pt x="16928" y="167143"/>
                  </a:lnTo>
                  <a:lnTo>
                    <a:pt x="22573" y="166951"/>
                  </a:lnTo>
                  <a:lnTo>
                    <a:pt x="28208" y="166569"/>
                  </a:lnTo>
                  <a:lnTo>
                    <a:pt x="33827" y="165996"/>
                  </a:lnTo>
                  <a:lnTo>
                    <a:pt x="39424" y="165234"/>
                  </a:lnTo>
                  <a:lnTo>
                    <a:pt x="44991" y="164284"/>
                  </a:lnTo>
                  <a:lnTo>
                    <a:pt x="50524" y="163145"/>
                  </a:lnTo>
                  <a:lnTo>
                    <a:pt x="56014" y="161821"/>
                  </a:lnTo>
                  <a:lnTo>
                    <a:pt x="61457" y="160312"/>
                  </a:lnTo>
                  <a:lnTo>
                    <a:pt x="66846" y="158620"/>
                  </a:lnTo>
                  <a:lnTo>
                    <a:pt x="72174" y="156747"/>
                  </a:lnTo>
                  <a:lnTo>
                    <a:pt x="77437" y="154694"/>
                  </a:lnTo>
                  <a:lnTo>
                    <a:pt x="82627" y="152466"/>
                  </a:lnTo>
                  <a:lnTo>
                    <a:pt x="87738" y="150063"/>
                  </a:lnTo>
                  <a:lnTo>
                    <a:pt x="92766" y="147489"/>
                  </a:lnTo>
                  <a:lnTo>
                    <a:pt x="97703" y="144746"/>
                  </a:lnTo>
                  <a:lnTo>
                    <a:pt x="102545" y="141839"/>
                  </a:lnTo>
                  <a:lnTo>
                    <a:pt x="107287" y="138769"/>
                  </a:lnTo>
                  <a:lnTo>
                    <a:pt x="111922" y="135541"/>
                  </a:lnTo>
                  <a:lnTo>
                    <a:pt x="116445" y="132158"/>
                  </a:lnTo>
                  <a:lnTo>
                    <a:pt x="120851" y="128624"/>
                  </a:lnTo>
                  <a:lnTo>
                    <a:pt x="1407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167162" cy="295792"/>
            </a:xfrm>
            <a:custGeom>
              <a:avLst/>
              <a:pathLst>
                <a:path w="167162" h="295792">
                  <a:moveTo>
                    <a:pt x="106773" y="295792"/>
                  </a:moveTo>
                  <a:lnTo>
                    <a:pt x="110861" y="292285"/>
                  </a:lnTo>
                  <a:lnTo>
                    <a:pt x="114834" y="288649"/>
                  </a:lnTo>
                  <a:lnTo>
                    <a:pt x="118688" y="284887"/>
                  </a:lnTo>
                  <a:lnTo>
                    <a:pt x="122419" y="281002"/>
                  </a:lnTo>
                  <a:lnTo>
                    <a:pt x="126023" y="276999"/>
                  </a:lnTo>
                  <a:lnTo>
                    <a:pt x="129496" y="272882"/>
                  </a:lnTo>
                  <a:lnTo>
                    <a:pt x="132834" y="268656"/>
                  </a:lnTo>
                  <a:lnTo>
                    <a:pt x="136034" y="264324"/>
                  </a:lnTo>
                  <a:lnTo>
                    <a:pt x="139094" y="259891"/>
                  </a:lnTo>
                  <a:lnTo>
                    <a:pt x="142009" y="255362"/>
                  </a:lnTo>
                  <a:lnTo>
                    <a:pt x="144776" y="250741"/>
                  </a:lnTo>
                  <a:lnTo>
                    <a:pt x="147393" y="246034"/>
                  </a:lnTo>
                  <a:lnTo>
                    <a:pt x="149858" y="241245"/>
                  </a:lnTo>
                  <a:lnTo>
                    <a:pt x="152166" y="236379"/>
                  </a:lnTo>
                  <a:lnTo>
                    <a:pt x="154317" y="231441"/>
                  </a:lnTo>
                  <a:lnTo>
                    <a:pt x="156307" y="226436"/>
                  </a:lnTo>
                  <a:lnTo>
                    <a:pt x="158136" y="221370"/>
                  </a:lnTo>
                  <a:lnTo>
                    <a:pt x="159800" y="216247"/>
                  </a:lnTo>
                  <a:lnTo>
                    <a:pt x="161298" y="211074"/>
                  </a:lnTo>
                  <a:lnTo>
                    <a:pt x="162628" y="205855"/>
                  </a:lnTo>
                  <a:lnTo>
                    <a:pt x="163790" y="200596"/>
                  </a:lnTo>
                  <a:lnTo>
                    <a:pt x="164782" y="195302"/>
                  </a:lnTo>
                  <a:lnTo>
                    <a:pt x="165603" y="189979"/>
                  </a:lnTo>
                  <a:lnTo>
                    <a:pt x="166252" y="184632"/>
                  </a:lnTo>
                  <a:lnTo>
                    <a:pt x="166728" y="179267"/>
                  </a:lnTo>
                  <a:lnTo>
                    <a:pt x="167032" y="173890"/>
                  </a:lnTo>
                  <a:lnTo>
                    <a:pt x="167162" y="168505"/>
                  </a:lnTo>
                  <a:lnTo>
                    <a:pt x="167118" y="163120"/>
                  </a:lnTo>
                  <a:lnTo>
                    <a:pt x="166901" y="157738"/>
                  </a:lnTo>
                  <a:lnTo>
                    <a:pt x="166510" y="152366"/>
                  </a:lnTo>
                  <a:lnTo>
                    <a:pt x="165947" y="147010"/>
                  </a:lnTo>
                  <a:lnTo>
                    <a:pt x="165212" y="141674"/>
                  </a:lnTo>
                  <a:lnTo>
                    <a:pt x="164305" y="136365"/>
                  </a:lnTo>
                  <a:lnTo>
                    <a:pt x="163227" y="131088"/>
                  </a:lnTo>
                  <a:lnTo>
                    <a:pt x="161980" y="125848"/>
                  </a:lnTo>
                  <a:lnTo>
                    <a:pt x="160565" y="120652"/>
                  </a:lnTo>
                  <a:lnTo>
                    <a:pt x="158983" y="115503"/>
                  </a:lnTo>
                  <a:lnTo>
                    <a:pt x="157236" y="110408"/>
                  </a:lnTo>
                  <a:lnTo>
                    <a:pt x="155326" y="105372"/>
                  </a:lnTo>
                  <a:lnTo>
                    <a:pt x="153255" y="100401"/>
                  </a:lnTo>
                  <a:lnTo>
                    <a:pt x="151025" y="95498"/>
                  </a:lnTo>
                  <a:lnTo>
                    <a:pt x="148637" y="90670"/>
                  </a:lnTo>
                  <a:lnTo>
                    <a:pt x="146096" y="85922"/>
                  </a:lnTo>
                  <a:lnTo>
                    <a:pt x="143403" y="81257"/>
                  </a:lnTo>
                  <a:lnTo>
                    <a:pt x="140561" y="76682"/>
                  </a:lnTo>
                  <a:lnTo>
                    <a:pt x="137573" y="72201"/>
                  </a:lnTo>
                  <a:lnTo>
                    <a:pt x="134442" y="67818"/>
                  </a:lnTo>
                  <a:lnTo>
                    <a:pt x="131172" y="63539"/>
                  </a:lnTo>
                  <a:lnTo>
                    <a:pt x="127765" y="59367"/>
                  </a:lnTo>
                  <a:lnTo>
                    <a:pt x="124226" y="55307"/>
                  </a:lnTo>
                  <a:lnTo>
                    <a:pt x="120558" y="51363"/>
                  </a:lnTo>
                  <a:lnTo>
                    <a:pt x="116765" y="47539"/>
                  </a:lnTo>
                  <a:lnTo>
                    <a:pt x="112851" y="43840"/>
                  </a:lnTo>
                  <a:lnTo>
                    <a:pt x="108819" y="40268"/>
                  </a:lnTo>
                  <a:lnTo>
                    <a:pt x="104675" y="36829"/>
                  </a:lnTo>
                  <a:lnTo>
                    <a:pt x="100421" y="33524"/>
                  </a:lnTo>
                  <a:lnTo>
                    <a:pt x="96064" y="30358"/>
                  </a:lnTo>
                  <a:lnTo>
                    <a:pt x="91607" y="27335"/>
                  </a:lnTo>
                  <a:lnTo>
                    <a:pt x="87055" y="24456"/>
                  </a:lnTo>
                  <a:lnTo>
                    <a:pt x="82412" y="21726"/>
                  </a:lnTo>
                  <a:lnTo>
                    <a:pt x="77684" y="19146"/>
                  </a:lnTo>
                  <a:lnTo>
                    <a:pt x="72875" y="16721"/>
                  </a:lnTo>
                  <a:lnTo>
                    <a:pt x="67991" y="14451"/>
                  </a:lnTo>
                  <a:lnTo>
                    <a:pt x="63036" y="12340"/>
                  </a:lnTo>
                  <a:lnTo>
                    <a:pt x="58015" y="10390"/>
                  </a:lnTo>
                  <a:lnTo>
                    <a:pt x="52935" y="8602"/>
                  </a:lnTo>
                  <a:lnTo>
                    <a:pt x="47799" y="6979"/>
                  </a:lnTo>
                  <a:lnTo>
                    <a:pt x="42614" y="5522"/>
                  </a:lnTo>
                  <a:lnTo>
                    <a:pt x="37384" y="4233"/>
                  </a:lnTo>
                  <a:lnTo>
                    <a:pt x="32116" y="3114"/>
                  </a:lnTo>
                  <a:lnTo>
                    <a:pt x="26814" y="2164"/>
                  </a:lnTo>
                  <a:lnTo>
                    <a:pt x="21485" y="1386"/>
                  </a:lnTo>
                  <a:lnTo>
                    <a:pt x="16133" y="780"/>
                  </a:lnTo>
                  <a:lnTo>
                    <a:pt x="10764" y="346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561322" y="4213821"/>
              <a:ext cx="270105" cy="334334"/>
            </a:xfrm>
            <a:custGeom>
              <a:avLst/>
              <a:pathLst>
                <a:path w="270105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8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3"/>
                  </a:lnTo>
                  <a:lnTo>
                    <a:pt x="110016" y="10066"/>
                  </a:lnTo>
                  <a:lnTo>
                    <a:pt x="105064" y="11956"/>
                  </a:lnTo>
                  <a:lnTo>
                    <a:pt x="100174" y="14002"/>
                  </a:lnTo>
                  <a:lnTo>
                    <a:pt x="95352" y="16203"/>
                  </a:lnTo>
                  <a:lnTo>
                    <a:pt x="90602" y="18555"/>
                  </a:lnTo>
                  <a:lnTo>
                    <a:pt x="85929" y="21056"/>
                  </a:lnTo>
                  <a:lnTo>
                    <a:pt x="81338" y="23705"/>
                  </a:lnTo>
                  <a:lnTo>
                    <a:pt x="76832" y="26498"/>
                  </a:lnTo>
                  <a:lnTo>
                    <a:pt x="72418" y="29432"/>
                  </a:lnTo>
                  <a:lnTo>
                    <a:pt x="68099" y="32504"/>
                  </a:lnTo>
                  <a:lnTo>
                    <a:pt x="63879" y="35712"/>
                  </a:lnTo>
                  <a:lnTo>
                    <a:pt x="59764" y="39052"/>
                  </a:lnTo>
                  <a:lnTo>
                    <a:pt x="55756" y="42521"/>
                  </a:lnTo>
                  <a:lnTo>
                    <a:pt x="51860" y="46116"/>
                  </a:lnTo>
                  <a:lnTo>
                    <a:pt x="48080" y="49832"/>
                  </a:lnTo>
                  <a:lnTo>
                    <a:pt x="44420" y="53665"/>
                  </a:lnTo>
                  <a:lnTo>
                    <a:pt x="40883" y="57613"/>
                  </a:lnTo>
                  <a:lnTo>
                    <a:pt x="37474" y="61672"/>
                  </a:lnTo>
                  <a:lnTo>
                    <a:pt x="34194" y="65836"/>
                  </a:lnTo>
                  <a:lnTo>
                    <a:pt x="31048" y="70102"/>
                  </a:lnTo>
                  <a:lnTo>
                    <a:pt x="28040" y="74466"/>
                  </a:lnTo>
                  <a:lnTo>
                    <a:pt x="25170" y="78923"/>
                  </a:lnTo>
                  <a:lnTo>
                    <a:pt x="22444" y="83468"/>
                  </a:lnTo>
                  <a:lnTo>
                    <a:pt x="19863" y="88098"/>
                  </a:lnTo>
                  <a:lnTo>
                    <a:pt x="17431" y="92807"/>
                  </a:lnTo>
                  <a:lnTo>
                    <a:pt x="15148" y="97591"/>
                  </a:lnTo>
                  <a:lnTo>
                    <a:pt x="13019" y="102445"/>
                  </a:lnTo>
                  <a:lnTo>
                    <a:pt x="11044" y="107364"/>
                  </a:lnTo>
                  <a:lnTo>
                    <a:pt x="9227" y="112344"/>
                  </a:lnTo>
                  <a:lnTo>
                    <a:pt x="7568" y="117378"/>
                  </a:lnTo>
                  <a:lnTo>
                    <a:pt x="6070" y="122462"/>
                  </a:lnTo>
                  <a:lnTo>
                    <a:pt x="4734" y="127592"/>
                  </a:lnTo>
                  <a:lnTo>
                    <a:pt x="3561" y="132761"/>
                  </a:lnTo>
                  <a:lnTo>
                    <a:pt x="2552" y="137964"/>
                  </a:lnTo>
                  <a:lnTo>
                    <a:pt x="1709" y="143197"/>
                  </a:lnTo>
                  <a:lnTo>
                    <a:pt x="1032" y="148454"/>
                  </a:lnTo>
                  <a:lnTo>
                    <a:pt x="522" y="153730"/>
                  </a:lnTo>
                  <a:lnTo>
                    <a:pt x="180" y="159020"/>
                  </a:lnTo>
                  <a:lnTo>
                    <a:pt x="6" y="164318"/>
                  </a:lnTo>
                  <a:lnTo>
                    <a:pt x="0" y="169618"/>
                  </a:lnTo>
                  <a:lnTo>
                    <a:pt x="161" y="174916"/>
                  </a:lnTo>
                  <a:lnTo>
                    <a:pt x="491" y="180206"/>
                  </a:lnTo>
                  <a:lnTo>
                    <a:pt x="988" y="185484"/>
                  </a:lnTo>
                  <a:lnTo>
                    <a:pt x="1652" y="190742"/>
                  </a:lnTo>
                  <a:lnTo>
                    <a:pt x="2483" y="195977"/>
                  </a:lnTo>
                  <a:lnTo>
                    <a:pt x="3479" y="201183"/>
                  </a:lnTo>
                  <a:lnTo>
                    <a:pt x="4640" y="206355"/>
                  </a:lnTo>
                  <a:lnTo>
                    <a:pt x="5964" y="211488"/>
                  </a:lnTo>
                  <a:lnTo>
                    <a:pt x="7450" y="216576"/>
                  </a:lnTo>
                  <a:lnTo>
                    <a:pt x="9097" y="221614"/>
                  </a:lnTo>
                  <a:lnTo>
                    <a:pt x="10902" y="226597"/>
                  </a:lnTo>
                  <a:lnTo>
                    <a:pt x="12865" y="231521"/>
                  </a:lnTo>
                  <a:lnTo>
                    <a:pt x="14983" y="236380"/>
                  </a:lnTo>
                  <a:lnTo>
                    <a:pt x="17254" y="241170"/>
                  </a:lnTo>
                  <a:lnTo>
                    <a:pt x="19675" y="245885"/>
                  </a:lnTo>
                  <a:lnTo>
                    <a:pt x="22245" y="250521"/>
                  </a:lnTo>
                  <a:lnTo>
                    <a:pt x="24961" y="255073"/>
                  </a:lnTo>
                  <a:lnTo>
                    <a:pt x="27819" y="259536"/>
                  </a:lnTo>
                  <a:lnTo>
                    <a:pt x="30818" y="263907"/>
                  </a:lnTo>
                  <a:lnTo>
                    <a:pt x="33953" y="268181"/>
                  </a:lnTo>
                  <a:lnTo>
                    <a:pt x="37223" y="272353"/>
                  </a:lnTo>
                  <a:lnTo>
                    <a:pt x="40623" y="276419"/>
                  </a:lnTo>
                  <a:lnTo>
                    <a:pt x="44150" y="280376"/>
                  </a:lnTo>
                  <a:lnTo>
                    <a:pt x="47801" y="284218"/>
                  </a:lnTo>
                  <a:lnTo>
                    <a:pt x="51572" y="287943"/>
                  </a:lnTo>
                  <a:lnTo>
                    <a:pt x="55459" y="291547"/>
                  </a:lnTo>
                  <a:lnTo>
                    <a:pt x="59459" y="295025"/>
                  </a:lnTo>
                  <a:lnTo>
                    <a:pt x="63566" y="298375"/>
                  </a:lnTo>
                  <a:lnTo>
                    <a:pt x="67778" y="301593"/>
                  </a:lnTo>
                  <a:lnTo>
                    <a:pt x="72090" y="304676"/>
                  </a:lnTo>
                  <a:lnTo>
                    <a:pt x="76497" y="307621"/>
                  </a:lnTo>
                  <a:lnTo>
                    <a:pt x="80996" y="310424"/>
                  </a:lnTo>
                  <a:lnTo>
                    <a:pt x="85581" y="313083"/>
                  </a:lnTo>
                  <a:lnTo>
                    <a:pt x="90248" y="315596"/>
                  </a:lnTo>
                  <a:lnTo>
                    <a:pt x="94993" y="317960"/>
                  </a:lnTo>
                  <a:lnTo>
                    <a:pt x="99810" y="320171"/>
                  </a:lnTo>
                  <a:lnTo>
                    <a:pt x="104694" y="322229"/>
                  </a:lnTo>
                  <a:lnTo>
                    <a:pt x="109642" y="324132"/>
                  </a:lnTo>
                  <a:lnTo>
                    <a:pt x="114647" y="325876"/>
                  </a:lnTo>
                  <a:lnTo>
                    <a:pt x="119705" y="327461"/>
                  </a:lnTo>
                  <a:lnTo>
                    <a:pt x="124811" y="328884"/>
                  </a:lnTo>
                  <a:lnTo>
                    <a:pt x="129959" y="330145"/>
                  </a:lnTo>
                  <a:lnTo>
                    <a:pt x="135145" y="331242"/>
                  </a:lnTo>
                  <a:lnTo>
                    <a:pt x="140363" y="332174"/>
                  </a:lnTo>
                  <a:lnTo>
                    <a:pt x="145608" y="332941"/>
                  </a:lnTo>
                  <a:lnTo>
                    <a:pt x="150874" y="333540"/>
                  </a:lnTo>
                  <a:lnTo>
                    <a:pt x="156157" y="333973"/>
                  </a:lnTo>
                  <a:lnTo>
                    <a:pt x="161451" y="334237"/>
                  </a:lnTo>
                  <a:lnTo>
                    <a:pt x="166751" y="334334"/>
                  </a:lnTo>
                  <a:lnTo>
                    <a:pt x="172051" y="334263"/>
                  </a:lnTo>
                  <a:lnTo>
                    <a:pt x="177346" y="334023"/>
                  </a:lnTo>
                  <a:lnTo>
                    <a:pt x="182631" y="333616"/>
                  </a:lnTo>
                  <a:lnTo>
                    <a:pt x="187900" y="333041"/>
                  </a:lnTo>
                  <a:lnTo>
                    <a:pt x="193148" y="332300"/>
                  </a:lnTo>
                  <a:lnTo>
                    <a:pt x="198371" y="331393"/>
                  </a:lnTo>
                  <a:lnTo>
                    <a:pt x="203562" y="330320"/>
                  </a:lnTo>
                  <a:lnTo>
                    <a:pt x="208716" y="329084"/>
                  </a:lnTo>
                  <a:lnTo>
                    <a:pt x="213828" y="327685"/>
                  </a:lnTo>
                  <a:lnTo>
                    <a:pt x="218894" y="326124"/>
                  </a:lnTo>
                  <a:lnTo>
                    <a:pt x="223908" y="324404"/>
                  </a:lnTo>
                  <a:lnTo>
                    <a:pt x="228864" y="322525"/>
                  </a:lnTo>
                  <a:lnTo>
                    <a:pt x="233758" y="320491"/>
                  </a:lnTo>
                  <a:lnTo>
                    <a:pt x="238586" y="318302"/>
                  </a:lnTo>
                  <a:lnTo>
                    <a:pt x="243342" y="315961"/>
                  </a:lnTo>
                  <a:lnTo>
                    <a:pt x="248021" y="313471"/>
                  </a:lnTo>
                  <a:lnTo>
                    <a:pt x="252618" y="310833"/>
                  </a:lnTo>
                  <a:lnTo>
                    <a:pt x="257130" y="308051"/>
                  </a:lnTo>
                  <a:lnTo>
                    <a:pt x="261551" y="305128"/>
                  </a:lnTo>
                  <a:lnTo>
                    <a:pt x="265878" y="302065"/>
                  </a:lnTo>
                  <a:lnTo>
                    <a:pt x="270105" y="29886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380988"/>
              <a:ext cx="102956" cy="131700"/>
            </a:xfrm>
            <a:custGeom>
              <a:avLst/>
              <a:pathLst>
                <a:path w="102956" h="131700">
                  <a:moveTo>
                    <a:pt x="102956" y="1317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380682"/>
              <a:ext cx="167167" cy="132006"/>
            </a:xfrm>
            <a:custGeom>
              <a:avLst/>
              <a:pathLst>
                <a:path w="167167" h="132006">
                  <a:moveTo>
                    <a:pt x="102956" y="132006"/>
                  </a:moveTo>
                  <a:lnTo>
                    <a:pt x="107331" y="128466"/>
                  </a:lnTo>
                  <a:lnTo>
                    <a:pt x="111585" y="124780"/>
                  </a:lnTo>
                  <a:lnTo>
                    <a:pt x="115712" y="120953"/>
                  </a:lnTo>
                  <a:lnTo>
                    <a:pt x="119708" y="116989"/>
                  </a:lnTo>
                  <a:lnTo>
                    <a:pt x="123568" y="112893"/>
                  </a:lnTo>
                  <a:lnTo>
                    <a:pt x="127288" y="108669"/>
                  </a:lnTo>
                  <a:lnTo>
                    <a:pt x="130864" y="104323"/>
                  </a:lnTo>
                  <a:lnTo>
                    <a:pt x="134291" y="99858"/>
                  </a:lnTo>
                  <a:lnTo>
                    <a:pt x="137567" y="95281"/>
                  </a:lnTo>
                  <a:lnTo>
                    <a:pt x="140686" y="90596"/>
                  </a:lnTo>
                  <a:lnTo>
                    <a:pt x="143646" y="85808"/>
                  </a:lnTo>
                  <a:lnTo>
                    <a:pt x="146443" y="80924"/>
                  </a:lnTo>
                  <a:lnTo>
                    <a:pt x="149074" y="75948"/>
                  </a:lnTo>
                  <a:lnTo>
                    <a:pt x="151536" y="70887"/>
                  </a:lnTo>
                  <a:lnTo>
                    <a:pt x="153826" y="65746"/>
                  </a:lnTo>
                  <a:lnTo>
                    <a:pt x="155942" y="60530"/>
                  </a:lnTo>
                  <a:lnTo>
                    <a:pt x="157881" y="55246"/>
                  </a:lnTo>
                  <a:lnTo>
                    <a:pt x="159641" y="49900"/>
                  </a:lnTo>
                  <a:lnTo>
                    <a:pt x="161220" y="44498"/>
                  </a:lnTo>
                  <a:lnTo>
                    <a:pt x="162616" y="39045"/>
                  </a:lnTo>
                  <a:lnTo>
                    <a:pt x="163828" y="33549"/>
                  </a:lnTo>
                  <a:lnTo>
                    <a:pt x="164855" y="28015"/>
                  </a:lnTo>
                  <a:lnTo>
                    <a:pt x="165694" y="22449"/>
                  </a:lnTo>
                  <a:lnTo>
                    <a:pt x="166345" y="16858"/>
                  </a:lnTo>
                  <a:lnTo>
                    <a:pt x="166808" y="11249"/>
                  </a:lnTo>
                  <a:lnTo>
                    <a:pt x="167082" y="5627"/>
                  </a:lnTo>
                  <a:lnTo>
                    <a:pt x="167167" y="0"/>
                  </a:lnTo>
                  <a:lnTo>
                    <a:pt x="0" y="3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167167" cy="167167"/>
            </a:xfrm>
            <a:custGeom>
              <a:avLst/>
              <a:pathLst>
                <a:path w="167167" h="167167">
                  <a:moveTo>
                    <a:pt x="167167" y="166861"/>
                  </a:moveTo>
                  <a:lnTo>
                    <a:pt x="167067" y="161398"/>
                  </a:lnTo>
                  <a:lnTo>
                    <a:pt x="166790" y="155941"/>
                  </a:lnTo>
                  <a:lnTo>
                    <a:pt x="166334" y="150496"/>
                  </a:lnTo>
                  <a:lnTo>
                    <a:pt x="165700" y="145069"/>
                  </a:lnTo>
                  <a:lnTo>
                    <a:pt x="164889" y="139665"/>
                  </a:lnTo>
                  <a:lnTo>
                    <a:pt x="163902" y="134291"/>
                  </a:lnTo>
                  <a:lnTo>
                    <a:pt x="162740" y="128952"/>
                  </a:lnTo>
                  <a:lnTo>
                    <a:pt x="161405" y="123654"/>
                  </a:lnTo>
                  <a:lnTo>
                    <a:pt x="159896" y="118403"/>
                  </a:lnTo>
                  <a:lnTo>
                    <a:pt x="158217" y="113203"/>
                  </a:lnTo>
                  <a:lnTo>
                    <a:pt x="156369" y="108061"/>
                  </a:lnTo>
                  <a:lnTo>
                    <a:pt x="154354" y="102982"/>
                  </a:lnTo>
                  <a:lnTo>
                    <a:pt x="152174" y="97972"/>
                  </a:lnTo>
                  <a:lnTo>
                    <a:pt x="149831" y="93036"/>
                  </a:lnTo>
                  <a:lnTo>
                    <a:pt x="147329" y="88179"/>
                  </a:lnTo>
                  <a:lnTo>
                    <a:pt x="144669" y="83406"/>
                  </a:lnTo>
                  <a:lnTo>
                    <a:pt x="141854" y="78723"/>
                  </a:lnTo>
                  <a:lnTo>
                    <a:pt x="138888" y="74135"/>
                  </a:lnTo>
                  <a:lnTo>
                    <a:pt x="135773" y="69645"/>
                  </a:lnTo>
                  <a:lnTo>
                    <a:pt x="132513" y="65260"/>
                  </a:lnTo>
                  <a:lnTo>
                    <a:pt x="129112" y="60984"/>
                  </a:lnTo>
                  <a:lnTo>
                    <a:pt x="125573" y="56821"/>
                  </a:lnTo>
                  <a:lnTo>
                    <a:pt x="121900" y="52776"/>
                  </a:lnTo>
                  <a:lnTo>
                    <a:pt x="118096" y="48853"/>
                  </a:lnTo>
                  <a:lnTo>
                    <a:pt x="114167" y="45057"/>
                  </a:lnTo>
                  <a:lnTo>
                    <a:pt x="110115" y="41391"/>
                  </a:lnTo>
                  <a:lnTo>
                    <a:pt x="105946" y="37860"/>
                  </a:lnTo>
                  <a:lnTo>
                    <a:pt x="101663" y="34466"/>
                  </a:lnTo>
                  <a:lnTo>
                    <a:pt x="97272" y="31215"/>
                  </a:lnTo>
                  <a:lnTo>
                    <a:pt x="92777" y="28108"/>
                  </a:lnTo>
                  <a:lnTo>
                    <a:pt x="88183" y="25151"/>
                  </a:lnTo>
                  <a:lnTo>
                    <a:pt x="83495" y="22345"/>
                  </a:lnTo>
                  <a:lnTo>
                    <a:pt x="78717" y="19693"/>
                  </a:lnTo>
                  <a:lnTo>
                    <a:pt x="73856" y="17200"/>
                  </a:lnTo>
                  <a:lnTo>
                    <a:pt x="68915" y="14866"/>
                  </a:lnTo>
                  <a:lnTo>
                    <a:pt x="63901" y="12695"/>
                  </a:lnTo>
                  <a:lnTo>
                    <a:pt x="58819" y="10689"/>
                  </a:lnTo>
                  <a:lnTo>
                    <a:pt x="53673" y="8851"/>
                  </a:lnTo>
                  <a:lnTo>
                    <a:pt x="48471" y="7181"/>
                  </a:lnTo>
                  <a:lnTo>
                    <a:pt x="43216" y="5682"/>
                  </a:lnTo>
                  <a:lnTo>
                    <a:pt x="37916" y="4356"/>
                  </a:lnTo>
                  <a:lnTo>
                    <a:pt x="32575" y="3204"/>
                  </a:lnTo>
                  <a:lnTo>
                    <a:pt x="27199" y="2227"/>
                  </a:lnTo>
                  <a:lnTo>
                    <a:pt x="21794" y="1426"/>
                  </a:lnTo>
                  <a:lnTo>
                    <a:pt x="16366" y="803"/>
                  </a:lnTo>
                  <a:lnTo>
                    <a:pt x="10920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751850" y="3707720"/>
              <a:ext cx="221897" cy="334316"/>
            </a:xfrm>
            <a:custGeom>
              <a:avLst/>
              <a:pathLst>
                <a:path w="221897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900" y="1357"/>
                  </a:lnTo>
                  <a:lnTo>
                    <a:pt x="140625" y="2119"/>
                  </a:lnTo>
                  <a:lnTo>
                    <a:pt x="135377" y="3049"/>
                  </a:lnTo>
                  <a:lnTo>
                    <a:pt x="130162" y="4145"/>
                  </a:lnTo>
                  <a:lnTo>
                    <a:pt x="124984" y="5408"/>
                  </a:lnTo>
                  <a:lnTo>
                    <a:pt x="119849" y="6834"/>
                  </a:lnTo>
                  <a:lnTo>
                    <a:pt x="114762" y="8424"/>
                  </a:lnTo>
                  <a:lnTo>
                    <a:pt x="109729" y="10175"/>
                  </a:lnTo>
                  <a:lnTo>
                    <a:pt x="104753" y="12085"/>
                  </a:lnTo>
                  <a:lnTo>
                    <a:pt x="99842" y="14154"/>
                  </a:lnTo>
                  <a:lnTo>
                    <a:pt x="94998" y="16377"/>
                  </a:lnTo>
                  <a:lnTo>
                    <a:pt x="90228" y="18754"/>
                  </a:lnTo>
                  <a:lnTo>
                    <a:pt x="85536" y="21282"/>
                  </a:lnTo>
                  <a:lnTo>
                    <a:pt x="80927" y="23958"/>
                  </a:lnTo>
                  <a:lnTo>
                    <a:pt x="76406" y="26780"/>
                  </a:lnTo>
                  <a:lnTo>
                    <a:pt x="71977" y="29744"/>
                  </a:lnTo>
                  <a:lnTo>
                    <a:pt x="67645" y="32848"/>
                  </a:lnTo>
                  <a:lnTo>
                    <a:pt x="63414" y="36089"/>
                  </a:lnTo>
                  <a:lnTo>
                    <a:pt x="59288" y="39462"/>
                  </a:lnTo>
                  <a:lnTo>
                    <a:pt x="55272" y="42966"/>
                  </a:lnTo>
                  <a:lnTo>
                    <a:pt x="51370" y="46596"/>
                  </a:lnTo>
                  <a:lnTo>
                    <a:pt x="47585" y="50348"/>
                  </a:lnTo>
                  <a:lnTo>
                    <a:pt x="43922" y="54219"/>
                  </a:lnTo>
                  <a:lnTo>
                    <a:pt x="40384" y="58205"/>
                  </a:lnTo>
                  <a:lnTo>
                    <a:pt x="36975" y="62302"/>
                  </a:lnTo>
                  <a:lnTo>
                    <a:pt x="33699" y="66505"/>
                  </a:lnTo>
                  <a:lnTo>
                    <a:pt x="30558" y="70811"/>
                  </a:lnTo>
                  <a:lnTo>
                    <a:pt x="27556" y="75214"/>
                  </a:lnTo>
                  <a:lnTo>
                    <a:pt x="24695" y="79711"/>
                  </a:lnTo>
                  <a:lnTo>
                    <a:pt x="21980" y="84297"/>
                  </a:lnTo>
                  <a:lnTo>
                    <a:pt x="19412" y="88967"/>
                  </a:lnTo>
                  <a:lnTo>
                    <a:pt x="16994" y="93716"/>
                  </a:lnTo>
                  <a:lnTo>
                    <a:pt x="14729" y="98540"/>
                  </a:lnTo>
                  <a:lnTo>
                    <a:pt x="12619" y="103434"/>
                  </a:lnTo>
                  <a:lnTo>
                    <a:pt x="10666" y="108393"/>
                  </a:lnTo>
                  <a:lnTo>
                    <a:pt x="8872" y="113412"/>
                  </a:lnTo>
                  <a:lnTo>
                    <a:pt x="7239" y="118485"/>
                  </a:lnTo>
                  <a:lnTo>
                    <a:pt x="5768" y="123607"/>
                  </a:lnTo>
                  <a:lnTo>
                    <a:pt x="4462" y="128774"/>
                  </a:lnTo>
                  <a:lnTo>
                    <a:pt x="3321" y="133980"/>
                  </a:lnTo>
                  <a:lnTo>
                    <a:pt x="2346" y="139219"/>
                  </a:lnTo>
                  <a:lnTo>
                    <a:pt x="1539" y="144487"/>
                  </a:lnTo>
                  <a:lnTo>
                    <a:pt x="900" y="149779"/>
                  </a:lnTo>
                  <a:lnTo>
                    <a:pt x="430" y="155087"/>
                  </a:lnTo>
                  <a:lnTo>
                    <a:pt x="130" y="160408"/>
                  </a:lnTo>
                  <a:lnTo>
                    <a:pt x="0" y="165736"/>
                  </a:lnTo>
                  <a:lnTo>
                    <a:pt x="39" y="171065"/>
                  </a:lnTo>
                  <a:lnTo>
                    <a:pt x="248" y="176391"/>
                  </a:lnTo>
                  <a:lnTo>
                    <a:pt x="627" y="181707"/>
                  </a:lnTo>
                  <a:lnTo>
                    <a:pt x="1175" y="187008"/>
                  </a:lnTo>
                  <a:lnTo>
                    <a:pt x="1892" y="192289"/>
                  </a:lnTo>
                  <a:lnTo>
                    <a:pt x="2777" y="197545"/>
                  </a:lnTo>
                  <a:lnTo>
                    <a:pt x="3829" y="202769"/>
                  </a:lnTo>
                  <a:lnTo>
                    <a:pt x="5046" y="207958"/>
                  </a:lnTo>
                  <a:lnTo>
                    <a:pt x="6429" y="213105"/>
                  </a:lnTo>
                  <a:lnTo>
                    <a:pt x="7975" y="218205"/>
                  </a:lnTo>
                  <a:lnTo>
                    <a:pt x="9683" y="223253"/>
                  </a:lnTo>
                  <a:lnTo>
                    <a:pt x="11551" y="228245"/>
                  </a:lnTo>
                  <a:lnTo>
                    <a:pt x="13577" y="233174"/>
                  </a:lnTo>
                  <a:lnTo>
                    <a:pt x="15759" y="238036"/>
                  </a:lnTo>
                  <a:lnTo>
                    <a:pt x="18095" y="242827"/>
                  </a:lnTo>
                  <a:lnTo>
                    <a:pt x="20583" y="247540"/>
                  </a:lnTo>
                  <a:lnTo>
                    <a:pt x="23219" y="252172"/>
                  </a:lnTo>
                  <a:lnTo>
                    <a:pt x="26002" y="256717"/>
                  </a:lnTo>
                  <a:lnTo>
                    <a:pt x="28928" y="261171"/>
                  </a:lnTo>
                  <a:lnTo>
                    <a:pt x="31995" y="265530"/>
                  </a:lnTo>
                  <a:lnTo>
                    <a:pt x="35199" y="269788"/>
                  </a:lnTo>
                  <a:lnTo>
                    <a:pt x="38538" y="273943"/>
                  </a:lnTo>
                  <a:lnTo>
                    <a:pt x="42007" y="277989"/>
                  </a:lnTo>
                  <a:lnTo>
                    <a:pt x="45603" y="281922"/>
                  </a:lnTo>
                  <a:lnTo>
                    <a:pt x="49323" y="285738"/>
                  </a:lnTo>
                  <a:lnTo>
                    <a:pt x="53162" y="289434"/>
                  </a:lnTo>
                  <a:lnTo>
                    <a:pt x="57118" y="293006"/>
                  </a:lnTo>
                  <a:lnTo>
                    <a:pt x="61185" y="296450"/>
                  </a:lnTo>
                  <a:lnTo>
                    <a:pt x="65360" y="299763"/>
                  </a:lnTo>
                  <a:lnTo>
                    <a:pt x="69639" y="302940"/>
                  </a:lnTo>
                  <a:lnTo>
                    <a:pt x="74016" y="305980"/>
                  </a:lnTo>
                  <a:lnTo>
                    <a:pt x="78489" y="308879"/>
                  </a:lnTo>
                  <a:lnTo>
                    <a:pt x="83051" y="311633"/>
                  </a:lnTo>
                  <a:lnTo>
                    <a:pt x="87699" y="314241"/>
                  </a:lnTo>
                  <a:lnTo>
                    <a:pt x="92428" y="316699"/>
                  </a:lnTo>
                  <a:lnTo>
                    <a:pt x="97232" y="319005"/>
                  </a:lnTo>
                  <a:lnTo>
                    <a:pt x="102108" y="321157"/>
                  </a:lnTo>
                  <a:lnTo>
                    <a:pt x="107050" y="323153"/>
                  </a:lnTo>
                  <a:lnTo>
                    <a:pt x="112053" y="324990"/>
                  </a:lnTo>
                  <a:lnTo>
                    <a:pt x="117112" y="326666"/>
                  </a:lnTo>
                  <a:lnTo>
                    <a:pt x="122221" y="328181"/>
                  </a:lnTo>
                  <a:lnTo>
                    <a:pt x="127377" y="329531"/>
                  </a:lnTo>
                  <a:lnTo>
                    <a:pt x="132573" y="330717"/>
                  </a:lnTo>
                  <a:lnTo>
                    <a:pt x="137804" y="331736"/>
                  </a:lnTo>
                  <a:lnTo>
                    <a:pt x="143065" y="332589"/>
                  </a:lnTo>
                  <a:lnTo>
                    <a:pt x="148350" y="333273"/>
                  </a:lnTo>
                  <a:lnTo>
                    <a:pt x="153655" y="333788"/>
                  </a:lnTo>
                  <a:lnTo>
                    <a:pt x="158973" y="334134"/>
                  </a:lnTo>
                  <a:lnTo>
                    <a:pt x="164299" y="334310"/>
                  </a:lnTo>
                  <a:lnTo>
                    <a:pt x="169629" y="334316"/>
                  </a:lnTo>
                  <a:lnTo>
                    <a:pt x="174956" y="334153"/>
                  </a:lnTo>
                  <a:lnTo>
                    <a:pt x="180275" y="333819"/>
                  </a:lnTo>
                  <a:lnTo>
                    <a:pt x="185581" y="333316"/>
                  </a:lnTo>
                  <a:lnTo>
                    <a:pt x="190867" y="332645"/>
                  </a:lnTo>
                  <a:lnTo>
                    <a:pt x="196130" y="331805"/>
                  </a:lnTo>
                  <a:lnTo>
                    <a:pt x="201364" y="330798"/>
                  </a:lnTo>
                  <a:lnTo>
                    <a:pt x="206563" y="329625"/>
                  </a:lnTo>
                  <a:lnTo>
                    <a:pt x="211721" y="328286"/>
                  </a:lnTo>
                  <a:lnTo>
                    <a:pt x="216834" y="326784"/>
                  </a:lnTo>
                  <a:lnTo>
                    <a:pt x="221897" y="32511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833"/>
              <a:ext cx="167165" cy="325007"/>
            </a:xfrm>
            <a:custGeom>
              <a:avLst/>
              <a:pathLst>
                <a:path w="167165" h="325007">
                  <a:moveTo>
                    <a:pt x="54736" y="325007"/>
                  </a:moveTo>
                  <a:lnTo>
                    <a:pt x="59739" y="323183"/>
                  </a:lnTo>
                  <a:lnTo>
                    <a:pt x="64681" y="321201"/>
                  </a:lnTo>
                  <a:lnTo>
                    <a:pt x="69558" y="319063"/>
                  </a:lnTo>
                  <a:lnTo>
                    <a:pt x="74364" y="316771"/>
                  </a:lnTo>
                  <a:lnTo>
                    <a:pt x="79094" y="314326"/>
                  </a:lnTo>
                  <a:lnTo>
                    <a:pt x="83745" y="311732"/>
                  </a:lnTo>
                  <a:lnTo>
                    <a:pt x="88310" y="308992"/>
                  </a:lnTo>
                  <a:lnTo>
                    <a:pt x="92786" y="306107"/>
                  </a:lnTo>
                  <a:lnTo>
                    <a:pt x="97168" y="303082"/>
                  </a:lnTo>
                  <a:lnTo>
                    <a:pt x="101451" y="299918"/>
                  </a:lnTo>
                  <a:lnTo>
                    <a:pt x="105631" y="296619"/>
                  </a:lnTo>
                  <a:lnTo>
                    <a:pt x="109704" y="293189"/>
                  </a:lnTo>
                  <a:lnTo>
                    <a:pt x="113665" y="289631"/>
                  </a:lnTo>
                  <a:lnTo>
                    <a:pt x="117512" y="285949"/>
                  </a:lnTo>
                  <a:lnTo>
                    <a:pt x="121239" y="282146"/>
                  </a:lnTo>
                  <a:lnTo>
                    <a:pt x="124843" y="278226"/>
                  </a:lnTo>
                  <a:lnTo>
                    <a:pt x="128320" y="274194"/>
                  </a:lnTo>
                  <a:lnTo>
                    <a:pt x="131667" y="270052"/>
                  </a:lnTo>
                  <a:lnTo>
                    <a:pt x="134881" y="265807"/>
                  </a:lnTo>
                  <a:lnTo>
                    <a:pt x="137958" y="261461"/>
                  </a:lnTo>
                  <a:lnTo>
                    <a:pt x="140894" y="257019"/>
                  </a:lnTo>
                  <a:lnTo>
                    <a:pt x="143688" y="252486"/>
                  </a:lnTo>
                  <a:lnTo>
                    <a:pt x="146336" y="247866"/>
                  </a:lnTo>
                  <a:lnTo>
                    <a:pt x="148836" y="243164"/>
                  </a:lnTo>
                  <a:lnTo>
                    <a:pt x="151184" y="238386"/>
                  </a:lnTo>
                  <a:lnTo>
                    <a:pt x="153379" y="233534"/>
                  </a:lnTo>
                  <a:lnTo>
                    <a:pt x="155419" y="228615"/>
                  </a:lnTo>
                  <a:lnTo>
                    <a:pt x="157301" y="223634"/>
                  </a:lnTo>
                  <a:lnTo>
                    <a:pt x="159023" y="218596"/>
                  </a:lnTo>
                  <a:lnTo>
                    <a:pt x="160584" y="213505"/>
                  </a:lnTo>
                  <a:lnTo>
                    <a:pt x="161982" y="208367"/>
                  </a:lnTo>
                  <a:lnTo>
                    <a:pt x="163215" y="203187"/>
                  </a:lnTo>
                  <a:lnTo>
                    <a:pt x="164283" y="197970"/>
                  </a:lnTo>
                  <a:lnTo>
                    <a:pt x="165185" y="192722"/>
                  </a:lnTo>
                  <a:lnTo>
                    <a:pt x="165918" y="187448"/>
                  </a:lnTo>
                  <a:lnTo>
                    <a:pt x="166484" y="182153"/>
                  </a:lnTo>
                  <a:lnTo>
                    <a:pt x="166880" y="176843"/>
                  </a:lnTo>
                  <a:lnTo>
                    <a:pt x="167107" y="171523"/>
                  </a:lnTo>
                  <a:lnTo>
                    <a:pt x="167165" y="166199"/>
                  </a:lnTo>
                  <a:lnTo>
                    <a:pt x="167053" y="160875"/>
                  </a:lnTo>
                  <a:lnTo>
                    <a:pt x="166771" y="155558"/>
                  </a:lnTo>
                  <a:lnTo>
                    <a:pt x="166320" y="150252"/>
                  </a:lnTo>
                  <a:lnTo>
                    <a:pt x="165701" y="144963"/>
                  </a:lnTo>
                  <a:lnTo>
                    <a:pt x="164913" y="139697"/>
                  </a:lnTo>
                  <a:lnTo>
                    <a:pt x="163958" y="134459"/>
                  </a:lnTo>
                  <a:lnTo>
                    <a:pt x="162837" y="129253"/>
                  </a:lnTo>
                  <a:lnTo>
                    <a:pt x="161550" y="124086"/>
                  </a:lnTo>
                  <a:lnTo>
                    <a:pt x="160100" y="118963"/>
                  </a:lnTo>
                  <a:lnTo>
                    <a:pt x="158487" y="113888"/>
                  </a:lnTo>
                  <a:lnTo>
                    <a:pt x="156713" y="108867"/>
                  </a:lnTo>
                  <a:lnTo>
                    <a:pt x="154781" y="103906"/>
                  </a:lnTo>
                  <a:lnTo>
                    <a:pt x="152691" y="99008"/>
                  </a:lnTo>
                  <a:lnTo>
                    <a:pt x="150446" y="94180"/>
                  </a:lnTo>
                  <a:lnTo>
                    <a:pt x="148049" y="89425"/>
                  </a:lnTo>
                  <a:lnTo>
                    <a:pt x="145501" y="84749"/>
                  </a:lnTo>
                  <a:lnTo>
                    <a:pt x="142806" y="80157"/>
                  </a:lnTo>
                  <a:lnTo>
                    <a:pt x="139966" y="75653"/>
                  </a:lnTo>
                  <a:lnTo>
                    <a:pt x="136984" y="71241"/>
                  </a:lnTo>
                  <a:lnTo>
                    <a:pt x="133863" y="66927"/>
                  </a:lnTo>
                  <a:lnTo>
                    <a:pt x="130606" y="62714"/>
                  </a:lnTo>
                  <a:lnTo>
                    <a:pt x="127216" y="58607"/>
                  </a:lnTo>
                  <a:lnTo>
                    <a:pt x="123698" y="54611"/>
                  </a:lnTo>
                  <a:lnTo>
                    <a:pt x="120054" y="50728"/>
                  </a:lnTo>
                  <a:lnTo>
                    <a:pt x="116288" y="46963"/>
                  </a:lnTo>
                  <a:lnTo>
                    <a:pt x="112404" y="43321"/>
                  </a:lnTo>
                  <a:lnTo>
                    <a:pt x="108407" y="39803"/>
                  </a:lnTo>
                  <a:lnTo>
                    <a:pt x="104299" y="36415"/>
                  </a:lnTo>
                  <a:lnTo>
                    <a:pt x="100085" y="33160"/>
                  </a:lnTo>
                  <a:lnTo>
                    <a:pt x="95770" y="30040"/>
                  </a:lnTo>
                  <a:lnTo>
                    <a:pt x="91357" y="27059"/>
                  </a:lnTo>
                  <a:lnTo>
                    <a:pt x="86852" y="24221"/>
                  </a:lnTo>
                  <a:lnTo>
                    <a:pt x="82259" y="21527"/>
                  </a:lnTo>
                  <a:lnTo>
                    <a:pt x="77582" y="18981"/>
                  </a:lnTo>
                  <a:lnTo>
                    <a:pt x="72827" y="16585"/>
                  </a:lnTo>
                  <a:lnTo>
                    <a:pt x="67998" y="14342"/>
                  </a:lnTo>
                  <a:lnTo>
                    <a:pt x="63100" y="12254"/>
                  </a:lnTo>
                  <a:lnTo>
                    <a:pt x="58137" y="10323"/>
                  </a:lnTo>
                  <a:lnTo>
                    <a:pt x="53116" y="8550"/>
                  </a:lnTo>
                  <a:lnTo>
                    <a:pt x="48041" y="6939"/>
                  </a:lnTo>
                  <a:lnTo>
                    <a:pt x="42917" y="5490"/>
                  </a:lnTo>
                  <a:lnTo>
                    <a:pt x="37749" y="4205"/>
                  </a:lnTo>
                  <a:lnTo>
                    <a:pt x="32544" y="3086"/>
                  </a:lnTo>
                  <a:lnTo>
                    <a:pt x="27305" y="2132"/>
                  </a:lnTo>
                  <a:lnTo>
                    <a:pt x="22038" y="1346"/>
                  </a:lnTo>
                  <a:lnTo>
                    <a:pt x="16749" y="728"/>
                  </a:lnTo>
                  <a:lnTo>
                    <a:pt x="11444" y="279"/>
                  </a:lnTo>
                  <a:lnTo>
                    <a:pt x="6126" y="0"/>
                  </a:lnTo>
                  <a:lnTo>
                    <a:pt x="0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6126" cy="167167"/>
            </a:xfrm>
            <a:custGeom>
              <a:avLst/>
              <a:pathLst>
                <a:path w="6126" h="167167">
                  <a:moveTo>
                    <a:pt x="6126" y="1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tx81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2025-06-05T21:52:01Z</dcterms:modified>
  <cp:category/>
</cp:coreProperties>
</file>