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46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59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59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2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12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27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59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46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5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63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82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46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56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7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46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5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78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46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5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78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46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59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82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5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45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82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59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95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08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59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59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12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59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74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56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59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77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5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59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77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5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59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82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51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08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29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5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69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95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63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183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82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63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63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75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14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82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9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14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74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78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194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59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82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1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327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48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9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21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12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59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82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12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5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18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59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12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64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59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44237" y="3170392"/>
              <a:ext cx="39541" cy="167167"/>
            </a:xfrm>
            <a:custGeom>
              <a:avLst/>
              <a:pathLst>
                <a:path w="39541" h="167167">
                  <a:moveTo>
                    <a:pt x="39541" y="0"/>
                  </a:moveTo>
                  <a:lnTo>
                    <a:pt x="32890" y="132"/>
                  </a:lnTo>
                  <a:lnTo>
                    <a:pt x="26249" y="529"/>
                  </a:lnTo>
                  <a:lnTo>
                    <a:pt x="19629" y="1190"/>
                  </a:lnTo>
                  <a:lnTo>
                    <a:pt x="13040" y="2113"/>
                  </a:lnTo>
                  <a:lnTo>
                    <a:pt x="6494" y="3299"/>
                  </a:lnTo>
                  <a:lnTo>
                    <a:pt x="0" y="4743"/>
                  </a:lnTo>
                  <a:lnTo>
                    <a:pt x="3954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44237" y="3175136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816611" y="3170921"/>
              <a:ext cx="334334" cy="333785"/>
            </a:xfrm>
            <a:custGeom>
              <a:avLst/>
              <a:pathLst>
                <a:path w="334334" h="333785">
                  <a:moveTo>
                    <a:pt x="127625" y="4214"/>
                  </a:moveTo>
                  <a:lnTo>
                    <a:pt x="122493" y="5550"/>
                  </a:lnTo>
                  <a:lnTo>
                    <a:pt x="117405" y="7048"/>
                  </a:lnTo>
                  <a:lnTo>
                    <a:pt x="112368" y="8707"/>
                  </a:lnTo>
                  <a:lnTo>
                    <a:pt x="107385" y="10525"/>
                  </a:lnTo>
                  <a:lnTo>
                    <a:pt x="102463" y="12500"/>
                  </a:lnTo>
                  <a:lnTo>
                    <a:pt x="97606" y="14630"/>
                  </a:lnTo>
                  <a:lnTo>
                    <a:pt x="92819" y="16913"/>
                  </a:lnTo>
                  <a:lnTo>
                    <a:pt x="88107" y="19347"/>
                  </a:lnTo>
                  <a:lnTo>
                    <a:pt x="83474" y="21929"/>
                  </a:lnTo>
                  <a:lnTo>
                    <a:pt x="78926" y="24657"/>
                  </a:lnTo>
                  <a:lnTo>
                    <a:pt x="74466" y="27528"/>
                  </a:lnTo>
                  <a:lnTo>
                    <a:pt x="70100" y="30538"/>
                  </a:lnTo>
                  <a:lnTo>
                    <a:pt x="65832" y="33686"/>
                  </a:lnTo>
                  <a:lnTo>
                    <a:pt x="61665" y="36968"/>
                  </a:lnTo>
                  <a:lnTo>
                    <a:pt x="57605" y="40380"/>
                  </a:lnTo>
                  <a:lnTo>
                    <a:pt x="53655" y="43919"/>
                  </a:lnTo>
                  <a:lnTo>
                    <a:pt x="49819" y="47581"/>
                  </a:lnTo>
                  <a:lnTo>
                    <a:pt x="46101" y="51364"/>
                  </a:lnTo>
                  <a:lnTo>
                    <a:pt x="42505" y="55262"/>
                  </a:lnTo>
                  <a:lnTo>
                    <a:pt x="39035" y="59273"/>
                  </a:lnTo>
                  <a:lnTo>
                    <a:pt x="35694" y="63391"/>
                  </a:lnTo>
                  <a:lnTo>
                    <a:pt x="32485" y="67614"/>
                  </a:lnTo>
                  <a:lnTo>
                    <a:pt x="29411" y="71936"/>
                  </a:lnTo>
                  <a:lnTo>
                    <a:pt x="26476" y="76354"/>
                  </a:lnTo>
                  <a:lnTo>
                    <a:pt x="23683" y="80862"/>
                  </a:lnTo>
                  <a:lnTo>
                    <a:pt x="21034" y="85457"/>
                  </a:lnTo>
                  <a:lnTo>
                    <a:pt x="18533" y="90134"/>
                  </a:lnTo>
                  <a:lnTo>
                    <a:pt x="16181" y="94887"/>
                  </a:lnTo>
                  <a:lnTo>
                    <a:pt x="13981" y="99713"/>
                  </a:lnTo>
                  <a:lnTo>
                    <a:pt x="11935" y="104606"/>
                  </a:lnTo>
                  <a:lnTo>
                    <a:pt x="10045" y="109562"/>
                  </a:lnTo>
                  <a:lnTo>
                    <a:pt x="8314" y="114575"/>
                  </a:lnTo>
                  <a:lnTo>
                    <a:pt x="6742" y="119640"/>
                  </a:lnTo>
                  <a:lnTo>
                    <a:pt x="5332" y="124753"/>
                  </a:lnTo>
                  <a:lnTo>
                    <a:pt x="4085" y="129907"/>
                  </a:lnTo>
                  <a:lnTo>
                    <a:pt x="3001" y="135099"/>
                  </a:lnTo>
                  <a:lnTo>
                    <a:pt x="2084" y="140323"/>
                  </a:lnTo>
                  <a:lnTo>
                    <a:pt x="1332" y="145573"/>
                  </a:lnTo>
                  <a:lnTo>
                    <a:pt x="747" y="150844"/>
                  </a:lnTo>
                  <a:lnTo>
                    <a:pt x="330" y="156131"/>
                  </a:lnTo>
                  <a:lnTo>
                    <a:pt x="81" y="161429"/>
                  </a:lnTo>
                  <a:lnTo>
                    <a:pt x="0" y="166732"/>
                  </a:lnTo>
                  <a:lnTo>
                    <a:pt x="87" y="172035"/>
                  </a:lnTo>
                  <a:lnTo>
                    <a:pt x="342" y="177332"/>
                  </a:lnTo>
                  <a:lnTo>
                    <a:pt x="765" y="182619"/>
                  </a:lnTo>
                  <a:lnTo>
                    <a:pt x="1356" y="187890"/>
                  </a:lnTo>
                  <a:lnTo>
                    <a:pt x="2113" y="193139"/>
                  </a:lnTo>
                  <a:lnTo>
                    <a:pt x="3037" y="198361"/>
                  </a:lnTo>
                  <a:lnTo>
                    <a:pt x="4126" y="203552"/>
                  </a:lnTo>
                  <a:lnTo>
                    <a:pt x="5379" y="208705"/>
                  </a:lnTo>
                  <a:lnTo>
                    <a:pt x="6795" y="213816"/>
                  </a:lnTo>
                  <a:lnTo>
                    <a:pt x="8372" y="218880"/>
                  </a:lnTo>
                  <a:lnTo>
                    <a:pt x="10110" y="223891"/>
                  </a:lnTo>
                  <a:lnTo>
                    <a:pt x="12005" y="228844"/>
                  </a:lnTo>
                  <a:lnTo>
                    <a:pt x="14056" y="233735"/>
                  </a:lnTo>
                  <a:lnTo>
                    <a:pt x="16262" y="238558"/>
                  </a:lnTo>
                  <a:lnTo>
                    <a:pt x="18619" y="243309"/>
                  </a:lnTo>
                  <a:lnTo>
                    <a:pt x="21126" y="247983"/>
                  </a:lnTo>
                  <a:lnTo>
                    <a:pt x="23780" y="252575"/>
                  </a:lnTo>
                  <a:lnTo>
                    <a:pt x="26578" y="257080"/>
                  </a:lnTo>
                  <a:lnTo>
                    <a:pt x="29518" y="261494"/>
                  </a:lnTo>
                  <a:lnTo>
                    <a:pt x="32597" y="265813"/>
                  </a:lnTo>
                  <a:lnTo>
                    <a:pt x="35810" y="270032"/>
                  </a:lnTo>
                  <a:lnTo>
                    <a:pt x="39156" y="274147"/>
                  </a:lnTo>
                  <a:lnTo>
                    <a:pt x="42631" y="278154"/>
                  </a:lnTo>
                  <a:lnTo>
                    <a:pt x="46231" y="282048"/>
                  </a:lnTo>
                  <a:lnTo>
                    <a:pt x="49953" y="285826"/>
                  </a:lnTo>
                  <a:lnTo>
                    <a:pt x="53793" y="289485"/>
                  </a:lnTo>
                  <a:lnTo>
                    <a:pt x="57747" y="293019"/>
                  </a:lnTo>
                  <a:lnTo>
                    <a:pt x="61812" y="296427"/>
                  </a:lnTo>
                  <a:lnTo>
                    <a:pt x="65982" y="299703"/>
                  </a:lnTo>
                  <a:lnTo>
                    <a:pt x="70254" y="302846"/>
                  </a:lnTo>
                  <a:lnTo>
                    <a:pt x="74623" y="305852"/>
                  </a:lnTo>
                  <a:lnTo>
                    <a:pt x="79086" y="308718"/>
                  </a:lnTo>
                  <a:lnTo>
                    <a:pt x="83638" y="311440"/>
                  </a:lnTo>
                  <a:lnTo>
                    <a:pt x="88273" y="314017"/>
                  </a:lnTo>
                  <a:lnTo>
                    <a:pt x="92988" y="316446"/>
                  </a:lnTo>
                  <a:lnTo>
                    <a:pt x="97778" y="318723"/>
                  </a:lnTo>
                  <a:lnTo>
                    <a:pt x="102637" y="320848"/>
                  </a:lnTo>
                  <a:lnTo>
                    <a:pt x="107561" y="322817"/>
                  </a:lnTo>
                  <a:lnTo>
                    <a:pt x="112546" y="324630"/>
                  </a:lnTo>
                  <a:lnTo>
                    <a:pt x="117585" y="326283"/>
                  </a:lnTo>
                  <a:lnTo>
                    <a:pt x="122674" y="327775"/>
                  </a:lnTo>
                  <a:lnTo>
                    <a:pt x="127809" y="329106"/>
                  </a:lnTo>
                  <a:lnTo>
                    <a:pt x="132982" y="330272"/>
                  </a:lnTo>
                  <a:lnTo>
                    <a:pt x="138190" y="331274"/>
                  </a:lnTo>
                  <a:lnTo>
                    <a:pt x="143427" y="332111"/>
                  </a:lnTo>
                  <a:lnTo>
                    <a:pt x="148689" y="332781"/>
                  </a:lnTo>
                  <a:lnTo>
                    <a:pt x="153968" y="333283"/>
                  </a:lnTo>
                  <a:lnTo>
                    <a:pt x="159261" y="333618"/>
                  </a:lnTo>
                  <a:lnTo>
                    <a:pt x="164562" y="333785"/>
                  </a:lnTo>
                  <a:lnTo>
                    <a:pt x="169866" y="333783"/>
                  </a:lnTo>
                  <a:lnTo>
                    <a:pt x="175167" y="333614"/>
                  </a:lnTo>
                  <a:lnTo>
                    <a:pt x="180460" y="333276"/>
                  </a:lnTo>
                  <a:lnTo>
                    <a:pt x="185739" y="332770"/>
                  </a:lnTo>
                  <a:lnTo>
                    <a:pt x="191000" y="332097"/>
                  </a:lnTo>
                  <a:lnTo>
                    <a:pt x="196237" y="331258"/>
                  </a:lnTo>
                  <a:lnTo>
                    <a:pt x="201444" y="330253"/>
                  </a:lnTo>
                  <a:lnTo>
                    <a:pt x="206617" y="329083"/>
                  </a:lnTo>
                  <a:lnTo>
                    <a:pt x="211750" y="327750"/>
                  </a:lnTo>
                  <a:lnTo>
                    <a:pt x="216839" y="326255"/>
                  </a:lnTo>
                  <a:lnTo>
                    <a:pt x="221877" y="324599"/>
                  </a:lnTo>
                  <a:lnTo>
                    <a:pt x="226861" y="322784"/>
                  </a:lnTo>
                  <a:lnTo>
                    <a:pt x="231784" y="320812"/>
                  </a:lnTo>
                  <a:lnTo>
                    <a:pt x="236642" y="318684"/>
                  </a:lnTo>
                  <a:lnTo>
                    <a:pt x="241430" y="316404"/>
                  </a:lnTo>
                  <a:lnTo>
                    <a:pt x="246144" y="313973"/>
                  </a:lnTo>
                  <a:lnTo>
                    <a:pt x="250778" y="311393"/>
                  </a:lnTo>
                  <a:lnTo>
                    <a:pt x="255328" y="308668"/>
                  </a:lnTo>
                  <a:lnTo>
                    <a:pt x="259789" y="305800"/>
                  </a:lnTo>
                  <a:lnTo>
                    <a:pt x="264157" y="302792"/>
                  </a:lnTo>
                  <a:lnTo>
                    <a:pt x="268427" y="299646"/>
                  </a:lnTo>
                  <a:lnTo>
                    <a:pt x="272596" y="296367"/>
                  </a:lnTo>
                  <a:lnTo>
                    <a:pt x="276658" y="292957"/>
                  </a:lnTo>
                  <a:lnTo>
                    <a:pt x="280610" y="289421"/>
                  </a:lnTo>
                  <a:lnTo>
                    <a:pt x="284448" y="285760"/>
                  </a:lnTo>
                  <a:lnTo>
                    <a:pt x="288167" y="281980"/>
                  </a:lnTo>
                  <a:lnTo>
                    <a:pt x="291765" y="278083"/>
                  </a:lnTo>
                  <a:lnTo>
                    <a:pt x="295238" y="274075"/>
                  </a:lnTo>
                  <a:lnTo>
                    <a:pt x="298582" y="269958"/>
                  </a:lnTo>
                  <a:lnTo>
                    <a:pt x="301793" y="265737"/>
                  </a:lnTo>
                  <a:lnTo>
                    <a:pt x="304869" y="261417"/>
                  </a:lnTo>
                  <a:lnTo>
                    <a:pt x="307806" y="257001"/>
                  </a:lnTo>
                  <a:lnTo>
                    <a:pt x="310602" y="252494"/>
                  </a:lnTo>
                  <a:lnTo>
                    <a:pt x="313253" y="247901"/>
                  </a:lnTo>
                  <a:lnTo>
                    <a:pt x="315758" y="243225"/>
                  </a:lnTo>
                  <a:lnTo>
                    <a:pt x="318113" y="238473"/>
                  </a:lnTo>
                  <a:lnTo>
                    <a:pt x="320315" y="233649"/>
                  </a:lnTo>
                  <a:lnTo>
                    <a:pt x="322364" y="228757"/>
                  </a:lnTo>
                  <a:lnTo>
                    <a:pt x="324257" y="223802"/>
                  </a:lnTo>
                  <a:lnTo>
                    <a:pt x="325991" y="218790"/>
                  </a:lnTo>
                  <a:lnTo>
                    <a:pt x="327565" y="213726"/>
                  </a:lnTo>
                  <a:lnTo>
                    <a:pt x="328978" y="208614"/>
                  </a:lnTo>
                  <a:lnTo>
                    <a:pt x="330228" y="203460"/>
                  </a:lnTo>
                  <a:lnTo>
                    <a:pt x="331315" y="198269"/>
                  </a:lnTo>
                  <a:lnTo>
                    <a:pt x="332235" y="193046"/>
                  </a:lnTo>
                  <a:lnTo>
                    <a:pt x="332990" y="187796"/>
                  </a:lnTo>
                  <a:lnTo>
                    <a:pt x="333578" y="182525"/>
                  </a:lnTo>
                  <a:lnTo>
                    <a:pt x="333998" y="177238"/>
                  </a:lnTo>
                  <a:lnTo>
                    <a:pt x="334250" y="171941"/>
                  </a:lnTo>
                  <a:lnTo>
                    <a:pt x="334334" y="166638"/>
                  </a:lnTo>
                  <a:lnTo>
                    <a:pt x="334250" y="161335"/>
                  </a:lnTo>
                  <a:lnTo>
                    <a:pt x="333998" y="156037"/>
                  </a:lnTo>
                  <a:lnTo>
                    <a:pt x="333578" y="150750"/>
                  </a:lnTo>
                  <a:lnTo>
                    <a:pt x="332990" y="145479"/>
                  </a:lnTo>
                  <a:lnTo>
                    <a:pt x="332235" y="140230"/>
                  </a:lnTo>
                  <a:lnTo>
                    <a:pt x="331315" y="135007"/>
                  </a:lnTo>
                  <a:lnTo>
                    <a:pt x="330228" y="129815"/>
                  </a:lnTo>
                  <a:lnTo>
                    <a:pt x="328978" y="124661"/>
                  </a:lnTo>
                  <a:lnTo>
                    <a:pt x="327565" y="119549"/>
                  </a:lnTo>
                  <a:lnTo>
                    <a:pt x="325991" y="114485"/>
                  </a:lnTo>
                  <a:lnTo>
                    <a:pt x="324257" y="109473"/>
                  </a:lnTo>
                  <a:lnTo>
                    <a:pt x="322364" y="104518"/>
                  </a:lnTo>
                  <a:lnTo>
                    <a:pt x="320315" y="99626"/>
                  </a:lnTo>
                  <a:lnTo>
                    <a:pt x="318113" y="94802"/>
                  </a:lnTo>
                  <a:lnTo>
                    <a:pt x="315758" y="90050"/>
                  </a:lnTo>
                  <a:lnTo>
                    <a:pt x="313253" y="85375"/>
                  </a:lnTo>
                  <a:lnTo>
                    <a:pt x="310602" y="80781"/>
                  </a:lnTo>
                  <a:lnTo>
                    <a:pt x="307806" y="76274"/>
                  </a:lnTo>
                  <a:lnTo>
                    <a:pt x="304869" y="71859"/>
                  </a:lnTo>
                  <a:lnTo>
                    <a:pt x="301793" y="67538"/>
                  </a:lnTo>
                  <a:lnTo>
                    <a:pt x="298582" y="63317"/>
                  </a:lnTo>
                  <a:lnTo>
                    <a:pt x="295238" y="59201"/>
                  </a:lnTo>
                  <a:lnTo>
                    <a:pt x="291765" y="55192"/>
                  </a:lnTo>
                  <a:lnTo>
                    <a:pt x="288167" y="51295"/>
                  </a:lnTo>
                  <a:lnTo>
                    <a:pt x="284448" y="47515"/>
                  </a:lnTo>
                  <a:lnTo>
                    <a:pt x="280610" y="43855"/>
                  </a:lnTo>
                  <a:lnTo>
                    <a:pt x="276658" y="40318"/>
                  </a:lnTo>
                  <a:lnTo>
                    <a:pt x="272596" y="36908"/>
                  </a:lnTo>
                  <a:lnTo>
                    <a:pt x="268427" y="33629"/>
                  </a:lnTo>
                  <a:lnTo>
                    <a:pt x="264157" y="30484"/>
                  </a:lnTo>
                  <a:lnTo>
                    <a:pt x="259789" y="27475"/>
                  </a:lnTo>
                  <a:lnTo>
                    <a:pt x="255328" y="24607"/>
                  </a:lnTo>
                  <a:lnTo>
                    <a:pt x="250778" y="21882"/>
                  </a:lnTo>
                  <a:lnTo>
                    <a:pt x="246144" y="19303"/>
                  </a:lnTo>
                  <a:lnTo>
                    <a:pt x="241430" y="16871"/>
                  </a:lnTo>
                  <a:lnTo>
                    <a:pt x="236642" y="14591"/>
                  </a:lnTo>
                  <a:lnTo>
                    <a:pt x="231784" y="12464"/>
                  </a:lnTo>
                  <a:lnTo>
                    <a:pt x="226861" y="10491"/>
                  </a:lnTo>
                  <a:lnTo>
                    <a:pt x="221877" y="8676"/>
                  </a:lnTo>
                  <a:lnTo>
                    <a:pt x="216839" y="7020"/>
                  </a:lnTo>
                  <a:lnTo>
                    <a:pt x="211750" y="5525"/>
                  </a:lnTo>
                  <a:lnTo>
                    <a:pt x="206617" y="4192"/>
                  </a:lnTo>
                  <a:lnTo>
                    <a:pt x="201444" y="3022"/>
                  </a:lnTo>
                  <a:lnTo>
                    <a:pt x="196237" y="2017"/>
                  </a:lnTo>
                  <a:lnTo>
                    <a:pt x="191000" y="1178"/>
                  </a:lnTo>
                  <a:lnTo>
                    <a:pt x="185739" y="505"/>
                  </a:lnTo>
                  <a:lnTo>
                    <a:pt x="180460" y="0"/>
                  </a:lnTo>
                  <a:lnTo>
                    <a:pt x="167167" y="1666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83779" y="3170392"/>
              <a:ext cx="13292" cy="167167"/>
            </a:xfrm>
            <a:custGeom>
              <a:avLst/>
              <a:pathLst>
                <a:path w="13292" h="167167">
                  <a:moveTo>
                    <a:pt x="13292" y="52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61" y="2633064"/>
              <a:ext cx="167149" cy="202386"/>
            </a:xfrm>
            <a:custGeom>
              <a:avLst/>
              <a:pathLst>
                <a:path w="167149" h="202386">
                  <a:moveTo>
                    <a:pt x="167149" y="0"/>
                  </a:moveTo>
                  <a:lnTo>
                    <a:pt x="161730" y="87"/>
                  </a:lnTo>
                  <a:lnTo>
                    <a:pt x="156318" y="351"/>
                  </a:lnTo>
                  <a:lnTo>
                    <a:pt x="150916" y="790"/>
                  </a:lnTo>
                  <a:lnTo>
                    <a:pt x="145532" y="1403"/>
                  </a:lnTo>
                  <a:lnTo>
                    <a:pt x="140170" y="2191"/>
                  </a:lnTo>
                  <a:lnTo>
                    <a:pt x="134837" y="3152"/>
                  </a:lnTo>
                  <a:lnTo>
                    <a:pt x="129537" y="4286"/>
                  </a:lnTo>
                  <a:lnTo>
                    <a:pt x="124278" y="5590"/>
                  </a:lnTo>
                  <a:lnTo>
                    <a:pt x="119063" y="7065"/>
                  </a:lnTo>
                  <a:lnTo>
                    <a:pt x="113899" y="8708"/>
                  </a:lnTo>
                  <a:lnTo>
                    <a:pt x="108790" y="10517"/>
                  </a:lnTo>
                  <a:lnTo>
                    <a:pt x="103743" y="12491"/>
                  </a:lnTo>
                  <a:lnTo>
                    <a:pt x="98763" y="14627"/>
                  </a:lnTo>
                  <a:lnTo>
                    <a:pt x="93855" y="16924"/>
                  </a:lnTo>
                  <a:lnTo>
                    <a:pt x="89023" y="19379"/>
                  </a:lnTo>
                  <a:lnTo>
                    <a:pt x="84274" y="21989"/>
                  </a:lnTo>
                  <a:lnTo>
                    <a:pt x="79612" y="24751"/>
                  </a:lnTo>
                  <a:lnTo>
                    <a:pt x="75042" y="27664"/>
                  </a:lnTo>
                  <a:lnTo>
                    <a:pt x="70568" y="30722"/>
                  </a:lnTo>
                  <a:lnTo>
                    <a:pt x="66196" y="33925"/>
                  </a:lnTo>
                  <a:lnTo>
                    <a:pt x="61930" y="37267"/>
                  </a:lnTo>
                  <a:lnTo>
                    <a:pt x="57775" y="40746"/>
                  </a:lnTo>
                  <a:lnTo>
                    <a:pt x="53735" y="44357"/>
                  </a:lnTo>
                  <a:lnTo>
                    <a:pt x="49814" y="48098"/>
                  </a:lnTo>
                  <a:lnTo>
                    <a:pt x="46016" y="51964"/>
                  </a:lnTo>
                  <a:lnTo>
                    <a:pt x="42345" y="55951"/>
                  </a:lnTo>
                  <a:lnTo>
                    <a:pt x="38806" y="60055"/>
                  </a:lnTo>
                  <a:lnTo>
                    <a:pt x="35402" y="64271"/>
                  </a:lnTo>
                  <a:lnTo>
                    <a:pt x="32136" y="68595"/>
                  </a:lnTo>
                  <a:lnTo>
                    <a:pt x="29011" y="73024"/>
                  </a:lnTo>
                  <a:lnTo>
                    <a:pt x="26032" y="77551"/>
                  </a:lnTo>
                  <a:lnTo>
                    <a:pt x="23202" y="82172"/>
                  </a:lnTo>
                  <a:lnTo>
                    <a:pt x="20522" y="86882"/>
                  </a:lnTo>
                  <a:lnTo>
                    <a:pt x="17997" y="91677"/>
                  </a:lnTo>
                  <a:lnTo>
                    <a:pt x="15629" y="96551"/>
                  </a:lnTo>
                  <a:lnTo>
                    <a:pt x="13419" y="101500"/>
                  </a:lnTo>
                  <a:lnTo>
                    <a:pt x="11372" y="106517"/>
                  </a:lnTo>
                  <a:lnTo>
                    <a:pt x="9488" y="111598"/>
                  </a:lnTo>
                  <a:lnTo>
                    <a:pt x="7769" y="116738"/>
                  </a:lnTo>
                  <a:lnTo>
                    <a:pt x="6218" y="121931"/>
                  </a:lnTo>
                  <a:lnTo>
                    <a:pt x="4837" y="127171"/>
                  </a:lnTo>
                  <a:lnTo>
                    <a:pt x="3626" y="132453"/>
                  </a:lnTo>
                  <a:lnTo>
                    <a:pt x="2586" y="137772"/>
                  </a:lnTo>
                  <a:lnTo>
                    <a:pt x="1720" y="143121"/>
                  </a:lnTo>
                  <a:lnTo>
                    <a:pt x="1027" y="148496"/>
                  </a:lnTo>
                  <a:lnTo>
                    <a:pt x="510" y="153890"/>
                  </a:lnTo>
                  <a:lnTo>
                    <a:pt x="167" y="159299"/>
                  </a:lnTo>
                  <a:lnTo>
                    <a:pt x="0" y="164715"/>
                  </a:lnTo>
                  <a:lnTo>
                    <a:pt x="8" y="170135"/>
                  </a:lnTo>
                  <a:lnTo>
                    <a:pt x="192" y="175551"/>
                  </a:lnTo>
                  <a:lnTo>
                    <a:pt x="551" y="180958"/>
                  </a:lnTo>
                  <a:lnTo>
                    <a:pt x="1086" y="186351"/>
                  </a:lnTo>
                  <a:lnTo>
                    <a:pt x="1795" y="191723"/>
                  </a:lnTo>
                  <a:lnTo>
                    <a:pt x="2678" y="197070"/>
                  </a:lnTo>
                  <a:lnTo>
                    <a:pt x="3734" y="202386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5596" y="2800231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5596" y="2667969"/>
              <a:ext cx="330577" cy="299425"/>
            </a:xfrm>
            <a:custGeom>
              <a:avLst/>
              <a:pathLst>
                <a:path w="330577" h="299425">
                  <a:moveTo>
                    <a:pt x="0" y="167480"/>
                  </a:moveTo>
                  <a:lnTo>
                    <a:pt x="1200" y="172650"/>
                  </a:lnTo>
                  <a:lnTo>
                    <a:pt x="2564" y="177780"/>
                  </a:lnTo>
                  <a:lnTo>
                    <a:pt x="4090" y="182864"/>
                  </a:lnTo>
                  <a:lnTo>
                    <a:pt x="5777" y="187896"/>
                  </a:lnTo>
                  <a:lnTo>
                    <a:pt x="7623" y="192873"/>
                  </a:lnTo>
                  <a:lnTo>
                    <a:pt x="9625" y="197788"/>
                  </a:lnTo>
                  <a:lnTo>
                    <a:pt x="11783" y="202638"/>
                  </a:lnTo>
                  <a:lnTo>
                    <a:pt x="14094" y="207416"/>
                  </a:lnTo>
                  <a:lnTo>
                    <a:pt x="16555" y="212119"/>
                  </a:lnTo>
                  <a:lnTo>
                    <a:pt x="19165" y="216741"/>
                  </a:lnTo>
                  <a:lnTo>
                    <a:pt x="21919" y="221278"/>
                  </a:lnTo>
                  <a:lnTo>
                    <a:pt x="24817" y="225725"/>
                  </a:lnTo>
                  <a:lnTo>
                    <a:pt x="27854" y="230078"/>
                  </a:lnTo>
                  <a:lnTo>
                    <a:pt x="31027" y="234333"/>
                  </a:lnTo>
                  <a:lnTo>
                    <a:pt x="34335" y="238484"/>
                  </a:lnTo>
                  <a:lnTo>
                    <a:pt x="37772" y="242529"/>
                  </a:lnTo>
                  <a:lnTo>
                    <a:pt x="41336" y="246462"/>
                  </a:lnTo>
                  <a:lnTo>
                    <a:pt x="45023" y="250280"/>
                  </a:lnTo>
                  <a:lnTo>
                    <a:pt x="48830" y="253979"/>
                  </a:lnTo>
                  <a:lnTo>
                    <a:pt x="52752" y="257556"/>
                  </a:lnTo>
                  <a:lnTo>
                    <a:pt x="56785" y="261006"/>
                  </a:lnTo>
                  <a:lnTo>
                    <a:pt x="60926" y="264326"/>
                  </a:lnTo>
                  <a:lnTo>
                    <a:pt x="65171" y="267513"/>
                  </a:lnTo>
                  <a:lnTo>
                    <a:pt x="69514" y="270564"/>
                  </a:lnTo>
                  <a:lnTo>
                    <a:pt x="73952" y="273475"/>
                  </a:lnTo>
                  <a:lnTo>
                    <a:pt x="78480" y="276244"/>
                  </a:lnTo>
                  <a:lnTo>
                    <a:pt x="83094" y="278868"/>
                  </a:lnTo>
                  <a:lnTo>
                    <a:pt x="87789" y="281344"/>
                  </a:lnTo>
                  <a:lnTo>
                    <a:pt x="92560" y="283670"/>
                  </a:lnTo>
                  <a:lnTo>
                    <a:pt x="97403" y="285843"/>
                  </a:lnTo>
                  <a:lnTo>
                    <a:pt x="102312" y="287862"/>
                  </a:lnTo>
                  <a:lnTo>
                    <a:pt x="107283" y="289723"/>
                  </a:lnTo>
                  <a:lnTo>
                    <a:pt x="112310" y="291426"/>
                  </a:lnTo>
                  <a:lnTo>
                    <a:pt x="117389" y="292968"/>
                  </a:lnTo>
                  <a:lnTo>
                    <a:pt x="122514" y="294348"/>
                  </a:lnTo>
                  <a:lnTo>
                    <a:pt x="127680" y="295565"/>
                  </a:lnTo>
                  <a:lnTo>
                    <a:pt x="132883" y="296617"/>
                  </a:lnTo>
                  <a:lnTo>
                    <a:pt x="138116" y="297504"/>
                  </a:lnTo>
                  <a:lnTo>
                    <a:pt x="143375" y="298223"/>
                  </a:lnTo>
                  <a:lnTo>
                    <a:pt x="148654" y="298776"/>
                  </a:lnTo>
                  <a:lnTo>
                    <a:pt x="153948" y="299161"/>
                  </a:lnTo>
                  <a:lnTo>
                    <a:pt x="159251" y="299377"/>
                  </a:lnTo>
                  <a:lnTo>
                    <a:pt x="164559" y="299425"/>
                  </a:lnTo>
                  <a:lnTo>
                    <a:pt x="169865" y="299304"/>
                  </a:lnTo>
                  <a:lnTo>
                    <a:pt x="175165" y="299015"/>
                  </a:lnTo>
                  <a:lnTo>
                    <a:pt x="180453" y="298558"/>
                  </a:lnTo>
                  <a:lnTo>
                    <a:pt x="185724" y="297934"/>
                  </a:lnTo>
                  <a:lnTo>
                    <a:pt x="190972" y="297142"/>
                  </a:lnTo>
                  <a:lnTo>
                    <a:pt x="196193" y="296184"/>
                  </a:lnTo>
                  <a:lnTo>
                    <a:pt x="201381" y="295061"/>
                  </a:lnTo>
                  <a:lnTo>
                    <a:pt x="206530" y="293773"/>
                  </a:lnTo>
                  <a:lnTo>
                    <a:pt x="211636" y="292323"/>
                  </a:lnTo>
                  <a:lnTo>
                    <a:pt x="216693" y="290711"/>
                  </a:lnTo>
                  <a:lnTo>
                    <a:pt x="221697" y="288940"/>
                  </a:lnTo>
                  <a:lnTo>
                    <a:pt x="226641" y="287011"/>
                  </a:lnTo>
                  <a:lnTo>
                    <a:pt x="231522" y="284926"/>
                  </a:lnTo>
                  <a:lnTo>
                    <a:pt x="236335" y="282686"/>
                  </a:lnTo>
                  <a:lnTo>
                    <a:pt x="241074" y="280296"/>
                  </a:lnTo>
                  <a:lnTo>
                    <a:pt x="245734" y="277756"/>
                  </a:lnTo>
                  <a:lnTo>
                    <a:pt x="250312" y="275069"/>
                  </a:lnTo>
                  <a:lnTo>
                    <a:pt x="254802" y="272238"/>
                  </a:lnTo>
                  <a:lnTo>
                    <a:pt x="259199" y="269266"/>
                  </a:lnTo>
                  <a:lnTo>
                    <a:pt x="263501" y="266156"/>
                  </a:lnTo>
                  <a:lnTo>
                    <a:pt x="267701" y="262911"/>
                  </a:lnTo>
                  <a:lnTo>
                    <a:pt x="271796" y="259535"/>
                  </a:lnTo>
                  <a:lnTo>
                    <a:pt x="275782" y="256030"/>
                  </a:lnTo>
                  <a:lnTo>
                    <a:pt x="279655" y="252400"/>
                  </a:lnTo>
                  <a:lnTo>
                    <a:pt x="283410" y="248649"/>
                  </a:lnTo>
                  <a:lnTo>
                    <a:pt x="287045" y="244781"/>
                  </a:lnTo>
                  <a:lnTo>
                    <a:pt x="290555" y="240799"/>
                  </a:lnTo>
                  <a:lnTo>
                    <a:pt x="293936" y="236708"/>
                  </a:lnTo>
                  <a:lnTo>
                    <a:pt x="297187" y="232512"/>
                  </a:lnTo>
                  <a:lnTo>
                    <a:pt x="300302" y="228214"/>
                  </a:lnTo>
                  <a:lnTo>
                    <a:pt x="303279" y="223820"/>
                  </a:lnTo>
                  <a:lnTo>
                    <a:pt x="306115" y="219334"/>
                  </a:lnTo>
                  <a:lnTo>
                    <a:pt x="308808" y="214759"/>
                  </a:lnTo>
                  <a:lnTo>
                    <a:pt x="311354" y="210102"/>
                  </a:lnTo>
                  <a:lnTo>
                    <a:pt x="313750" y="205366"/>
                  </a:lnTo>
                  <a:lnTo>
                    <a:pt x="315995" y="200556"/>
                  </a:lnTo>
                  <a:lnTo>
                    <a:pt x="318087" y="195678"/>
                  </a:lnTo>
                  <a:lnTo>
                    <a:pt x="320022" y="190735"/>
                  </a:lnTo>
                  <a:lnTo>
                    <a:pt x="321799" y="185734"/>
                  </a:lnTo>
                  <a:lnTo>
                    <a:pt x="323417" y="180679"/>
                  </a:lnTo>
                  <a:lnTo>
                    <a:pt x="324874" y="175575"/>
                  </a:lnTo>
                  <a:lnTo>
                    <a:pt x="326167" y="170427"/>
                  </a:lnTo>
                  <a:lnTo>
                    <a:pt x="327297" y="165241"/>
                  </a:lnTo>
                  <a:lnTo>
                    <a:pt x="328261" y="160021"/>
                  </a:lnTo>
                  <a:lnTo>
                    <a:pt x="329060" y="154774"/>
                  </a:lnTo>
                  <a:lnTo>
                    <a:pt x="329691" y="149504"/>
                  </a:lnTo>
                  <a:lnTo>
                    <a:pt x="330154" y="144216"/>
                  </a:lnTo>
                  <a:lnTo>
                    <a:pt x="330450" y="138917"/>
                  </a:lnTo>
                  <a:lnTo>
                    <a:pt x="330577" y="133610"/>
                  </a:lnTo>
                  <a:lnTo>
                    <a:pt x="330535" y="128303"/>
                  </a:lnTo>
                  <a:lnTo>
                    <a:pt x="330326" y="122999"/>
                  </a:lnTo>
                  <a:lnTo>
                    <a:pt x="329947" y="117705"/>
                  </a:lnTo>
                  <a:lnTo>
                    <a:pt x="329401" y="112425"/>
                  </a:lnTo>
                  <a:lnTo>
                    <a:pt x="328688" y="107166"/>
                  </a:lnTo>
                  <a:lnTo>
                    <a:pt x="327808" y="101931"/>
                  </a:lnTo>
                  <a:lnTo>
                    <a:pt x="326762" y="96727"/>
                  </a:lnTo>
                  <a:lnTo>
                    <a:pt x="325552" y="91560"/>
                  </a:lnTo>
                  <a:lnTo>
                    <a:pt x="324178" y="86433"/>
                  </a:lnTo>
                  <a:lnTo>
                    <a:pt x="322642" y="81352"/>
                  </a:lnTo>
                  <a:lnTo>
                    <a:pt x="320945" y="76323"/>
                  </a:lnTo>
                  <a:lnTo>
                    <a:pt x="319090" y="71350"/>
                  </a:lnTo>
                  <a:lnTo>
                    <a:pt x="317078" y="66438"/>
                  </a:lnTo>
                  <a:lnTo>
                    <a:pt x="314910" y="61593"/>
                  </a:lnTo>
                  <a:lnTo>
                    <a:pt x="312591" y="56819"/>
                  </a:lnTo>
                  <a:lnTo>
                    <a:pt x="310120" y="52121"/>
                  </a:lnTo>
                  <a:lnTo>
                    <a:pt x="307502" y="47504"/>
                  </a:lnTo>
                  <a:lnTo>
                    <a:pt x="304739" y="42972"/>
                  </a:lnTo>
                  <a:lnTo>
                    <a:pt x="301833" y="38530"/>
                  </a:lnTo>
                  <a:lnTo>
                    <a:pt x="298787" y="34183"/>
                  </a:lnTo>
                  <a:lnTo>
                    <a:pt x="295605" y="29935"/>
                  </a:lnTo>
                  <a:lnTo>
                    <a:pt x="292290" y="25790"/>
                  </a:lnTo>
                  <a:lnTo>
                    <a:pt x="288845" y="21752"/>
                  </a:lnTo>
                  <a:lnTo>
                    <a:pt x="285273" y="17826"/>
                  </a:lnTo>
                  <a:lnTo>
                    <a:pt x="281579" y="14015"/>
                  </a:lnTo>
                  <a:lnTo>
                    <a:pt x="277765" y="10323"/>
                  </a:lnTo>
                  <a:lnTo>
                    <a:pt x="273836" y="6754"/>
                  </a:lnTo>
                  <a:lnTo>
                    <a:pt x="269796" y="3312"/>
                  </a:lnTo>
                  <a:lnTo>
                    <a:pt x="265649" y="0"/>
                  </a:lnTo>
                  <a:lnTo>
                    <a:pt x="163415" y="1322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919011" y="2633064"/>
              <a:ext cx="102233" cy="167167"/>
            </a:xfrm>
            <a:custGeom>
              <a:avLst/>
              <a:pathLst>
                <a:path w="102233" h="167167">
                  <a:moveTo>
                    <a:pt x="102233" y="34905"/>
                  </a:moveTo>
                  <a:lnTo>
                    <a:pt x="97592" y="31444"/>
                  </a:lnTo>
                  <a:lnTo>
                    <a:pt x="92834" y="28146"/>
                  </a:lnTo>
                  <a:lnTo>
                    <a:pt x="87964" y="25015"/>
                  </a:lnTo>
                  <a:lnTo>
                    <a:pt x="82989" y="22055"/>
                  </a:lnTo>
                  <a:lnTo>
                    <a:pt x="77915" y="19268"/>
                  </a:lnTo>
                  <a:lnTo>
                    <a:pt x="72747" y="16659"/>
                  </a:lnTo>
                  <a:lnTo>
                    <a:pt x="67492" y="14230"/>
                  </a:lnTo>
                  <a:lnTo>
                    <a:pt x="62156" y="11985"/>
                  </a:lnTo>
                  <a:lnTo>
                    <a:pt x="56745" y="9925"/>
                  </a:lnTo>
                  <a:lnTo>
                    <a:pt x="51266" y="8055"/>
                  </a:lnTo>
                  <a:lnTo>
                    <a:pt x="45726" y="6375"/>
                  </a:lnTo>
                  <a:lnTo>
                    <a:pt x="40131" y="4888"/>
                  </a:lnTo>
                  <a:lnTo>
                    <a:pt x="34488" y="3596"/>
                  </a:lnTo>
                  <a:lnTo>
                    <a:pt x="28803" y="2500"/>
                  </a:lnTo>
                  <a:lnTo>
                    <a:pt x="23084" y="1601"/>
                  </a:lnTo>
                  <a:lnTo>
                    <a:pt x="17337" y="901"/>
                  </a:lnTo>
                  <a:lnTo>
                    <a:pt x="11569" y="400"/>
                  </a:lnTo>
                  <a:lnTo>
                    <a:pt x="578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26941" y="2126963"/>
              <a:ext cx="101530" cy="167167"/>
            </a:xfrm>
            <a:custGeom>
              <a:avLst/>
              <a:pathLst>
                <a:path w="101530" h="167167">
                  <a:moveTo>
                    <a:pt x="101530" y="0"/>
                  </a:moveTo>
                  <a:lnTo>
                    <a:pt x="95788" y="98"/>
                  </a:lnTo>
                  <a:lnTo>
                    <a:pt x="90053" y="394"/>
                  </a:lnTo>
                  <a:lnTo>
                    <a:pt x="84332" y="887"/>
                  </a:lnTo>
                  <a:lnTo>
                    <a:pt x="78630" y="1575"/>
                  </a:lnTo>
                  <a:lnTo>
                    <a:pt x="72956" y="2460"/>
                  </a:lnTo>
                  <a:lnTo>
                    <a:pt x="67316" y="3538"/>
                  </a:lnTo>
                  <a:lnTo>
                    <a:pt x="61716" y="4810"/>
                  </a:lnTo>
                  <a:lnTo>
                    <a:pt x="56163" y="6273"/>
                  </a:lnTo>
                  <a:lnTo>
                    <a:pt x="50663" y="7926"/>
                  </a:lnTo>
                  <a:lnTo>
                    <a:pt x="45224" y="9767"/>
                  </a:lnTo>
                  <a:lnTo>
                    <a:pt x="39851" y="11794"/>
                  </a:lnTo>
                  <a:lnTo>
                    <a:pt x="34551" y="14005"/>
                  </a:lnTo>
                  <a:lnTo>
                    <a:pt x="29329" y="16395"/>
                  </a:lnTo>
                  <a:lnTo>
                    <a:pt x="24193" y="18964"/>
                  </a:lnTo>
                  <a:lnTo>
                    <a:pt x="19149" y="21708"/>
                  </a:lnTo>
                  <a:lnTo>
                    <a:pt x="14201" y="24624"/>
                  </a:lnTo>
                  <a:lnTo>
                    <a:pt x="9357" y="27707"/>
                  </a:lnTo>
                  <a:lnTo>
                    <a:pt x="4621" y="30955"/>
                  </a:lnTo>
                  <a:lnTo>
                    <a:pt x="0" y="34364"/>
                  </a:lnTo>
                  <a:lnTo>
                    <a:pt x="10153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561316" y="2161328"/>
              <a:ext cx="264407" cy="299958"/>
            </a:xfrm>
            <a:custGeom>
              <a:avLst/>
              <a:pathLst>
                <a:path w="264407" h="299958">
                  <a:moveTo>
                    <a:pt x="65625" y="0"/>
                  </a:moveTo>
                  <a:lnTo>
                    <a:pt x="61421" y="3322"/>
                  </a:lnTo>
                  <a:lnTo>
                    <a:pt x="57325" y="6778"/>
                  </a:lnTo>
                  <a:lnTo>
                    <a:pt x="53341" y="10363"/>
                  </a:lnTo>
                  <a:lnTo>
                    <a:pt x="49475" y="14074"/>
                  </a:lnTo>
                  <a:lnTo>
                    <a:pt x="45730" y="17907"/>
                  </a:lnTo>
                  <a:lnTo>
                    <a:pt x="42110" y="21859"/>
                  </a:lnTo>
                  <a:lnTo>
                    <a:pt x="38618" y="25924"/>
                  </a:lnTo>
                  <a:lnTo>
                    <a:pt x="35258" y="30099"/>
                  </a:lnTo>
                  <a:lnTo>
                    <a:pt x="32034" y="34379"/>
                  </a:lnTo>
                  <a:lnTo>
                    <a:pt x="28948" y="38761"/>
                  </a:lnTo>
                  <a:lnTo>
                    <a:pt x="26005" y="43240"/>
                  </a:lnTo>
                  <a:lnTo>
                    <a:pt x="23207" y="47810"/>
                  </a:lnTo>
                  <a:lnTo>
                    <a:pt x="20556" y="52468"/>
                  </a:lnTo>
                  <a:lnTo>
                    <a:pt x="18057" y="57208"/>
                  </a:lnTo>
                  <a:lnTo>
                    <a:pt x="15710" y="62026"/>
                  </a:lnTo>
                  <a:lnTo>
                    <a:pt x="13519" y="66917"/>
                  </a:lnTo>
                  <a:lnTo>
                    <a:pt x="11486" y="71875"/>
                  </a:lnTo>
                  <a:lnTo>
                    <a:pt x="9613" y="76897"/>
                  </a:lnTo>
                  <a:lnTo>
                    <a:pt x="7902" y="81975"/>
                  </a:lnTo>
                  <a:lnTo>
                    <a:pt x="6355" y="87106"/>
                  </a:lnTo>
                  <a:lnTo>
                    <a:pt x="4973" y="92284"/>
                  </a:lnTo>
                  <a:lnTo>
                    <a:pt x="3758" y="97503"/>
                  </a:lnTo>
                  <a:lnTo>
                    <a:pt x="2710" y="102759"/>
                  </a:lnTo>
                  <a:lnTo>
                    <a:pt x="1832" y="108045"/>
                  </a:lnTo>
                  <a:lnTo>
                    <a:pt x="1123" y="113357"/>
                  </a:lnTo>
                  <a:lnTo>
                    <a:pt x="585" y="118689"/>
                  </a:lnTo>
                  <a:lnTo>
                    <a:pt x="218" y="124036"/>
                  </a:lnTo>
                  <a:lnTo>
                    <a:pt x="23" y="129391"/>
                  </a:lnTo>
                  <a:lnTo>
                    <a:pt x="0" y="134750"/>
                  </a:lnTo>
                  <a:lnTo>
                    <a:pt x="148" y="140107"/>
                  </a:lnTo>
                  <a:lnTo>
                    <a:pt x="468" y="145457"/>
                  </a:lnTo>
                  <a:lnTo>
                    <a:pt x="959" y="150793"/>
                  </a:lnTo>
                  <a:lnTo>
                    <a:pt x="1621" y="156111"/>
                  </a:lnTo>
                  <a:lnTo>
                    <a:pt x="2453" y="161405"/>
                  </a:lnTo>
                  <a:lnTo>
                    <a:pt x="3455" y="166670"/>
                  </a:lnTo>
                  <a:lnTo>
                    <a:pt x="4625" y="171900"/>
                  </a:lnTo>
                  <a:lnTo>
                    <a:pt x="5961" y="177089"/>
                  </a:lnTo>
                  <a:lnTo>
                    <a:pt x="7464" y="182233"/>
                  </a:lnTo>
                  <a:lnTo>
                    <a:pt x="9130" y="187327"/>
                  </a:lnTo>
                  <a:lnTo>
                    <a:pt x="10959" y="192364"/>
                  </a:lnTo>
                  <a:lnTo>
                    <a:pt x="12949" y="197340"/>
                  </a:lnTo>
                  <a:lnTo>
                    <a:pt x="15096" y="202250"/>
                  </a:lnTo>
                  <a:lnTo>
                    <a:pt x="17401" y="207088"/>
                  </a:lnTo>
                  <a:lnTo>
                    <a:pt x="19859" y="211850"/>
                  </a:lnTo>
                  <a:lnTo>
                    <a:pt x="22468" y="216531"/>
                  </a:lnTo>
                  <a:lnTo>
                    <a:pt x="25226" y="221126"/>
                  </a:lnTo>
                  <a:lnTo>
                    <a:pt x="28130" y="225630"/>
                  </a:lnTo>
                  <a:lnTo>
                    <a:pt x="31177" y="230038"/>
                  </a:lnTo>
                  <a:lnTo>
                    <a:pt x="34364" y="234347"/>
                  </a:lnTo>
                  <a:lnTo>
                    <a:pt x="37687" y="238551"/>
                  </a:lnTo>
                  <a:lnTo>
                    <a:pt x="41143" y="242647"/>
                  </a:lnTo>
                  <a:lnTo>
                    <a:pt x="44729" y="246630"/>
                  </a:lnTo>
                  <a:lnTo>
                    <a:pt x="48441" y="250495"/>
                  </a:lnTo>
                  <a:lnTo>
                    <a:pt x="52274" y="254240"/>
                  </a:lnTo>
                  <a:lnTo>
                    <a:pt x="56226" y="257860"/>
                  </a:lnTo>
                  <a:lnTo>
                    <a:pt x="60291" y="261352"/>
                  </a:lnTo>
                  <a:lnTo>
                    <a:pt x="64467" y="264711"/>
                  </a:lnTo>
                  <a:lnTo>
                    <a:pt x="68748" y="267935"/>
                  </a:lnTo>
                  <a:lnTo>
                    <a:pt x="73130" y="271020"/>
                  </a:lnTo>
                  <a:lnTo>
                    <a:pt x="77608" y="273963"/>
                  </a:lnTo>
                  <a:lnTo>
                    <a:pt x="82179" y="276760"/>
                  </a:lnTo>
                  <a:lnTo>
                    <a:pt x="86837" y="279410"/>
                  </a:lnTo>
                  <a:lnTo>
                    <a:pt x="91578" y="281909"/>
                  </a:lnTo>
                  <a:lnTo>
                    <a:pt x="96396" y="284255"/>
                  </a:lnTo>
                  <a:lnTo>
                    <a:pt x="101287" y="286446"/>
                  </a:lnTo>
                  <a:lnTo>
                    <a:pt x="106246" y="288478"/>
                  </a:lnTo>
                  <a:lnTo>
                    <a:pt x="111267" y="290350"/>
                  </a:lnTo>
                  <a:lnTo>
                    <a:pt x="116346" y="292061"/>
                  </a:lnTo>
                  <a:lnTo>
                    <a:pt x="121477" y="293608"/>
                  </a:lnTo>
                  <a:lnTo>
                    <a:pt x="126655" y="294989"/>
                  </a:lnTo>
                  <a:lnTo>
                    <a:pt x="131874" y="296204"/>
                  </a:lnTo>
                  <a:lnTo>
                    <a:pt x="137130" y="297251"/>
                  </a:lnTo>
                  <a:lnTo>
                    <a:pt x="142417" y="298129"/>
                  </a:lnTo>
                  <a:lnTo>
                    <a:pt x="147729" y="298837"/>
                  </a:lnTo>
                  <a:lnTo>
                    <a:pt x="153061" y="299374"/>
                  </a:lnTo>
                  <a:lnTo>
                    <a:pt x="158407" y="299741"/>
                  </a:lnTo>
                  <a:lnTo>
                    <a:pt x="163763" y="299935"/>
                  </a:lnTo>
                  <a:lnTo>
                    <a:pt x="169122" y="299958"/>
                  </a:lnTo>
                  <a:lnTo>
                    <a:pt x="174479" y="299809"/>
                  </a:lnTo>
                  <a:lnTo>
                    <a:pt x="179828" y="299489"/>
                  </a:lnTo>
                  <a:lnTo>
                    <a:pt x="185165" y="298997"/>
                  </a:lnTo>
                  <a:lnTo>
                    <a:pt x="190483" y="298334"/>
                  </a:lnTo>
                  <a:lnTo>
                    <a:pt x="195777" y="297501"/>
                  </a:lnTo>
                  <a:lnTo>
                    <a:pt x="201041" y="296499"/>
                  </a:lnTo>
                  <a:lnTo>
                    <a:pt x="206271" y="295329"/>
                  </a:lnTo>
                  <a:lnTo>
                    <a:pt x="211460" y="293992"/>
                  </a:lnTo>
                  <a:lnTo>
                    <a:pt x="216604" y="292489"/>
                  </a:lnTo>
                  <a:lnTo>
                    <a:pt x="221697" y="290822"/>
                  </a:lnTo>
                  <a:lnTo>
                    <a:pt x="226734" y="288992"/>
                  </a:lnTo>
                  <a:lnTo>
                    <a:pt x="231710" y="287002"/>
                  </a:lnTo>
                  <a:lnTo>
                    <a:pt x="236620" y="284854"/>
                  </a:lnTo>
                  <a:lnTo>
                    <a:pt x="241458" y="282549"/>
                  </a:lnTo>
                  <a:lnTo>
                    <a:pt x="246220" y="280090"/>
                  </a:lnTo>
                  <a:lnTo>
                    <a:pt x="250900" y="277480"/>
                  </a:lnTo>
                  <a:lnTo>
                    <a:pt x="255495" y="274722"/>
                  </a:lnTo>
                  <a:lnTo>
                    <a:pt x="259998" y="271817"/>
                  </a:lnTo>
                  <a:lnTo>
                    <a:pt x="264407" y="268770"/>
                  </a:lnTo>
                  <a:lnTo>
                    <a:pt x="167156" y="1328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728472" y="2126963"/>
              <a:ext cx="167162" cy="303135"/>
            </a:xfrm>
            <a:custGeom>
              <a:avLst/>
              <a:pathLst>
                <a:path w="167162" h="303135">
                  <a:moveTo>
                    <a:pt x="97251" y="303135"/>
                  </a:moveTo>
                  <a:lnTo>
                    <a:pt x="101539" y="299963"/>
                  </a:lnTo>
                  <a:lnTo>
                    <a:pt x="105724" y="296656"/>
                  </a:lnTo>
                  <a:lnTo>
                    <a:pt x="109801" y="293217"/>
                  </a:lnTo>
                  <a:lnTo>
                    <a:pt x="113766" y="289650"/>
                  </a:lnTo>
                  <a:lnTo>
                    <a:pt x="117616" y="285958"/>
                  </a:lnTo>
                  <a:lnTo>
                    <a:pt x="121346" y="282146"/>
                  </a:lnTo>
                  <a:lnTo>
                    <a:pt x="124952" y="278216"/>
                  </a:lnTo>
                  <a:lnTo>
                    <a:pt x="128431" y="274173"/>
                  </a:lnTo>
                  <a:lnTo>
                    <a:pt x="131779" y="270021"/>
                  </a:lnTo>
                  <a:lnTo>
                    <a:pt x="134994" y="265765"/>
                  </a:lnTo>
                  <a:lnTo>
                    <a:pt x="138070" y="261408"/>
                  </a:lnTo>
                  <a:lnTo>
                    <a:pt x="141007" y="256955"/>
                  </a:lnTo>
                  <a:lnTo>
                    <a:pt x="143799" y="252411"/>
                  </a:lnTo>
                  <a:lnTo>
                    <a:pt x="146445" y="247780"/>
                  </a:lnTo>
                  <a:lnTo>
                    <a:pt x="148943" y="243067"/>
                  </a:lnTo>
                  <a:lnTo>
                    <a:pt x="151288" y="238277"/>
                  </a:lnTo>
                  <a:lnTo>
                    <a:pt x="153480" y="233414"/>
                  </a:lnTo>
                  <a:lnTo>
                    <a:pt x="155515" y="228484"/>
                  </a:lnTo>
                  <a:lnTo>
                    <a:pt x="157392" y="223492"/>
                  </a:lnTo>
                  <a:lnTo>
                    <a:pt x="159109" y="218442"/>
                  </a:lnTo>
                  <a:lnTo>
                    <a:pt x="160664" y="213340"/>
                  </a:lnTo>
                  <a:lnTo>
                    <a:pt x="162055" y="208191"/>
                  </a:lnTo>
                  <a:lnTo>
                    <a:pt x="163281" y="203000"/>
                  </a:lnTo>
                  <a:lnTo>
                    <a:pt x="164341" y="197773"/>
                  </a:lnTo>
                  <a:lnTo>
                    <a:pt x="165234" y="192514"/>
                  </a:lnTo>
                  <a:lnTo>
                    <a:pt x="165959" y="187230"/>
                  </a:lnTo>
                  <a:lnTo>
                    <a:pt x="166514" y="181925"/>
                  </a:lnTo>
                  <a:lnTo>
                    <a:pt x="166900" y="176606"/>
                  </a:lnTo>
                  <a:lnTo>
                    <a:pt x="167116" y="171276"/>
                  </a:lnTo>
                  <a:lnTo>
                    <a:pt x="167162" y="165943"/>
                  </a:lnTo>
                  <a:lnTo>
                    <a:pt x="167038" y="160611"/>
                  </a:lnTo>
                  <a:lnTo>
                    <a:pt x="166744" y="155285"/>
                  </a:lnTo>
                  <a:lnTo>
                    <a:pt x="166280" y="149972"/>
                  </a:lnTo>
                  <a:lnTo>
                    <a:pt x="165647" y="144676"/>
                  </a:lnTo>
                  <a:lnTo>
                    <a:pt x="164845" y="139403"/>
                  </a:lnTo>
                  <a:lnTo>
                    <a:pt x="163876" y="134158"/>
                  </a:lnTo>
                  <a:lnTo>
                    <a:pt x="162739" y="128947"/>
                  </a:lnTo>
                  <a:lnTo>
                    <a:pt x="161437" y="123774"/>
                  </a:lnTo>
                  <a:lnTo>
                    <a:pt x="159970" y="118646"/>
                  </a:lnTo>
                  <a:lnTo>
                    <a:pt x="158341" y="113567"/>
                  </a:lnTo>
                  <a:lnTo>
                    <a:pt x="156551" y="108543"/>
                  </a:lnTo>
                  <a:lnTo>
                    <a:pt x="154601" y="103579"/>
                  </a:lnTo>
                  <a:lnTo>
                    <a:pt x="152493" y="98679"/>
                  </a:lnTo>
                  <a:lnTo>
                    <a:pt x="150231" y="93849"/>
                  </a:lnTo>
                  <a:lnTo>
                    <a:pt x="147815" y="89094"/>
                  </a:lnTo>
                  <a:lnTo>
                    <a:pt x="145249" y="84418"/>
                  </a:lnTo>
                  <a:lnTo>
                    <a:pt x="142536" y="79826"/>
                  </a:lnTo>
                  <a:lnTo>
                    <a:pt x="139677" y="75323"/>
                  </a:lnTo>
                  <a:lnTo>
                    <a:pt x="136675" y="70914"/>
                  </a:lnTo>
                  <a:lnTo>
                    <a:pt x="133535" y="66603"/>
                  </a:lnTo>
                  <a:lnTo>
                    <a:pt x="130259" y="62394"/>
                  </a:lnTo>
                  <a:lnTo>
                    <a:pt x="126850" y="58292"/>
                  </a:lnTo>
                  <a:lnTo>
                    <a:pt x="123312" y="54300"/>
                  </a:lnTo>
                  <a:lnTo>
                    <a:pt x="119649" y="50424"/>
                  </a:lnTo>
                  <a:lnTo>
                    <a:pt x="115864" y="46666"/>
                  </a:lnTo>
                  <a:lnTo>
                    <a:pt x="111960" y="43031"/>
                  </a:lnTo>
                  <a:lnTo>
                    <a:pt x="107943" y="39522"/>
                  </a:lnTo>
                  <a:lnTo>
                    <a:pt x="103816" y="36144"/>
                  </a:lnTo>
                  <a:lnTo>
                    <a:pt x="99583" y="32898"/>
                  </a:lnTo>
                  <a:lnTo>
                    <a:pt x="95249" y="29790"/>
                  </a:lnTo>
                  <a:lnTo>
                    <a:pt x="90818" y="26821"/>
                  </a:lnTo>
                  <a:lnTo>
                    <a:pt x="86294" y="23995"/>
                  </a:lnTo>
                  <a:lnTo>
                    <a:pt x="81683" y="21315"/>
                  </a:lnTo>
                  <a:lnTo>
                    <a:pt x="76988" y="18783"/>
                  </a:lnTo>
                  <a:lnTo>
                    <a:pt x="72215" y="16403"/>
                  </a:lnTo>
                  <a:lnTo>
                    <a:pt x="67369" y="14176"/>
                  </a:lnTo>
                  <a:lnTo>
                    <a:pt x="62454" y="12104"/>
                  </a:lnTo>
                  <a:lnTo>
                    <a:pt x="57475" y="10191"/>
                  </a:lnTo>
                  <a:lnTo>
                    <a:pt x="52438" y="8437"/>
                  </a:lnTo>
                  <a:lnTo>
                    <a:pt x="47348" y="6845"/>
                  </a:lnTo>
                  <a:lnTo>
                    <a:pt x="42209" y="5416"/>
                  </a:lnTo>
                  <a:lnTo>
                    <a:pt x="37027" y="4152"/>
                  </a:lnTo>
                  <a:lnTo>
                    <a:pt x="31808" y="3054"/>
                  </a:lnTo>
                  <a:lnTo>
                    <a:pt x="26556" y="2122"/>
                  </a:lnTo>
                  <a:lnTo>
                    <a:pt x="21277" y="1359"/>
                  </a:lnTo>
                  <a:lnTo>
                    <a:pt x="15977" y="765"/>
                  </a:lnTo>
                  <a:lnTo>
                    <a:pt x="10660" y="340"/>
                  </a:lnTo>
                  <a:lnTo>
                    <a:pt x="533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4109" y="1681503"/>
              <a:ext cx="29125" cy="167167"/>
            </a:xfrm>
            <a:custGeom>
              <a:avLst/>
              <a:pathLst>
                <a:path w="29125" h="167167">
                  <a:moveTo>
                    <a:pt x="29125" y="0"/>
                  </a:moveTo>
                  <a:lnTo>
                    <a:pt x="21809" y="160"/>
                  </a:lnTo>
                  <a:lnTo>
                    <a:pt x="14506" y="640"/>
                  </a:lnTo>
                  <a:lnTo>
                    <a:pt x="7232" y="1439"/>
                  </a:lnTo>
                  <a:lnTo>
                    <a:pt x="0" y="2556"/>
                  </a:lnTo>
                  <a:lnTo>
                    <a:pt x="2912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94109" y="1684060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256068" y="1684060"/>
              <a:ext cx="334326" cy="331770"/>
            </a:xfrm>
            <a:custGeom>
              <a:avLst/>
              <a:pathLst>
                <a:path w="334326" h="331770">
                  <a:moveTo>
                    <a:pt x="138041" y="0"/>
                  </a:moveTo>
                  <a:lnTo>
                    <a:pt x="132845" y="1004"/>
                  </a:lnTo>
                  <a:lnTo>
                    <a:pt x="127683" y="2172"/>
                  </a:lnTo>
                  <a:lnTo>
                    <a:pt x="122561" y="3504"/>
                  </a:lnTo>
                  <a:lnTo>
                    <a:pt x="117484" y="4996"/>
                  </a:lnTo>
                  <a:lnTo>
                    <a:pt x="112456" y="6649"/>
                  </a:lnTo>
                  <a:lnTo>
                    <a:pt x="107484" y="8460"/>
                  </a:lnTo>
                  <a:lnTo>
                    <a:pt x="102571" y="10427"/>
                  </a:lnTo>
                  <a:lnTo>
                    <a:pt x="97722" y="12549"/>
                  </a:lnTo>
                  <a:lnTo>
                    <a:pt x="92944" y="14824"/>
                  </a:lnTo>
                  <a:lnTo>
                    <a:pt x="88240" y="17248"/>
                  </a:lnTo>
                  <a:lnTo>
                    <a:pt x="83615" y="19820"/>
                  </a:lnTo>
                  <a:lnTo>
                    <a:pt x="79073" y="22538"/>
                  </a:lnTo>
                  <a:lnTo>
                    <a:pt x="74620" y="25397"/>
                  </a:lnTo>
                  <a:lnTo>
                    <a:pt x="70260" y="28397"/>
                  </a:lnTo>
                  <a:lnTo>
                    <a:pt x="65997" y="31532"/>
                  </a:lnTo>
                  <a:lnTo>
                    <a:pt x="61835" y="34802"/>
                  </a:lnTo>
                  <a:lnTo>
                    <a:pt x="57779" y="38201"/>
                  </a:lnTo>
                  <a:lnTo>
                    <a:pt x="53832" y="41727"/>
                  </a:lnTo>
                  <a:lnTo>
                    <a:pt x="49999" y="45376"/>
                  </a:lnTo>
                  <a:lnTo>
                    <a:pt x="46284" y="49144"/>
                  </a:lnTo>
                  <a:lnTo>
                    <a:pt x="42689" y="53029"/>
                  </a:lnTo>
                  <a:lnTo>
                    <a:pt x="39220" y="57025"/>
                  </a:lnTo>
                  <a:lnTo>
                    <a:pt x="35878" y="61129"/>
                  </a:lnTo>
                  <a:lnTo>
                    <a:pt x="32668" y="65337"/>
                  </a:lnTo>
                  <a:lnTo>
                    <a:pt x="29593" y="69644"/>
                  </a:lnTo>
                  <a:lnTo>
                    <a:pt x="26656" y="74046"/>
                  </a:lnTo>
                  <a:lnTo>
                    <a:pt x="23860" y="78539"/>
                  </a:lnTo>
                  <a:lnTo>
                    <a:pt x="21207" y="83119"/>
                  </a:lnTo>
                  <a:lnTo>
                    <a:pt x="18701" y="87780"/>
                  </a:lnTo>
                  <a:lnTo>
                    <a:pt x="16343" y="92518"/>
                  </a:lnTo>
                  <a:lnTo>
                    <a:pt x="14137" y="97328"/>
                  </a:lnTo>
                  <a:lnTo>
                    <a:pt x="12084" y="102206"/>
                  </a:lnTo>
                  <a:lnTo>
                    <a:pt x="10186" y="107146"/>
                  </a:lnTo>
                  <a:lnTo>
                    <a:pt x="8446" y="112144"/>
                  </a:lnTo>
                  <a:lnTo>
                    <a:pt x="6864" y="117195"/>
                  </a:lnTo>
                  <a:lnTo>
                    <a:pt x="5444" y="122293"/>
                  </a:lnTo>
                  <a:lnTo>
                    <a:pt x="4185" y="127433"/>
                  </a:lnTo>
                  <a:lnTo>
                    <a:pt x="3090" y="132611"/>
                  </a:lnTo>
                  <a:lnTo>
                    <a:pt x="2160" y="137820"/>
                  </a:lnTo>
                  <a:lnTo>
                    <a:pt x="1394" y="143057"/>
                  </a:lnTo>
                  <a:lnTo>
                    <a:pt x="795" y="148315"/>
                  </a:lnTo>
                  <a:lnTo>
                    <a:pt x="363" y="153590"/>
                  </a:lnTo>
                  <a:lnTo>
                    <a:pt x="97" y="158875"/>
                  </a:lnTo>
                  <a:lnTo>
                    <a:pt x="0" y="164167"/>
                  </a:lnTo>
                  <a:lnTo>
                    <a:pt x="69" y="169458"/>
                  </a:lnTo>
                  <a:lnTo>
                    <a:pt x="306" y="174745"/>
                  </a:lnTo>
                  <a:lnTo>
                    <a:pt x="711" y="180022"/>
                  </a:lnTo>
                  <a:lnTo>
                    <a:pt x="1282" y="185283"/>
                  </a:lnTo>
                  <a:lnTo>
                    <a:pt x="2020" y="190524"/>
                  </a:lnTo>
                  <a:lnTo>
                    <a:pt x="2923" y="195739"/>
                  </a:lnTo>
                  <a:lnTo>
                    <a:pt x="3990" y="200922"/>
                  </a:lnTo>
                  <a:lnTo>
                    <a:pt x="5222" y="206069"/>
                  </a:lnTo>
                  <a:lnTo>
                    <a:pt x="6615" y="211174"/>
                  </a:lnTo>
                  <a:lnTo>
                    <a:pt x="8169" y="216233"/>
                  </a:lnTo>
                  <a:lnTo>
                    <a:pt x="9883" y="221240"/>
                  </a:lnTo>
                  <a:lnTo>
                    <a:pt x="11755" y="226191"/>
                  </a:lnTo>
                  <a:lnTo>
                    <a:pt x="13782" y="231079"/>
                  </a:lnTo>
                  <a:lnTo>
                    <a:pt x="15963" y="235901"/>
                  </a:lnTo>
                  <a:lnTo>
                    <a:pt x="18295" y="240652"/>
                  </a:lnTo>
                  <a:lnTo>
                    <a:pt x="20777" y="245326"/>
                  </a:lnTo>
                  <a:lnTo>
                    <a:pt x="23405" y="249919"/>
                  </a:lnTo>
                  <a:lnTo>
                    <a:pt x="26178" y="254427"/>
                  </a:lnTo>
                  <a:lnTo>
                    <a:pt x="29091" y="258845"/>
                  </a:lnTo>
                  <a:lnTo>
                    <a:pt x="32143" y="263169"/>
                  </a:lnTo>
                  <a:lnTo>
                    <a:pt x="35331" y="267393"/>
                  </a:lnTo>
                  <a:lnTo>
                    <a:pt x="38650" y="271515"/>
                  </a:lnTo>
                  <a:lnTo>
                    <a:pt x="42099" y="275529"/>
                  </a:lnTo>
                  <a:lnTo>
                    <a:pt x="45673" y="279433"/>
                  </a:lnTo>
                  <a:lnTo>
                    <a:pt x="49368" y="283221"/>
                  </a:lnTo>
                  <a:lnTo>
                    <a:pt x="53182" y="286890"/>
                  </a:lnTo>
                  <a:lnTo>
                    <a:pt x="57110" y="290437"/>
                  </a:lnTo>
                  <a:lnTo>
                    <a:pt x="61148" y="293858"/>
                  </a:lnTo>
                  <a:lnTo>
                    <a:pt x="65292" y="297149"/>
                  </a:lnTo>
                  <a:lnTo>
                    <a:pt x="69538" y="300307"/>
                  </a:lnTo>
                  <a:lnTo>
                    <a:pt x="73883" y="303330"/>
                  </a:lnTo>
                  <a:lnTo>
                    <a:pt x="78321" y="306213"/>
                  </a:lnTo>
                  <a:lnTo>
                    <a:pt x="82847" y="308954"/>
                  </a:lnTo>
                  <a:lnTo>
                    <a:pt x="87459" y="311551"/>
                  </a:lnTo>
                  <a:lnTo>
                    <a:pt x="92150" y="314001"/>
                  </a:lnTo>
                  <a:lnTo>
                    <a:pt x="96917" y="316300"/>
                  </a:lnTo>
                  <a:lnTo>
                    <a:pt x="101753" y="318448"/>
                  </a:lnTo>
                  <a:lnTo>
                    <a:pt x="106656" y="320442"/>
                  </a:lnTo>
                  <a:lnTo>
                    <a:pt x="111619" y="322279"/>
                  </a:lnTo>
                  <a:lnTo>
                    <a:pt x="116638" y="323958"/>
                  </a:lnTo>
                  <a:lnTo>
                    <a:pt x="121707" y="325478"/>
                  </a:lnTo>
                  <a:lnTo>
                    <a:pt x="126822" y="326836"/>
                  </a:lnTo>
                  <a:lnTo>
                    <a:pt x="131977" y="328032"/>
                  </a:lnTo>
                  <a:lnTo>
                    <a:pt x="137168" y="329064"/>
                  </a:lnTo>
                  <a:lnTo>
                    <a:pt x="142389" y="329931"/>
                  </a:lnTo>
                  <a:lnTo>
                    <a:pt x="147634" y="330633"/>
                  </a:lnTo>
                  <a:lnTo>
                    <a:pt x="152899" y="331168"/>
                  </a:lnTo>
                  <a:lnTo>
                    <a:pt x="158179" y="331536"/>
                  </a:lnTo>
                  <a:lnTo>
                    <a:pt x="163467" y="331737"/>
                  </a:lnTo>
                  <a:lnTo>
                    <a:pt x="168759" y="331770"/>
                  </a:lnTo>
                  <a:lnTo>
                    <a:pt x="174050" y="331636"/>
                  </a:lnTo>
                  <a:lnTo>
                    <a:pt x="179333" y="331334"/>
                  </a:lnTo>
                  <a:lnTo>
                    <a:pt x="184605" y="330866"/>
                  </a:lnTo>
                  <a:lnTo>
                    <a:pt x="189859" y="330230"/>
                  </a:lnTo>
                  <a:lnTo>
                    <a:pt x="195090" y="329429"/>
                  </a:lnTo>
                  <a:lnTo>
                    <a:pt x="200293" y="328462"/>
                  </a:lnTo>
                  <a:lnTo>
                    <a:pt x="205463" y="327332"/>
                  </a:lnTo>
                  <a:lnTo>
                    <a:pt x="210595" y="326038"/>
                  </a:lnTo>
                  <a:lnTo>
                    <a:pt x="215683" y="324582"/>
                  </a:lnTo>
                  <a:lnTo>
                    <a:pt x="220722" y="322966"/>
                  </a:lnTo>
                  <a:lnTo>
                    <a:pt x="225708" y="321192"/>
                  </a:lnTo>
                  <a:lnTo>
                    <a:pt x="230635" y="319260"/>
                  </a:lnTo>
                  <a:lnTo>
                    <a:pt x="235499" y="317174"/>
                  </a:lnTo>
                  <a:lnTo>
                    <a:pt x="240294" y="314934"/>
                  </a:lnTo>
                  <a:lnTo>
                    <a:pt x="245016" y="312544"/>
                  </a:lnTo>
                  <a:lnTo>
                    <a:pt x="249659" y="310006"/>
                  </a:lnTo>
                  <a:lnTo>
                    <a:pt x="254220" y="307322"/>
                  </a:lnTo>
                  <a:lnTo>
                    <a:pt x="258694" y="304494"/>
                  </a:lnTo>
                  <a:lnTo>
                    <a:pt x="263076" y="301527"/>
                  </a:lnTo>
                  <a:lnTo>
                    <a:pt x="267362" y="298422"/>
                  </a:lnTo>
                  <a:lnTo>
                    <a:pt x="271548" y="295184"/>
                  </a:lnTo>
                  <a:lnTo>
                    <a:pt x="275629" y="291814"/>
                  </a:lnTo>
                  <a:lnTo>
                    <a:pt x="279601" y="288317"/>
                  </a:lnTo>
                  <a:lnTo>
                    <a:pt x="283460" y="284696"/>
                  </a:lnTo>
                  <a:lnTo>
                    <a:pt x="287203" y="280955"/>
                  </a:lnTo>
                  <a:lnTo>
                    <a:pt x="290826" y="277097"/>
                  </a:lnTo>
                  <a:lnTo>
                    <a:pt x="294325" y="273126"/>
                  </a:lnTo>
                  <a:lnTo>
                    <a:pt x="297696" y="269047"/>
                  </a:lnTo>
                  <a:lnTo>
                    <a:pt x="300936" y="264862"/>
                  </a:lnTo>
                  <a:lnTo>
                    <a:pt x="304043" y="260578"/>
                  </a:lnTo>
                  <a:lnTo>
                    <a:pt x="307012" y="256197"/>
                  </a:lnTo>
                  <a:lnTo>
                    <a:pt x="309841" y="251724"/>
                  </a:lnTo>
                  <a:lnTo>
                    <a:pt x="312527" y="247165"/>
                  </a:lnTo>
                  <a:lnTo>
                    <a:pt x="315067" y="242522"/>
                  </a:lnTo>
                  <a:lnTo>
                    <a:pt x="317460" y="237801"/>
                  </a:lnTo>
                  <a:lnTo>
                    <a:pt x="319701" y="233007"/>
                  </a:lnTo>
                  <a:lnTo>
                    <a:pt x="321790" y="228144"/>
                  </a:lnTo>
                  <a:lnTo>
                    <a:pt x="323723" y="223218"/>
                  </a:lnTo>
                  <a:lnTo>
                    <a:pt x="325500" y="218233"/>
                  </a:lnTo>
                  <a:lnTo>
                    <a:pt x="327118" y="213194"/>
                  </a:lnTo>
                  <a:lnTo>
                    <a:pt x="328576" y="208107"/>
                  </a:lnTo>
                  <a:lnTo>
                    <a:pt x="329872" y="202976"/>
                  </a:lnTo>
                  <a:lnTo>
                    <a:pt x="331005" y="197806"/>
                  </a:lnTo>
                  <a:lnTo>
                    <a:pt x="331973" y="192603"/>
                  </a:lnTo>
                  <a:lnTo>
                    <a:pt x="332777" y="187372"/>
                  </a:lnTo>
                  <a:lnTo>
                    <a:pt x="333414" y="182119"/>
                  </a:lnTo>
                  <a:lnTo>
                    <a:pt x="333885" y="176847"/>
                  </a:lnTo>
                  <a:lnTo>
                    <a:pt x="334189" y="171564"/>
                  </a:lnTo>
                  <a:lnTo>
                    <a:pt x="334326" y="166273"/>
                  </a:lnTo>
                  <a:lnTo>
                    <a:pt x="334294" y="160981"/>
                  </a:lnTo>
                  <a:lnTo>
                    <a:pt x="334096" y="155693"/>
                  </a:lnTo>
                  <a:lnTo>
                    <a:pt x="333730" y="150413"/>
                  </a:lnTo>
                  <a:lnTo>
                    <a:pt x="333197" y="145148"/>
                  </a:lnTo>
                  <a:lnTo>
                    <a:pt x="332498" y="139902"/>
                  </a:lnTo>
                  <a:lnTo>
                    <a:pt x="331633" y="134681"/>
                  </a:lnTo>
                  <a:lnTo>
                    <a:pt x="330603" y="129490"/>
                  </a:lnTo>
                  <a:lnTo>
                    <a:pt x="329409" y="124334"/>
                  </a:lnTo>
                  <a:lnTo>
                    <a:pt x="328053" y="119219"/>
                  </a:lnTo>
                  <a:lnTo>
                    <a:pt x="326536" y="114149"/>
                  </a:lnTo>
                  <a:lnTo>
                    <a:pt x="324859" y="109129"/>
                  </a:lnTo>
                  <a:lnTo>
                    <a:pt x="323023" y="104165"/>
                  </a:lnTo>
                  <a:lnTo>
                    <a:pt x="321032" y="99262"/>
                  </a:lnTo>
                  <a:lnTo>
                    <a:pt x="318886" y="94424"/>
                  </a:lnTo>
                  <a:lnTo>
                    <a:pt x="316588" y="89657"/>
                  </a:lnTo>
                  <a:lnTo>
                    <a:pt x="314141" y="84965"/>
                  </a:lnTo>
                  <a:lnTo>
                    <a:pt x="311546" y="80352"/>
                  </a:lnTo>
                  <a:lnTo>
                    <a:pt x="308807" y="75824"/>
                  </a:lnTo>
                  <a:lnTo>
                    <a:pt x="305925" y="71385"/>
                  </a:lnTo>
                  <a:lnTo>
                    <a:pt x="302905" y="67040"/>
                  </a:lnTo>
                  <a:lnTo>
                    <a:pt x="299748" y="62792"/>
                  </a:lnTo>
                  <a:lnTo>
                    <a:pt x="296459" y="58646"/>
                  </a:lnTo>
                  <a:lnTo>
                    <a:pt x="293040" y="54606"/>
                  </a:lnTo>
                  <a:lnTo>
                    <a:pt x="289495" y="50677"/>
                  </a:lnTo>
                  <a:lnTo>
                    <a:pt x="285827" y="46862"/>
                  </a:lnTo>
                  <a:lnTo>
                    <a:pt x="282040" y="43165"/>
                  </a:lnTo>
                  <a:lnTo>
                    <a:pt x="278138" y="39590"/>
                  </a:lnTo>
                  <a:lnTo>
                    <a:pt x="274125" y="36139"/>
                  </a:lnTo>
                  <a:lnTo>
                    <a:pt x="270005" y="32818"/>
                  </a:lnTo>
                  <a:lnTo>
                    <a:pt x="265782" y="29629"/>
                  </a:lnTo>
                  <a:lnTo>
                    <a:pt x="261460" y="26575"/>
                  </a:lnTo>
                  <a:lnTo>
                    <a:pt x="257043" y="23659"/>
                  </a:lnTo>
                  <a:lnTo>
                    <a:pt x="252536" y="20885"/>
                  </a:lnTo>
                  <a:lnTo>
                    <a:pt x="167166" y="1646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423235" y="1681503"/>
              <a:ext cx="85369" cy="167167"/>
            </a:xfrm>
            <a:custGeom>
              <a:avLst/>
              <a:pathLst>
                <a:path w="85369" h="167167">
                  <a:moveTo>
                    <a:pt x="85369" y="23442"/>
                  </a:moveTo>
                  <a:lnTo>
                    <a:pt x="80508" y="20663"/>
                  </a:lnTo>
                  <a:lnTo>
                    <a:pt x="75556" y="18049"/>
                  </a:lnTo>
                  <a:lnTo>
                    <a:pt x="70519" y="15602"/>
                  </a:lnTo>
                  <a:lnTo>
                    <a:pt x="65403" y="13325"/>
                  </a:lnTo>
                  <a:lnTo>
                    <a:pt x="60214" y="11221"/>
                  </a:lnTo>
                  <a:lnTo>
                    <a:pt x="54957" y="9292"/>
                  </a:lnTo>
                  <a:lnTo>
                    <a:pt x="49639" y="7540"/>
                  </a:lnTo>
                  <a:lnTo>
                    <a:pt x="44264" y="5967"/>
                  </a:lnTo>
                  <a:lnTo>
                    <a:pt x="38841" y="4574"/>
                  </a:lnTo>
                  <a:lnTo>
                    <a:pt x="33373" y="3365"/>
                  </a:lnTo>
                  <a:lnTo>
                    <a:pt x="27868" y="2339"/>
                  </a:lnTo>
                  <a:lnTo>
                    <a:pt x="22332" y="1498"/>
                  </a:lnTo>
                  <a:lnTo>
                    <a:pt x="16771" y="843"/>
                  </a:lnTo>
                  <a:lnTo>
                    <a:pt x="11191" y="375"/>
                  </a:lnTo>
                  <a:lnTo>
                    <a:pt x="5598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853890" y="1322571"/>
              <a:ext cx="334302" cy="334334"/>
            </a:xfrm>
            <a:custGeom>
              <a:avLst/>
              <a:pathLst>
                <a:path w="334302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8" y="757"/>
                  </a:lnTo>
                  <a:lnTo>
                    <a:pt x="145972" y="1346"/>
                  </a:lnTo>
                  <a:lnTo>
                    <a:pt x="140718" y="2102"/>
                  </a:lnTo>
                  <a:lnTo>
                    <a:pt x="135491" y="3024"/>
                  </a:lnTo>
                  <a:lnTo>
                    <a:pt x="130296" y="4112"/>
                  </a:lnTo>
                  <a:lnTo>
                    <a:pt x="125137" y="5365"/>
                  </a:lnTo>
                  <a:lnTo>
                    <a:pt x="120022" y="6780"/>
                  </a:lnTo>
                  <a:lnTo>
                    <a:pt x="114953" y="8357"/>
                  </a:lnTo>
                  <a:lnTo>
                    <a:pt x="109937" y="10094"/>
                  </a:lnTo>
                  <a:lnTo>
                    <a:pt x="104979" y="11990"/>
                  </a:lnTo>
                  <a:lnTo>
                    <a:pt x="100084" y="14042"/>
                  </a:lnTo>
                  <a:lnTo>
                    <a:pt x="95256" y="16248"/>
                  </a:lnTo>
                  <a:lnTo>
                    <a:pt x="90501" y="18607"/>
                  </a:lnTo>
                  <a:lnTo>
                    <a:pt x="85823" y="21115"/>
                  </a:lnTo>
                  <a:lnTo>
                    <a:pt x="81227" y="23771"/>
                  </a:lnTo>
                  <a:lnTo>
                    <a:pt x="76717" y="26571"/>
                  </a:lnTo>
                  <a:lnTo>
                    <a:pt x="72299" y="29513"/>
                  </a:lnTo>
                  <a:lnTo>
                    <a:pt x="67977" y="32594"/>
                  </a:lnTo>
                  <a:lnTo>
                    <a:pt x="63754" y="35810"/>
                  </a:lnTo>
                  <a:lnTo>
                    <a:pt x="59636" y="39159"/>
                  </a:lnTo>
                  <a:lnTo>
                    <a:pt x="55626" y="42637"/>
                  </a:lnTo>
                  <a:lnTo>
                    <a:pt x="51728" y="46241"/>
                  </a:lnTo>
                  <a:lnTo>
                    <a:pt x="47947" y="49966"/>
                  </a:lnTo>
                  <a:lnTo>
                    <a:pt x="44286" y="53810"/>
                  </a:lnTo>
                  <a:lnTo>
                    <a:pt x="40749" y="57768"/>
                  </a:lnTo>
                  <a:lnTo>
                    <a:pt x="37340" y="61836"/>
                  </a:lnTo>
                  <a:lnTo>
                    <a:pt x="34061" y="66010"/>
                  </a:lnTo>
                  <a:lnTo>
                    <a:pt x="30916" y="70287"/>
                  </a:lnTo>
                  <a:lnTo>
                    <a:pt x="27909" y="74661"/>
                  </a:lnTo>
                  <a:lnTo>
                    <a:pt x="25043" y="79128"/>
                  </a:lnTo>
                  <a:lnTo>
                    <a:pt x="22319" y="83684"/>
                  </a:lnTo>
                  <a:lnTo>
                    <a:pt x="19742" y="88325"/>
                  </a:lnTo>
                  <a:lnTo>
                    <a:pt x="17313" y="93044"/>
                  </a:lnTo>
                  <a:lnTo>
                    <a:pt x="15035" y="97839"/>
                  </a:lnTo>
                  <a:lnTo>
                    <a:pt x="12910" y="102703"/>
                  </a:lnTo>
                  <a:lnTo>
                    <a:pt x="10942" y="107633"/>
                  </a:lnTo>
                  <a:lnTo>
                    <a:pt x="9130" y="112622"/>
                  </a:lnTo>
                  <a:lnTo>
                    <a:pt x="7478" y="117667"/>
                  </a:lnTo>
                  <a:lnTo>
                    <a:pt x="5987" y="122761"/>
                  </a:lnTo>
                  <a:lnTo>
                    <a:pt x="4658" y="127900"/>
                  </a:lnTo>
                  <a:lnTo>
                    <a:pt x="3494" y="133079"/>
                  </a:lnTo>
                  <a:lnTo>
                    <a:pt x="2494" y="138292"/>
                  </a:lnTo>
                  <a:lnTo>
                    <a:pt x="1660" y="143534"/>
                  </a:lnTo>
                  <a:lnTo>
                    <a:pt x="993" y="148800"/>
                  </a:lnTo>
                  <a:lnTo>
                    <a:pt x="494" y="154085"/>
                  </a:lnTo>
                  <a:lnTo>
                    <a:pt x="162" y="159382"/>
                  </a:lnTo>
                  <a:lnTo>
                    <a:pt x="0" y="164688"/>
                  </a:lnTo>
                  <a:lnTo>
                    <a:pt x="5" y="169996"/>
                  </a:lnTo>
                  <a:lnTo>
                    <a:pt x="179" y="175301"/>
                  </a:lnTo>
                  <a:lnTo>
                    <a:pt x="522" y="180598"/>
                  </a:lnTo>
                  <a:lnTo>
                    <a:pt x="1032" y="185882"/>
                  </a:lnTo>
                  <a:lnTo>
                    <a:pt x="1710" y="191146"/>
                  </a:lnTo>
                  <a:lnTo>
                    <a:pt x="2555" y="196387"/>
                  </a:lnTo>
                  <a:lnTo>
                    <a:pt x="3565" y="201598"/>
                  </a:lnTo>
                  <a:lnTo>
                    <a:pt x="4741" y="206774"/>
                  </a:lnTo>
                  <a:lnTo>
                    <a:pt x="6080" y="211910"/>
                  </a:lnTo>
                  <a:lnTo>
                    <a:pt x="7582" y="217002"/>
                  </a:lnTo>
                  <a:lnTo>
                    <a:pt x="9245" y="222042"/>
                  </a:lnTo>
                  <a:lnTo>
                    <a:pt x="11067" y="227028"/>
                  </a:lnTo>
                  <a:lnTo>
                    <a:pt x="13046" y="231953"/>
                  </a:lnTo>
                  <a:lnTo>
                    <a:pt x="15180" y="236813"/>
                  </a:lnTo>
                  <a:lnTo>
                    <a:pt x="17468" y="241603"/>
                  </a:lnTo>
                  <a:lnTo>
                    <a:pt x="19907" y="246318"/>
                  </a:lnTo>
                  <a:lnTo>
                    <a:pt x="22494" y="250953"/>
                  </a:lnTo>
                  <a:lnTo>
                    <a:pt x="25227" y="255503"/>
                  </a:lnTo>
                  <a:lnTo>
                    <a:pt x="28103" y="259964"/>
                  </a:lnTo>
                  <a:lnTo>
                    <a:pt x="31120" y="264332"/>
                  </a:lnTo>
                  <a:lnTo>
                    <a:pt x="34273" y="268602"/>
                  </a:lnTo>
                  <a:lnTo>
                    <a:pt x="37561" y="272770"/>
                  </a:lnTo>
                  <a:lnTo>
                    <a:pt x="40979" y="276831"/>
                  </a:lnTo>
                  <a:lnTo>
                    <a:pt x="44524" y="280781"/>
                  </a:lnTo>
                  <a:lnTo>
                    <a:pt x="48193" y="284617"/>
                  </a:lnTo>
                  <a:lnTo>
                    <a:pt x="51982" y="288335"/>
                  </a:lnTo>
                  <a:lnTo>
                    <a:pt x="55887" y="291930"/>
                  </a:lnTo>
                  <a:lnTo>
                    <a:pt x="59904" y="295399"/>
                  </a:lnTo>
                  <a:lnTo>
                    <a:pt x="64029" y="298740"/>
                  </a:lnTo>
                  <a:lnTo>
                    <a:pt x="68259" y="301947"/>
                  </a:lnTo>
                  <a:lnTo>
                    <a:pt x="72588" y="305019"/>
                  </a:lnTo>
                  <a:lnTo>
                    <a:pt x="77012" y="307952"/>
                  </a:lnTo>
                  <a:lnTo>
                    <a:pt x="81527" y="310743"/>
                  </a:lnTo>
                  <a:lnTo>
                    <a:pt x="86129" y="313389"/>
                  </a:lnTo>
                  <a:lnTo>
                    <a:pt x="90812" y="315887"/>
                  </a:lnTo>
                  <a:lnTo>
                    <a:pt x="95572" y="318236"/>
                  </a:lnTo>
                  <a:lnTo>
                    <a:pt x="100405" y="320432"/>
                  </a:lnTo>
                  <a:lnTo>
                    <a:pt x="105304" y="322474"/>
                  </a:lnTo>
                  <a:lnTo>
                    <a:pt x="110266" y="324359"/>
                  </a:lnTo>
                  <a:lnTo>
                    <a:pt x="115286" y="326086"/>
                  </a:lnTo>
                  <a:lnTo>
                    <a:pt x="120357" y="327652"/>
                  </a:lnTo>
                  <a:lnTo>
                    <a:pt x="125476" y="329057"/>
                  </a:lnTo>
                  <a:lnTo>
                    <a:pt x="130637" y="330298"/>
                  </a:lnTo>
                  <a:lnTo>
                    <a:pt x="135835" y="331375"/>
                  </a:lnTo>
                  <a:lnTo>
                    <a:pt x="141064" y="332287"/>
                  </a:lnTo>
                  <a:lnTo>
                    <a:pt x="146320" y="333032"/>
                  </a:lnTo>
                  <a:lnTo>
                    <a:pt x="151596" y="333609"/>
                  </a:lnTo>
                  <a:lnTo>
                    <a:pt x="156888" y="334019"/>
                  </a:lnTo>
                  <a:lnTo>
                    <a:pt x="162191" y="334261"/>
                  </a:lnTo>
                  <a:lnTo>
                    <a:pt x="167499" y="334334"/>
                  </a:lnTo>
                  <a:lnTo>
                    <a:pt x="172806" y="334239"/>
                  </a:lnTo>
                  <a:lnTo>
                    <a:pt x="178107" y="333975"/>
                  </a:lnTo>
                  <a:lnTo>
                    <a:pt x="183398" y="333543"/>
                  </a:lnTo>
                  <a:lnTo>
                    <a:pt x="188672" y="332943"/>
                  </a:lnTo>
                  <a:lnTo>
                    <a:pt x="193924" y="332176"/>
                  </a:lnTo>
                  <a:lnTo>
                    <a:pt x="199150" y="331243"/>
                  </a:lnTo>
                  <a:lnTo>
                    <a:pt x="204343" y="330144"/>
                  </a:lnTo>
                  <a:lnTo>
                    <a:pt x="209498" y="328881"/>
                  </a:lnTo>
                  <a:lnTo>
                    <a:pt x="214611" y="327455"/>
                  </a:lnTo>
                  <a:lnTo>
                    <a:pt x="219676" y="325867"/>
                  </a:lnTo>
                  <a:lnTo>
                    <a:pt x="224689" y="324120"/>
                  </a:lnTo>
                  <a:lnTo>
                    <a:pt x="229643" y="322214"/>
                  </a:lnTo>
                  <a:lnTo>
                    <a:pt x="234534" y="320151"/>
                  </a:lnTo>
                  <a:lnTo>
                    <a:pt x="239357" y="317935"/>
                  </a:lnTo>
                  <a:lnTo>
                    <a:pt x="244107" y="315566"/>
                  </a:lnTo>
                  <a:lnTo>
                    <a:pt x="248780" y="313048"/>
                  </a:lnTo>
                  <a:lnTo>
                    <a:pt x="253370" y="310383"/>
                  </a:lnTo>
                  <a:lnTo>
                    <a:pt x="257874" y="307573"/>
                  </a:lnTo>
                  <a:lnTo>
                    <a:pt x="262286" y="304622"/>
                  </a:lnTo>
                  <a:lnTo>
                    <a:pt x="266602" y="301532"/>
                  </a:lnTo>
                  <a:lnTo>
                    <a:pt x="270818" y="298307"/>
                  </a:lnTo>
                  <a:lnTo>
                    <a:pt x="274929" y="294949"/>
                  </a:lnTo>
                  <a:lnTo>
                    <a:pt x="278932" y="291463"/>
                  </a:lnTo>
                  <a:lnTo>
                    <a:pt x="282822" y="287851"/>
                  </a:lnTo>
                  <a:lnTo>
                    <a:pt x="286595" y="284118"/>
                  </a:lnTo>
                  <a:lnTo>
                    <a:pt x="290248" y="280267"/>
                  </a:lnTo>
                  <a:lnTo>
                    <a:pt x="293777" y="276301"/>
                  </a:lnTo>
                  <a:lnTo>
                    <a:pt x="297178" y="272226"/>
                  </a:lnTo>
                  <a:lnTo>
                    <a:pt x="300448" y="268045"/>
                  </a:lnTo>
                  <a:lnTo>
                    <a:pt x="303583" y="263762"/>
                  </a:lnTo>
                  <a:lnTo>
                    <a:pt x="306581" y="259381"/>
                  </a:lnTo>
                  <a:lnTo>
                    <a:pt x="309439" y="254908"/>
                  </a:lnTo>
                  <a:lnTo>
                    <a:pt x="312153" y="250346"/>
                  </a:lnTo>
                  <a:lnTo>
                    <a:pt x="314720" y="245700"/>
                  </a:lnTo>
                  <a:lnTo>
                    <a:pt x="317139" y="240976"/>
                  </a:lnTo>
                  <a:lnTo>
                    <a:pt x="319407" y="236176"/>
                  </a:lnTo>
                  <a:lnTo>
                    <a:pt x="321521" y="231307"/>
                  </a:lnTo>
                  <a:lnTo>
                    <a:pt x="323480" y="226374"/>
                  </a:lnTo>
                  <a:lnTo>
                    <a:pt x="325281" y="221381"/>
                  </a:lnTo>
                  <a:lnTo>
                    <a:pt x="326922" y="216333"/>
                  </a:lnTo>
                  <a:lnTo>
                    <a:pt x="328403" y="211235"/>
                  </a:lnTo>
                  <a:lnTo>
                    <a:pt x="329721" y="206093"/>
                  </a:lnTo>
                  <a:lnTo>
                    <a:pt x="330875" y="200912"/>
                  </a:lnTo>
                  <a:lnTo>
                    <a:pt x="331863" y="195697"/>
                  </a:lnTo>
                  <a:lnTo>
                    <a:pt x="332686" y="190453"/>
                  </a:lnTo>
                  <a:lnTo>
                    <a:pt x="333342" y="185186"/>
                  </a:lnTo>
                  <a:lnTo>
                    <a:pt x="333830" y="179900"/>
                  </a:lnTo>
                  <a:lnTo>
                    <a:pt x="334151" y="174602"/>
                  </a:lnTo>
                  <a:lnTo>
                    <a:pt x="334302" y="169296"/>
                  </a:lnTo>
                  <a:lnTo>
                    <a:pt x="334286" y="163988"/>
                  </a:lnTo>
                  <a:lnTo>
                    <a:pt x="334101" y="158683"/>
                  </a:lnTo>
                  <a:lnTo>
                    <a:pt x="333747" y="153387"/>
                  </a:lnTo>
                  <a:lnTo>
                    <a:pt x="333226" y="148104"/>
                  </a:lnTo>
                  <a:lnTo>
                    <a:pt x="332537" y="142841"/>
                  </a:lnTo>
                  <a:lnTo>
                    <a:pt x="331681" y="137603"/>
                  </a:lnTo>
                  <a:lnTo>
                    <a:pt x="330659" y="132394"/>
                  </a:lnTo>
                  <a:lnTo>
                    <a:pt x="329473" y="127220"/>
                  </a:lnTo>
                  <a:lnTo>
                    <a:pt x="328123" y="122086"/>
                  </a:lnTo>
                  <a:lnTo>
                    <a:pt x="326610" y="116998"/>
                  </a:lnTo>
                  <a:lnTo>
                    <a:pt x="324937" y="111961"/>
                  </a:lnTo>
                  <a:lnTo>
                    <a:pt x="323105" y="106979"/>
                  </a:lnTo>
                  <a:lnTo>
                    <a:pt x="321115" y="102058"/>
                  </a:lnTo>
                  <a:lnTo>
                    <a:pt x="318971" y="97202"/>
                  </a:lnTo>
                  <a:lnTo>
                    <a:pt x="316673" y="92418"/>
                  </a:lnTo>
                  <a:lnTo>
                    <a:pt x="314224" y="87708"/>
                  </a:lnTo>
                  <a:lnTo>
                    <a:pt x="311627" y="83078"/>
                  </a:lnTo>
                  <a:lnTo>
                    <a:pt x="308885" y="78534"/>
                  </a:lnTo>
                  <a:lnTo>
                    <a:pt x="305999" y="74078"/>
                  </a:lnTo>
                  <a:lnTo>
                    <a:pt x="302974" y="69717"/>
                  </a:lnTo>
                  <a:lnTo>
                    <a:pt x="299811" y="65454"/>
                  </a:lnTo>
                  <a:lnTo>
                    <a:pt x="296515" y="61293"/>
                  </a:lnTo>
                  <a:lnTo>
                    <a:pt x="293089" y="57239"/>
                  </a:lnTo>
                  <a:lnTo>
                    <a:pt x="289535" y="53296"/>
                  </a:lnTo>
                  <a:lnTo>
                    <a:pt x="285858" y="49468"/>
                  </a:lnTo>
                  <a:lnTo>
                    <a:pt x="282061" y="45758"/>
                  </a:lnTo>
                  <a:lnTo>
                    <a:pt x="278149" y="42171"/>
                  </a:lnTo>
                  <a:lnTo>
                    <a:pt x="274124" y="38710"/>
                  </a:lnTo>
                  <a:lnTo>
                    <a:pt x="269992" y="35379"/>
                  </a:lnTo>
                  <a:lnTo>
                    <a:pt x="265756" y="32180"/>
                  </a:lnTo>
                  <a:lnTo>
                    <a:pt x="261421" y="29117"/>
                  </a:lnTo>
                  <a:lnTo>
                    <a:pt x="256990" y="26194"/>
                  </a:lnTo>
                  <a:lnTo>
                    <a:pt x="252469" y="23412"/>
                  </a:lnTo>
                  <a:lnTo>
                    <a:pt x="247862" y="20776"/>
                  </a:lnTo>
                  <a:lnTo>
                    <a:pt x="243173" y="18287"/>
                  </a:lnTo>
                  <a:lnTo>
                    <a:pt x="238408" y="15949"/>
                  </a:lnTo>
                  <a:lnTo>
                    <a:pt x="233571" y="1376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36334"/>
              <a:ext cx="66422" cy="153404"/>
            </a:xfrm>
            <a:custGeom>
              <a:avLst/>
              <a:pathLst>
                <a:path w="66422" h="153404">
                  <a:moveTo>
                    <a:pt x="66422" y="0"/>
                  </a:moveTo>
                  <a:lnTo>
                    <a:pt x="0" y="1534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22571"/>
              <a:ext cx="66422" cy="167167"/>
            </a:xfrm>
            <a:custGeom>
              <a:avLst/>
              <a:pathLst>
                <a:path w="66422" h="167167">
                  <a:moveTo>
                    <a:pt x="66422" y="13762"/>
                  </a:moveTo>
                  <a:lnTo>
                    <a:pt x="61161" y="11590"/>
                  </a:lnTo>
                  <a:lnTo>
                    <a:pt x="55829" y="9598"/>
                  </a:lnTo>
                  <a:lnTo>
                    <a:pt x="50432" y="7788"/>
                  </a:lnTo>
                  <a:lnTo>
                    <a:pt x="44977" y="6164"/>
                  </a:lnTo>
                  <a:lnTo>
                    <a:pt x="39469" y="4726"/>
                  </a:lnTo>
                  <a:lnTo>
                    <a:pt x="33916" y="3476"/>
                  </a:lnTo>
                  <a:lnTo>
                    <a:pt x="28324" y="2417"/>
                  </a:lnTo>
                  <a:lnTo>
                    <a:pt x="22698" y="1548"/>
                  </a:lnTo>
                  <a:lnTo>
                    <a:pt x="17047" y="871"/>
                  </a:lnTo>
                  <a:lnTo>
                    <a:pt x="11375" y="387"/>
                  </a:lnTo>
                  <a:lnTo>
                    <a:pt x="5691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378103" y="1071028"/>
              <a:ext cx="334320" cy="334330"/>
            </a:xfrm>
            <a:custGeom>
              <a:avLst/>
              <a:pathLst>
                <a:path w="334320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3" y="1351"/>
                  </a:lnTo>
                  <a:lnTo>
                    <a:pt x="140681" y="2109"/>
                  </a:lnTo>
                  <a:lnTo>
                    <a:pt x="135445" y="3035"/>
                  </a:lnTo>
                  <a:lnTo>
                    <a:pt x="130241" y="4126"/>
                  </a:lnTo>
                  <a:lnTo>
                    <a:pt x="125075" y="5382"/>
                  </a:lnTo>
                  <a:lnTo>
                    <a:pt x="119951" y="6802"/>
                  </a:lnTo>
                  <a:lnTo>
                    <a:pt x="114875" y="8385"/>
                  </a:lnTo>
                  <a:lnTo>
                    <a:pt x="109852" y="10128"/>
                  </a:lnTo>
                  <a:lnTo>
                    <a:pt x="104887" y="12029"/>
                  </a:lnTo>
                  <a:lnTo>
                    <a:pt x="99985" y="14088"/>
                  </a:lnTo>
                  <a:lnTo>
                    <a:pt x="95150" y="16302"/>
                  </a:lnTo>
                  <a:lnTo>
                    <a:pt x="90389" y="18668"/>
                  </a:lnTo>
                  <a:lnTo>
                    <a:pt x="85705" y="21184"/>
                  </a:lnTo>
                  <a:lnTo>
                    <a:pt x="81104" y="23848"/>
                  </a:lnTo>
                  <a:lnTo>
                    <a:pt x="76590" y="26657"/>
                  </a:lnTo>
                  <a:lnTo>
                    <a:pt x="72167" y="29609"/>
                  </a:lnTo>
                  <a:lnTo>
                    <a:pt x="67840" y="32699"/>
                  </a:lnTo>
                  <a:lnTo>
                    <a:pt x="63614" y="35925"/>
                  </a:lnTo>
                  <a:lnTo>
                    <a:pt x="59493" y="39284"/>
                  </a:lnTo>
                  <a:lnTo>
                    <a:pt x="55480" y="42773"/>
                  </a:lnTo>
                  <a:lnTo>
                    <a:pt x="51581" y="46387"/>
                  </a:lnTo>
                  <a:lnTo>
                    <a:pt x="47798" y="50124"/>
                  </a:lnTo>
                  <a:lnTo>
                    <a:pt x="44136" y="53979"/>
                  </a:lnTo>
                  <a:lnTo>
                    <a:pt x="40599" y="57948"/>
                  </a:lnTo>
                  <a:lnTo>
                    <a:pt x="37190" y="62028"/>
                  </a:lnTo>
                  <a:lnTo>
                    <a:pt x="33912" y="66215"/>
                  </a:lnTo>
                  <a:lnTo>
                    <a:pt x="30769" y="70503"/>
                  </a:lnTo>
                  <a:lnTo>
                    <a:pt x="27764" y="74889"/>
                  </a:lnTo>
                  <a:lnTo>
                    <a:pt x="24900" y="79369"/>
                  </a:lnTo>
                  <a:lnTo>
                    <a:pt x="22179" y="83937"/>
                  </a:lnTo>
                  <a:lnTo>
                    <a:pt x="19606" y="88590"/>
                  </a:lnTo>
                  <a:lnTo>
                    <a:pt x="17182" y="93322"/>
                  </a:lnTo>
                  <a:lnTo>
                    <a:pt x="14909" y="98129"/>
                  </a:lnTo>
                  <a:lnTo>
                    <a:pt x="12790" y="103005"/>
                  </a:lnTo>
                  <a:lnTo>
                    <a:pt x="10828" y="107947"/>
                  </a:lnTo>
                  <a:lnTo>
                    <a:pt x="9024" y="112948"/>
                  </a:lnTo>
                  <a:lnTo>
                    <a:pt x="7380" y="118004"/>
                  </a:lnTo>
                  <a:lnTo>
                    <a:pt x="5897" y="123111"/>
                  </a:lnTo>
                  <a:lnTo>
                    <a:pt x="4577" y="128261"/>
                  </a:lnTo>
                  <a:lnTo>
                    <a:pt x="3422" y="133451"/>
                  </a:lnTo>
                  <a:lnTo>
                    <a:pt x="2433" y="138675"/>
                  </a:lnTo>
                  <a:lnTo>
                    <a:pt x="1610" y="143928"/>
                  </a:lnTo>
                  <a:lnTo>
                    <a:pt x="955" y="149204"/>
                  </a:lnTo>
                  <a:lnTo>
                    <a:pt x="468" y="154499"/>
                  </a:lnTo>
                  <a:lnTo>
                    <a:pt x="149" y="159806"/>
                  </a:lnTo>
                  <a:lnTo>
                    <a:pt x="0" y="165121"/>
                  </a:lnTo>
                  <a:lnTo>
                    <a:pt x="19" y="170438"/>
                  </a:lnTo>
                  <a:lnTo>
                    <a:pt x="208" y="175752"/>
                  </a:lnTo>
                  <a:lnTo>
                    <a:pt x="565" y="181056"/>
                  </a:lnTo>
                  <a:lnTo>
                    <a:pt x="1091" y="186347"/>
                  </a:lnTo>
                  <a:lnTo>
                    <a:pt x="1785" y="191619"/>
                  </a:lnTo>
                  <a:lnTo>
                    <a:pt x="2646" y="196865"/>
                  </a:lnTo>
                  <a:lnTo>
                    <a:pt x="3674" y="202082"/>
                  </a:lnTo>
                  <a:lnTo>
                    <a:pt x="4867" y="207263"/>
                  </a:lnTo>
                  <a:lnTo>
                    <a:pt x="6224" y="212404"/>
                  </a:lnTo>
                  <a:lnTo>
                    <a:pt x="7744" y="217499"/>
                  </a:lnTo>
                  <a:lnTo>
                    <a:pt x="9425" y="222543"/>
                  </a:lnTo>
                  <a:lnTo>
                    <a:pt x="11266" y="227531"/>
                  </a:lnTo>
                  <a:lnTo>
                    <a:pt x="13265" y="232458"/>
                  </a:lnTo>
                  <a:lnTo>
                    <a:pt x="15419" y="237319"/>
                  </a:lnTo>
                  <a:lnTo>
                    <a:pt x="17727" y="242109"/>
                  </a:lnTo>
                  <a:lnTo>
                    <a:pt x="20186" y="246824"/>
                  </a:lnTo>
                  <a:lnTo>
                    <a:pt x="22793" y="251457"/>
                  </a:lnTo>
                  <a:lnTo>
                    <a:pt x="25547" y="256005"/>
                  </a:lnTo>
                  <a:lnTo>
                    <a:pt x="28444" y="260464"/>
                  </a:lnTo>
                  <a:lnTo>
                    <a:pt x="31481" y="264828"/>
                  </a:lnTo>
                  <a:lnTo>
                    <a:pt x="34655" y="269093"/>
                  </a:lnTo>
                  <a:lnTo>
                    <a:pt x="37964" y="273255"/>
                  </a:lnTo>
                  <a:lnTo>
                    <a:pt x="41403" y="277310"/>
                  </a:lnTo>
                  <a:lnTo>
                    <a:pt x="44969" y="281254"/>
                  </a:lnTo>
                  <a:lnTo>
                    <a:pt x="48659" y="285082"/>
                  </a:lnTo>
                  <a:lnTo>
                    <a:pt x="52469" y="288790"/>
                  </a:lnTo>
                  <a:lnTo>
                    <a:pt x="56395" y="292376"/>
                  </a:lnTo>
                  <a:lnTo>
                    <a:pt x="60433" y="295835"/>
                  </a:lnTo>
                  <a:lnTo>
                    <a:pt x="64579" y="299164"/>
                  </a:lnTo>
                  <a:lnTo>
                    <a:pt x="68829" y="302359"/>
                  </a:lnTo>
                  <a:lnTo>
                    <a:pt x="73178" y="305418"/>
                  </a:lnTo>
                  <a:lnTo>
                    <a:pt x="77622" y="308337"/>
                  </a:lnTo>
                  <a:lnTo>
                    <a:pt x="82157" y="311113"/>
                  </a:lnTo>
                  <a:lnTo>
                    <a:pt x="86777" y="313743"/>
                  </a:lnTo>
                  <a:lnTo>
                    <a:pt x="91479" y="316225"/>
                  </a:lnTo>
                  <a:lnTo>
                    <a:pt x="96258" y="318556"/>
                  </a:lnTo>
                  <a:lnTo>
                    <a:pt x="101108" y="320734"/>
                  </a:lnTo>
                  <a:lnTo>
                    <a:pt x="106026" y="322757"/>
                  </a:lnTo>
                  <a:lnTo>
                    <a:pt x="111004" y="324622"/>
                  </a:lnTo>
                  <a:lnTo>
                    <a:pt x="116040" y="326328"/>
                  </a:lnTo>
                  <a:lnTo>
                    <a:pt x="121128" y="327873"/>
                  </a:lnTo>
                  <a:lnTo>
                    <a:pt x="126262" y="329256"/>
                  </a:lnTo>
                  <a:lnTo>
                    <a:pt x="131437" y="330474"/>
                  </a:lnTo>
                  <a:lnTo>
                    <a:pt x="136649" y="331527"/>
                  </a:lnTo>
                  <a:lnTo>
                    <a:pt x="141891" y="332414"/>
                  </a:lnTo>
                  <a:lnTo>
                    <a:pt x="147159" y="333134"/>
                  </a:lnTo>
                  <a:lnTo>
                    <a:pt x="152447" y="333686"/>
                  </a:lnTo>
                  <a:lnTo>
                    <a:pt x="157750" y="334070"/>
                  </a:lnTo>
                  <a:lnTo>
                    <a:pt x="163063" y="334284"/>
                  </a:lnTo>
                  <a:lnTo>
                    <a:pt x="168380" y="334330"/>
                  </a:lnTo>
                  <a:lnTo>
                    <a:pt x="173695" y="334206"/>
                  </a:lnTo>
                  <a:lnTo>
                    <a:pt x="179004" y="333914"/>
                  </a:lnTo>
                  <a:lnTo>
                    <a:pt x="184301" y="333453"/>
                  </a:lnTo>
                  <a:lnTo>
                    <a:pt x="189581" y="332823"/>
                  </a:lnTo>
                  <a:lnTo>
                    <a:pt x="194837" y="332026"/>
                  </a:lnTo>
                  <a:lnTo>
                    <a:pt x="200066" y="331063"/>
                  </a:lnTo>
                  <a:lnTo>
                    <a:pt x="205262" y="329933"/>
                  </a:lnTo>
                  <a:lnTo>
                    <a:pt x="210419" y="328639"/>
                  </a:lnTo>
                  <a:lnTo>
                    <a:pt x="215532" y="327181"/>
                  </a:lnTo>
                  <a:lnTo>
                    <a:pt x="220596" y="325562"/>
                  </a:lnTo>
                  <a:lnTo>
                    <a:pt x="225607" y="323782"/>
                  </a:lnTo>
                  <a:lnTo>
                    <a:pt x="230558" y="321844"/>
                  </a:lnTo>
                  <a:lnTo>
                    <a:pt x="235445" y="319749"/>
                  </a:lnTo>
                  <a:lnTo>
                    <a:pt x="240262" y="317500"/>
                  </a:lnTo>
                  <a:lnTo>
                    <a:pt x="245006" y="315099"/>
                  </a:lnTo>
                  <a:lnTo>
                    <a:pt x="249672" y="312549"/>
                  </a:lnTo>
                  <a:lnTo>
                    <a:pt x="254253" y="309851"/>
                  </a:lnTo>
                  <a:lnTo>
                    <a:pt x="258747" y="307009"/>
                  </a:lnTo>
                  <a:lnTo>
                    <a:pt x="263148" y="304025"/>
                  </a:lnTo>
                  <a:lnTo>
                    <a:pt x="267452" y="300903"/>
                  </a:lnTo>
                  <a:lnTo>
                    <a:pt x="271654" y="297646"/>
                  </a:lnTo>
                  <a:lnTo>
                    <a:pt x="275751" y="294257"/>
                  </a:lnTo>
                  <a:lnTo>
                    <a:pt x="279737" y="290739"/>
                  </a:lnTo>
                  <a:lnTo>
                    <a:pt x="283610" y="287096"/>
                  </a:lnTo>
                  <a:lnTo>
                    <a:pt x="287365" y="283332"/>
                  </a:lnTo>
                  <a:lnTo>
                    <a:pt x="290999" y="279450"/>
                  </a:lnTo>
                  <a:lnTo>
                    <a:pt x="294507" y="275455"/>
                  </a:lnTo>
                  <a:lnTo>
                    <a:pt x="297886" y="271350"/>
                  </a:lnTo>
                  <a:lnTo>
                    <a:pt x="301133" y="267140"/>
                  </a:lnTo>
                  <a:lnTo>
                    <a:pt x="304245" y="262829"/>
                  </a:lnTo>
                  <a:lnTo>
                    <a:pt x="307218" y="258420"/>
                  </a:lnTo>
                  <a:lnTo>
                    <a:pt x="310049" y="253920"/>
                  </a:lnTo>
                  <a:lnTo>
                    <a:pt x="312736" y="249332"/>
                  </a:lnTo>
                  <a:lnTo>
                    <a:pt x="315275" y="244660"/>
                  </a:lnTo>
                  <a:lnTo>
                    <a:pt x="317665" y="239911"/>
                  </a:lnTo>
                  <a:lnTo>
                    <a:pt x="319902" y="235087"/>
                  </a:lnTo>
                  <a:lnTo>
                    <a:pt x="321985" y="230195"/>
                  </a:lnTo>
                  <a:lnTo>
                    <a:pt x="323911" y="225240"/>
                  </a:lnTo>
                  <a:lnTo>
                    <a:pt x="325678" y="220225"/>
                  </a:lnTo>
                  <a:lnTo>
                    <a:pt x="327285" y="215157"/>
                  </a:lnTo>
                  <a:lnTo>
                    <a:pt x="328731" y="210040"/>
                  </a:lnTo>
                  <a:lnTo>
                    <a:pt x="330012" y="204880"/>
                  </a:lnTo>
                  <a:lnTo>
                    <a:pt x="331129" y="199682"/>
                  </a:lnTo>
                  <a:lnTo>
                    <a:pt x="332080" y="194451"/>
                  </a:lnTo>
                  <a:lnTo>
                    <a:pt x="332865" y="189192"/>
                  </a:lnTo>
                  <a:lnTo>
                    <a:pt x="333481" y="183911"/>
                  </a:lnTo>
                  <a:lnTo>
                    <a:pt x="333930" y="178613"/>
                  </a:lnTo>
                  <a:lnTo>
                    <a:pt x="334209" y="173303"/>
                  </a:lnTo>
                  <a:lnTo>
                    <a:pt x="334320" y="167988"/>
                  </a:lnTo>
                  <a:lnTo>
                    <a:pt x="334261" y="162671"/>
                  </a:lnTo>
                  <a:lnTo>
                    <a:pt x="334034" y="157359"/>
                  </a:lnTo>
                  <a:lnTo>
                    <a:pt x="333638" y="152057"/>
                  </a:lnTo>
                  <a:lnTo>
                    <a:pt x="333073" y="146770"/>
                  </a:lnTo>
                  <a:lnTo>
                    <a:pt x="332340" y="141504"/>
                  </a:lnTo>
                  <a:lnTo>
                    <a:pt x="331441" y="136263"/>
                  </a:lnTo>
                  <a:lnTo>
                    <a:pt x="330375" y="131054"/>
                  </a:lnTo>
                  <a:lnTo>
                    <a:pt x="329144" y="125882"/>
                  </a:lnTo>
                  <a:lnTo>
                    <a:pt x="327749" y="120751"/>
                  </a:lnTo>
                  <a:lnTo>
                    <a:pt x="326191" y="115668"/>
                  </a:lnTo>
                  <a:lnTo>
                    <a:pt x="324473" y="110636"/>
                  </a:lnTo>
                  <a:lnTo>
                    <a:pt x="322596" y="105661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76690"/>
              <a:ext cx="155441" cy="61505"/>
            </a:xfrm>
            <a:custGeom>
              <a:avLst/>
              <a:pathLst>
                <a:path w="155441" h="61505">
                  <a:moveTo>
                    <a:pt x="155441" y="0"/>
                  </a:moveTo>
                  <a:lnTo>
                    <a:pt x="0" y="615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75866"/>
              <a:ext cx="155441" cy="62329"/>
            </a:xfrm>
            <a:custGeom>
              <a:avLst/>
              <a:pathLst>
                <a:path w="155441" h="62329">
                  <a:moveTo>
                    <a:pt x="155441" y="824"/>
                  </a:moveTo>
                  <a:lnTo>
                    <a:pt x="155112" y="0"/>
                  </a:lnTo>
                  <a:lnTo>
                    <a:pt x="0" y="623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071028"/>
              <a:ext cx="155112" cy="167167"/>
            </a:xfrm>
            <a:custGeom>
              <a:avLst/>
              <a:pathLst>
                <a:path w="155112" h="167167">
                  <a:moveTo>
                    <a:pt x="155112" y="104837"/>
                  </a:moveTo>
                  <a:lnTo>
                    <a:pt x="152970" y="99751"/>
                  </a:lnTo>
                  <a:lnTo>
                    <a:pt x="150661" y="94737"/>
                  </a:lnTo>
                  <a:lnTo>
                    <a:pt x="148188" y="89803"/>
                  </a:lnTo>
                  <a:lnTo>
                    <a:pt x="145553" y="84953"/>
                  </a:lnTo>
                  <a:lnTo>
                    <a:pt x="142759" y="80192"/>
                  </a:lnTo>
                  <a:lnTo>
                    <a:pt x="139810" y="75527"/>
                  </a:lnTo>
                  <a:lnTo>
                    <a:pt x="136709" y="70961"/>
                  </a:lnTo>
                  <a:lnTo>
                    <a:pt x="133458" y="66500"/>
                  </a:lnTo>
                  <a:lnTo>
                    <a:pt x="130062" y="62149"/>
                  </a:lnTo>
                  <a:lnTo>
                    <a:pt x="126524" y="57912"/>
                  </a:lnTo>
                  <a:lnTo>
                    <a:pt x="122848" y="53795"/>
                  </a:lnTo>
                  <a:lnTo>
                    <a:pt x="119038" y="49801"/>
                  </a:lnTo>
                  <a:lnTo>
                    <a:pt x="115099" y="45935"/>
                  </a:lnTo>
                  <a:lnTo>
                    <a:pt x="111034" y="42201"/>
                  </a:lnTo>
                  <a:lnTo>
                    <a:pt x="106847" y="38604"/>
                  </a:lnTo>
                  <a:lnTo>
                    <a:pt x="102545" y="35146"/>
                  </a:lnTo>
                  <a:lnTo>
                    <a:pt x="98130" y="31833"/>
                  </a:lnTo>
                  <a:lnTo>
                    <a:pt x="93609" y="28667"/>
                  </a:lnTo>
                  <a:lnTo>
                    <a:pt x="88986" y="25652"/>
                  </a:lnTo>
                  <a:lnTo>
                    <a:pt x="84265" y="22792"/>
                  </a:lnTo>
                  <a:lnTo>
                    <a:pt x="79453" y="20088"/>
                  </a:lnTo>
                  <a:lnTo>
                    <a:pt x="74554" y="17545"/>
                  </a:lnTo>
                  <a:lnTo>
                    <a:pt x="69574" y="15166"/>
                  </a:lnTo>
                  <a:lnTo>
                    <a:pt x="64518" y="12952"/>
                  </a:lnTo>
                  <a:lnTo>
                    <a:pt x="59391" y="10906"/>
                  </a:lnTo>
                  <a:lnTo>
                    <a:pt x="54200" y="9030"/>
                  </a:lnTo>
                  <a:lnTo>
                    <a:pt x="48950" y="7327"/>
                  </a:lnTo>
                  <a:lnTo>
                    <a:pt x="43646" y="5798"/>
                  </a:lnTo>
                  <a:lnTo>
                    <a:pt x="38295" y="4445"/>
                  </a:lnTo>
                  <a:lnTo>
                    <a:pt x="32902" y="3270"/>
                  </a:lnTo>
                  <a:lnTo>
                    <a:pt x="27473" y="2273"/>
                  </a:lnTo>
                  <a:lnTo>
                    <a:pt x="22015" y="1455"/>
                  </a:lnTo>
                  <a:lnTo>
                    <a:pt x="16532" y="819"/>
                  </a:lnTo>
                  <a:lnTo>
                    <a:pt x="11031" y="364"/>
                  </a:lnTo>
                  <a:lnTo>
                    <a:pt x="551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46704" y="941493"/>
              <a:ext cx="76839" cy="167167"/>
            </a:xfrm>
            <a:custGeom>
              <a:avLst/>
              <a:pathLst>
                <a:path w="76839" h="167167">
                  <a:moveTo>
                    <a:pt x="76839" y="0"/>
                  </a:moveTo>
                  <a:lnTo>
                    <a:pt x="71137" y="97"/>
                  </a:lnTo>
                  <a:lnTo>
                    <a:pt x="65442" y="388"/>
                  </a:lnTo>
                  <a:lnTo>
                    <a:pt x="59760" y="874"/>
                  </a:lnTo>
                  <a:lnTo>
                    <a:pt x="54098" y="1554"/>
                  </a:lnTo>
                  <a:lnTo>
                    <a:pt x="48463" y="2426"/>
                  </a:lnTo>
                  <a:lnTo>
                    <a:pt x="42860" y="3489"/>
                  </a:lnTo>
                  <a:lnTo>
                    <a:pt x="37297" y="4743"/>
                  </a:lnTo>
                  <a:lnTo>
                    <a:pt x="31780" y="6187"/>
                  </a:lnTo>
                  <a:lnTo>
                    <a:pt x="26316" y="7817"/>
                  </a:lnTo>
                  <a:lnTo>
                    <a:pt x="20910" y="9633"/>
                  </a:lnTo>
                  <a:lnTo>
                    <a:pt x="15569" y="11632"/>
                  </a:lnTo>
                  <a:lnTo>
                    <a:pt x="10300" y="13813"/>
                  </a:lnTo>
                  <a:lnTo>
                    <a:pt x="5108" y="16171"/>
                  </a:lnTo>
                  <a:lnTo>
                    <a:pt x="0" y="18706"/>
                  </a:lnTo>
                  <a:lnTo>
                    <a:pt x="7683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46704" y="960199"/>
              <a:ext cx="76839" cy="148460"/>
            </a:xfrm>
            <a:custGeom>
              <a:avLst/>
              <a:pathLst>
                <a:path w="76839" h="148460">
                  <a:moveTo>
                    <a:pt x="0" y="0"/>
                  </a:moveTo>
                  <a:lnTo>
                    <a:pt x="76839" y="1484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856395" y="960199"/>
              <a:ext cx="334311" cy="315626"/>
            </a:xfrm>
            <a:custGeom>
              <a:avLst/>
              <a:pathLst>
                <a:path w="334311" h="315626">
                  <a:moveTo>
                    <a:pt x="90309" y="0"/>
                  </a:moveTo>
                  <a:lnTo>
                    <a:pt x="85648" y="2506"/>
                  </a:lnTo>
                  <a:lnTo>
                    <a:pt x="81068" y="5159"/>
                  </a:lnTo>
                  <a:lnTo>
                    <a:pt x="76575" y="7956"/>
                  </a:lnTo>
                  <a:lnTo>
                    <a:pt x="72173" y="10894"/>
                  </a:lnTo>
                  <a:lnTo>
                    <a:pt x="67865" y="13969"/>
                  </a:lnTo>
                  <a:lnTo>
                    <a:pt x="63658" y="17180"/>
                  </a:lnTo>
                  <a:lnTo>
                    <a:pt x="59554" y="20521"/>
                  </a:lnTo>
                  <a:lnTo>
                    <a:pt x="55558" y="23992"/>
                  </a:lnTo>
                  <a:lnTo>
                    <a:pt x="51673" y="27586"/>
                  </a:lnTo>
                  <a:lnTo>
                    <a:pt x="47905" y="31302"/>
                  </a:lnTo>
                  <a:lnTo>
                    <a:pt x="44256" y="35136"/>
                  </a:lnTo>
                  <a:lnTo>
                    <a:pt x="40730" y="39083"/>
                  </a:lnTo>
                  <a:lnTo>
                    <a:pt x="37331" y="43140"/>
                  </a:lnTo>
                  <a:lnTo>
                    <a:pt x="34062" y="47302"/>
                  </a:lnTo>
                  <a:lnTo>
                    <a:pt x="30927" y="51566"/>
                  </a:lnTo>
                  <a:lnTo>
                    <a:pt x="27928" y="55926"/>
                  </a:lnTo>
                  <a:lnTo>
                    <a:pt x="25068" y="60380"/>
                  </a:lnTo>
                  <a:lnTo>
                    <a:pt x="22351" y="64922"/>
                  </a:lnTo>
                  <a:lnTo>
                    <a:pt x="19779" y="69547"/>
                  </a:lnTo>
                  <a:lnTo>
                    <a:pt x="17355" y="74252"/>
                  </a:lnTo>
                  <a:lnTo>
                    <a:pt x="15081" y="79031"/>
                  </a:lnTo>
                  <a:lnTo>
                    <a:pt x="12959" y="83880"/>
                  </a:lnTo>
                  <a:lnTo>
                    <a:pt x="10992" y="88793"/>
                  </a:lnTo>
                  <a:lnTo>
                    <a:pt x="9182" y="93766"/>
                  </a:lnTo>
                  <a:lnTo>
                    <a:pt x="7529" y="98794"/>
                  </a:lnTo>
                  <a:lnTo>
                    <a:pt x="6037" y="103872"/>
                  </a:lnTo>
                  <a:lnTo>
                    <a:pt x="4706" y="108994"/>
                  </a:lnTo>
                  <a:lnTo>
                    <a:pt x="3538" y="114156"/>
                  </a:lnTo>
                  <a:lnTo>
                    <a:pt x="2534" y="119353"/>
                  </a:lnTo>
                  <a:lnTo>
                    <a:pt x="1696" y="124578"/>
                  </a:lnTo>
                  <a:lnTo>
                    <a:pt x="1022" y="129828"/>
                  </a:lnTo>
                  <a:lnTo>
                    <a:pt x="516" y="135096"/>
                  </a:lnTo>
                  <a:lnTo>
                    <a:pt x="176" y="140378"/>
                  </a:lnTo>
                  <a:lnTo>
                    <a:pt x="4" y="145667"/>
                  </a:lnTo>
                  <a:lnTo>
                    <a:pt x="0" y="150960"/>
                  </a:lnTo>
                  <a:lnTo>
                    <a:pt x="162" y="156250"/>
                  </a:lnTo>
                  <a:lnTo>
                    <a:pt x="493" y="161532"/>
                  </a:lnTo>
                  <a:lnTo>
                    <a:pt x="990" y="166801"/>
                  </a:lnTo>
                  <a:lnTo>
                    <a:pt x="1654" y="172052"/>
                  </a:lnTo>
                  <a:lnTo>
                    <a:pt x="2484" y="177279"/>
                  </a:lnTo>
                  <a:lnTo>
                    <a:pt x="3478" y="182477"/>
                  </a:lnTo>
                  <a:lnTo>
                    <a:pt x="4637" y="187641"/>
                  </a:lnTo>
                  <a:lnTo>
                    <a:pt x="5959" y="192766"/>
                  </a:lnTo>
                  <a:lnTo>
                    <a:pt x="7442" y="197846"/>
                  </a:lnTo>
                  <a:lnTo>
                    <a:pt x="9086" y="202877"/>
                  </a:lnTo>
                  <a:lnTo>
                    <a:pt x="10888" y="207854"/>
                  </a:lnTo>
                  <a:lnTo>
                    <a:pt x="12846" y="212770"/>
                  </a:lnTo>
                  <a:lnTo>
                    <a:pt x="14959" y="217623"/>
                  </a:lnTo>
                  <a:lnTo>
                    <a:pt x="17225" y="222406"/>
                  </a:lnTo>
                  <a:lnTo>
                    <a:pt x="19641" y="227115"/>
                  </a:lnTo>
                  <a:lnTo>
                    <a:pt x="22204" y="231745"/>
                  </a:lnTo>
                  <a:lnTo>
                    <a:pt x="24914" y="236291"/>
                  </a:lnTo>
                  <a:lnTo>
                    <a:pt x="27765" y="240750"/>
                  </a:lnTo>
                  <a:lnTo>
                    <a:pt x="30757" y="245116"/>
                  </a:lnTo>
                  <a:lnTo>
                    <a:pt x="33885" y="249385"/>
                  </a:lnTo>
                  <a:lnTo>
                    <a:pt x="37146" y="253553"/>
                  </a:lnTo>
                  <a:lnTo>
                    <a:pt x="40538" y="257616"/>
                  </a:lnTo>
                  <a:lnTo>
                    <a:pt x="44057" y="261569"/>
                  </a:lnTo>
                  <a:lnTo>
                    <a:pt x="47699" y="265409"/>
                  </a:lnTo>
                  <a:lnTo>
                    <a:pt x="51461" y="269131"/>
                  </a:lnTo>
                  <a:lnTo>
                    <a:pt x="55339" y="272733"/>
                  </a:lnTo>
                  <a:lnTo>
                    <a:pt x="59329" y="276210"/>
                  </a:lnTo>
                  <a:lnTo>
                    <a:pt x="63427" y="279559"/>
                  </a:lnTo>
                  <a:lnTo>
                    <a:pt x="67629" y="282777"/>
                  </a:lnTo>
                  <a:lnTo>
                    <a:pt x="71931" y="285860"/>
                  </a:lnTo>
                  <a:lnTo>
                    <a:pt x="76328" y="288805"/>
                  </a:lnTo>
                  <a:lnTo>
                    <a:pt x="80817" y="291610"/>
                  </a:lnTo>
                  <a:lnTo>
                    <a:pt x="85391" y="294271"/>
                  </a:lnTo>
                  <a:lnTo>
                    <a:pt x="90048" y="296786"/>
                  </a:lnTo>
                  <a:lnTo>
                    <a:pt x="94782" y="299153"/>
                  </a:lnTo>
                  <a:lnTo>
                    <a:pt x="99589" y="301368"/>
                  </a:lnTo>
                  <a:lnTo>
                    <a:pt x="104463" y="303430"/>
                  </a:lnTo>
                  <a:lnTo>
                    <a:pt x="109400" y="305337"/>
                  </a:lnTo>
                  <a:lnTo>
                    <a:pt x="114395" y="307086"/>
                  </a:lnTo>
                  <a:lnTo>
                    <a:pt x="119443" y="308676"/>
                  </a:lnTo>
                  <a:lnTo>
                    <a:pt x="124539" y="310106"/>
                  </a:lnTo>
                  <a:lnTo>
                    <a:pt x="129677" y="311374"/>
                  </a:lnTo>
                  <a:lnTo>
                    <a:pt x="134853" y="312479"/>
                  </a:lnTo>
                  <a:lnTo>
                    <a:pt x="140061" y="313419"/>
                  </a:lnTo>
                  <a:lnTo>
                    <a:pt x="145297" y="314194"/>
                  </a:lnTo>
                  <a:lnTo>
                    <a:pt x="150554" y="314802"/>
                  </a:lnTo>
                  <a:lnTo>
                    <a:pt x="155828" y="315244"/>
                  </a:lnTo>
                  <a:lnTo>
                    <a:pt x="161114" y="315519"/>
                  </a:lnTo>
                  <a:lnTo>
                    <a:pt x="166405" y="315626"/>
                  </a:lnTo>
                  <a:lnTo>
                    <a:pt x="171697" y="315566"/>
                  </a:lnTo>
                  <a:lnTo>
                    <a:pt x="176985" y="315338"/>
                  </a:lnTo>
                  <a:lnTo>
                    <a:pt x="182262" y="314943"/>
                  </a:lnTo>
                  <a:lnTo>
                    <a:pt x="187525" y="314381"/>
                  </a:lnTo>
                  <a:lnTo>
                    <a:pt x="192767" y="313653"/>
                  </a:lnTo>
                  <a:lnTo>
                    <a:pt x="197984" y="312759"/>
                  </a:lnTo>
                  <a:lnTo>
                    <a:pt x="203169" y="311701"/>
                  </a:lnTo>
                  <a:lnTo>
                    <a:pt x="208319" y="310479"/>
                  </a:lnTo>
                  <a:lnTo>
                    <a:pt x="213427" y="309094"/>
                  </a:lnTo>
                  <a:lnTo>
                    <a:pt x="218489" y="307549"/>
                  </a:lnTo>
                  <a:lnTo>
                    <a:pt x="223499" y="305844"/>
                  </a:lnTo>
                  <a:lnTo>
                    <a:pt x="228453" y="303981"/>
                  </a:lnTo>
                  <a:lnTo>
                    <a:pt x="233345" y="301963"/>
                  </a:lnTo>
                  <a:lnTo>
                    <a:pt x="238171" y="299790"/>
                  </a:lnTo>
                  <a:lnTo>
                    <a:pt x="242926" y="297466"/>
                  </a:lnTo>
                  <a:lnTo>
                    <a:pt x="247605" y="294992"/>
                  </a:lnTo>
                  <a:lnTo>
                    <a:pt x="252204" y="292372"/>
                  </a:lnTo>
                  <a:lnTo>
                    <a:pt x="256717" y="289607"/>
                  </a:lnTo>
                  <a:lnTo>
                    <a:pt x="261140" y="286701"/>
                  </a:lnTo>
                  <a:lnTo>
                    <a:pt x="265469" y="283657"/>
                  </a:lnTo>
                  <a:lnTo>
                    <a:pt x="269699" y="280476"/>
                  </a:lnTo>
                  <a:lnTo>
                    <a:pt x="273827" y="277164"/>
                  </a:lnTo>
                  <a:lnTo>
                    <a:pt x="277848" y="273722"/>
                  </a:lnTo>
                  <a:lnTo>
                    <a:pt x="281758" y="270155"/>
                  </a:lnTo>
                  <a:lnTo>
                    <a:pt x="285553" y="266466"/>
                  </a:lnTo>
                  <a:lnTo>
                    <a:pt x="289229" y="262659"/>
                  </a:lnTo>
                  <a:lnTo>
                    <a:pt x="292783" y="258737"/>
                  </a:lnTo>
                  <a:lnTo>
                    <a:pt x="296211" y="254705"/>
                  </a:lnTo>
                  <a:lnTo>
                    <a:pt x="299509" y="250566"/>
                  </a:lnTo>
                  <a:lnTo>
                    <a:pt x="302675" y="246325"/>
                  </a:lnTo>
                  <a:lnTo>
                    <a:pt x="305705" y="241986"/>
                  </a:lnTo>
                  <a:lnTo>
                    <a:pt x="308596" y="237553"/>
                  </a:lnTo>
                  <a:lnTo>
                    <a:pt x="311346" y="233030"/>
                  </a:lnTo>
                  <a:lnTo>
                    <a:pt x="313951" y="228423"/>
                  </a:lnTo>
                  <a:lnTo>
                    <a:pt x="316408" y="223736"/>
                  </a:lnTo>
                  <a:lnTo>
                    <a:pt x="318716" y="218973"/>
                  </a:lnTo>
                  <a:lnTo>
                    <a:pt x="320873" y="214140"/>
                  </a:lnTo>
                  <a:lnTo>
                    <a:pt x="322875" y="209241"/>
                  </a:lnTo>
                  <a:lnTo>
                    <a:pt x="324721" y="204281"/>
                  </a:lnTo>
                  <a:lnTo>
                    <a:pt x="326409" y="199264"/>
                  </a:lnTo>
                  <a:lnTo>
                    <a:pt x="327937" y="194198"/>
                  </a:lnTo>
                  <a:lnTo>
                    <a:pt x="329304" y="189085"/>
                  </a:lnTo>
                  <a:lnTo>
                    <a:pt x="330509" y="183931"/>
                  </a:lnTo>
                  <a:lnTo>
                    <a:pt x="331550" y="178742"/>
                  </a:lnTo>
                  <a:lnTo>
                    <a:pt x="332426" y="173523"/>
                  </a:lnTo>
                  <a:lnTo>
                    <a:pt x="333137" y="168278"/>
                  </a:lnTo>
                  <a:lnTo>
                    <a:pt x="333681" y="163013"/>
                  </a:lnTo>
                  <a:lnTo>
                    <a:pt x="334058" y="157734"/>
                  </a:lnTo>
                  <a:lnTo>
                    <a:pt x="334268" y="152446"/>
                  </a:lnTo>
                  <a:lnTo>
                    <a:pt x="334311" y="147154"/>
                  </a:lnTo>
                  <a:lnTo>
                    <a:pt x="334185" y="141863"/>
                  </a:lnTo>
                  <a:lnTo>
                    <a:pt x="333893" y="136578"/>
                  </a:lnTo>
                  <a:lnTo>
                    <a:pt x="333433" y="131306"/>
                  </a:lnTo>
                  <a:lnTo>
                    <a:pt x="332807" y="126051"/>
                  </a:lnTo>
                  <a:lnTo>
                    <a:pt x="332014" y="120818"/>
                  </a:lnTo>
                  <a:lnTo>
                    <a:pt x="331057" y="115613"/>
                  </a:lnTo>
                  <a:lnTo>
                    <a:pt x="329935" y="110440"/>
                  </a:lnTo>
                  <a:lnTo>
                    <a:pt x="328650" y="105306"/>
                  </a:lnTo>
                  <a:lnTo>
                    <a:pt x="327203" y="100215"/>
                  </a:lnTo>
                  <a:lnTo>
                    <a:pt x="325595" y="95173"/>
                  </a:lnTo>
                  <a:lnTo>
                    <a:pt x="323829" y="90184"/>
                  </a:lnTo>
                  <a:lnTo>
                    <a:pt x="321905" y="85253"/>
                  </a:lnTo>
                  <a:lnTo>
                    <a:pt x="319827" y="80386"/>
                  </a:lnTo>
                  <a:lnTo>
                    <a:pt x="317596" y="75587"/>
                  </a:lnTo>
                  <a:lnTo>
                    <a:pt x="167148" y="1484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5023544" y="941493"/>
              <a:ext cx="150447" cy="167167"/>
            </a:xfrm>
            <a:custGeom>
              <a:avLst/>
              <a:pathLst>
                <a:path w="150447" h="167167">
                  <a:moveTo>
                    <a:pt x="150447" y="94293"/>
                  </a:moveTo>
                  <a:lnTo>
                    <a:pt x="147966" y="89379"/>
                  </a:lnTo>
                  <a:lnTo>
                    <a:pt x="145324" y="84549"/>
                  </a:lnTo>
                  <a:lnTo>
                    <a:pt x="142525" y="79809"/>
                  </a:lnTo>
                  <a:lnTo>
                    <a:pt x="139571" y="75163"/>
                  </a:lnTo>
                  <a:lnTo>
                    <a:pt x="136466" y="70617"/>
                  </a:lnTo>
                  <a:lnTo>
                    <a:pt x="133213" y="66176"/>
                  </a:lnTo>
                  <a:lnTo>
                    <a:pt x="129816" y="61845"/>
                  </a:lnTo>
                  <a:lnTo>
                    <a:pt x="126277" y="57627"/>
                  </a:lnTo>
                  <a:lnTo>
                    <a:pt x="122602" y="53529"/>
                  </a:lnTo>
                  <a:lnTo>
                    <a:pt x="118794" y="49554"/>
                  </a:lnTo>
                  <a:lnTo>
                    <a:pt x="114857" y="45706"/>
                  </a:lnTo>
                  <a:lnTo>
                    <a:pt x="110795" y="41990"/>
                  </a:lnTo>
                  <a:lnTo>
                    <a:pt x="106613" y="38409"/>
                  </a:lnTo>
                  <a:lnTo>
                    <a:pt x="102316" y="34969"/>
                  </a:lnTo>
                  <a:lnTo>
                    <a:pt x="97907" y="31672"/>
                  </a:lnTo>
                  <a:lnTo>
                    <a:pt x="93393" y="28521"/>
                  </a:lnTo>
                  <a:lnTo>
                    <a:pt x="88777" y="25521"/>
                  </a:lnTo>
                  <a:lnTo>
                    <a:pt x="84065" y="22675"/>
                  </a:lnTo>
                  <a:lnTo>
                    <a:pt x="79262" y="19985"/>
                  </a:lnTo>
                  <a:lnTo>
                    <a:pt x="74372" y="17455"/>
                  </a:lnTo>
                  <a:lnTo>
                    <a:pt x="69402" y="15087"/>
                  </a:lnTo>
                  <a:lnTo>
                    <a:pt x="64357" y="12885"/>
                  </a:lnTo>
                  <a:lnTo>
                    <a:pt x="59242" y="10849"/>
                  </a:lnTo>
                  <a:lnTo>
                    <a:pt x="54063" y="8983"/>
                  </a:lnTo>
                  <a:lnTo>
                    <a:pt x="48825" y="7289"/>
                  </a:lnTo>
                  <a:lnTo>
                    <a:pt x="43534" y="5768"/>
                  </a:lnTo>
                  <a:lnTo>
                    <a:pt x="38196" y="4422"/>
                  </a:lnTo>
                  <a:lnTo>
                    <a:pt x="32817" y="3252"/>
                  </a:lnTo>
                  <a:lnTo>
                    <a:pt x="27402" y="2261"/>
                  </a:lnTo>
                  <a:lnTo>
                    <a:pt x="21957" y="1448"/>
                  </a:lnTo>
                  <a:lnTo>
                    <a:pt x="16489" y="815"/>
                  </a:lnTo>
                  <a:lnTo>
                    <a:pt x="11002" y="362"/>
                  </a:lnTo>
                  <a:lnTo>
                    <a:pt x="550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8460" y="941493"/>
              <a:ext cx="107754" cy="167167"/>
            </a:xfrm>
            <a:custGeom>
              <a:avLst/>
              <a:pathLst>
                <a:path w="107754" h="167167">
                  <a:moveTo>
                    <a:pt x="107754" y="0"/>
                  </a:moveTo>
                  <a:lnTo>
                    <a:pt x="102179" y="92"/>
                  </a:lnTo>
                  <a:lnTo>
                    <a:pt x="96610" y="371"/>
                  </a:lnTo>
                  <a:lnTo>
                    <a:pt x="91054" y="836"/>
                  </a:lnTo>
                  <a:lnTo>
                    <a:pt x="85516" y="1485"/>
                  </a:lnTo>
                  <a:lnTo>
                    <a:pt x="80003" y="2319"/>
                  </a:lnTo>
                  <a:lnTo>
                    <a:pt x="74520" y="3336"/>
                  </a:lnTo>
                  <a:lnTo>
                    <a:pt x="69075" y="4536"/>
                  </a:lnTo>
                  <a:lnTo>
                    <a:pt x="63673" y="5916"/>
                  </a:lnTo>
                  <a:lnTo>
                    <a:pt x="58319" y="7476"/>
                  </a:lnTo>
                  <a:lnTo>
                    <a:pt x="53021" y="9214"/>
                  </a:lnTo>
                  <a:lnTo>
                    <a:pt x="47784" y="11127"/>
                  </a:lnTo>
                  <a:lnTo>
                    <a:pt x="42613" y="13214"/>
                  </a:lnTo>
                  <a:lnTo>
                    <a:pt x="37515" y="15472"/>
                  </a:lnTo>
                  <a:lnTo>
                    <a:pt x="32495" y="17899"/>
                  </a:lnTo>
                  <a:lnTo>
                    <a:pt x="27559" y="20492"/>
                  </a:lnTo>
                  <a:lnTo>
                    <a:pt x="22712" y="23248"/>
                  </a:lnTo>
                  <a:lnTo>
                    <a:pt x="17959" y="26164"/>
                  </a:lnTo>
                  <a:lnTo>
                    <a:pt x="13307" y="29237"/>
                  </a:lnTo>
                  <a:lnTo>
                    <a:pt x="8759" y="32464"/>
                  </a:lnTo>
                  <a:lnTo>
                    <a:pt x="4322" y="35840"/>
                  </a:lnTo>
                  <a:lnTo>
                    <a:pt x="0" y="39363"/>
                  </a:lnTo>
                  <a:lnTo>
                    <a:pt x="1077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19048" y="980856"/>
              <a:ext cx="167167" cy="236909"/>
            </a:xfrm>
            <a:custGeom>
              <a:avLst/>
              <a:pathLst>
                <a:path w="167167" h="236909">
                  <a:moveTo>
                    <a:pt x="59412" y="0"/>
                  </a:moveTo>
                  <a:lnTo>
                    <a:pt x="55344" y="3543"/>
                  </a:lnTo>
                  <a:lnTo>
                    <a:pt x="51393" y="7216"/>
                  </a:lnTo>
                  <a:lnTo>
                    <a:pt x="47562" y="11015"/>
                  </a:lnTo>
                  <a:lnTo>
                    <a:pt x="43856" y="14935"/>
                  </a:lnTo>
                  <a:lnTo>
                    <a:pt x="40278" y="18973"/>
                  </a:lnTo>
                  <a:lnTo>
                    <a:pt x="36832" y="23124"/>
                  </a:lnTo>
                  <a:lnTo>
                    <a:pt x="33522" y="27384"/>
                  </a:lnTo>
                  <a:lnTo>
                    <a:pt x="30351" y="31749"/>
                  </a:lnTo>
                  <a:lnTo>
                    <a:pt x="27323" y="36214"/>
                  </a:lnTo>
                  <a:lnTo>
                    <a:pt x="24441" y="40774"/>
                  </a:lnTo>
                  <a:lnTo>
                    <a:pt x="21707" y="45425"/>
                  </a:lnTo>
                  <a:lnTo>
                    <a:pt x="19124" y="50161"/>
                  </a:lnTo>
                  <a:lnTo>
                    <a:pt x="16696" y="54979"/>
                  </a:lnTo>
                  <a:lnTo>
                    <a:pt x="14424" y="59872"/>
                  </a:lnTo>
                  <a:lnTo>
                    <a:pt x="12312" y="64836"/>
                  </a:lnTo>
                  <a:lnTo>
                    <a:pt x="10361" y="69866"/>
                  </a:lnTo>
                  <a:lnTo>
                    <a:pt x="8573" y="74956"/>
                  </a:lnTo>
                  <a:lnTo>
                    <a:pt x="6950" y="80101"/>
                  </a:lnTo>
                  <a:lnTo>
                    <a:pt x="5494" y="85296"/>
                  </a:lnTo>
                  <a:lnTo>
                    <a:pt x="4207" y="90535"/>
                  </a:lnTo>
                  <a:lnTo>
                    <a:pt x="3089" y="95812"/>
                  </a:lnTo>
                  <a:lnTo>
                    <a:pt x="2142" y="101123"/>
                  </a:lnTo>
                  <a:lnTo>
                    <a:pt x="1367" y="106462"/>
                  </a:lnTo>
                  <a:lnTo>
                    <a:pt x="765" y="111824"/>
                  </a:lnTo>
                  <a:lnTo>
                    <a:pt x="336" y="117201"/>
                  </a:lnTo>
                  <a:lnTo>
                    <a:pt x="81" y="122590"/>
                  </a:lnTo>
                  <a:lnTo>
                    <a:pt x="0" y="127984"/>
                  </a:lnTo>
                  <a:lnTo>
                    <a:pt x="92" y="133379"/>
                  </a:lnTo>
                  <a:lnTo>
                    <a:pt x="359" y="138767"/>
                  </a:lnTo>
                  <a:lnTo>
                    <a:pt x="800" y="144144"/>
                  </a:lnTo>
                  <a:lnTo>
                    <a:pt x="1414" y="149503"/>
                  </a:lnTo>
                  <a:lnTo>
                    <a:pt x="2200" y="154841"/>
                  </a:lnTo>
                  <a:lnTo>
                    <a:pt x="3159" y="160150"/>
                  </a:lnTo>
                  <a:lnTo>
                    <a:pt x="4288" y="165425"/>
                  </a:lnTo>
                  <a:lnTo>
                    <a:pt x="5587" y="170661"/>
                  </a:lnTo>
                  <a:lnTo>
                    <a:pt x="7054" y="175853"/>
                  </a:lnTo>
                  <a:lnTo>
                    <a:pt x="8688" y="180994"/>
                  </a:lnTo>
                  <a:lnTo>
                    <a:pt x="10487" y="186081"/>
                  </a:lnTo>
                  <a:lnTo>
                    <a:pt x="12449" y="191106"/>
                  </a:lnTo>
                  <a:lnTo>
                    <a:pt x="14572" y="196065"/>
                  </a:lnTo>
                  <a:lnTo>
                    <a:pt x="16854" y="200954"/>
                  </a:lnTo>
                  <a:lnTo>
                    <a:pt x="19293" y="205766"/>
                  </a:lnTo>
                  <a:lnTo>
                    <a:pt x="21885" y="210497"/>
                  </a:lnTo>
                  <a:lnTo>
                    <a:pt x="24629" y="215142"/>
                  </a:lnTo>
                  <a:lnTo>
                    <a:pt x="27522" y="219696"/>
                  </a:lnTo>
                  <a:lnTo>
                    <a:pt x="30560" y="224154"/>
                  </a:lnTo>
                  <a:lnTo>
                    <a:pt x="33740" y="228512"/>
                  </a:lnTo>
                  <a:lnTo>
                    <a:pt x="37059" y="232765"/>
                  </a:lnTo>
                  <a:lnTo>
                    <a:pt x="40514" y="236909"/>
                  </a:lnTo>
                  <a:lnTo>
                    <a:pt x="167167" y="127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59562" y="941493"/>
              <a:ext cx="293802" cy="334334"/>
            </a:xfrm>
            <a:custGeom>
              <a:avLst/>
              <a:pathLst>
                <a:path w="293802" h="334334">
                  <a:moveTo>
                    <a:pt x="0" y="276272"/>
                  </a:moveTo>
                  <a:lnTo>
                    <a:pt x="3528" y="280239"/>
                  </a:lnTo>
                  <a:lnTo>
                    <a:pt x="7180" y="284091"/>
                  </a:lnTo>
                  <a:lnTo>
                    <a:pt x="10952" y="287825"/>
                  </a:lnTo>
                  <a:lnTo>
                    <a:pt x="14842" y="291438"/>
                  </a:lnTo>
                  <a:lnTo>
                    <a:pt x="18844" y="294925"/>
                  </a:lnTo>
                  <a:lnTo>
                    <a:pt x="22955" y="298284"/>
                  </a:lnTo>
                  <a:lnTo>
                    <a:pt x="27170" y="301510"/>
                  </a:lnTo>
                  <a:lnTo>
                    <a:pt x="31486" y="304601"/>
                  </a:lnTo>
                  <a:lnTo>
                    <a:pt x="35897" y="307554"/>
                  </a:lnTo>
                  <a:lnTo>
                    <a:pt x="40401" y="310364"/>
                  </a:lnTo>
                  <a:lnTo>
                    <a:pt x="44991" y="313031"/>
                  </a:lnTo>
                  <a:lnTo>
                    <a:pt x="49663" y="315550"/>
                  </a:lnTo>
                  <a:lnTo>
                    <a:pt x="54413" y="317920"/>
                  </a:lnTo>
                  <a:lnTo>
                    <a:pt x="59236" y="320137"/>
                  </a:lnTo>
                  <a:lnTo>
                    <a:pt x="64127" y="322201"/>
                  </a:lnTo>
                  <a:lnTo>
                    <a:pt x="69081" y="324108"/>
                  </a:lnTo>
                  <a:lnTo>
                    <a:pt x="74093" y="325857"/>
                  </a:lnTo>
                  <a:lnTo>
                    <a:pt x="79158" y="327446"/>
                  </a:lnTo>
                  <a:lnTo>
                    <a:pt x="84271" y="328873"/>
                  </a:lnTo>
                  <a:lnTo>
                    <a:pt x="89427" y="330137"/>
                  </a:lnTo>
                  <a:lnTo>
                    <a:pt x="94620" y="331237"/>
                  </a:lnTo>
                  <a:lnTo>
                    <a:pt x="99846" y="332171"/>
                  </a:lnTo>
                  <a:lnTo>
                    <a:pt x="105098" y="332939"/>
                  </a:lnTo>
                  <a:lnTo>
                    <a:pt x="110372" y="333540"/>
                  </a:lnTo>
                  <a:lnTo>
                    <a:pt x="115663" y="333973"/>
                  </a:lnTo>
                  <a:lnTo>
                    <a:pt x="120965" y="334238"/>
                  </a:lnTo>
                  <a:lnTo>
                    <a:pt x="126272" y="334334"/>
                  </a:lnTo>
                  <a:lnTo>
                    <a:pt x="131580" y="334262"/>
                  </a:lnTo>
                  <a:lnTo>
                    <a:pt x="136883" y="334021"/>
                  </a:lnTo>
                  <a:lnTo>
                    <a:pt x="142176" y="333612"/>
                  </a:lnTo>
                  <a:lnTo>
                    <a:pt x="147453" y="333035"/>
                  </a:lnTo>
                  <a:lnTo>
                    <a:pt x="152709" y="332291"/>
                  </a:lnTo>
                  <a:lnTo>
                    <a:pt x="157938" y="331381"/>
                  </a:lnTo>
                  <a:lnTo>
                    <a:pt x="163137" y="330305"/>
                  </a:lnTo>
                  <a:lnTo>
                    <a:pt x="168298" y="329064"/>
                  </a:lnTo>
                  <a:lnTo>
                    <a:pt x="173417" y="327660"/>
                  </a:lnTo>
                  <a:lnTo>
                    <a:pt x="178490" y="326094"/>
                  </a:lnTo>
                  <a:lnTo>
                    <a:pt x="183510" y="324368"/>
                  </a:lnTo>
                  <a:lnTo>
                    <a:pt x="188472" y="322484"/>
                  </a:lnTo>
                  <a:lnTo>
                    <a:pt x="193372" y="320443"/>
                  </a:lnTo>
                  <a:lnTo>
                    <a:pt x="198205" y="318247"/>
                  </a:lnTo>
                  <a:lnTo>
                    <a:pt x="202966" y="315899"/>
                  </a:lnTo>
                  <a:lnTo>
                    <a:pt x="207650" y="313401"/>
                  </a:lnTo>
                  <a:lnTo>
                    <a:pt x="212252" y="310755"/>
                  </a:lnTo>
                  <a:lnTo>
                    <a:pt x="216768" y="307965"/>
                  </a:lnTo>
                  <a:lnTo>
                    <a:pt x="221193" y="305033"/>
                  </a:lnTo>
                  <a:lnTo>
                    <a:pt x="225523" y="301962"/>
                  </a:lnTo>
                  <a:lnTo>
                    <a:pt x="229753" y="298754"/>
                  </a:lnTo>
                  <a:lnTo>
                    <a:pt x="233879" y="295415"/>
                  </a:lnTo>
                  <a:lnTo>
                    <a:pt x="237897" y="291945"/>
                  </a:lnTo>
                  <a:lnTo>
                    <a:pt x="241803" y="288350"/>
                  </a:lnTo>
                  <a:lnTo>
                    <a:pt x="245592" y="284633"/>
                  </a:lnTo>
                  <a:lnTo>
                    <a:pt x="249262" y="280797"/>
                  </a:lnTo>
                  <a:lnTo>
                    <a:pt x="252808" y="276847"/>
                  </a:lnTo>
                  <a:lnTo>
                    <a:pt x="256227" y="272786"/>
                  </a:lnTo>
                  <a:lnTo>
                    <a:pt x="259515" y="268619"/>
                  </a:lnTo>
                  <a:lnTo>
                    <a:pt x="262669" y="264349"/>
                  </a:lnTo>
                  <a:lnTo>
                    <a:pt x="265686" y="259982"/>
                  </a:lnTo>
                  <a:lnTo>
                    <a:pt x="268563" y="255520"/>
                  </a:lnTo>
                  <a:lnTo>
                    <a:pt x="271297" y="250970"/>
                  </a:lnTo>
                  <a:lnTo>
                    <a:pt x="273885" y="246335"/>
                  </a:lnTo>
                  <a:lnTo>
                    <a:pt x="276324" y="241621"/>
                  </a:lnTo>
                  <a:lnTo>
                    <a:pt x="278613" y="236831"/>
                  </a:lnTo>
                  <a:lnTo>
                    <a:pt x="280748" y="231971"/>
                  </a:lnTo>
                  <a:lnTo>
                    <a:pt x="282728" y="227045"/>
                  </a:lnTo>
                  <a:lnTo>
                    <a:pt x="284550" y="222060"/>
                  </a:lnTo>
                  <a:lnTo>
                    <a:pt x="286214" y="217019"/>
                  </a:lnTo>
                  <a:lnTo>
                    <a:pt x="287716" y="211927"/>
                  </a:lnTo>
                  <a:lnTo>
                    <a:pt x="289056" y="206791"/>
                  </a:lnTo>
                  <a:lnTo>
                    <a:pt x="290232" y="201614"/>
                  </a:lnTo>
                  <a:lnTo>
                    <a:pt x="291244" y="196403"/>
                  </a:lnTo>
                  <a:lnTo>
                    <a:pt x="292089" y="191163"/>
                  </a:lnTo>
                  <a:lnTo>
                    <a:pt x="292767" y="185898"/>
                  </a:lnTo>
                  <a:lnTo>
                    <a:pt x="293278" y="180614"/>
                  </a:lnTo>
                  <a:lnTo>
                    <a:pt x="293621" y="175317"/>
                  </a:lnTo>
                  <a:lnTo>
                    <a:pt x="293796" y="170011"/>
                  </a:lnTo>
                  <a:lnTo>
                    <a:pt x="293802" y="164703"/>
                  </a:lnTo>
                  <a:lnTo>
                    <a:pt x="293639" y="159397"/>
                  </a:lnTo>
                  <a:lnTo>
                    <a:pt x="293308" y="154099"/>
                  </a:lnTo>
                  <a:lnTo>
                    <a:pt x="292809" y="148814"/>
                  </a:lnTo>
                  <a:lnTo>
                    <a:pt x="292143" y="143548"/>
                  </a:lnTo>
                  <a:lnTo>
                    <a:pt x="291310" y="138305"/>
                  </a:lnTo>
                  <a:lnTo>
                    <a:pt x="290310" y="133092"/>
                  </a:lnTo>
                  <a:lnTo>
                    <a:pt x="289146" y="127912"/>
                  </a:lnTo>
                  <a:lnTo>
                    <a:pt x="287817" y="122773"/>
                  </a:lnTo>
                  <a:lnTo>
                    <a:pt x="286327" y="117678"/>
                  </a:lnTo>
                  <a:lnTo>
                    <a:pt x="284675" y="112633"/>
                  </a:lnTo>
                  <a:lnTo>
                    <a:pt x="282864" y="107644"/>
                  </a:lnTo>
                  <a:lnTo>
                    <a:pt x="280895" y="102714"/>
                  </a:lnTo>
                  <a:lnTo>
                    <a:pt x="278771" y="97849"/>
                  </a:lnTo>
                  <a:lnTo>
                    <a:pt x="276493" y="93054"/>
                  </a:lnTo>
                  <a:lnTo>
                    <a:pt x="274064" y="88334"/>
                  </a:lnTo>
                  <a:lnTo>
                    <a:pt x="271487" y="83693"/>
                  </a:lnTo>
                  <a:lnTo>
                    <a:pt x="268764" y="79136"/>
                  </a:lnTo>
                  <a:lnTo>
                    <a:pt x="265897" y="74669"/>
                  </a:lnTo>
                  <a:lnTo>
                    <a:pt x="262890" y="70294"/>
                  </a:lnTo>
                  <a:lnTo>
                    <a:pt x="259745" y="66017"/>
                  </a:lnTo>
                  <a:lnTo>
                    <a:pt x="256467" y="61843"/>
                  </a:lnTo>
                  <a:lnTo>
                    <a:pt x="253057" y="57774"/>
                  </a:lnTo>
                  <a:lnTo>
                    <a:pt x="249520" y="53816"/>
                  </a:lnTo>
                  <a:lnTo>
                    <a:pt x="245859" y="49972"/>
                  </a:lnTo>
                  <a:lnTo>
                    <a:pt x="242078" y="46246"/>
                  </a:lnTo>
                  <a:lnTo>
                    <a:pt x="238180" y="42642"/>
                  </a:lnTo>
                  <a:lnTo>
                    <a:pt x="234170" y="39164"/>
                  </a:lnTo>
                  <a:lnTo>
                    <a:pt x="230052" y="35814"/>
                  </a:lnTo>
                  <a:lnTo>
                    <a:pt x="225829" y="32598"/>
                  </a:lnTo>
                  <a:lnTo>
                    <a:pt x="221507" y="29516"/>
                  </a:lnTo>
                  <a:lnTo>
                    <a:pt x="217088" y="26574"/>
                  </a:lnTo>
                  <a:lnTo>
                    <a:pt x="212579" y="23774"/>
                  </a:lnTo>
                  <a:lnTo>
                    <a:pt x="207983" y="21118"/>
                  </a:lnTo>
                  <a:lnTo>
                    <a:pt x="203304" y="18609"/>
                  </a:lnTo>
                  <a:lnTo>
                    <a:pt x="198549" y="16250"/>
                  </a:lnTo>
                  <a:lnTo>
                    <a:pt x="193721" y="14043"/>
                  </a:lnTo>
                  <a:lnTo>
                    <a:pt x="188825" y="11991"/>
                  </a:lnTo>
                  <a:lnTo>
                    <a:pt x="183867" y="10095"/>
                  </a:lnTo>
                  <a:lnTo>
                    <a:pt x="178851" y="8358"/>
                  </a:lnTo>
                  <a:lnTo>
                    <a:pt x="173782" y="6781"/>
                  </a:lnTo>
                  <a:lnTo>
                    <a:pt x="168666" y="5365"/>
                  </a:lnTo>
                  <a:lnTo>
                    <a:pt x="163508" y="4113"/>
                  </a:lnTo>
                  <a:lnTo>
                    <a:pt x="158312" y="3025"/>
                  </a:lnTo>
                  <a:lnTo>
                    <a:pt x="153084" y="2102"/>
                  </a:lnTo>
                  <a:lnTo>
                    <a:pt x="147830" y="1346"/>
                  </a:lnTo>
                  <a:lnTo>
                    <a:pt x="142554" y="758"/>
                  </a:lnTo>
                  <a:lnTo>
                    <a:pt x="137263" y="337"/>
                  </a:lnTo>
                  <a:lnTo>
                    <a:pt x="131960" y="84"/>
                  </a:lnTo>
                  <a:lnTo>
                    <a:pt x="126653" y="0"/>
                  </a:lnTo>
                  <a:lnTo>
                    <a:pt x="1266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797336" y="1071028"/>
              <a:ext cx="181341" cy="334324"/>
            </a:xfrm>
            <a:custGeom>
              <a:avLst/>
              <a:pathLst>
                <a:path w="181341" h="334324">
                  <a:moveTo>
                    <a:pt x="167164" y="0"/>
                  </a:moveTo>
                  <a:lnTo>
                    <a:pt x="161825" y="85"/>
                  </a:lnTo>
                  <a:lnTo>
                    <a:pt x="156491" y="341"/>
                  </a:lnTo>
                  <a:lnTo>
                    <a:pt x="151168" y="767"/>
                  </a:lnTo>
                  <a:lnTo>
                    <a:pt x="145862" y="1362"/>
                  </a:lnTo>
                  <a:lnTo>
                    <a:pt x="140577" y="2127"/>
                  </a:lnTo>
                  <a:lnTo>
                    <a:pt x="135319" y="3061"/>
                  </a:lnTo>
                  <a:lnTo>
                    <a:pt x="130093" y="4162"/>
                  </a:lnTo>
                  <a:lnTo>
                    <a:pt x="124906" y="5429"/>
                  </a:lnTo>
                  <a:lnTo>
                    <a:pt x="119762" y="6861"/>
                  </a:lnTo>
                  <a:lnTo>
                    <a:pt x="114666" y="8457"/>
                  </a:lnTo>
                  <a:lnTo>
                    <a:pt x="109623" y="10215"/>
                  </a:lnTo>
                  <a:lnTo>
                    <a:pt x="104639" y="12133"/>
                  </a:lnTo>
                  <a:lnTo>
                    <a:pt x="99720" y="14209"/>
                  </a:lnTo>
                  <a:lnTo>
                    <a:pt x="94868" y="16441"/>
                  </a:lnTo>
                  <a:lnTo>
                    <a:pt x="90091" y="18827"/>
                  </a:lnTo>
                  <a:lnTo>
                    <a:pt x="85392" y="21365"/>
                  </a:lnTo>
                  <a:lnTo>
                    <a:pt x="80777" y="24051"/>
                  </a:lnTo>
                  <a:lnTo>
                    <a:pt x="76250" y="26883"/>
                  </a:lnTo>
                  <a:lnTo>
                    <a:pt x="71816" y="29859"/>
                  </a:lnTo>
                  <a:lnTo>
                    <a:pt x="67479" y="32974"/>
                  </a:lnTo>
                  <a:lnTo>
                    <a:pt x="63244" y="36226"/>
                  </a:lnTo>
                  <a:lnTo>
                    <a:pt x="59114" y="39612"/>
                  </a:lnTo>
                  <a:lnTo>
                    <a:pt x="55095" y="43129"/>
                  </a:lnTo>
                  <a:lnTo>
                    <a:pt x="51191" y="46771"/>
                  </a:lnTo>
                  <a:lnTo>
                    <a:pt x="47405" y="50537"/>
                  </a:lnTo>
                  <a:lnTo>
                    <a:pt x="43740" y="54422"/>
                  </a:lnTo>
                  <a:lnTo>
                    <a:pt x="40202" y="58421"/>
                  </a:lnTo>
                  <a:lnTo>
                    <a:pt x="36794" y="62532"/>
                  </a:lnTo>
                  <a:lnTo>
                    <a:pt x="33518" y="66750"/>
                  </a:lnTo>
                  <a:lnTo>
                    <a:pt x="30379" y="71070"/>
                  </a:lnTo>
                  <a:lnTo>
                    <a:pt x="27380" y="75487"/>
                  </a:lnTo>
                  <a:lnTo>
                    <a:pt x="24523" y="79999"/>
                  </a:lnTo>
                  <a:lnTo>
                    <a:pt x="21811" y="84599"/>
                  </a:lnTo>
                  <a:lnTo>
                    <a:pt x="19248" y="89284"/>
                  </a:lnTo>
                  <a:lnTo>
                    <a:pt x="16836" y="94048"/>
                  </a:lnTo>
                  <a:lnTo>
                    <a:pt x="14577" y="98887"/>
                  </a:lnTo>
                  <a:lnTo>
                    <a:pt x="12474" y="103796"/>
                  </a:lnTo>
                  <a:lnTo>
                    <a:pt x="10529" y="108769"/>
                  </a:lnTo>
                  <a:lnTo>
                    <a:pt x="8744" y="113802"/>
                  </a:lnTo>
                  <a:lnTo>
                    <a:pt x="7120" y="118889"/>
                  </a:lnTo>
                  <a:lnTo>
                    <a:pt x="5660" y="124025"/>
                  </a:lnTo>
                  <a:lnTo>
                    <a:pt x="4364" y="129206"/>
                  </a:lnTo>
                  <a:lnTo>
                    <a:pt x="3235" y="134425"/>
                  </a:lnTo>
                  <a:lnTo>
                    <a:pt x="2273" y="139678"/>
                  </a:lnTo>
                  <a:lnTo>
                    <a:pt x="1479" y="144958"/>
                  </a:lnTo>
                  <a:lnTo>
                    <a:pt x="854" y="150262"/>
                  </a:lnTo>
                  <a:lnTo>
                    <a:pt x="399" y="155582"/>
                  </a:lnTo>
                  <a:lnTo>
                    <a:pt x="114" y="160915"/>
                  </a:lnTo>
                  <a:lnTo>
                    <a:pt x="0" y="166253"/>
                  </a:lnTo>
                  <a:lnTo>
                    <a:pt x="56" y="171593"/>
                  </a:lnTo>
                  <a:lnTo>
                    <a:pt x="282" y="176928"/>
                  </a:lnTo>
                  <a:lnTo>
                    <a:pt x="679" y="182254"/>
                  </a:lnTo>
                  <a:lnTo>
                    <a:pt x="1246" y="187564"/>
                  </a:lnTo>
                  <a:lnTo>
                    <a:pt x="1982" y="192853"/>
                  </a:lnTo>
                  <a:lnTo>
                    <a:pt x="2887" y="198115"/>
                  </a:lnTo>
                  <a:lnTo>
                    <a:pt x="3959" y="203347"/>
                  </a:lnTo>
                  <a:lnTo>
                    <a:pt x="5198" y="208541"/>
                  </a:lnTo>
                  <a:lnTo>
                    <a:pt x="6602" y="213693"/>
                  </a:lnTo>
                  <a:lnTo>
                    <a:pt x="8170" y="218798"/>
                  </a:lnTo>
                  <a:lnTo>
                    <a:pt x="9900" y="223850"/>
                  </a:lnTo>
                  <a:lnTo>
                    <a:pt x="11791" y="228844"/>
                  </a:lnTo>
                  <a:lnTo>
                    <a:pt x="13840" y="233775"/>
                  </a:lnTo>
                  <a:lnTo>
                    <a:pt x="16046" y="238638"/>
                  </a:lnTo>
                  <a:lnTo>
                    <a:pt x="18406" y="243429"/>
                  </a:lnTo>
                  <a:lnTo>
                    <a:pt x="20918" y="248141"/>
                  </a:lnTo>
                  <a:lnTo>
                    <a:pt x="23578" y="252771"/>
                  </a:lnTo>
                  <a:lnTo>
                    <a:pt x="26386" y="257313"/>
                  </a:lnTo>
                  <a:lnTo>
                    <a:pt x="29337" y="261764"/>
                  </a:lnTo>
                  <a:lnTo>
                    <a:pt x="32429" y="266118"/>
                  </a:lnTo>
                  <a:lnTo>
                    <a:pt x="35658" y="270371"/>
                  </a:lnTo>
                  <a:lnTo>
                    <a:pt x="39021" y="274518"/>
                  </a:lnTo>
                  <a:lnTo>
                    <a:pt x="42516" y="278557"/>
                  </a:lnTo>
                  <a:lnTo>
                    <a:pt x="46137" y="282481"/>
                  </a:lnTo>
                  <a:lnTo>
                    <a:pt x="49882" y="286288"/>
                  </a:lnTo>
                  <a:lnTo>
                    <a:pt x="53747" y="289973"/>
                  </a:lnTo>
                  <a:lnTo>
                    <a:pt x="57727" y="293533"/>
                  </a:lnTo>
                  <a:lnTo>
                    <a:pt x="61819" y="296964"/>
                  </a:lnTo>
                  <a:lnTo>
                    <a:pt x="66018" y="300262"/>
                  </a:lnTo>
                  <a:lnTo>
                    <a:pt x="70321" y="303425"/>
                  </a:lnTo>
                  <a:lnTo>
                    <a:pt x="74723" y="306449"/>
                  </a:lnTo>
                  <a:lnTo>
                    <a:pt x="79218" y="309330"/>
                  </a:lnTo>
                  <a:lnTo>
                    <a:pt x="83804" y="312067"/>
                  </a:lnTo>
                  <a:lnTo>
                    <a:pt x="88475" y="314655"/>
                  </a:lnTo>
                  <a:lnTo>
                    <a:pt x="93226" y="317094"/>
                  </a:lnTo>
                  <a:lnTo>
                    <a:pt x="98052" y="319379"/>
                  </a:lnTo>
                  <a:lnTo>
                    <a:pt x="102949" y="321508"/>
                  </a:lnTo>
                  <a:lnTo>
                    <a:pt x="107911" y="323481"/>
                  </a:lnTo>
                  <a:lnTo>
                    <a:pt x="112934" y="325294"/>
                  </a:lnTo>
                  <a:lnTo>
                    <a:pt x="118012" y="326945"/>
                  </a:lnTo>
                  <a:lnTo>
                    <a:pt x="123141" y="328433"/>
                  </a:lnTo>
                  <a:lnTo>
                    <a:pt x="128314" y="329757"/>
                  </a:lnTo>
                  <a:lnTo>
                    <a:pt x="133527" y="330915"/>
                  </a:lnTo>
                  <a:lnTo>
                    <a:pt x="138775" y="331906"/>
                  </a:lnTo>
                  <a:lnTo>
                    <a:pt x="144051" y="332729"/>
                  </a:lnTo>
                  <a:lnTo>
                    <a:pt x="149351" y="333383"/>
                  </a:lnTo>
                  <a:lnTo>
                    <a:pt x="154669" y="333867"/>
                  </a:lnTo>
                  <a:lnTo>
                    <a:pt x="159999" y="334181"/>
                  </a:lnTo>
                  <a:lnTo>
                    <a:pt x="165338" y="334324"/>
                  </a:lnTo>
                  <a:lnTo>
                    <a:pt x="170678" y="334297"/>
                  </a:lnTo>
                  <a:lnTo>
                    <a:pt x="176014" y="334100"/>
                  </a:lnTo>
                  <a:lnTo>
                    <a:pt x="181341" y="333732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14176" cy="166565"/>
            </a:xfrm>
            <a:custGeom>
              <a:avLst/>
              <a:pathLst>
                <a:path w="14176" h="166565">
                  <a:moveTo>
                    <a:pt x="14176" y="1665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3004"/>
              <a:ext cx="167152" cy="331756"/>
            </a:xfrm>
            <a:custGeom>
              <a:avLst/>
              <a:pathLst>
                <a:path w="167152" h="331756">
                  <a:moveTo>
                    <a:pt x="14176" y="331756"/>
                  </a:moveTo>
                  <a:lnTo>
                    <a:pt x="19481" y="331220"/>
                  </a:lnTo>
                  <a:lnTo>
                    <a:pt x="24767" y="330514"/>
                  </a:lnTo>
                  <a:lnTo>
                    <a:pt x="30027" y="329640"/>
                  </a:lnTo>
                  <a:lnTo>
                    <a:pt x="35256" y="328598"/>
                  </a:lnTo>
                  <a:lnTo>
                    <a:pt x="40450" y="327391"/>
                  </a:lnTo>
                  <a:lnTo>
                    <a:pt x="45603" y="326018"/>
                  </a:lnTo>
                  <a:lnTo>
                    <a:pt x="50709" y="324482"/>
                  </a:lnTo>
                  <a:lnTo>
                    <a:pt x="55763" y="322784"/>
                  </a:lnTo>
                  <a:lnTo>
                    <a:pt x="60761" y="320925"/>
                  </a:lnTo>
                  <a:lnTo>
                    <a:pt x="65697" y="318908"/>
                  </a:lnTo>
                  <a:lnTo>
                    <a:pt x="70566" y="316734"/>
                  </a:lnTo>
                  <a:lnTo>
                    <a:pt x="75363" y="314407"/>
                  </a:lnTo>
                  <a:lnTo>
                    <a:pt x="80084" y="311927"/>
                  </a:lnTo>
                  <a:lnTo>
                    <a:pt x="84723" y="309298"/>
                  </a:lnTo>
                  <a:lnTo>
                    <a:pt x="89276" y="306523"/>
                  </a:lnTo>
                  <a:lnTo>
                    <a:pt x="93738" y="303604"/>
                  </a:lnTo>
                  <a:lnTo>
                    <a:pt x="98105" y="300544"/>
                  </a:lnTo>
                  <a:lnTo>
                    <a:pt x="102372" y="297346"/>
                  </a:lnTo>
                  <a:lnTo>
                    <a:pt x="106535" y="294014"/>
                  </a:lnTo>
                  <a:lnTo>
                    <a:pt x="110589" y="290550"/>
                  </a:lnTo>
                  <a:lnTo>
                    <a:pt x="114531" y="286959"/>
                  </a:lnTo>
                  <a:lnTo>
                    <a:pt x="118356" y="283245"/>
                  </a:lnTo>
                  <a:lnTo>
                    <a:pt x="122061" y="279410"/>
                  </a:lnTo>
                  <a:lnTo>
                    <a:pt x="125642" y="275459"/>
                  </a:lnTo>
                  <a:lnTo>
                    <a:pt x="129095" y="271396"/>
                  </a:lnTo>
                  <a:lnTo>
                    <a:pt x="132416" y="267224"/>
                  </a:lnTo>
                  <a:lnTo>
                    <a:pt x="135603" y="262949"/>
                  </a:lnTo>
                  <a:lnTo>
                    <a:pt x="138652" y="258575"/>
                  </a:lnTo>
                  <a:lnTo>
                    <a:pt x="141560" y="254105"/>
                  </a:lnTo>
                  <a:lnTo>
                    <a:pt x="144324" y="249545"/>
                  </a:lnTo>
                  <a:lnTo>
                    <a:pt x="146940" y="244899"/>
                  </a:lnTo>
                  <a:lnTo>
                    <a:pt x="149408" y="240172"/>
                  </a:lnTo>
                  <a:lnTo>
                    <a:pt x="151723" y="235369"/>
                  </a:lnTo>
                  <a:lnTo>
                    <a:pt x="153884" y="230494"/>
                  </a:lnTo>
                  <a:lnTo>
                    <a:pt x="155889" y="225553"/>
                  </a:lnTo>
                  <a:lnTo>
                    <a:pt x="157734" y="220550"/>
                  </a:lnTo>
                  <a:lnTo>
                    <a:pt x="159420" y="215492"/>
                  </a:lnTo>
                  <a:lnTo>
                    <a:pt x="160943" y="210381"/>
                  </a:lnTo>
                  <a:lnTo>
                    <a:pt x="162302" y="205225"/>
                  </a:lnTo>
                  <a:lnTo>
                    <a:pt x="163497" y="200029"/>
                  </a:lnTo>
                  <a:lnTo>
                    <a:pt x="164525" y="194796"/>
                  </a:lnTo>
                  <a:lnTo>
                    <a:pt x="165385" y="189534"/>
                  </a:lnTo>
                  <a:lnTo>
                    <a:pt x="166077" y="184247"/>
                  </a:lnTo>
                  <a:lnTo>
                    <a:pt x="166601" y="178941"/>
                  </a:lnTo>
                  <a:lnTo>
                    <a:pt x="166954" y="173620"/>
                  </a:lnTo>
                  <a:lnTo>
                    <a:pt x="167138" y="168291"/>
                  </a:lnTo>
                  <a:lnTo>
                    <a:pt x="167152" y="162959"/>
                  </a:lnTo>
                  <a:lnTo>
                    <a:pt x="166996" y="157629"/>
                  </a:lnTo>
                  <a:lnTo>
                    <a:pt x="166670" y="152307"/>
                  </a:lnTo>
                  <a:lnTo>
                    <a:pt x="166174" y="146998"/>
                  </a:lnTo>
                  <a:lnTo>
                    <a:pt x="165509" y="141707"/>
                  </a:lnTo>
                  <a:lnTo>
                    <a:pt x="164676" y="136440"/>
                  </a:lnTo>
                  <a:lnTo>
                    <a:pt x="163675" y="131203"/>
                  </a:lnTo>
                  <a:lnTo>
                    <a:pt x="162508" y="126000"/>
                  </a:lnTo>
                  <a:lnTo>
                    <a:pt x="161175" y="120837"/>
                  </a:lnTo>
                  <a:lnTo>
                    <a:pt x="159679" y="115719"/>
                  </a:lnTo>
                  <a:lnTo>
                    <a:pt x="158020" y="110652"/>
                  </a:lnTo>
                  <a:lnTo>
                    <a:pt x="156200" y="105640"/>
                  </a:lnTo>
                  <a:lnTo>
                    <a:pt x="154221" y="100688"/>
                  </a:lnTo>
                  <a:lnTo>
                    <a:pt x="152085" y="95802"/>
                  </a:lnTo>
                  <a:lnTo>
                    <a:pt x="149795" y="90987"/>
                  </a:lnTo>
                  <a:lnTo>
                    <a:pt x="147352" y="86247"/>
                  </a:lnTo>
                  <a:lnTo>
                    <a:pt x="144759" y="81588"/>
                  </a:lnTo>
                  <a:lnTo>
                    <a:pt x="142019" y="77013"/>
                  </a:lnTo>
                  <a:lnTo>
                    <a:pt x="139135" y="72529"/>
                  </a:lnTo>
                  <a:lnTo>
                    <a:pt x="136109" y="68139"/>
                  </a:lnTo>
                  <a:lnTo>
                    <a:pt x="132944" y="63847"/>
                  </a:lnTo>
                  <a:lnTo>
                    <a:pt x="129644" y="59658"/>
                  </a:lnTo>
                  <a:lnTo>
                    <a:pt x="126213" y="55577"/>
                  </a:lnTo>
                  <a:lnTo>
                    <a:pt x="122652" y="51608"/>
                  </a:lnTo>
                  <a:lnTo>
                    <a:pt x="118967" y="47754"/>
                  </a:lnTo>
                  <a:lnTo>
                    <a:pt x="115161" y="44019"/>
                  </a:lnTo>
                  <a:lnTo>
                    <a:pt x="111238" y="40408"/>
                  </a:lnTo>
                  <a:lnTo>
                    <a:pt x="107202" y="36924"/>
                  </a:lnTo>
                  <a:lnTo>
                    <a:pt x="103056" y="33570"/>
                  </a:lnTo>
                  <a:lnTo>
                    <a:pt x="98806" y="30350"/>
                  </a:lnTo>
                  <a:lnTo>
                    <a:pt x="94455" y="27267"/>
                  </a:lnTo>
                  <a:lnTo>
                    <a:pt x="90008" y="24325"/>
                  </a:lnTo>
                  <a:lnTo>
                    <a:pt x="85470" y="21526"/>
                  </a:lnTo>
                  <a:lnTo>
                    <a:pt x="80844" y="18873"/>
                  </a:lnTo>
                  <a:lnTo>
                    <a:pt x="76137" y="16369"/>
                  </a:lnTo>
                  <a:lnTo>
                    <a:pt x="71352" y="14016"/>
                  </a:lnTo>
                  <a:lnTo>
                    <a:pt x="66494" y="11818"/>
                  </a:lnTo>
                  <a:lnTo>
                    <a:pt x="61568" y="9775"/>
                  </a:lnTo>
                  <a:lnTo>
                    <a:pt x="56580" y="7890"/>
                  </a:lnTo>
                  <a:lnTo>
                    <a:pt x="51535" y="6166"/>
                  </a:lnTo>
                  <a:lnTo>
                    <a:pt x="46437" y="4603"/>
                  </a:lnTo>
                  <a:lnTo>
                    <a:pt x="41291" y="3204"/>
                  </a:lnTo>
                  <a:lnTo>
                    <a:pt x="36104" y="1969"/>
                  </a:lnTo>
                  <a:lnTo>
                    <a:pt x="30880" y="901"/>
                  </a:lnTo>
                  <a:lnTo>
                    <a:pt x="25624" y="0"/>
                  </a:lnTo>
                  <a:lnTo>
                    <a:pt x="0" y="1651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071028"/>
              <a:ext cx="25624" cy="167167"/>
            </a:xfrm>
            <a:custGeom>
              <a:avLst/>
              <a:pathLst>
                <a:path w="25624" h="167167">
                  <a:moveTo>
                    <a:pt x="25624" y="1975"/>
                  </a:moveTo>
                  <a:lnTo>
                    <a:pt x="17120" y="879"/>
                  </a:lnTo>
                  <a:lnTo>
                    <a:pt x="8571" y="2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3051" y="1322571"/>
              <a:ext cx="115669" cy="167167"/>
            </a:xfrm>
            <a:custGeom>
              <a:avLst/>
              <a:pathLst>
                <a:path w="115669" h="167167">
                  <a:moveTo>
                    <a:pt x="115669" y="0"/>
                  </a:moveTo>
                  <a:lnTo>
                    <a:pt x="110116" y="92"/>
                  </a:lnTo>
                  <a:lnTo>
                    <a:pt x="104569" y="368"/>
                  </a:lnTo>
                  <a:lnTo>
                    <a:pt x="99034" y="829"/>
                  </a:lnTo>
                  <a:lnTo>
                    <a:pt x="93518" y="1474"/>
                  </a:lnTo>
                  <a:lnTo>
                    <a:pt x="88026" y="2301"/>
                  </a:lnTo>
                  <a:lnTo>
                    <a:pt x="82565" y="3310"/>
                  </a:lnTo>
                  <a:lnTo>
                    <a:pt x="77140" y="4500"/>
                  </a:lnTo>
                  <a:lnTo>
                    <a:pt x="71758" y="5870"/>
                  </a:lnTo>
                  <a:lnTo>
                    <a:pt x="66424" y="7418"/>
                  </a:lnTo>
                  <a:lnTo>
                    <a:pt x="61144" y="9142"/>
                  </a:lnTo>
                  <a:lnTo>
                    <a:pt x="55925" y="11040"/>
                  </a:lnTo>
                  <a:lnTo>
                    <a:pt x="50772" y="13111"/>
                  </a:lnTo>
                  <a:lnTo>
                    <a:pt x="45690" y="15352"/>
                  </a:lnTo>
                  <a:lnTo>
                    <a:pt x="40685" y="17760"/>
                  </a:lnTo>
                  <a:lnTo>
                    <a:pt x="35764" y="20333"/>
                  </a:lnTo>
                  <a:lnTo>
                    <a:pt x="30930" y="23069"/>
                  </a:lnTo>
                  <a:lnTo>
                    <a:pt x="26190" y="25963"/>
                  </a:lnTo>
                  <a:lnTo>
                    <a:pt x="21549" y="29014"/>
                  </a:lnTo>
                  <a:lnTo>
                    <a:pt x="17012" y="32216"/>
                  </a:lnTo>
                  <a:lnTo>
                    <a:pt x="12583" y="35568"/>
                  </a:lnTo>
                  <a:lnTo>
                    <a:pt x="8269" y="39065"/>
                  </a:lnTo>
                  <a:lnTo>
                    <a:pt x="4072" y="42704"/>
                  </a:lnTo>
                  <a:lnTo>
                    <a:pt x="0" y="46479"/>
                  </a:lnTo>
                  <a:lnTo>
                    <a:pt x="11566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73051" y="1369051"/>
              <a:ext cx="115669" cy="120687"/>
            </a:xfrm>
            <a:custGeom>
              <a:avLst/>
              <a:pathLst>
                <a:path w="115669" h="120687">
                  <a:moveTo>
                    <a:pt x="0" y="0"/>
                  </a:moveTo>
                  <a:lnTo>
                    <a:pt x="115669" y="1206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21574" y="1347391"/>
              <a:ext cx="334310" cy="309513"/>
            </a:xfrm>
            <a:custGeom>
              <a:avLst/>
              <a:pathLst>
                <a:path w="334310" h="309513">
                  <a:moveTo>
                    <a:pt x="51477" y="21660"/>
                  </a:moveTo>
                  <a:lnTo>
                    <a:pt x="47717" y="25379"/>
                  </a:lnTo>
                  <a:lnTo>
                    <a:pt x="44077" y="29216"/>
                  </a:lnTo>
                  <a:lnTo>
                    <a:pt x="40560" y="33165"/>
                  </a:lnTo>
                  <a:lnTo>
                    <a:pt x="37169" y="37224"/>
                  </a:lnTo>
                  <a:lnTo>
                    <a:pt x="33909" y="41388"/>
                  </a:lnTo>
                  <a:lnTo>
                    <a:pt x="30782" y="45653"/>
                  </a:lnTo>
                  <a:lnTo>
                    <a:pt x="27792" y="50015"/>
                  </a:lnTo>
                  <a:lnTo>
                    <a:pt x="24941" y="54470"/>
                  </a:lnTo>
                  <a:lnTo>
                    <a:pt x="22232" y="59012"/>
                  </a:lnTo>
                  <a:lnTo>
                    <a:pt x="19669" y="63637"/>
                  </a:lnTo>
                  <a:lnTo>
                    <a:pt x="17253" y="68342"/>
                  </a:lnTo>
                  <a:lnTo>
                    <a:pt x="14987" y="73120"/>
                  </a:lnTo>
                  <a:lnTo>
                    <a:pt x="12873" y="77968"/>
                  </a:lnTo>
                  <a:lnTo>
                    <a:pt x="10914" y="82881"/>
                  </a:lnTo>
                  <a:lnTo>
                    <a:pt x="9111" y="87852"/>
                  </a:lnTo>
                  <a:lnTo>
                    <a:pt x="7466" y="92879"/>
                  </a:lnTo>
                  <a:lnTo>
                    <a:pt x="5981" y="97954"/>
                  </a:lnTo>
                  <a:lnTo>
                    <a:pt x="4658" y="103075"/>
                  </a:lnTo>
                  <a:lnTo>
                    <a:pt x="3497" y="108234"/>
                  </a:lnTo>
                  <a:lnTo>
                    <a:pt x="2499" y="113428"/>
                  </a:lnTo>
                  <a:lnTo>
                    <a:pt x="1667" y="118651"/>
                  </a:lnTo>
                  <a:lnTo>
                    <a:pt x="1000" y="123897"/>
                  </a:lnTo>
                  <a:lnTo>
                    <a:pt x="500" y="129162"/>
                  </a:lnTo>
                  <a:lnTo>
                    <a:pt x="166" y="134440"/>
                  </a:lnTo>
                  <a:lnTo>
                    <a:pt x="0" y="139726"/>
                  </a:lnTo>
                  <a:lnTo>
                    <a:pt x="0" y="145014"/>
                  </a:lnTo>
                  <a:lnTo>
                    <a:pt x="168" y="150300"/>
                  </a:lnTo>
                  <a:lnTo>
                    <a:pt x="503" y="155578"/>
                  </a:lnTo>
                  <a:lnTo>
                    <a:pt x="1005" y="160843"/>
                  </a:lnTo>
                  <a:lnTo>
                    <a:pt x="1673" y="166089"/>
                  </a:lnTo>
                  <a:lnTo>
                    <a:pt x="2507" y="171311"/>
                  </a:lnTo>
                  <a:lnTo>
                    <a:pt x="3506" y="176505"/>
                  </a:lnTo>
                  <a:lnTo>
                    <a:pt x="4668" y="181664"/>
                  </a:lnTo>
                  <a:lnTo>
                    <a:pt x="5993" y="186784"/>
                  </a:lnTo>
                  <a:lnTo>
                    <a:pt x="7479" y="191859"/>
                  </a:lnTo>
                  <a:lnTo>
                    <a:pt x="9126" y="196885"/>
                  </a:lnTo>
                  <a:lnTo>
                    <a:pt x="10930" y="201857"/>
                  </a:lnTo>
                  <a:lnTo>
                    <a:pt x="12890" y="206768"/>
                  </a:lnTo>
                  <a:lnTo>
                    <a:pt x="15005" y="211616"/>
                  </a:lnTo>
                  <a:lnTo>
                    <a:pt x="17273" y="216393"/>
                  </a:lnTo>
                  <a:lnTo>
                    <a:pt x="19690" y="221097"/>
                  </a:lnTo>
                  <a:lnTo>
                    <a:pt x="22255" y="225722"/>
                  </a:lnTo>
                  <a:lnTo>
                    <a:pt x="24965" y="230264"/>
                  </a:lnTo>
                  <a:lnTo>
                    <a:pt x="27817" y="234717"/>
                  </a:lnTo>
                  <a:lnTo>
                    <a:pt x="30808" y="239078"/>
                  </a:lnTo>
                  <a:lnTo>
                    <a:pt x="33936" y="243343"/>
                  </a:lnTo>
                  <a:lnTo>
                    <a:pt x="37198" y="247506"/>
                  </a:lnTo>
                  <a:lnTo>
                    <a:pt x="40589" y="251564"/>
                  </a:lnTo>
                  <a:lnTo>
                    <a:pt x="44107" y="255513"/>
                  </a:lnTo>
                  <a:lnTo>
                    <a:pt x="47749" y="259348"/>
                  </a:lnTo>
                  <a:lnTo>
                    <a:pt x="51509" y="263066"/>
                  </a:lnTo>
                  <a:lnTo>
                    <a:pt x="55386" y="266664"/>
                  </a:lnTo>
                  <a:lnTo>
                    <a:pt x="59374" y="270137"/>
                  </a:lnTo>
                  <a:lnTo>
                    <a:pt x="63470" y="273482"/>
                  </a:lnTo>
                  <a:lnTo>
                    <a:pt x="67670" y="276696"/>
                  </a:lnTo>
                  <a:lnTo>
                    <a:pt x="71970" y="279775"/>
                  </a:lnTo>
                  <a:lnTo>
                    <a:pt x="76365" y="282717"/>
                  </a:lnTo>
                  <a:lnTo>
                    <a:pt x="80850" y="285519"/>
                  </a:lnTo>
                  <a:lnTo>
                    <a:pt x="85422" y="288177"/>
                  </a:lnTo>
                  <a:lnTo>
                    <a:pt x="90076" y="290689"/>
                  </a:lnTo>
                  <a:lnTo>
                    <a:pt x="94807" y="293052"/>
                  </a:lnTo>
                  <a:lnTo>
                    <a:pt x="99611" y="295265"/>
                  </a:lnTo>
                  <a:lnTo>
                    <a:pt x="104482" y="297325"/>
                  </a:lnTo>
                  <a:lnTo>
                    <a:pt x="109415" y="299230"/>
                  </a:lnTo>
                  <a:lnTo>
                    <a:pt x="114407" y="300977"/>
                  </a:lnTo>
                  <a:lnTo>
                    <a:pt x="119451" y="302566"/>
                  </a:lnTo>
                  <a:lnTo>
                    <a:pt x="124543" y="303995"/>
                  </a:lnTo>
                  <a:lnTo>
                    <a:pt x="129677" y="305262"/>
                  </a:lnTo>
                  <a:lnTo>
                    <a:pt x="134850" y="306365"/>
                  </a:lnTo>
                  <a:lnTo>
                    <a:pt x="140054" y="307305"/>
                  </a:lnTo>
                  <a:lnTo>
                    <a:pt x="145286" y="308079"/>
                  </a:lnTo>
                  <a:lnTo>
                    <a:pt x="150539" y="308688"/>
                  </a:lnTo>
                  <a:lnTo>
                    <a:pt x="155809" y="309130"/>
                  </a:lnTo>
                  <a:lnTo>
                    <a:pt x="161090" y="309405"/>
                  </a:lnTo>
                  <a:lnTo>
                    <a:pt x="166378" y="309513"/>
                  </a:lnTo>
                  <a:lnTo>
                    <a:pt x="171666" y="309454"/>
                  </a:lnTo>
                  <a:lnTo>
                    <a:pt x="176950" y="309227"/>
                  </a:lnTo>
                  <a:lnTo>
                    <a:pt x="182224" y="308834"/>
                  </a:lnTo>
                  <a:lnTo>
                    <a:pt x="187483" y="308273"/>
                  </a:lnTo>
                  <a:lnTo>
                    <a:pt x="192721" y="307547"/>
                  </a:lnTo>
                  <a:lnTo>
                    <a:pt x="197934" y="306655"/>
                  </a:lnTo>
                  <a:lnTo>
                    <a:pt x="203116" y="305599"/>
                  </a:lnTo>
                  <a:lnTo>
                    <a:pt x="208262" y="304380"/>
                  </a:lnTo>
                  <a:lnTo>
                    <a:pt x="213367" y="302998"/>
                  </a:lnTo>
                  <a:lnTo>
                    <a:pt x="218425" y="301456"/>
                  </a:lnTo>
                  <a:lnTo>
                    <a:pt x="223433" y="299754"/>
                  </a:lnTo>
                  <a:lnTo>
                    <a:pt x="228384" y="297895"/>
                  </a:lnTo>
                  <a:lnTo>
                    <a:pt x="233273" y="295880"/>
                  </a:lnTo>
                  <a:lnTo>
                    <a:pt x="238097" y="293711"/>
                  </a:lnTo>
                  <a:lnTo>
                    <a:pt x="242849" y="291391"/>
                  </a:lnTo>
                  <a:lnTo>
                    <a:pt x="247526" y="288922"/>
                  </a:lnTo>
                  <a:lnTo>
                    <a:pt x="252122" y="286306"/>
                  </a:lnTo>
                  <a:lnTo>
                    <a:pt x="256634" y="283546"/>
                  </a:lnTo>
                  <a:lnTo>
                    <a:pt x="261055" y="280644"/>
                  </a:lnTo>
                  <a:lnTo>
                    <a:pt x="265383" y="277605"/>
                  </a:lnTo>
                  <a:lnTo>
                    <a:pt x="269612" y="274430"/>
                  </a:lnTo>
                  <a:lnTo>
                    <a:pt x="273739" y="271122"/>
                  </a:lnTo>
                  <a:lnTo>
                    <a:pt x="277759" y="267686"/>
                  </a:lnTo>
                  <a:lnTo>
                    <a:pt x="281669" y="264124"/>
                  </a:lnTo>
                  <a:lnTo>
                    <a:pt x="285463" y="260441"/>
                  </a:lnTo>
                  <a:lnTo>
                    <a:pt x="289140" y="256639"/>
                  </a:lnTo>
                  <a:lnTo>
                    <a:pt x="292694" y="252723"/>
                  </a:lnTo>
                  <a:lnTo>
                    <a:pt x="296123" y="248696"/>
                  </a:lnTo>
                  <a:lnTo>
                    <a:pt x="299422" y="244563"/>
                  </a:lnTo>
                  <a:lnTo>
                    <a:pt x="302589" y="240328"/>
                  </a:lnTo>
                  <a:lnTo>
                    <a:pt x="305621" y="235994"/>
                  </a:lnTo>
                  <a:lnTo>
                    <a:pt x="308514" y="231567"/>
                  </a:lnTo>
                  <a:lnTo>
                    <a:pt x="311265" y="227051"/>
                  </a:lnTo>
                  <a:lnTo>
                    <a:pt x="313873" y="222450"/>
                  </a:lnTo>
                  <a:lnTo>
                    <a:pt x="316333" y="217768"/>
                  </a:lnTo>
                  <a:lnTo>
                    <a:pt x="318644" y="213011"/>
                  </a:lnTo>
                  <a:lnTo>
                    <a:pt x="320804" y="208184"/>
                  </a:lnTo>
                  <a:lnTo>
                    <a:pt x="322809" y="203290"/>
                  </a:lnTo>
                  <a:lnTo>
                    <a:pt x="324659" y="198336"/>
                  </a:lnTo>
                  <a:lnTo>
                    <a:pt x="326351" y="193325"/>
                  </a:lnTo>
                  <a:lnTo>
                    <a:pt x="327884" y="188264"/>
                  </a:lnTo>
                  <a:lnTo>
                    <a:pt x="329256" y="183156"/>
                  </a:lnTo>
                  <a:lnTo>
                    <a:pt x="330466" y="178008"/>
                  </a:lnTo>
                  <a:lnTo>
                    <a:pt x="331512" y="172824"/>
                  </a:lnTo>
                  <a:lnTo>
                    <a:pt x="332394" y="167609"/>
                  </a:lnTo>
                  <a:lnTo>
                    <a:pt x="333110" y="162370"/>
                  </a:lnTo>
                  <a:lnTo>
                    <a:pt x="333661" y="157110"/>
                  </a:lnTo>
                  <a:lnTo>
                    <a:pt x="334044" y="151835"/>
                  </a:lnTo>
                  <a:lnTo>
                    <a:pt x="334261" y="146551"/>
                  </a:lnTo>
                  <a:lnTo>
                    <a:pt x="334310" y="141263"/>
                  </a:lnTo>
                  <a:lnTo>
                    <a:pt x="334192" y="135975"/>
                  </a:lnTo>
                  <a:lnTo>
                    <a:pt x="333907" y="130694"/>
                  </a:lnTo>
                  <a:lnTo>
                    <a:pt x="333455" y="125425"/>
                  </a:lnTo>
                  <a:lnTo>
                    <a:pt x="332837" y="120173"/>
                  </a:lnTo>
                  <a:lnTo>
                    <a:pt x="332052" y="114943"/>
                  </a:lnTo>
                  <a:lnTo>
                    <a:pt x="331103" y="109740"/>
                  </a:lnTo>
                  <a:lnTo>
                    <a:pt x="329989" y="104570"/>
                  </a:lnTo>
                  <a:lnTo>
                    <a:pt x="328713" y="99438"/>
                  </a:lnTo>
                  <a:lnTo>
                    <a:pt x="327275" y="94349"/>
                  </a:lnTo>
                  <a:lnTo>
                    <a:pt x="325676" y="89308"/>
                  </a:lnTo>
                  <a:lnTo>
                    <a:pt x="323919" y="84319"/>
                  </a:lnTo>
                  <a:lnTo>
                    <a:pt x="322005" y="79389"/>
                  </a:lnTo>
                  <a:lnTo>
                    <a:pt x="319936" y="74522"/>
                  </a:lnTo>
                  <a:lnTo>
                    <a:pt x="317714" y="69723"/>
                  </a:lnTo>
                  <a:lnTo>
                    <a:pt x="315342" y="64997"/>
                  </a:lnTo>
                  <a:lnTo>
                    <a:pt x="312821" y="60348"/>
                  </a:lnTo>
                  <a:lnTo>
                    <a:pt x="310154" y="55781"/>
                  </a:lnTo>
                  <a:lnTo>
                    <a:pt x="307344" y="51300"/>
                  </a:lnTo>
                  <a:lnTo>
                    <a:pt x="304394" y="46911"/>
                  </a:lnTo>
                  <a:lnTo>
                    <a:pt x="301306" y="42617"/>
                  </a:lnTo>
                  <a:lnTo>
                    <a:pt x="298084" y="38423"/>
                  </a:lnTo>
                  <a:lnTo>
                    <a:pt x="294731" y="34334"/>
                  </a:lnTo>
                  <a:lnTo>
                    <a:pt x="291251" y="30352"/>
                  </a:lnTo>
                  <a:lnTo>
                    <a:pt x="287646" y="26482"/>
                  </a:lnTo>
                  <a:lnTo>
                    <a:pt x="283921" y="22728"/>
                  </a:lnTo>
                  <a:lnTo>
                    <a:pt x="280078" y="19094"/>
                  </a:lnTo>
                  <a:lnTo>
                    <a:pt x="276123" y="15584"/>
                  </a:lnTo>
                  <a:lnTo>
                    <a:pt x="272059" y="12200"/>
                  </a:lnTo>
                  <a:lnTo>
                    <a:pt x="267889" y="8947"/>
                  </a:lnTo>
                  <a:lnTo>
                    <a:pt x="263619" y="5827"/>
                  </a:lnTo>
                  <a:lnTo>
                    <a:pt x="259252" y="2843"/>
                  </a:lnTo>
                  <a:lnTo>
                    <a:pt x="254793" y="0"/>
                  </a:lnTo>
                  <a:lnTo>
                    <a:pt x="167146" y="1423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488720" y="1322571"/>
              <a:ext cx="87647" cy="167167"/>
            </a:xfrm>
            <a:custGeom>
              <a:avLst/>
              <a:pathLst>
                <a:path w="87647" h="167167">
                  <a:moveTo>
                    <a:pt x="87647" y="24819"/>
                  </a:moveTo>
                  <a:lnTo>
                    <a:pt x="82685" y="21881"/>
                  </a:lnTo>
                  <a:lnTo>
                    <a:pt x="77626" y="19116"/>
                  </a:lnTo>
                  <a:lnTo>
                    <a:pt x="72474" y="16527"/>
                  </a:lnTo>
                  <a:lnTo>
                    <a:pt x="67235" y="14117"/>
                  </a:lnTo>
                  <a:lnTo>
                    <a:pt x="61917" y="11889"/>
                  </a:lnTo>
                  <a:lnTo>
                    <a:pt x="56525" y="9846"/>
                  </a:lnTo>
                  <a:lnTo>
                    <a:pt x="51066" y="7990"/>
                  </a:lnTo>
                  <a:lnTo>
                    <a:pt x="45546" y="6324"/>
                  </a:lnTo>
                  <a:lnTo>
                    <a:pt x="39972" y="4849"/>
                  </a:lnTo>
                  <a:lnTo>
                    <a:pt x="34351" y="3567"/>
                  </a:lnTo>
                  <a:lnTo>
                    <a:pt x="28688" y="2480"/>
                  </a:lnTo>
                  <a:lnTo>
                    <a:pt x="22991" y="1588"/>
                  </a:lnTo>
                  <a:lnTo>
                    <a:pt x="17267" y="894"/>
                  </a:lnTo>
                  <a:lnTo>
                    <a:pt x="11523" y="397"/>
                  </a:lnTo>
                  <a:lnTo>
                    <a:pt x="576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2181" y="1681503"/>
              <a:ext cx="94343" cy="167167"/>
            </a:xfrm>
            <a:custGeom>
              <a:avLst/>
              <a:pathLst>
                <a:path w="94343" h="167167">
                  <a:moveTo>
                    <a:pt x="94343" y="0"/>
                  </a:moveTo>
                  <a:lnTo>
                    <a:pt x="88775" y="92"/>
                  </a:lnTo>
                  <a:lnTo>
                    <a:pt x="83213" y="370"/>
                  </a:lnTo>
                  <a:lnTo>
                    <a:pt x="77663" y="834"/>
                  </a:lnTo>
                  <a:lnTo>
                    <a:pt x="72132" y="1482"/>
                  </a:lnTo>
                  <a:lnTo>
                    <a:pt x="66626" y="2313"/>
                  </a:lnTo>
                  <a:lnTo>
                    <a:pt x="61150" y="3328"/>
                  </a:lnTo>
                  <a:lnTo>
                    <a:pt x="55711" y="4524"/>
                  </a:lnTo>
                  <a:lnTo>
                    <a:pt x="50315" y="5901"/>
                  </a:lnTo>
                  <a:lnTo>
                    <a:pt x="44968" y="7457"/>
                  </a:lnTo>
                  <a:lnTo>
                    <a:pt x="39676" y="9191"/>
                  </a:lnTo>
                  <a:lnTo>
                    <a:pt x="34444" y="11099"/>
                  </a:lnTo>
                  <a:lnTo>
                    <a:pt x="29279" y="13181"/>
                  </a:lnTo>
                  <a:lnTo>
                    <a:pt x="24186" y="15433"/>
                  </a:lnTo>
                  <a:lnTo>
                    <a:pt x="19171" y="17854"/>
                  </a:lnTo>
                  <a:lnTo>
                    <a:pt x="14240" y="20441"/>
                  </a:lnTo>
                  <a:lnTo>
                    <a:pt x="9397" y="23191"/>
                  </a:lnTo>
                  <a:lnTo>
                    <a:pt x="4648" y="26100"/>
                  </a:lnTo>
                  <a:lnTo>
                    <a:pt x="0" y="29166"/>
                  </a:lnTo>
                  <a:lnTo>
                    <a:pt x="9434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19372" y="1681503"/>
              <a:ext cx="334301" cy="334334"/>
            </a:xfrm>
            <a:custGeom>
              <a:avLst/>
              <a:pathLst>
                <a:path w="334301" h="334334">
                  <a:moveTo>
                    <a:pt x="72809" y="29166"/>
                  </a:moveTo>
                  <a:lnTo>
                    <a:pt x="68476" y="32230"/>
                  </a:lnTo>
                  <a:lnTo>
                    <a:pt x="64242" y="35431"/>
                  </a:lnTo>
                  <a:lnTo>
                    <a:pt x="60112" y="38764"/>
                  </a:lnTo>
                  <a:lnTo>
                    <a:pt x="56089" y="42227"/>
                  </a:lnTo>
                  <a:lnTo>
                    <a:pt x="52179" y="45816"/>
                  </a:lnTo>
                  <a:lnTo>
                    <a:pt x="48384" y="49527"/>
                  </a:lnTo>
                  <a:lnTo>
                    <a:pt x="44710" y="53357"/>
                  </a:lnTo>
                  <a:lnTo>
                    <a:pt x="41158" y="57301"/>
                  </a:lnTo>
                  <a:lnTo>
                    <a:pt x="37734" y="61357"/>
                  </a:lnTo>
                  <a:lnTo>
                    <a:pt x="34440" y="65519"/>
                  </a:lnTo>
                  <a:lnTo>
                    <a:pt x="31280" y="69783"/>
                  </a:lnTo>
                  <a:lnTo>
                    <a:pt x="28257" y="74145"/>
                  </a:lnTo>
                  <a:lnTo>
                    <a:pt x="25374" y="78602"/>
                  </a:lnTo>
                  <a:lnTo>
                    <a:pt x="22634" y="83147"/>
                  </a:lnTo>
                  <a:lnTo>
                    <a:pt x="20039" y="87778"/>
                  </a:lnTo>
                  <a:lnTo>
                    <a:pt x="17593" y="92488"/>
                  </a:lnTo>
                  <a:lnTo>
                    <a:pt x="15298" y="97273"/>
                  </a:lnTo>
                  <a:lnTo>
                    <a:pt x="13155" y="102129"/>
                  </a:lnTo>
                  <a:lnTo>
                    <a:pt x="11168" y="107051"/>
                  </a:lnTo>
                  <a:lnTo>
                    <a:pt x="9339" y="112033"/>
                  </a:lnTo>
                  <a:lnTo>
                    <a:pt x="7668" y="117071"/>
                  </a:lnTo>
                  <a:lnTo>
                    <a:pt x="6158" y="122159"/>
                  </a:lnTo>
                  <a:lnTo>
                    <a:pt x="4810" y="127293"/>
                  </a:lnTo>
                  <a:lnTo>
                    <a:pt x="3626" y="132467"/>
                  </a:lnTo>
                  <a:lnTo>
                    <a:pt x="2607" y="137676"/>
                  </a:lnTo>
                  <a:lnTo>
                    <a:pt x="1754" y="142914"/>
                  </a:lnTo>
                  <a:lnTo>
                    <a:pt x="1067" y="148177"/>
                  </a:lnTo>
                  <a:lnTo>
                    <a:pt x="548" y="153459"/>
                  </a:lnTo>
                  <a:lnTo>
                    <a:pt x="197" y="158755"/>
                  </a:lnTo>
                  <a:lnTo>
                    <a:pt x="14" y="164060"/>
                  </a:lnTo>
                  <a:lnTo>
                    <a:pt x="0" y="169367"/>
                  </a:lnTo>
                  <a:lnTo>
                    <a:pt x="154" y="174673"/>
                  </a:lnTo>
                  <a:lnTo>
                    <a:pt x="476" y="179970"/>
                  </a:lnTo>
                  <a:lnTo>
                    <a:pt x="967" y="185255"/>
                  </a:lnTo>
                  <a:lnTo>
                    <a:pt x="1625" y="190522"/>
                  </a:lnTo>
                  <a:lnTo>
                    <a:pt x="2449" y="195765"/>
                  </a:lnTo>
                  <a:lnTo>
                    <a:pt x="3440" y="200979"/>
                  </a:lnTo>
                  <a:lnTo>
                    <a:pt x="4596" y="206160"/>
                  </a:lnTo>
                  <a:lnTo>
                    <a:pt x="5916" y="211300"/>
                  </a:lnTo>
                  <a:lnTo>
                    <a:pt x="7398" y="216397"/>
                  </a:lnTo>
                  <a:lnTo>
                    <a:pt x="9042" y="221444"/>
                  </a:lnTo>
                  <a:lnTo>
                    <a:pt x="10845" y="226436"/>
                  </a:lnTo>
                  <a:lnTo>
                    <a:pt x="12805" y="231368"/>
                  </a:lnTo>
                  <a:lnTo>
                    <a:pt x="14921" y="236236"/>
                  </a:lnTo>
                  <a:lnTo>
                    <a:pt x="17190" y="241034"/>
                  </a:lnTo>
                  <a:lnTo>
                    <a:pt x="19611" y="245757"/>
                  </a:lnTo>
                  <a:lnTo>
                    <a:pt x="22180" y="250401"/>
                  </a:lnTo>
                  <a:lnTo>
                    <a:pt x="24896" y="254962"/>
                  </a:lnTo>
                  <a:lnTo>
                    <a:pt x="27754" y="259434"/>
                  </a:lnTo>
                  <a:lnTo>
                    <a:pt x="30754" y="263812"/>
                  </a:lnTo>
                  <a:lnTo>
                    <a:pt x="33891" y="268094"/>
                  </a:lnTo>
                  <a:lnTo>
                    <a:pt x="37162" y="272274"/>
                  </a:lnTo>
                  <a:lnTo>
                    <a:pt x="40564" y="276347"/>
                  </a:lnTo>
                  <a:lnTo>
                    <a:pt x="44094" y="280311"/>
                  </a:lnTo>
                  <a:lnTo>
                    <a:pt x="47748" y="284161"/>
                  </a:lnTo>
                  <a:lnTo>
                    <a:pt x="51522" y="287892"/>
                  </a:lnTo>
                  <a:lnTo>
                    <a:pt x="55413" y="291502"/>
                  </a:lnTo>
                  <a:lnTo>
                    <a:pt x="59417" y="294987"/>
                  </a:lnTo>
                  <a:lnTo>
                    <a:pt x="63529" y="298343"/>
                  </a:lnTo>
                  <a:lnTo>
                    <a:pt x="67745" y="301566"/>
                  </a:lnTo>
                  <a:lnTo>
                    <a:pt x="72062" y="304654"/>
                  </a:lnTo>
                  <a:lnTo>
                    <a:pt x="76475" y="307604"/>
                  </a:lnTo>
                  <a:lnTo>
                    <a:pt x="80979" y="310412"/>
                  </a:lnTo>
                  <a:lnTo>
                    <a:pt x="85570" y="313075"/>
                  </a:lnTo>
                  <a:lnTo>
                    <a:pt x="90243" y="315591"/>
                  </a:lnTo>
                  <a:lnTo>
                    <a:pt x="94993" y="317958"/>
                  </a:lnTo>
                  <a:lnTo>
                    <a:pt x="99817" y="320173"/>
                  </a:lnTo>
                  <a:lnTo>
                    <a:pt x="104708" y="322234"/>
                  </a:lnTo>
                  <a:lnTo>
                    <a:pt x="109662" y="324138"/>
                  </a:lnTo>
                  <a:lnTo>
                    <a:pt x="114674" y="325884"/>
                  </a:lnTo>
                  <a:lnTo>
                    <a:pt x="119740" y="327470"/>
                  </a:lnTo>
                  <a:lnTo>
                    <a:pt x="124853" y="328894"/>
                  </a:lnTo>
                  <a:lnTo>
                    <a:pt x="130008" y="330155"/>
                  </a:lnTo>
                  <a:lnTo>
                    <a:pt x="135201" y="331252"/>
                  </a:lnTo>
                  <a:lnTo>
                    <a:pt x="140426" y="332184"/>
                  </a:lnTo>
                  <a:lnTo>
                    <a:pt x="145678" y="332949"/>
                  </a:lnTo>
                  <a:lnTo>
                    <a:pt x="150952" y="333548"/>
                  </a:lnTo>
                  <a:lnTo>
                    <a:pt x="156242" y="333978"/>
                  </a:lnTo>
                  <a:lnTo>
                    <a:pt x="161543" y="334240"/>
                  </a:lnTo>
                  <a:lnTo>
                    <a:pt x="166850" y="334334"/>
                  </a:lnTo>
                  <a:lnTo>
                    <a:pt x="172157" y="334259"/>
                  </a:lnTo>
                  <a:lnTo>
                    <a:pt x="177459" y="334016"/>
                  </a:lnTo>
                  <a:lnTo>
                    <a:pt x="182751" y="333605"/>
                  </a:lnTo>
                  <a:lnTo>
                    <a:pt x="188027" y="333026"/>
                  </a:lnTo>
                  <a:lnTo>
                    <a:pt x="193282" y="332280"/>
                  </a:lnTo>
                  <a:lnTo>
                    <a:pt x="198510" y="331367"/>
                  </a:lnTo>
                  <a:lnTo>
                    <a:pt x="203707" y="330289"/>
                  </a:lnTo>
                  <a:lnTo>
                    <a:pt x="208867" y="329046"/>
                  </a:lnTo>
                  <a:lnTo>
                    <a:pt x="213985" y="327640"/>
                  </a:lnTo>
                  <a:lnTo>
                    <a:pt x="219056" y="326072"/>
                  </a:lnTo>
                  <a:lnTo>
                    <a:pt x="224075" y="324345"/>
                  </a:lnTo>
                  <a:lnTo>
                    <a:pt x="229036" y="322458"/>
                  </a:lnTo>
                  <a:lnTo>
                    <a:pt x="233934" y="320416"/>
                  </a:lnTo>
                  <a:lnTo>
                    <a:pt x="238766" y="318218"/>
                  </a:lnTo>
                  <a:lnTo>
                    <a:pt x="243525" y="315869"/>
                  </a:lnTo>
                  <a:lnTo>
                    <a:pt x="248207" y="313369"/>
                  </a:lnTo>
                  <a:lnTo>
                    <a:pt x="252808" y="310722"/>
                  </a:lnTo>
                  <a:lnTo>
                    <a:pt x="257322" y="307931"/>
                  </a:lnTo>
                  <a:lnTo>
                    <a:pt x="261745" y="304997"/>
                  </a:lnTo>
                  <a:lnTo>
                    <a:pt x="266073" y="301925"/>
                  </a:lnTo>
                  <a:lnTo>
                    <a:pt x="270301" y="298717"/>
                  </a:lnTo>
                  <a:lnTo>
                    <a:pt x="274425" y="295376"/>
                  </a:lnTo>
                  <a:lnTo>
                    <a:pt x="278441" y="291906"/>
                  </a:lnTo>
                  <a:lnTo>
                    <a:pt x="282345" y="288310"/>
                  </a:lnTo>
                  <a:lnTo>
                    <a:pt x="286133" y="284592"/>
                  </a:lnTo>
                  <a:lnTo>
                    <a:pt x="289801" y="280755"/>
                  </a:lnTo>
                  <a:lnTo>
                    <a:pt x="293345" y="276804"/>
                  </a:lnTo>
                  <a:lnTo>
                    <a:pt x="296762" y="272743"/>
                  </a:lnTo>
                  <a:lnTo>
                    <a:pt x="300048" y="268575"/>
                  </a:lnTo>
                  <a:lnTo>
                    <a:pt x="303201" y="264305"/>
                  </a:lnTo>
                  <a:lnTo>
                    <a:pt x="306216" y="259937"/>
                  </a:lnTo>
                  <a:lnTo>
                    <a:pt x="309091" y="255476"/>
                  </a:lnTo>
                  <a:lnTo>
                    <a:pt x="311823" y="250925"/>
                  </a:lnTo>
                  <a:lnTo>
                    <a:pt x="314409" y="246290"/>
                  </a:lnTo>
                  <a:lnTo>
                    <a:pt x="316847" y="241575"/>
                  </a:lnTo>
                  <a:lnTo>
                    <a:pt x="319133" y="236786"/>
                  </a:lnTo>
                  <a:lnTo>
                    <a:pt x="321267" y="231926"/>
                  </a:lnTo>
                  <a:lnTo>
                    <a:pt x="323245" y="227001"/>
                  </a:lnTo>
                  <a:lnTo>
                    <a:pt x="325066" y="222015"/>
                  </a:lnTo>
                  <a:lnTo>
                    <a:pt x="326727" y="216974"/>
                  </a:lnTo>
                  <a:lnTo>
                    <a:pt x="328228" y="211883"/>
                  </a:lnTo>
                  <a:lnTo>
                    <a:pt x="329567" y="206747"/>
                  </a:lnTo>
                  <a:lnTo>
                    <a:pt x="330741" y="201571"/>
                  </a:lnTo>
                  <a:lnTo>
                    <a:pt x="331751" y="196361"/>
                  </a:lnTo>
                  <a:lnTo>
                    <a:pt x="332595" y="191121"/>
                  </a:lnTo>
                  <a:lnTo>
                    <a:pt x="333272" y="185856"/>
                  </a:lnTo>
                  <a:lnTo>
                    <a:pt x="333781" y="180573"/>
                  </a:lnTo>
                  <a:lnTo>
                    <a:pt x="334123" y="175277"/>
                  </a:lnTo>
                  <a:lnTo>
                    <a:pt x="334296" y="169972"/>
                  </a:lnTo>
                  <a:lnTo>
                    <a:pt x="334301" y="164664"/>
                  </a:lnTo>
                  <a:lnTo>
                    <a:pt x="334137" y="159359"/>
                  </a:lnTo>
                  <a:lnTo>
                    <a:pt x="333805" y="154062"/>
                  </a:lnTo>
                  <a:lnTo>
                    <a:pt x="333305" y="148778"/>
                  </a:lnTo>
                  <a:lnTo>
                    <a:pt x="332638" y="143513"/>
                  </a:lnTo>
                  <a:lnTo>
                    <a:pt x="331804" y="138271"/>
                  </a:lnTo>
                  <a:lnTo>
                    <a:pt x="330803" y="133058"/>
                  </a:lnTo>
                  <a:lnTo>
                    <a:pt x="329638" y="127880"/>
                  </a:lnTo>
                  <a:lnTo>
                    <a:pt x="328309" y="122742"/>
                  </a:lnTo>
                  <a:lnTo>
                    <a:pt x="326817" y="117648"/>
                  </a:lnTo>
                  <a:lnTo>
                    <a:pt x="325165" y="112604"/>
                  </a:lnTo>
                  <a:lnTo>
                    <a:pt x="323353" y="107616"/>
                  </a:lnTo>
                  <a:lnTo>
                    <a:pt x="321384" y="102687"/>
                  </a:lnTo>
                  <a:lnTo>
                    <a:pt x="319259" y="97823"/>
                  </a:lnTo>
                  <a:lnTo>
                    <a:pt x="316981" y="93029"/>
                  </a:lnTo>
                  <a:lnTo>
                    <a:pt x="314552" y="88310"/>
                  </a:lnTo>
                  <a:lnTo>
                    <a:pt x="311974" y="83671"/>
                  </a:lnTo>
                  <a:lnTo>
                    <a:pt x="309250" y="79115"/>
                  </a:lnTo>
                  <a:lnTo>
                    <a:pt x="306383" y="74648"/>
                  </a:lnTo>
                  <a:lnTo>
                    <a:pt x="303376" y="70275"/>
                  </a:lnTo>
                  <a:lnTo>
                    <a:pt x="300232" y="65999"/>
                  </a:lnTo>
                  <a:lnTo>
                    <a:pt x="296953" y="61825"/>
                  </a:lnTo>
                  <a:lnTo>
                    <a:pt x="293543" y="57758"/>
                  </a:lnTo>
                  <a:lnTo>
                    <a:pt x="290006" y="53801"/>
                  </a:lnTo>
                  <a:lnTo>
                    <a:pt x="286345" y="49958"/>
                  </a:lnTo>
                  <a:lnTo>
                    <a:pt x="282564" y="46233"/>
                  </a:lnTo>
                  <a:lnTo>
                    <a:pt x="278667" y="42630"/>
                  </a:lnTo>
                  <a:lnTo>
                    <a:pt x="274657" y="39152"/>
                  </a:lnTo>
                  <a:lnTo>
                    <a:pt x="270539" y="35804"/>
                  </a:lnTo>
                  <a:lnTo>
                    <a:pt x="266317" y="32588"/>
                  </a:lnTo>
                  <a:lnTo>
                    <a:pt x="261994" y="29508"/>
                  </a:lnTo>
                  <a:lnTo>
                    <a:pt x="257576" y="26566"/>
                  </a:lnTo>
                  <a:lnTo>
                    <a:pt x="253067" y="23767"/>
                  </a:lnTo>
                  <a:lnTo>
                    <a:pt x="248471" y="21112"/>
                  </a:lnTo>
                  <a:lnTo>
                    <a:pt x="243794" y="18604"/>
                  </a:lnTo>
                  <a:lnTo>
                    <a:pt x="239039" y="16245"/>
                  </a:lnTo>
                  <a:lnTo>
                    <a:pt x="234211" y="14039"/>
                  </a:lnTo>
                  <a:lnTo>
                    <a:pt x="229316" y="11988"/>
                  </a:lnTo>
                  <a:lnTo>
                    <a:pt x="224359" y="10092"/>
                  </a:lnTo>
                  <a:lnTo>
                    <a:pt x="219343" y="8356"/>
                  </a:lnTo>
                  <a:lnTo>
                    <a:pt x="214275" y="6779"/>
                  </a:lnTo>
                  <a:lnTo>
                    <a:pt x="209160" y="5364"/>
                  </a:lnTo>
                  <a:lnTo>
                    <a:pt x="204002" y="4112"/>
                  </a:lnTo>
                  <a:lnTo>
                    <a:pt x="198807" y="3024"/>
                  </a:lnTo>
                  <a:lnTo>
                    <a:pt x="193580" y="2102"/>
                  </a:lnTo>
                  <a:lnTo>
                    <a:pt x="188327" y="1346"/>
                  </a:lnTo>
                  <a:lnTo>
                    <a:pt x="183052" y="757"/>
                  </a:lnTo>
                  <a:lnTo>
                    <a:pt x="177761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97448" y="2126963"/>
              <a:ext cx="83839" cy="167167"/>
            </a:xfrm>
            <a:custGeom>
              <a:avLst/>
              <a:pathLst>
                <a:path w="83839" h="167167">
                  <a:moveTo>
                    <a:pt x="83839" y="0"/>
                  </a:moveTo>
                  <a:lnTo>
                    <a:pt x="77985" y="102"/>
                  </a:lnTo>
                  <a:lnTo>
                    <a:pt x="72139" y="409"/>
                  </a:lnTo>
                  <a:lnTo>
                    <a:pt x="66307" y="921"/>
                  </a:lnTo>
                  <a:lnTo>
                    <a:pt x="60496" y="1637"/>
                  </a:lnTo>
                  <a:lnTo>
                    <a:pt x="54714" y="2556"/>
                  </a:lnTo>
                  <a:lnTo>
                    <a:pt x="48967" y="3677"/>
                  </a:lnTo>
                  <a:lnTo>
                    <a:pt x="43264" y="4999"/>
                  </a:lnTo>
                  <a:lnTo>
                    <a:pt x="37610" y="6519"/>
                  </a:lnTo>
                  <a:lnTo>
                    <a:pt x="32013" y="8236"/>
                  </a:lnTo>
                  <a:lnTo>
                    <a:pt x="26479" y="10148"/>
                  </a:lnTo>
                  <a:lnTo>
                    <a:pt x="21016" y="12253"/>
                  </a:lnTo>
                  <a:lnTo>
                    <a:pt x="15630" y="14548"/>
                  </a:lnTo>
                  <a:lnTo>
                    <a:pt x="10328" y="17030"/>
                  </a:lnTo>
                  <a:lnTo>
                    <a:pt x="5115" y="19697"/>
                  </a:lnTo>
                  <a:lnTo>
                    <a:pt x="0" y="22544"/>
                  </a:lnTo>
                  <a:lnTo>
                    <a:pt x="838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97448" y="2149507"/>
              <a:ext cx="83839" cy="144623"/>
            </a:xfrm>
            <a:custGeom>
              <a:avLst/>
              <a:pathLst>
                <a:path w="83839" h="144623">
                  <a:moveTo>
                    <a:pt x="0" y="0"/>
                  </a:moveTo>
                  <a:lnTo>
                    <a:pt x="83839" y="1446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14120" y="2127904"/>
              <a:ext cx="334333" cy="333380"/>
            </a:xfrm>
            <a:custGeom>
              <a:avLst/>
              <a:pathLst>
                <a:path w="334333" h="333380">
                  <a:moveTo>
                    <a:pt x="83327" y="21603"/>
                  </a:moveTo>
                  <a:lnTo>
                    <a:pt x="78778" y="24338"/>
                  </a:lnTo>
                  <a:lnTo>
                    <a:pt x="74318" y="27215"/>
                  </a:lnTo>
                  <a:lnTo>
                    <a:pt x="69952" y="30233"/>
                  </a:lnTo>
                  <a:lnTo>
                    <a:pt x="65684" y="33387"/>
                  </a:lnTo>
                  <a:lnTo>
                    <a:pt x="61518" y="36676"/>
                  </a:lnTo>
                  <a:lnTo>
                    <a:pt x="57458" y="40095"/>
                  </a:lnTo>
                  <a:lnTo>
                    <a:pt x="53510" y="43641"/>
                  </a:lnTo>
                  <a:lnTo>
                    <a:pt x="49675" y="47311"/>
                  </a:lnTo>
                  <a:lnTo>
                    <a:pt x="45959" y="51101"/>
                  </a:lnTo>
                  <a:lnTo>
                    <a:pt x="42366" y="55007"/>
                  </a:lnTo>
                  <a:lnTo>
                    <a:pt x="38898" y="59025"/>
                  </a:lnTo>
                  <a:lnTo>
                    <a:pt x="35559" y="63151"/>
                  </a:lnTo>
                  <a:lnTo>
                    <a:pt x="32354" y="67381"/>
                  </a:lnTo>
                  <a:lnTo>
                    <a:pt x="29284" y="71710"/>
                  </a:lnTo>
                  <a:lnTo>
                    <a:pt x="26353" y="76135"/>
                  </a:lnTo>
                  <a:lnTo>
                    <a:pt x="23564" y="80651"/>
                  </a:lnTo>
                  <a:lnTo>
                    <a:pt x="20919" y="85253"/>
                  </a:lnTo>
                  <a:lnTo>
                    <a:pt x="18422" y="89936"/>
                  </a:lnTo>
                  <a:lnTo>
                    <a:pt x="16076" y="94697"/>
                  </a:lnTo>
                  <a:lnTo>
                    <a:pt x="13881" y="99529"/>
                  </a:lnTo>
                  <a:lnTo>
                    <a:pt x="11841" y="104429"/>
                  </a:lnTo>
                  <a:lnTo>
                    <a:pt x="9957" y="109391"/>
                  </a:lnTo>
                  <a:lnTo>
                    <a:pt x="8232" y="114410"/>
                  </a:lnTo>
                  <a:lnTo>
                    <a:pt x="6667" y="119482"/>
                  </a:lnTo>
                  <a:lnTo>
                    <a:pt x="5264" y="124601"/>
                  </a:lnTo>
                  <a:lnTo>
                    <a:pt x="4025" y="129761"/>
                  </a:lnTo>
                  <a:lnTo>
                    <a:pt x="2949" y="134959"/>
                  </a:lnTo>
                  <a:lnTo>
                    <a:pt x="2039" y="140188"/>
                  </a:lnTo>
                  <a:lnTo>
                    <a:pt x="1296" y="145443"/>
                  </a:lnTo>
                  <a:lnTo>
                    <a:pt x="720" y="150719"/>
                  </a:lnTo>
                  <a:lnTo>
                    <a:pt x="311" y="156011"/>
                  </a:lnTo>
                  <a:lnTo>
                    <a:pt x="71" y="161313"/>
                  </a:lnTo>
                  <a:lnTo>
                    <a:pt x="0" y="166620"/>
                  </a:lnTo>
                  <a:lnTo>
                    <a:pt x="96" y="171927"/>
                  </a:lnTo>
                  <a:lnTo>
                    <a:pt x="361" y="177228"/>
                  </a:lnTo>
                  <a:lnTo>
                    <a:pt x="795" y="182517"/>
                  </a:lnTo>
                  <a:lnTo>
                    <a:pt x="1396" y="187791"/>
                  </a:lnTo>
                  <a:lnTo>
                    <a:pt x="2164" y="193042"/>
                  </a:lnTo>
                  <a:lnTo>
                    <a:pt x="3098" y="198267"/>
                  </a:lnTo>
                  <a:lnTo>
                    <a:pt x="4198" y="203459"/>
                  </a:lnTo>
                  <a:lnTo>
                    <a:pt x="5462" y="208614"/>
                  </a:lnTo>
                  <a:lnTo>
                    <a:pt x="6889" y="213726"/>
                  </a:lnTo>
                  <a:lnTo>
                    <a:pt x="8478" y="218790"/>
                  </a:lnTo>
                  <a:lnTo>
                    <a:pt x="10227" y="223801"/>
                  </a:lnTo>
                  <a:lnTo>
                    <a:pt x="12134" y="228755"/>
                  </a:lnTo>
                  <a:lnTo>
                    <a:pt x="14197" y="233645"/>
                  </a:lnTo>
                  <a:lnTo>
                    <a:pt x="16414" y="238467"/>
                  </a:lnTo>
                  <a:lnTo>
                    <a:pt x="18783" y="243216"/>
                  </a:lnTo>
                  <a:lnTo>
                    <a:pt x="21302" y="247888"/>
                  </a:lnTo>
                  <a:lnTo>
                    <a:pt x="23968" y="252477"/>
                  </a:lnTo>
                  <a:lnTo>
                    <a:pt x="26779" y="256980"/>
                  </a:lnTo>
                  <a:lnTo>
                    <a:pt x="29730" y="261391"/>
                  </a:lnTo>
                  <a:lnTo>
                    <a:pt x="32821" y="265706"/>
                  </a:lnTo>
                  <a:lnTo>
                    <a:pt x="36046" y="269920"/>
                  </a:lnTo>
                  <a:lnTo>
                    <a:pt x="39404" y="274031"/>
                  </a:lnTo>
                  <a:lnTo>
                    <a:pt x="42891" y="278032"/>
                  </a:lnTo>
                  <a:lnTo>
                    <a:pt x="46503" y="281921"/>
                  </a:lnTo>
                  <a:lnTo>
                    <a:pt x="50237" y="285693"/>
                  </a:lnTo>
                  <a:lnTo>
                    <a:pt x="54088" y="289345"/>
                  </a:lnTo>
                  <a:lnTo>
                    <a:pt x="58054" y="292873"/>
                  </a:lnTo>
                  <a:lnTo>
                    <a:pt x="62129" y="296273"/>
                  </a:lnTo>
                  <a:lnTo>
                    <a:pt x="66311" y="299542"/>
                  </a:lnTo>
                  <a:lnTo>
                    <a:pt x="70594" y="302676"/>
                  </a:lnTo>
                  <a:lnTo>
                    <a:pt x="74974" y="305673"/>
                  </a:lnTo>
                  <a:lnTo>
                    <a:pt x="79447" y="308530"/>
                  </a:lnTo>
                  <a:lnTo>
                    <a:pt x="84009" y="311243"/>
                  </a:lnTo>
                  <a:lnTo>
                    <a:pt x="88655" y="313810"/>
                  </a:lnTo>
                  <a:lnTo>
                    <a:pt x="93379" y="316228"/>
                  </a:lnTo>
                  <a:lnTo>
                    <a:pt x="98178" y="318494"/>
                  </a:lnTo>
                  <a:lnTo>
                    <a:pt x="103047" y="320608"/>
                  </a:lnTo>
                  <a:lnTo>
                    <a:pt x="107980" y="322565"/>
                  </a:lnTo>
                  <a:lnTo>
                    <a:pt x="112973" y="324366"/>
                  </a:lnTo>
                  <a:lnTo>
                    <a:pt x="118021" y="326006"/>
                  </a:lnTo>
                  <a:lnTo>
                    <a:pt x="123118" y="327486"/>
                  </a:lnTo>
                  <a:lnTo>
                    <a:pt x="128259" y="328803"/>
                  </a:lnTo>
                  <a:lnTo>
                    <a:pt x="133440" y="329956"/>
                  </a:lnTo>
                  <a:lnTo>
                    <a:pt x="138655" y="330944"/>
                  </a:lnTo>
                  <a:lnTo>
                    <a:pt x="143898" y="331766"/>
                  </a:lnTo>
                  <a:lnTo>
                    <a:pt x="149165" y="332422"/>
                  </a:lnTo>
                  <a:lnTo>
                    <a:pt x="154450" y="332909"/>
                  </a:lnTo>
                  <a:lnTo>
                    <a:pt x="159748" y="333229"/>
                  </a:lnTo>
                  <a:lnTo>
                    <a:pt x="165053" y="333380"/>
                  </a:lnTo>
                  <a:lnTo>
                    <a:pt x="170361" y="333363"/>
                  </a:lnTo>
                  <a:lnTo>
                    <a:pt x="175665" y="333178"/>
                  </a:lnTo>
                  <a:lnTo>
                    <a:pt x="180961" y="332824"/>
                  </a:lnTo>
                  <a:lnTo>
                    <a:pt x="186243" y="332302"/>
                  </a:lnTo>
                  <a:lnTo>
                    <a:pt x="191505" y="331612"/>
                  </a:lnTo>
                  <a:lnTo>
                    <a:pt x="196743" y="330756"/>
                  </a:lnTo>
                  <a:lnTo>
                    <a:pt x="201951" y="329735"/>
                  </a:lnTo>
                  <a:lnTo>
                    <a:pt x="207125" y="328548"/>
                  </a:lnTo>
                  <a:lnTo>
                    <a:pt x="212257" y="327198"/>
                  </a:lnTo>
                  <a:lnTo>
                    <a:pt x="217345" y="325685"/>
                  </a:lnTo>
                  <a:lnTo>
                    <a:pt x="222382" y="324012"/>
                  </a:lnTo>
                  <a:lnTo>
                    <a:pt x="227363" y="322179"/>
                  </a:lnTo>
                  <a:lnTo>
                    <a:pt x="232283" y="320190"/>
                  </a:lnTo>
                  <a:lnTo>
                    <a:pt x="237138" y="318045"/>
                  </a:lnTo>
                  <a:lnTo>
                    <a:pt x="241923" y="315747"/>
                  </a:lnTo>
                  <a:lnTo>
                    <a:pt x="246632" y="313299"/>
                  </a:lnTo>
                  <a:lnTo>
                    <a:pt x="251260" y="310702"/>
                  </a:lnTo>
                  <a:lnTo>
                    <a:pt x="255805" y="307959"/>
                  </a:lnTo>
                  <a:lnTo>
                    <a:pt x="260259" y="305074"/>
                  </a:lnTo>
                  <a:lnTo>
                    <a:pt x="264620" y="302049"/>
                  </a:lnTo>
                  <a:lnTo>
                    <a:pt x="268883" y="298887"/>
                  </a:lnTo>
                  <a:lnTo>
                    <a:pt x="273043" y="295591"/>
                  </a:lnTo>
                  <a:lnTo>
                    <a:pt x="277096" y="292164"/>
                  </a:lnTo>
                  <a:lnTo>
                    <a:pt x="281039" y="288611"/>
                  </a:lnTo>
                  <a:lnTo>
                    <a:pt x="284867" y="284934"/>
                  </a:lnTo>
                  <a:lnTo>
                    <a:pt x="288576" y="281138"/>
                  </a:lnTo>
                  <a:lnTo>
                    <a:pt x="292163" y="277226"/>
                  </a:lnTo>
                  <a:lnTo>
                    <a:pt x="295623" y="273202"/>
                  </a:lnTo>
                  <a:lnTo>
                    <a:pt x="298955" y="269070"/>
                  </a:lnTo>
                  <a:lnTo>
                    <a:pt x="302153" y="264834"/>
                  </a:lnTo>
                  <a:lnTo>
                    <a:pt x="305215" y="260500"/>
                  </a:lnTo>
                  <a:lnTo>
                    <a:pt x="308139" y="256070"/>
                  </a:lnTo>
                  <a:lnTo>
                    <a:pt x="310920" y="251549"/>
                  </a:lnTo>
                  <a:lnTo>
                    <a:pt x="313556" y="246942"/>
                  </a:lnTo>
                  <a:lnTo>
                    <a:pt x="316044" y="242255"/>
                  </a:lnTo>
                  <a:lnTo>
                    <a:pt x="318383" y="237490"/>
                  </a:lnTo>
                  <a:lnTo>
                    <a:pt x="320569" y="232654"/>
                  </a:lnTo>
                  <a:lnTo>
                    <a:pt x="322601" y="227750"/>
                  </a:lnTo>
                  <a:lnTo>
                    <a:pt x="324475" y="222785"/>
                  </a:lnTo>
                  <a:lnTo>
                    <a:pt x="326192" y="217763"/>
                  </a:lnTo>
                  <a:lnTo>
                    <a:pt x="327747" y="212688"/>
                  </a:lnTo>
                  <a:lnTo>
                    <a:pt x="329141" y="207567"/>
                  </a:lnTo>
                  <a:lnTo>
                    <a:pt x="330372" y="202404"/>
                  </a:lnTo>
                  <a:lnTo>
                    <a:pt x="331438" y="197205"/>
                  </a:lnTo>
                  <a:lnTo>
                    <a:pt x="332339" y="191974"/>
                  </a:lnTo>
                  <a:lnTo>
                    <a:pt x="333073" y="186718"/>
                  </a:lnTo>
                  <a:lnTo>
                    <a:pt x="333640" y="181441"/>
                  </a:lnTo>
                  <a:lnTo>
                    <a:pt x="334039" y="176148"/>
                  </a:lnTo>
                  <a:lnTo>
                    <a:pt x="334270" y="170846"/>
                  </a:lnTo>
                  <a:lnTo>
                    <a:pt x="334333" y="165539"/>
                  </a:lnTo>
                  <a:lnTo>
                    <a:pt x="334226" y="160232"/>
                  </a:lnTo>
                  <a:lnTo>
                    <a:pt x="333952" y="154932"/>
                  </a:lnTo>
                  <a:lnTo>
                    <a:pt x="333509" y="149643"/>
                  </a:lnTo>
                  <a:lnTo>
                    <a:pt x="332899" y="144370"/>
                  </a:lnTo>
                  <a:lnTo>
                    <a:pt x="332122" y="139120"/>
                  </a:lnTo>
                  <a:lnTo>
                    <a:pt x="331178" y="133897"/>
                  </a:lnTo>
                  <a:lnTo>
                    <a:pt x="330069" y="128707"/>
                  </a:lnTo>
                  <a:lnTo>
                    <a:pt x="328796" y="123554"/>
                  </a:lnTo>
                  <a:lnTo>
                    <a:pt x="327360" y="118445"/>
                  </a:lnTo>
                  <a:lnTo>
                    <a:pt x="325762" y="113383"/>
                  </a:lnTo>
                  <a:lnTo>
                    <a:pt x="324005" y="108375"/>
                  </a:lnTo>
                  <a:lnTo>
                    <a:pt x="322089" y="103425"/>
                  </a:lnTo>
                  <a:lnTo>
                    <a:pt x="320017" y="98539"/>
                  </a:lnTo>
                  <a:lnTo>
                    <a:pt x="317791" y="93721"/>
                  </a:lnTo>
                  <a:lnTo>
                    <a:pt x="315414" y="88976"/>
                  </a:lnTo>
                  <a:lnTo>
                    <a:pt x="312887" y="84308"/>
                  </a:lnTo>
                  <a:lnTo>
                    <a:pt x="310213" y="79724"/>
                  </a:lnTo>
                  <a:lnTo>
                    <a:pt x="307395" y="75226"/>
                  </a:lnTo>
                  <a:lnTo>
                    <a:pt x="304435" y="70820"/>
                  </a:lnTo>
                  <a:lnTo>
                    <a:pt x="301337" y="66511"/>
                  </a:lnTo>
                  <a:lnTo>
                    <a:pt x="298104" y="62302"/>
                  </a:lnTo>
                  <a:lnTo>
                    <a:pt x="294739" y="58197"/>
                  </a:lnTo>
                  <a:lnTo>
                    <a:pt x="291245" y="54202"/>
                  </a:lnTo>
                  <a:lnTo>
                    <a:pt x="287626" y="50319"/>
                  </a:lnTo>
                  <a:lnTo>
                    <a:pt x="283886" y="46554"/>
                  </a:lnTo>
                  <a:lnTo>
                    <a:pt x="280028" y="42909"/>
                  </a:lnTo>
                  <a:lnTo>
                    <a:pt x="276056" y="39388"/>
                  </a:lnTo>
                  <a:lnTo>
                    <a:pt x="271975" y="35995"/>
                  </a:lnTo>
                  <a:lnTo>
                    <a:pt x="267788" y="32734"/>
                  </a:lnTo>
                  <a:lnTo>
                    <a:pt x="263499" y="29607"/>
                  </a:lnTo>
                  <a:lnTo>
                    <a:pt x="259114" y="26617"/>
                  </a:lnTo>
                  <a:lnTo>
                    <a:pt x="254635" y="23769"/>
                  </a:lnTo>
                  <a:lnTo>
                    <a:pt x="250069" y="21064"/>
                  </a:lnTo>
                  <a:lnTo>
                    <a:pt x="245419" y="18505"/>
                  </a:lnTo>
                  <a:lnTo>
                    <a:pt x="240690" y="16095"/>
                  </a:lnTo>
                  <a:lnTo>
                    <a:pt x="235887" y="13837"/>
                  </a:lnTo>
                  <a:lnTo>
                    <a:pt x="231014" y="11732"/>
                  </a:lnTo>
                  <a:lnTo>
                    <a:pt x="226078" y="9783"/>
                  </a:lnTo>
                  <a:lnTo>
                    <a:pt x="221082" y="7992"/>
                  </a:lnTo>
                  <a:lnTo>
                    <a:pt x="216031" y="6360"/>
                  </a:lnTo>
                  <a:lnTo>
                    <a:pt x="210931" y="4889"/>
                  </a:lnTo>
                  <a:lnTo>
                    <a:pt x="205788" y="3581"/>
                  </a:lnTo>
                  <a:lnTo>
                    <a:pt x="200605" y="2437"/>
                  </a:lnTo>
                  <a:lnTo>
                    <a:pt x="195388" y="1458"/>
                  </a:lnTo>
                  <a:lnTo>
                    <a:pt x="190144" y="645"/>
                  </a:lnTo>
                  <a:lnTo>
                    <a:pt x="184875" y="0"/>
                  </a:lnTo>
                  <a:lnTo>
                    <a:pt x="167166" y="1662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781287" y="2126963"/>
              <a:ext cx="17709" cy="167167"/>
            </a:xfrm>
            <a:custGeom>
              <a:avLst/>
              <a:pathLst>
                <a:path w="17709" h="167167">
                  <a:moveTo>
                    <a:pt x="17709" y="940"/>
                  </a:moveTo>
                  <a:lnTo>
                    <a:pt x="8866" y="2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423593" y="2633064"/>
              <a:ext cx="334320" cy="334330"/>
            </a:xfrm>
            <a:custGeom>
              <a:avLst/>
              <a:pathLst>
                <a:path w="334320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3" y="1351"/>
                  </a:lnTo>
                  <a:lnTo>
                    <a:pt x="140681" y="2109"/>
                  </a:lnTo>
                  <a:lnTo>
                    <a:pt x="135445" y="3034"/>
                  </a:lnTo>
                  <a:lnTo>
                    <a:pt x="130241" y="4126"/>
                  </a:lnTo>
                  <a:lnTo>
                    <a:pt x="125075" y="5382"/>
                  </a:lnTo>
                  <a:lnTo>
                    <a:pt x="119951" y="6802"/>
                  </a:lnTo>
                  <a:lnTo>
                    <a:pt x="114875" y="8385"/>
                  </a:lnTo>
                  <a:lnTo>
                    <a:pt x="109852" y="10127"/>
                  </a:lnTo>
                  <a:lnTo>
                    <a:pt x="104887" y="12029"/>
                  </a:lnTo>
                  <a:lnTo>
                    <a:pt x="99985" y="14088"/>
                  </a:lnTo>
                  <a:lnTo>
                    <a:pt x="95151" y="16301"/>
                  </a:lnTo>
                  <a:lnTo>
                    <a:pt x="90389" y="18668"/>
                  </a:lnTo>
                  <a:lnTo>
                    <a:pt x="85706" y="21184"/>
                  </a:lnTo>
                  <a:lnTo>
                    <a:pt x="81104" y="23848"/>
                  </a:lnTo>
                  <a:lnTo>
                    <a:pt x="76590" y="26657"/>
                  </a:lnTo>
                  <a:lnTo>
                    <a:pt x="72167" y="29608"/>
                  </a:lnTo>
                  <a:lnTo>
                    <a:pt x="67841" y="32698"/>
                  </a:lnTo>
                  <a:lnTo>
                    <a:pt x="63615" y="35925"/>
                  </a:lnTo>
                  <a:lnTo>
                    <a:pt x="59493" y="39284"/>
                  </a:lnTo>
                  <a:lnTo>
                    <a:pt x="55481" y="42772"/>
                  </a:lnTo>
                  <a:lnTo>
                    <a:pt x="51581" y="46387"/>
                  </a:lnTo>
                  <a:lnTo>
                    <a:pt x="47799" y="50123"/>
                  </a:lnTo>
                  <a:lnTo>
                    <a:pt x="44137" y="53978"/>
                  </a:lnTo>
                  <a:lnTo>
                    <a:pt x="40600" y="57948"/>
                  </a:lnTo>
                  <a:lnTo>
                    <a:pt x="37190" y="62028"/>
                  </a:lnTo>
                  <a:lnTo>
                    <a:pt x="33912" y="66214"/>
                  </a:lnTo>
                  <a:lnTo>
                    <a:pt x="30769" y="70502"/>
                  </a:lnTo>
                  <a:lnTo>
                    <a:pt x="27764" y="74888"/>
                  </a:lnTo>
                  <a:lnTo>
                    <a:pt x="24900" y="79368"/>
                  </a:lnTo>
                  <a:lnTo>
                    <a:pt x="22180" y="83936"/>
                  </a:lnTo>
                  <a:lnTo>
                    <a:pt x="19606" y="88589"/>
                  </a:lnTo>
                  <a:lnTo>
                    <a:pt x="17182" y="93321"/>
                  </a:lnTo>
                  <a:lnTo>
                    <a:pt x="14910" y="98127"/>
                  </a:lnTo>
                  <a:lnTo>
                    <a:pt x="12791" y="103004"/>
                  </a:lnTo>
                  <a:lnTo>
                    <a:pt x="10829" y="107946"/>
                  </a:lnTo>
                  <a:lnTo>
                    <a:pt x="9024" y="112947"/>
                  </a:lnTo>
                  <a:lnTo>
                    <a:pt x="7380" y="118003"/>
                  </a:lnTo>
                  <a:lnTo>
                    <a:pt x="5897" y="123109"/>
                  </a:lnTo>
                  <a:lnTo>
                    <a:pt x="4578" y="128260"/>
                  </a:lnTo>
                  <a:lnTo>
                    <a:pt x="3423" y="133450"/>
                  </a:lnTo>
                  <a:lnTo>
                    <a:pt x="2433" y="138674"/>
                  </a:lnTo>
                  <a:lnTo>
                    <a:pt x="1610" y="143926"/>
                  </a:lnTo>
                  <a:lnTo>
                    <a:pt x="955" y="149203"/>
                  </a:lnTo>
                  <a:lnTo>
                    <a:pt x="468" y="154497"/>
                  </a:lnTo>
                  <a:lnTo>
                    <a:pt x="149" y="159805"/>
                  </a:lnTo>
                  <a:lnTo>
                    <a:pt x="0" y="165119"/>
                  </a:lnTo>
                  <a:lnTo>
                    <a:pt x="19" y="170436"/>
                  </a:lnTo>
                  <a:lnTo>
                    <a:pt x="207" y="175750"/>
                  </a:lnTo>
                  <a:lnTo>
                    <a:pt x="565" y="181055"/>
                  </a:lnTo>
                  <a:lnTo>
                    <a:pt x="1091" y="186345"/>
                  </a:lnTo>
                  <a:lnTo>
                    <a:pt x="1785" y="191617"/>
                  </a:lnTo>
                  <a:lnTo>
                    <a:pt x="2646" y="196864"/>
                  </a:lnTo>
                  <a:lnTo>
                    <a:pt x="3673" y="202080"/>
                  </a:lnTo>
                  <a:lnTo>
                    <a:pt x="4866" y="207261"/>
                  </a:lnTo>
                  <a:lnTo>
                    <a:pt x="6224" y="212402"/>
                  </a:lnTo>
                  <a:lnTo>
                    <a:pt x="7744" y="217497"/>
                  </a:lnTo>
                  <a:lnTo>
                    <a:pt x="9425" y="222541"/>
                  </a:lnTo>
                  <a:lnTo>
                    <a:pt x="11266" y="227529"/>
                  </a:lnTo>
                  <a:lnTo>
                    <a:pt x="13264" y="232456"/>
                  </a:lnTo>
                  <a:lnTo>
                    <a:pt x="15418" y="237317"/>
                  </a:lnTo>
                  <a:lnTo>
                    <a:pt x="17726" y="242107"/>
                  </a:lnTo>
                  <a:lnTo>
                    <a:pt x="20185" y="246822"/>
                  </a:lnTo>
                  <a:lnTo>
                    <a:pt x="22792" y="251455"/>
                  </a:lnTo>
                  <a:lnTo>
                    <a:pt x="25546" y="256003"/>
                  </a:lnTo>
                  <a:lnTo>
                    <a:pt x="28442" y="260462"/>
                  </a:lnTo>
                  <a:lnTo>
                    <a:pt x="31480" y="264826"/>
                  </a:lnTo>
                  <a:lnTo>
                    <a:pt x="34654" y="269091"/>
                  </a:lnTo>
                  <a:lnTo>
                    <a:pt x="37962" y="273253"/>
                  </a:lnTo>
                  <a:lnTo>
                    <a:pt x="41401" y="277308"/>
                  </a:lnTo>
                  <a:lnTo>
                    <a:pt x="44968" y="281252"/>
                  </a:lnTo>
                  <a:lnTo>
                    <a:pt x="48658" y="285080"/>
                  </a:lnTo>
                  <a:lnTo>
                    <a:pt x="52467" y="288789"/>
                  </a:lnTo>
                  <a:lnTo>
                    <a:pt x="56393" y="292374"/>
                  </a:lnTo>
                  <a:lnTo>
                    <a:pt x="60431" y="295833"/>
                  </a:lnTo>
                  <a:lnTo>
                    <a:pt x="64577" y="299162"/>
                  </a:lnTo>
                  <a:lnTo>
                    <a:pt x="68826" y="302358"/>
                  </a:lnTo>
                  <a:lnTo>
                    <a:pt x="73175" y="305416"/>
                  </a:lnTo>
                  <a:lnTo>
                    <a:pt x="77619" y="308335"/>
                  </a:lnTo>
                  <a:lnTo>
                    <a:pt x="82154" y="311111"/>
                  </a:lnTo>
                  <a:lnTo>
                    <a:pt x="86775" y="313741"/>
                  </a:lnTo>
                  <a:lnTo>
                    <a:pt x="91477" y="316223"/>
                  </a:lnTo>
                  <a:lnTo>
                    <a:pt x="96255" y="318555"/>
                  </a:lnTo>
                  <a:lnTo>
                    <a:pt x="101106" y="320733"/>
                  </a:lnTo>
                  <a:lnTo>
                    <a:pt x="106023" y="322756"/>
                  </a:lnTo>
                  <a:lnTo>
                    <a:pt x="111002" y="324621"/>
                  </a:lnTo>
                  <a:lnTo>
                    <a:pt x="116037" y="326327"/>
                  </a:lnTo>
                  <a:lnTo>
                    <a:pt x="121125" y="327872"/>
                  </a:lnTo>
                  <a:lnTo>
                    <a:pt x="126259" y="329255"/>
                  </a:lnTo>
                  <a:lnTo>
                    <a:pt x="131434" y="330473"/>
                  </a:lnTo>
                  <a:lnTo>
                    <a:pt x="136646" y="331527"/>
                  </a:lnTo>
                  <a:lnTo>
                    <a:pt x="141888" y="332414"/>
                  </a:lnTo>
                  <a:lnTo>
                    <a:pt x="147156" y="333134"/>
                  </a:lnTo>
                  <a:lnTo>
                    <a:pt x="152444" y="333686"/>
                  </a:lnTo>
                  <a:lnTo>
                    <a:pt x="157747" y="334069"/>
                  </a:lnTo>
                  <a:lnTo>
                    <a:pt x="163060" y="334284"/>
                  </a:lnTo>
                  <a:lnTo>
                    <a:pt x="168376" y="334330"/>
                  </a:lnTo>
                  <a:lnTo>
                    <a:pt x="173692" y="334207"/>
                  </a:lnTo>
                  <a:lnTo>
                    <a:pt x="179001" y="333914"/>
                  </a:lnTo>
                  <a:lnTo>
                    <a:pt x="184297" y="333453"/>
                  </a:lnTo>
                  <a:lnTo>
                    <a:pt x="189577" y="332824"/>
                  </a:lnTo>
                  <a:lnTo>
                    <a:pt x="194834" y="332027"/>
                  </a:lnTo>
                  <a:lnTo>
                    <a:pt x="200063" y="331063"/>
                  </a:lnTo>
                  <a:lnTo>
                    <a:pt x="205258" y="329934"/>
                  </a:lnTo>
                  <a:lnTo>
                    <a:pt x="210415" y="328640"/>
                  </a:lnTo>
                  <a:lnTo>
                    <a:pt x="215528" y="327182"/>
                  </a:lnTo>
                  <a:lnTo>
                    <a:pt x="220593" y="325563"/>
                  </a:lnTo>
                  <a:lnTo>
                    <a:pt x="225603" y="323783"/>
                  </a:lnTo>
                  <a:lnTo>
                    <a:pt x="230554" y="321845"/>
                  </a:lnTo>
                  <a:lnTo>
                    <a:pt x="235441" y="319751"/>
                  </a:lnTo>
                  <a:lnTo>
                    <a:pt x="240259" y="317502"/>
                  </a:lnTo>
                  <a:lnTo>
                    <a:pt x="245003" y="315101"/>
                  </a:lnTo>
                  <a:lnTo>
                    <a:pt x="249668" y="312551"/>
                  </a:lnTo>
                  <a:lnTo>
                    <a:pt x="254250" y="309853"/>
                  </a:lnTo>
                  <a:lnTo>
                    <a:pt x="258743" y="307011"/>
                  </a:lnTo>
                  <a:lnTo>
                    <a:pt x="263144" y="304028"/>
                  </a:lnTo>
                  <a:lnTo>
                    <a:pt x="267448" y="300906"/>
                  </a:lnTo>
                  <a:lnTo>
                    <a:pt x="271651" y="297649"/>
                  </a:lnTo>
                  <a:lnTo>
                    <a:pt x="275747" y="294260"/>
                  </a:lnTo>
                  <a:lnTo>
                    <a:pt x="279734" y="290742"/>
                  </a:lnTo>
                  <a:lnTo>
                    <a:pt x="283607" y="287099"/>
                  </a:lnTo>
                  <a:lnTo>
                    <a:pt x="287362" y="283335"/>
                  </a:lnTo>
                  <a:lnTo>
                    <a:pt x="290996" y="279454"/>
                  </a:lnTo>
                  <a:lnTo>
                    <a:pt x="294504" y="275458"/>
                  </a:lnTo>
                  <a:lnTo>
                    <a:pt x="297883" y="271354"/>
                  </a:lnTo>
                  <a:lnTo>
                    <a:pt x="301131" y="267144"/>
                  </a:lnTo>
                  <a:lnTo>
                    <a:pt x="304242" y="262832"/>
                  </a:lnTo>
                  <a:lnTo>
                    <a:pt x="307215" y="258424"/>
                  </a:lnTo>
                  <a:lnTo>
                    <a:pt x="310047" y="253924"/>
                  </a:lnTo>
                  <a:lnTo>
                    <a:pt x="312733" y="249336"/>
                  </a:lnTo>
                  <a:lnTo>
                    <a:pt x="315273" y="244665"/>
                  </a:lnTo>
                  <a:lnTo>
                    <a:pt x="317662" y="239915"/>
                  </a:lnTo>
                  <a:lnTo>
                    <a:pt x="319900" y="235092"/>
                  </a:lnTo>
                  <a:lnTo>
                    <a:pt x="321983" y="230200"/>
                  </a:lnTo>
                  <a:lnTo>
                    <a:pt x="323909" y="225244"/>
                  </a:lnTo>
                  <a:lnTo>
                    <a:pt x="325677" y="220230"/>
                  </a:lnTo>
                  <a:lnTo>
                    <a:pt x="327284" y="215162"/>
                  </a:lnTo>
                  <a:lnTo>
                    <a:pt x="328729" y="210045"/>
                  </a:lnTo>
                  <a:lnTo>
                    <a:pt x="330011" y="204885"/>
                  </a:lnTo>
                  <a:lnTo>
                    <a:pt x="331128" y="199687"/>
                  </a:lnTo>
                  <a:lnTo>
                    <a:pt x="332079" y="194456"/>
                  </a:lnTo>
                  <a:lnTo>
                    <a:pt x="332864" y="189197"/>
                  </a:lnTo>
                  <a:lnTo>
                    <a:pt x="333481" y="183916"/>
                  </a:lnTo>
                  <a:lnTo>
                    <a:pt x="333929" y="178618"/>
                  </a:lnTo>
                  <a:lnTo>
                    <a:pt x="334209" y="173308"/>
                  </a:lnTo>
                  <a:lnTo>
                    <a:pt x="334320" y="167993"/>
                  </a:lnTo>
                  <a:lnTo>
                    <a:pt x="334262" y="162676"/>
                  </a:lnTo>
                  <a:lnTo>
                    <a:pt x="334034" y="157364"/>
                  </a:lnTo>
                  <a:lnTo>
                    <a:pt x="333638" y="152062"/>
                  </a:lnTo>
                  <a:lnTo>
                    <a:pt x="333073" y="146775"/>
                  </a:lnTo>
                  <a:lnTo>
                    <a:pt x="332341" y="141509"/>
                  </a:lnTo>
                  <a:lnTo>
                    <a:pt x="331442" y="136269"/>
                  </a:lnTo>
                  <a:lnTo>
                    <a:pt x="330376" y="131060"/>
                  </a:lnTo>
                  <a:lnTo>
                    <a:pt x="329145" y="125887"/>
                  </a:lnTo>
                  <a:lnTo>
                    <a:pt x="327750" y="120757"/>
                  </a:lnTo>
                  <a:lnTo>
                    <a:pt x="326193" y="115673"/>
                  </a:lnTo>
                  <a:lnTo>
                    <a:pt x="324475" y="110641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43705"/>
              <a:ext cx="157320" cy="56525"/>
            </a:xfrm>
            <a:custGeom>
              <a:avLst/>
              <a:pathLst>
                <a:path w="157320" h="56525">
                  <a:moveTo>
                    <a:pt x="157320" y="0"/>
                  </a:moveTo>
                  <a:lnTo>
                    <a:pt x="0" y="565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48271"/>
              <a:ext cx="157320" cy="151960"/>
            </a:xfrm>
            <a:custGeom>
              <a:avLst/>
              <a:pathLst>
                <a:path w="157320" h="151960">
                  <a:moveTo>
                    <a:pt x="157320" y="95434"/>
                  </a:moveTo>
                  <a:lnTo>
                    <a:pt x="155359" y="90248"/>
                  </a:lnTo>
                  <a:lnTo>
                    <a:pt x="153227" y="85130"/>
                  </a:lnTo>
                  <a:lnTo>
                    <a:pt x="150927" y="80086"/>
                  </a:lnTo>
                  <a:lnTo>
                    <a:pt x="148460" y="75120"/>
                  </a:lnTo>
                  <a:lnTo>
                    <a:pt x="145831" y="70239"/>
                  </a:lnTo>
                  <a:lnTo>
                    <a:pt x="143041" y="65448"/>
                  </a:lnTo>
                  <a:lnTo>
                    <a:pt x="140093" y="60753"/>
                  </a:lnTo>
                  <a:lnTo>
                    <a:pt x="136992" y="56157"/>
                  </a:lnTo>
                  <a:lnTo>
                    <a:pt x="133739" y="51667"/>
                  </a:lnTo>
                  <a:lnTo>
                    <a:pt x="130340" y="47287"/>
                  </a:lnTo>
                  <a:lnTo>
                    <a:pt x="126797" y="43023"/>
                  </a:lnTo>
                  <a:lnTo>
                    <a:pt x="123115" y="38878"/>
                  </a:lnTo>
                  <a:lnTo>
                    <a:pt x="119297" y="34857"/>
                  </a:lnTo>
                  <a:lnTo>
                    <a:pt x="115349" y="30966"/>
                  </a:lnTo>
                  <a:lnTo>
                    <a:pt x="111273" y="27207"/>
                  </a:lnTo>
                  <a:lnTo>
                    <a:pt x="107075" y="23586"/>
                  </a:lnTo>
                  <a:lnTo>
                    <a:pt x="102759" y="20106"/>
                  </a:lnTo>
                  <a:lnTo>
                    <a:pt x="98330" y="16771"/>
                  </a:lnTo>
                  <a:lnTo>
                    <a:pt x="93793" y="13584"/>
                  </a:lnTo>
                  <a:lnTo>
                    <a:pt x="89152" y="10550"/>
                  </a:lnTo>
                  <a:lnTo>
                    <a:pt x="84414" y="7671"/>
                  </a:lnTo>
                  <a:lnTo>
                    <a:pt x="79583" y="4951"/>
                  </a:lnTo>
                  <a:lnTo>
                    <a:pt x="74664" y="2393"/>
                  </a:lnTo>
                  <a:lnTo>
                    <a:pt x="69663" y="0"/>
                  </a:lnTo>
                  <a:lnTo>
                    <a:pt x="0" y="1519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633064"/>
              <a:ext cx="69663" cy="167167"/>
            </a:xfrm>
            <a:custGeom>
              <a:avLst/>
              <a:pathLst>
                <a:path w="69663" h="167167">
                  <a:moveTo>
                    <a:pt x="69663" y="15207"/>
                  </a:moveTo>
                  <a:lnTo>
                    <a:pt x="64177" y="12809"/>
                  </a:lnTo>
                  <a:lnTo>
                    <a:pt x="58607" y="10610"/>
                  </a:lnTo>
                  <a:lnTo>
                    <a:pt x="52963" y="8612"/>
                  </a:lnTo>
                  <a:lnTo>
                    <a:pt x="47251" y="6816"/>
                  </a:lnTo>
                  <a:lnTo>
                    <a:pt x="41478" y="5227"/>
                  </a:lnTo>
                  <a:lnTo>
                    <a:pt x="35652" y="3846"/>
                  </a:lnTo>
                  <a:lnTo>
                    <a:pt x="29780" y="2674"/>
                  </a:lnTo>
                  <a:lnTo>
                    <a:pt x="23870" y="1713"/>
                  </a:lnTo>
                  <a:lnTo>
                    <a:pt x="17929" y="964"/>
                  </a:lnTo>
                  <a:lnTo>
                    <a:pt x="11965" y="428"/>
                  </a:lnTo>
                  <a:lnTo>
                    <a:pt x="5986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358828" y="3170392"/>
              <a:ext cx="334312" cy="334333"/>
            </a:xfrm>
            <a:custGeom>
              <a:avLst/>
              <a:pathLst>
                <a:path w="334312" h="334333">
                  <a:moveTo>
                    <a:pt x="167152" y="0"/>
                  </a:moveTo>
                  <a:lnTo>
                    <a:pt x="161855" y="83"/>
                  </a:lnTo>
                  <a:lnTo>
                    <a:pt x="156565" y="335"/>
                  </a:lnTo>
                  <a:lnTo>
                    <a:pt x="151284" y="754"/>
                  </a:lnTo>
                  <a:lnTo>
                    <a:pt x="146020" y="1340"/>
                  </a:lnTo>
                  <a:lnTo>
                    <a:pt x="140777" y="2093"/>
                  </a:lnTo>
                  <a:lnTo>
                    <a:pt x="135560" y="3012"/>
                  </a:lnTo>
                  <a:lnTo>
                    <a:pt x="130376" y="4095"/>
                  </a:lnTo>
                  <a:lnTo>
                    <a:pt x="125228" y="5342"/>
                  </a:lnTo>
                  <a:lnTo>
                    <a:pt x="120122" y="6751"/>
                  </a:lnTo>
                  <a:lnTo>
                    <a:pt x="115063" y="8322"/>
                  </a:lnTo>
                  <a:lnTo>
                    <a:pt x="110057" y="10052"/>
                  </a:lnTo>
                  <a:lnTo>
                    <a:pt x="105108" y="11940"/>
                  </a:lnTo>
                  <a:lnTo>
                    <a:pt x="100221" y="13983"/>
                  </a:lnTo>
                  <a:lnTo>
                    <a:pt x="95401" y="16181"/>
                  </a:lnTo>
                  <a:lnTo>
                    <a:pt x="90654" y="18530"/>
                  </a:lnTo>
                  <a:lnTo>
                    <a:pt x="85983" y="21028"/>
                  </a:lnTo>
                  <a:lnTo>
                    <a:pt x="81394" y="23673"/>
                  </a:lnTo>
                  <a:lnTo>
                    <a:pt x="76891" y="26462"/>
                  </a:lnTo>
                  <a:lnTo>
                    <a:pt x="72478" y="29392"/>
                  </a:lnTo>
                  <a:lnTo>
                    <a:pt x="68161" y="32461"/>
                  </a:lnTo>
                  <a:lnTo>
                    <a:pt x="63943" y="35664"/>
                  </a:lnTo>
                  <a:lnTo>
                    <a:pt x="59829" y="39000"/>
                  </a:lnTo>
                  <a:lnTo>
                    <a:pt x="55822" y="42465"/>
                  </a:lnTo>
                  <a:lnTo>
                    <a:pt x="51927" y="46054"/>
                  </a:lnTo>
                  <a:lnTo>
                    <a:pt x="48148" y="49766"/>
                  </a:lnTo>
                  <a:lnTo>
                    <a:pt x="44488" y="53595"/>
                  </a:lnTo>
                  <a:lnTo>
                    <a:pt x="40951" y="57538"/>
                  </a:lnTo>
                  <a:lnTo>
                    <a:pt x="37542" y="61591"/>
                  </a:lnTo>
                  <a:lnTo>
                    <a:pt x="34262" y="65751"/>
                  </a:lnTo>
                  <a:lnTo>
                    <a:pt x="31115" y="70012"/>
                  </a:lnTo>
                  <a:lnTo>
                    <a:pt x="28106" y="74370"/>
                  </a:lnTo>
                  <a:lnTo>
                    <a:pt x="25236" y="78822"/>
                  </a:lnTo>
                  <a:lnTo>
                    <a:pt x="22508" y="83363"/>
                  </a:lnTo>
                  <a:lnTo>
                    <a:pt x="19925" y="87987"/>
                  </a:lnTo>
                  <a:lnTo>
                    <a:pt x="17491" y="92692"/>
                  </a:lnTo>
                  <a:lnTo>
                    <a:pt x="15206" y="97470"/>
                  </a:lnTo>
                  <a:lnTo>
                    <a:pt x="13075" y="102319"/>
                  </a:lnTo>
                  <a:lnTo>
                    <a:pt x="11097" y="107233"/>
                  </a:lnTo>
                  <a:lnTo>
                    <a:pt x="9277" y="112207"/>
                  </a:lnTo>
                  <a:lnTo>
                    <a:pt x="7615" y="117237"/>
                  </a:lnTo>
                  <a:lnTo>
                    <a:pt x="6113" y="122316"/>
                  </a:lnTo>
                  <a:lnTo>
                    <a:pt x="4773" y="127441"/>
                  </a:lnTo>
                  <a:lnTo>
                    <a:pt x="3596" y="132605"/>
                  </a:lnTo>
                  <a:lnTo>
                    <a:pt x="2583" y="137804"/>
                  </a:lnTo>
                  <a:lnTo>
                    <a:pt x="1735" y="143033"/>
                  </a:lnTo>
                  <a:lnTo>
                    <a:pt x="1054" y="148286"/>
                  </a:lnTo>
                  <a:lnTo>
                    <a:pt x="539" y="153557"/>
                  </a:lnTo>
                  <a:lnTo>
                    <a:pt x="192" y="158843"/>
                  </a:lnTo>
                  <a:lnTo>
                    <a:pt x="12" y="164137"/>
                  </a:lnTo>
                  <a:lnTo>
                    <a:pt x="0" y="169433"/>
                  </a:lnTo>
                  <a:lnTo>
                    <a:pt x="155" y="174728"/>
                  </a:lnTo>
                  <a:lnTo>
                    <a:pt x="479" y="180015"/>
                  </a:lnTo>
                  <a:lnTo>
                    <a:pt x="969" y="185289"/>
                  </a:lnTo>
                  <a:lnTo>
                    <a:pt x="1627" y="190545"/>
                  </a:lnTo>
                  <a:lnTo>
                    <a:pt x="2451" y="195777"/>
                  </a:lnTo>
                  <a:lnTo>
                    <a:pt x="3440" y="200981"/>
                  </a:lnTo>
                  <a:lnTo>
                    <a:pt x="4593" y="206151"/>
                  </a:lnTo>
                  <a:lnTo>
                    <a:pt x="5910" y="211281"/>
                  </a:lnTo>
                  <a:lnTo>
                    <a:pt x="7388" y="216367"/>
                  </a:lnTo>
                  <a:lnTo>
                    <a:pt x="9027" y="221404"/>
                  </a:lnTo>
                  <a:lnTo>
                    <a:pt x="10825" y="226387"/>
                  </a:lnTo>
                  <a:lnTo>
                    <a:pt x="12780" y="231310"/>
                  </a:lnTo>
                  <a:lnTo>
                    <a:pt x="14889" y="236168"/>
                  </a:lnTo>
                  <a:lnTo>
                    <a:pt x="17152" y="240958"/>
                  </a:lnTo>
                  <a:lnTo>
                    <a:pt x="19565" y="245673"/>
                  </a:lnTo>
                  <a:lnTo>
                    <a:pt x="22126" y="250309"/>
                  </a:lnTo>
                  <a:lnTo>
                    <a:pt x="24833" y="254862"/>
                  </a:lnTo>
                  <a:lnTo>
                    <a:pt x="27683" y="259327"/>
                  </a:lnTo>
                  <a:lnTo>
                    <a:pt x="30673" y="263699"/>
                  </a:lnTo>
                  <a:lnTo>
                    <a:pt x="33800" y="267975"/>
                  </a:lnTo>
                  <a:lnTo>
                    <a:pt x="37060" y="272149"/>
                  </a:lnTo>
                  <a:lnTo>
                    <a:pt x="40452" y="276218"/>
                  </a:lnTo>
                  <a:lnTo>
                    <a:pt x="43970" y="280177"/>
                  </a:lnTo>
                  <a:lnTo>
                    <a:pt x="47612" y="284023"/>
                  </a:lnTo>
                  <a:lnTo>
                    <a:pt x="51375" y="287752"/>
                  </a:lnTo>
                  <a:lnTo>
                    <a:pt x="55253" y="291359"/>
                  </a:lnTo>
                  <a:lnTo>
                    <a:pt x="59244" y="294842"/>
                  </a:lnTo>
                  <a:lnTo>
                    <a:pt x="63343" y="298196"/>
                  </a:lnTo>
                  <a:lnTo>
                    <a:pt x="67546" y="301420"/>
                  </a:lnTo>
                  <a:lnTo>
                    <a:pt x="71850" y="304508"/>
                  </a:lnTo>
                  <a:lnTo>
                    <a:pt x="76249" y="307458"/>
                  </a:lnTo>
                  <a:lnTo>
                    <a:pt x="80739" y="310268"/>
                  </a:lnTo>
                  <a:lnTo>
                    <a:pt x="85316" y="312934"/>
                  </a:lnTo>
                  <a:lnTo>
                    <a:pt x="89975" y="315453"/>
                  </a:lnTo>
                  <a:lnTo>
                    <a:pt x="94712" y="317824"/>
                  </a:lnTo>
                  <a:lnTo>
                    <a:pt x="99522" y="320043"/>
                  </a:lnTo>
                  <a:lnTo>
                    <a:pt x="104399" y="322109"/>
                  </a:lnTo>
                  <a:lnTo>
                    <a:pt x="109339" y="324019"/>
                  </a:lnTo>
                  <a:lnTo>
                    <a:pt x="114338" y="325772"/>
                  </a:lnTo>
                  <a:lnTo>
                    <a:pt x="119389" y="327366"/>
                  </a:lnTo>
                  <a:lnTo>
                    <a:pt x="124488" y="328799"/>
                  </a:lnTo>
                  <a:lnTo>
                    <a:pt x="129631" y="330069"/>
                  </a:lnTo>
                  <a:lnTo>
                    <a:pt x="134810" y="331176"/>
                  </a:lnTo>
                  <a:lnTo>
                    <a:pt x="140023" y="332118"/>
                  </a:lnTo>
                  <a:lnTo>
                    <a:pt x="145262" y="332895"/>
                  </a:lnTo>
                  <a:lnTo>
                    <a:pt x="150524" y="333505"/>
                  </a:lnTo>
                  <a:lnTo>
                    <a:pt x="155802" y="333949"/>
                  </a:lnTo>
                  <a:lnTo>
                    <a:pt x="161092" y="334225"/>
                  </a:lnTo>
                  <a:lnTo>
                    <a:pt x="166388" y="334333"/>
                  </a:lnTo>
                  <a:lnTo>
                    <a:pt x="171684" y="334273"/>
                  </a:lnTo>
                  <a:lnTo>
                    <a:pt x="176976" y="334045"/>
                  </a:lnTo>
                  <a:lnTo>
                    <a:pt x="182258" y="333650"/>
                  </a:lnTo>
                  <a:lnTo>
                    <a:pt x="187525" y="333088"/>
                  </a:lnTo>
                  <a:lnTo>
                    <a:pt x="192771" y="332359"/>
                  </a:lnTo>
                  <a:lnTo>
                    <a:pt x="197992" y="331465"/>
                  </a:lnTo>
                  <a:lnTo>
                    <a:pt x="203182" y="330405"/>
                  </a:lnTo>
                  <a:lnTo>
                    <a:pt x="208336" y="329182"/>
                  </a:lnTo>
                  <a:lnTo>
                    <a:pt x="213448" y="327796"/>
                  </a:lnTo>
                  <a:lnTo>
                    <a:pt x="218514" y="326248"/>
                  </a:lnTo>
                  <a:lnTo>
                    <a:pt x="223528" y="324541"/>
                  </a:lnTo>
                  <a:lnTo>
                    <a:pt x="228485" y="322676"/>
                  </a:lnTo>
                  <a:lnTo>
                    <a:pt x="233381" y="320655"/>
                  </a:lnTo>
                  <a:lnTo>
                    <a:pt x="238211" y="318480"/>
                  </a:lnTo>
                  <a:lnTo>
                    <a:pt x="242969" y="316152"/>
                  </a:lnTo>
                  <a:lnTo>
                    <a:pt x="247651" y="313676"/>
                  </a:lnTo>
                  <a:lnTo>
                    <a:pt x="252252" y="311052"/>
                  </a:lnTo>
                  <a:lnTo>
                    <a:pt x="256768" y="308283"/>
                  </a:lnTo>
                  <a:lnTo>
                    <a:pt x="261194" y="305373"/>
                  </a:lnTo>
                  <a:lnTo>
                    <a:pt x="265525" y="302324"/>
                  </a:lnTo>
                  <a:lnTo>
                    <a:pt x="269758" y="299140"/>
                  </a:lnTo>
                  <a:lnTo>
                    <a:pt x="273888" y="295823"/>
                  </a:lnTo>
                  <a:lnTo>
                    <a:pt x="277910" y="292377"/>
                  </a:lnTo>
                  <a:lnTo>
                    <a:pt x="281821" y="288805"/>
                  </a:lnTo>
                  <a:lnTo>
                    <a:pt x="285618" y="285111"/>
                  </a:lnTo>
                  <a:lnTo>
                    <a:pt x="289295" y="281298"/>
                  </a:lnTo>
                  <a:lnTo>
                    <a:pt x="292849" y="277371"/>
                  </a:lnTo>
                  <a:lnTo>
                    <a:pt x="296278" y="273334"/>
                  </a:lnTo>
                  <a:lnTo>
                    <a:pt x="299576" y="269189"/>
                  </a:lnTo>
                  <a:lnTo>
                    <a:pt x="302742" y="264943"/>
                  </a:lnTo>
                  <a:lnTo>
                    <a:pt x="305772" y="260598"/>
                  </a:lnTo>
                  <a:lnTo>
                    <a:pt x="308662" y="256159"/>
                  </a:lnTo>
                  <a:lnTo>
                    <a:pt x="311411" y="251631"/>
                  </a:lnTo>
                  <a:lnTo>
                    <a:pt x="314014" y="247019"/>
                  </a:lnTo>
                  <a:lnTo>
                    <a:pt x="316470" y="242326"/>
                  </a:lnTo>
                  <a:lnTo>
                    <a:pt x="318777" y="237557"/>
                  </a:lnTo>
                  <a:lnTo>
                    <a:pt x="320931" y="232718"/>
                  </a:lnTo>
                  <a:lnTo>
                    <a:pt x="322930" y="227813"/>
                  </a:lnTo>
                  <a:lnTo>
                    <a:pt x="324773" y="222847"/>
                  </a:lnTo>
                  <a:lnTo>
                    <a:pt x="326458" y="217826"/>
                  </a:lnTo>
                  <a:lnTo>
                    <a:pt x="327983" y="212753"/>
                  </a:lnTo>
                  <a:lnTo>
                    <a:pt x="329347" y="207635"/>
                  </a:lnTo>
                  <a:lnTo>
                    <a:pt x="330548" y="202476"/>
                  </a:lnTo>
                  <a:lnTo>
                    <a:pt x="331584" y="197281"/>
                  </a:lnTo>
                  <a:lnTo>
                    <a:pt x="332456" y="192057"/>
                  </a:lnTo>
                  <a:lnTo>
                    <a:pt x="333161" y="186807"/>
                  </a:lnTo>
                  <a:lnTo>
                    <a:pt x="333700" y="181538"/>
                  </a:lnTo>
                  <a:lnTo>
                    <a:pt x="334072" y="176254"/>
                  </a:lnTo>
                  <a:lnTo>
                    <a:pt x="334276" y="170961"/>
                  </a:lnTo>
                  <a:lnTo>
                    <a:pt x="334312" y="165665"/>
                  </a:lnTo>
                  <a:lnTo>
                    <a:pt x="334181" y="160369"/>
                  </a:lnTo>
                  <a:lnTo>
                    <a:pt x="333882" y="155081"/>
                  </a:lnTo>
                  <a:lnTo>
                    <a:pt x="333415" y="149805"/>
                  </a:lnTo>
                  <a:lnTo>
                    <a:pt x="332781" y="144546"/>
                  </a:lnTo>
                  <a:lnTo>
                    <a:pt x="331982" y="139310"/>
                  </a:lnTo>
                  <a:lnTo>
                    <a:pt x="331016" y="134102"/>
                  </a:lnTo>
                  <a:lnTo>
                    <a:pt x="329886" y="128927"/>
                  </a:lnTo>
                  <a:lnTo>
                    <a:pt x="328593" y="123790"/>
                  </a:lnTo>
                  <a:lnTo>
                    <a:pt x="327138" y="118697"/>
                  </a:lnTo>
                  <a:lnTo>
                    <a:pt x="325522" y="113653"/>
                  </a:lnTo>
                  <a:lnTo>
                    <a:pt x="323747" y="108662"/>
                  </a:lnTo>
                  <a:lnTo>
                    <a:pt x="321815" y="103730"/>
                  </a:lnTo>
                  <a:lnTo>
                    <a:pt x="319728" y="98862"/>
                  </a:lnTo>
                  <a:lnTo>
                    <a:pt x="317487" y="94063"/>
                  </a:lnTo>
                  <a:lnTo>
                    <a:pt x="315095" y="89336"/>
                  </a:lnTo>
                  <a:lnTo>
                    <a:pt x="312555" y="84688"/>
                  </a:lnTo>
                  <a:lnTo>
                    <a:pt x="309869" y="80123"/>
                  </a:lnTo>
                  <a:lnTo>
                    <a:pt x="307040" y="75645"/>
                  </a:lnTo>
                  <a:lnTo>
                    <a:pt x="304070" y="71259"/>
                  </a:lnTo>
                  <a:lnTo>
                    <a:pt x="300963" y="66970"/>
                  </a:lnTo>
                  <a:lnTo>
                    <a:pt x="297721" y="62781"/>
                  </a:lnTo>
                  <a:lnTo>
                    <a:pt x="294349" y="58696"/>
                  </a:lnTo>
                  <a:lnTo>
                    <a:pt x="290848" y="54721"/>
                  </a:lnTo>
                  <a:lnTo>
                    <a:pt x="287224" y="50858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18729"/>
              <a:ext cx="120072" cy="118830"/>
            </a:xfrm>
            <a:custGeom>
              <a:avLst/>
              <a:pathLst>
                <a:path w="120072" h="118830">
                  <a:moveTo>
                    <a:pt x="120072" y="2522"/>
                  </a:moveTo>
                  <a:lnTo>
                    <a:pt x="117576" y="0"/>
                  </a:lnTo>
                  <a:lnTo>
                    <a:pt x="0" y="1188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170392"/>
              <a:ext cx="117576" cy="167167"/>
            </a:xfrm>
            <a:custGeom>
              <a:avLst/>
              <a:pathLst>
                <a:path w="117576" h="167167">
                  <a:moveTo>
                    <a:pt x="117576" y="48336"/>
                  </a:moveTo>
                  <a:lnTo>
                    <a:pt x="113479" y="44417"/>
                  </a:lnTo>
                  <a:lnTo>
                    <a:pt x="109251" y="40640"/>
                  </a:lnTo>
                  <a:lnTo>
                    <a:pt x="104897" y="37008"/>
                  </a:lnTo>
                  <a:lnTo>
                    <a:pt x="100423" y="33526"/>
                  </a:lnTo>
                  <a:lnTo>
                    <a:pt x="95834" y="30197"/>
                  </a:lnTo>
                  <a:lnTo>
                    <a:pt x="91134" y="27026"/>
                  </a:lnTo>
                  <a:lnTo>
                    <a:pt x="86329" y="24016"/>
                  </a:lnTo>
                  <a:lnTo>
                    <a:pt x="81425" y="21171"/>
                  </a:lnTo>
                  <a:lnTo>
                    <a:pt x="76428" y="18494"/>
                  </a:lnTo>
                  <a:lnTo>
                    <a:pt x="71342" y="15988"/>
                  </a:lnTo>
                  <a:lnTo>
                    <a:pt x="66174" y="13655"/>
                  </a:lnTo>
                  <a:lnTo>
                    <a:pt x="60931" y="11500"/>
                  </a:lnTo>
                  <a:lnTo>
                    <a:pt x="55617" y="9523"/>
                  </a:lnTo>
                  <a:lnTo>
                    <a:pt x="50239" y="7728"/>
                  </a:lnTo>
                  <a:lnTo>
                    <a:pt x="44804" y="6116"/>
                  </a:lnTo>
                  <a:lnTo>
                    <a:pt x="39316" y="4689"/>
                  </a:lnTo>
                  <a:lnTo>
                    <a:pt x="33784" y="3449"/>
                  </a:lnTo>
                  <a:lnTo>
                    <a:pt x="28213" y="2398"/>
                  </a:lnTo>
                  <a:lnTo>
                    <a:pt x="22609" y="1536"/>
                  </a:lnTo>
                  <a:lnTo>
                    <a:pt x="16980" y="864"/>
                  </a:lnTo>
                  <a:lnTo>
                    <a:pt x="11330" y="384"/>
                  </a:lnTo>
                  <a:lnTo>
                    <a:pt x="5668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423601" y="3707720"/>
              <a:ext cx="334295" cy="334334"/>
            </a:xfrm>
            <a:custGeom>
              <a:avLst/>
              <a:pathLst>
                <a:path w="334295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6" y="336"/>
                  </a:lnTo>
                  <a:lnTo>
                    <a:pt x="151258" y="756"/>
                  </a:lnTo>
                  <a:lnTo>
                    <a:pt x="145987" y="1344"/>
                  </a:lnTo>
                  <a:lnTo>
                    <a:pt x="140738" y="2099"/>
                  </a:lnTo>
                  <a:lnTo>
                    <a:pt x="135514" y="3020"/>
                  </a:lnTo>
                  <a:lnTo>
                    <a:pt x="130323" y="4106"/>
                  </a:lnTo>
                  <a:lnTo>
                    <a:pt x="125169" y="5356"/>
                  </a:lnTo>
                  <a:lnTo>
                    <a:pt x="120056" y="6769"/>
                  </a:lnTo>
                  <a:lnTo>
                    <a:pt x="114992" y="8344"/>
                  </a:lnTo>
                  <a:lnTo>
                    <a:pt x="109980" y="10078"/>
                  </a:lnTo>
                  <a:lnTo>
                    <a:pt x="105025" y="11971"/>
                  </a:lnTo>
                  <a:lnTo>
                    <a:pt x="100133" y="14020"/>
                  </a:lnTo>
                  <a:lnTo>
                    <a:pt x="95308" y="16222"/>
                  </a:lnTo>
                  <a:lnTo>
                    <a:pt x="90556" y="18577"/>
                  </a:lnTo>
                  <a:lnTo>
                    <a:pt x="85881" y="21082"/>
                  </a:lnTo>
                  <a:lnTo>
                    <a:pt x="81287" y="23733"/>
                  </a:lnTo>
                  <a:lnTo>
                    <a:pt x="76780" y="26529"/>
                  </a:lnTo>
                  <a:lnTo>
                    <a:pt x="72364" y="29467"/>
                  </a:lnTo>
                  <a:lnTo>
                    <a:pt x="68044" y="32543"/>
                  </a:lnTo>
                  <a:lnTo>
                    <a:pt x="63823" y="35755"/>
                  </a:lnTo>
                  <a:lnTo>
                    <a:pt x="59706" y="39099"/>
                  </a:lnTo>
                  <a:lnTo>
                    <a:pt x="55697" y="42571"/>
                  </a:lnTo>
                  <a:lnTo>
                    <a:pt x="51801" y="46170"/>
                  </a:lnTo>
                  <a:lnTo>
                    <a:pt x="48020" y="49890"/>
                  </a:lnTo>
                  <a:lnTo>
                    <a:pt x="44360" y="53728"/>
                  </a:lnTo>
                  <a:lnTo>
                    <a:pt x="40823" y="57680"/>
                  </a:lnTo>
                  <a:lnTo>
                    <a:pt x="37413" y="61743"/>
                  </a:lnTo>
                  <a:lnTo>
                    <a:pt x="34134" y="65911"/>
                  </a:lnTo>
                  <a:lnTo>
                    <a:pt x="30989" y="70182"/>
                  </a:lnTo>
                  <a:lnTo>
                    <a:pt x="27981" y="74550"/>
                  </a:lnTo>
                  <a:lnTo>
                    <a:pt x="25113" y="79011"/>
                  </a:lnTo>
                  <a:lnTo>
                    <a:pt x="22388" y="83562"/>
                  </a:lnTo>
                  <a:lnTo>
                    <a:pt x="19808" y="88196"/>
                  </a:lnTo>
                  <a:lnTo>
                    <a:pt x="17377" y="92910"/>
                  </a:lnTo>
                  <a:lnTo>
                    <a:pt x="15097" y="97698"/>
                  </a:lnTo>
                  <a:lnTo>
                    <a:pt x="12970" y="102557"/>
                  </a:lnTo>
                  <a:lnTo>
                    <a:pt x="10998" y="107480"/>
                  </a:lnTo>
                  <a:lnTo>
                    <a:pt x="9183" y="112464"/>
                  </a:lnTo>
                  <a:lnTo>
                    <a:pt x="7527" y="117503"/>
                  </a:lnTo>
                  <a:lnTo>
                    <a:pt x="6032" y="122591"/>
                  </a:lnTo>
                  <a:lnTo>
                    <a:pt x="4699" y="127725"/>
                  </a:lnTo>
                  <a:lnTo>
                    <a:pt x="3529" y="132898"/>
                  </a:lnTo>
                  <a:lnTo>
                    <a:pt x="2524" y="138106"/>
                  </a:lnTo>
                  <a:lnTo>
                    <a:pt x="1685" y="143343"/>
                  </a:lnTo>
                  <a:lnTo>
                    <a:pt x="1013" y="148604"/>
                  </a:lnTo>
                  <a:lnTo>
                    <a:pt x="508" y="153884"/>
                  </a:lnTo>
                  <a:lnTo>
                    <a:pt x="170" y="159177"/>
                  </a:lnTo>
                  <a:lnTo>
                    <a:pt x="1" y="164478"/>
                  </a:lnTo>
                  <a:lnTo>
                    <a:pt x="0" y="169781"/>
                  </a:lnTo>
                  <a:lnTo>
                    <a:pt x="167" y="175083"/>
                  </a:lnTo>
                  <a:lnTo>
                    <a:pt x="502" y="180376"/>
                  </a:lnTo>
                  <a:lnTo>
                    <a:pt x="1005" y="185656"/>
                  </a:lnTo>
                  <a:lnTo>
                    <a:pt x="1675" y="190917"/>
                  </a:lnTo>
                  <a:lnTo>
                    <a:pt x="2511" y="196154"/>
                  </a:lnTo>
                  <a:lnTo>
                    <a:pt x="3514" y="201363"/>
                  </a:lnTo>
                  <a:lnTo>
                    <a:pt x="4681" y="206536"/>
                  </a:lnTo>
                  <a:lnTo>
                    <a:pt x="6012" y="211671"/>
                  </a:lnTo>
                  <a:lnTo>
                    <a:pt x="7505" y="216760"/>
                  </a:lnTo>
                  <a:lnTo>
                    <a:pt x="9158" y="221799"/>
                  </a:lnTo>
                  <a:lnTo>
                    <a:pt x="10971" y="226784"/>
                  </a:lnTo>
                  <a:lnTo>
                    <a:pt x="12941" y="231708"/>
                  </a:lnTo>
                  <a:lnTo>
                    <a:pt x="15066" y="236568"/>
                  </a:lnTo>
                  <a:lnTo>
                    <a:pt x="17344" y="241357"/>
                  </a:lnTo>
                  <a:lnTo>
                    <a:pt x="19773" y="246072"/>
                  </a:lnTo>
                  <a:lnTo>
                    <a:pt x="22350" y="250708"/>
                  </a:lnTo>
                  <a:lnTo>
                    <a:pt x="25073" y="255259"/>
                  </a:lnTo>
                  <a:lnTo>
                    <a:pt x="27940" y="259722"/>
                  </a:lnTo>
                  <a:lnTo>
                    <a:pt x="30946" y="264091"/>
                  </a:lnTo>
                  <a:lnTo>
                    <a:pt x="34089" y="268363"/>
                  </a:lnTo>
                  <a:lnTo>
                    <a:pt x="37366" y="272533"/>
                  </a:lnTo>
                  <a:lnTo>
                    <a:pt x="40774" y="276597"/>
                  </a:lnTo>
                  <a:lnTo>
                    <a:pt x="44309" y="280551"/>
                  </a:lnTo>
                  <a:lnTo>
                    <a:pt x="47968" y="284391"/>
                  </a:lnTo>
                  <a:lnTo>
                    <a:pt x="51747" y="288113"/>
                  </a:lnTo>
                  <a:lnTo>
                    <a:pt x="55642" y="291713"/>
                  </a:lnTo>
                  <a:lnTo>
                    <a:pt x="59649" y="295187"/>
                  </a:lnTo>
                  <a:lnTo>
                    <a:pt x="63764" y="298533"/>
                  </a:lnTo>
                  <a:lnTo>
                    <a:pt x="67984" y="301747"/>
                  </a:lnTo>
                  <a:lnTo>
                    <a:pt x="72303" y="304825"/>
                  </a:lnTo>
                  <a:lnTo>
                    <a:pt x="76718" y="307764"/>
                  </a:lnTo>
                  <a:lnTo>
                    <a:pt x="81223" y="310562"/>
                  </a:lnTo>
                  <a:lnTo>
                    <a:pt x="85816" y="313216"/>
                  </a:lnTo>
                  <a:lnTo>
                    <a:pt x="90490" y="315722"/>
                  </a:lnTo>
                  <a:lnTo>
                    <a:pt x="95241" y="318079"/>
                  </a:lnTo>
                  <a:lnTo>
                    <a:pt x="100065" y="320284"/>
                  </a:lnTo>
                  <a:lnTo>
                    <a:pt x="104956" y="322335"/>
                  </a:lnTo>
                  <a:lnTo>
                    <a:pt x="109909" y="324230"/>
                  </a:lnTo>
                  <a:lnTo>
                    <a:pt x="114921" y="325967"/>
                  </a:lnTo>
                  <a:lnTo>
                    <a:pt x="119985" y="327544"/>
                  </a:lnTo>
                  <a:lnTo>
                    <a:pt x="125096" y="328959"/>
                  </a:lnTo>
                  <a:lnTo>
                    <a:pt x="130250" y="330212"/>
                  </a:lnTo>
                  <a:lnTo>
                    <a:pt x="135441" y="331300"/>
                  </a:lnTo>
                  <a:lnTo>
                    <a:pt x="140664" y="332223"/>
                  </a:lnTo>
                  <a:lnTo>
                    <a:pt x="145913" y="332980"/>
                  </a:lnTo>
                  <a:lnTo>
                    <a:pt x="151184" y="333571"/>
                  </a:lnTo>
                  <a:lnTo>
                    <a:pt x="156471" y="333993"/>
                  </a:lnTo>
                  <a:lnTo>
                    <a:pt x="161769" y="334248"/>
                  </a:lnTo>
                  <a:lnTo>
                    <a:pt x="167072" y="334334"/>
                  </a:lnTo>
                  <a:lnTo>
                    <a:pt x="172375" y="334253"/>
                  </a:lnTo>
                  <a:lnTo>
                    <a:pt x="177673" y="334003"/>
                  </a:lnTo>
                  <a:lnTo>
                    <a:pt x="182960" y="333585"/>
                  </a:lnTo>
                  <a:lnTo>
                    <a:pt x="188232" y="332999"/>
                  </a:lnTo>
                  <a:lnTo>
                    <a:pt x="193482" y="332247"/>
                  </a:lnTo>
                  <a:lnTo>
                    <a:pt x="198705" y="331328"/>
                  </a:lnTo>
                  <a:lnTo>
                    <a:pt x="203897" y="330245"/>
                  </a:lnTo>
                  <a:lnTo>
                    <a:pt x="209052" y="328997"/>
                  </a:lnTo>
                  <a:lnTo>
                    <a:pt x="214165" y="327586"/>
                  </a:lnTo>
                  <a:lnTo>
                    <a:pt x="219230" y="326014"/>
                  </a:lnTo>
                  <a:lnTo>
                    <a:pt x="224243" y="324281"/>
                  </a:lnTo>
                  <a:lnTo>
                    <a:pt x="229199" y="322391"/>
                  </a:lnTo>
                  <a:lnTo>
                    <a:pt x="234092" y="320344"/>
                  </a:lnTo>
                  <a:lnTo>
                    <a:pt x="238917" y="318143"/>
                  </a:lnTo>
                  <a:lnTo>
                    <a:pt x="243671" y="315791"/>
                  </a:lnTo>
                  <a:lnTo>
                    <a:pt x="248347" y="313288"/>
                  </a:lnTo>
                  <a:lnTo>
                    <a:pt x="252942" y="310639"/>
                  </a:lnTo>
                  <a:lnTo>
                    <a:pt x="257450" y="307845"/>
                  </a:lnTo>
                  <a:lnTo>
                    <a:pt x="261867" y="304909"/>
                  </a:lnTo>
                  <a:lnTo>
                    <a:pt x="266189" y="301835"/>
                  </a:lnTo>
                  <a:lnTo>
                    <a:pt x="270411" y="298625"/>
                  </a:lnTo>
                  <a:lnTo>
                    <a:pt x="274530" y="295283"/>
                  </a:lnTo>
                  <a:lnTo>
                    <a:pt x="278540" y="291812"/>
                  </a:lnTo>
                  <a:lnTo>
                    <a:pt x="282438" y="288216"/>
                  </a:lnTo>
                  <a:lnTo>
                    <a:pt x="286220" y="284497"/>
                  </a:lnTo>
                  <a:lnTo>
                    <a:pt x="289882" y="280661"/>
                  </a:lnTo>
                  <a:lnTo>
                    <a:pt x="293421" y="276710"/>
                  </a:lnTo>
                  <a:lnTo>
                    <a:pt x="296832" y="272649"/>
                  </a:lnTo>
                  <a:lnTo>
                    <a:pt x="300113" y="268482"/>
                  </a:lnTo>
                  <a:lnTo>
                    <a:pt x="303261" y="264213"/>
                  </a:lnTo>
                  <a:lnTo>
                    <a:pt x="306271" y="259846"/>
                  </a:lnTo>
                  <a:lnTo>
                    <a:pt x="309141" y="255386"/>
                  </a:lnTo>
                  <a:lnTo>
                    <a:pt x="311868" y="250837"/>
                  </a:lnTo>
                  <a:lnTo>
                    <a:pt x="314449" y="246204"/>
                  </a:lnTo>
                  <a:lnTo>
                    <a:pt x="316883" y="241491"/>
                  </a:lnTo>
                  <a:lnTo>
                    <a:pt x="319165" y="236703"/>
                  </a:lnTo>
                  <a:lnTo>
                    <a:pt x="321294" y="231846"/>
                  </a:lnTo>
                  <a:lnTo>
                    <a:pt x="323269" y="226923"/>
                  </a:lnTo>
                  <a:lnTo>
                    <a:pt x="325086" y="221940"/>
                  </a:lnTo>
                  <a:lnTo>
                    <a:pt x="326744" y="216903"/>
                  </a:lnTo>
                  <a:lnTo>
                    <a:pt x="328241" y="211815"/>
                  </a:lnTo>
                  <a:lnTo>
                    <a:pt x="329577" y="206682"/>
                  </a:lnTo>
                  <a:lnTo>
                    <a:pt x="330748" y="201509"/>
                  </a:lnTo>
                  <a:lnTo>
                    <a:pt x="331756" y="196302"/>
                  </a:lnTo>
                  <a:lnTo>
                    <a:pt x="332597" y="191065"/>
                  </a:lnTo>
                  <a:lnTo>
                    <a:pt x="333272" y="185804"/>
                  </a:lnTo>
                  <a:lnTo>
                    <a:pt x="333779" y="180525"/>
                  </a:lnTo>
                  <a:lnTo>
                    <a:pt x="334119" y="175232"/>
                  </a:lnTo>
                  <a:lnTo>
                    <a:pt x="334291" y="169931"/>
                  </a:lnTo>
                  <a:lnTo>
                    <a:pt x="334295" y="164627"/>
                  </a:lnTo>
                  <a:lnTo>
                    <a:pt x="334130" y="159326"/>
                  </a:lnTo>
                  <a:lnTo>
                    <a:pt x="333797" y="154033"/>
                  </a:lnTo>
                  <a:lnTo>
                    <a:pt x="333297" y="148752"/>
                  </a:lnTo>
                  <a:lnTo>
                    <a:pt x="332629" y="143491"/>
                  </a:lnTo>
                  <a:lnTo>
                    <a:pt x="331794" y="138253"/>
                  </a:lnTo>
                  <a:lnTo>
                    <a:pt x="330794" y="133044"/>
                  </a:lnTo>
                  <a:lnTo>
                    <a:pt x="329629" y="127870"/>
                  </a:lnTo>
                  <a:lnTo>
                    <a:pt x="328301" y="122735"/>
                  </a:lnTo>
                  <a:lnTo>
                    <a:pt x="326810" y="117645"/>
                  </a:lnTo>
                  <a:lnTo>
                    <a:pt x="325159" y="112605"/>
                  </a:lnTo>
                  <a:lnTo>
                    <a:pt x="323349" y="107620"/>
                  </a:lnTo>
                  <a:lnTo>
                    <a:pt x="321381" y="102695"/>
                  </a:lnTo>
                  <a:lnTo>
                    <a:pt x="319258" y="97834"/>
                  </a:lnTo>
                  <a:lnTo>
                    <a:pt x="316982" y="93044"/>
                  </a:lnTo>
                  <a:lnTo>
                    <a:pt x="314555" y="88328"/>
                  </a:lnTo>
                  <a:lnTo>
                    <a:pt x="311980" y="83691"/>
                  </a:lnTo>
                  <a:lnTo>
                    <a:pt x="309259" y="79138"/>
                  </a:lnTo>
                  <a:lnTo>
                    <a:pt x="306395" y="74674"/>
                  </a:lnTo>
                  <a:lnTo>
                    <a:pt x="303391" y="70304"/>
                  </a:lnTo>
                  <a:lnTo>
                    <a:pt x="300249" y="66030"/>
                  </a:lnTo>
                  <a:lnTo>
                    <a:pt x="296974" y="61859"/>
                  </a:lnTo>
                  <a:lnTo>
                    <a:pt x="293568" y="57793"/>
                  </a:lnTo>
                  <a:lnTo>
                    <a:pt x="290034" y="53838"/>
                  </a:lnTo>
                  <a:lnTo>
                    <a:pt x="286377" y="49996"/>
                  </a:lnTo>
                  <a:lnTo>
                    <a:pt x="282600" y="46273"/>
                  </a:lnTo>
                  <a:lnTo>
                    <a:pt x="278707" y="42671"/>
                  </a:lnTo>
                  <a:lnTo>
                    <a:pt x="274701" y="39195"/>
                  </a:lnTo>
                  <a:lnTo>
                    <a:pt x="270588" y="35847"/>
                  </a:lnTo>
                  <a:lnTo>
                    <a:pt x="266370" y="32632"/>
                  </a:lnTo>
                  <a:lnTo>
                    <a:pt x="262052" y="29552"/>
                  </a:lnTo>
                  <a:lnTo>
                    <a:pt x="257638" y="26610"/>
                  </a:lnTo>
                  <a:lnTo>
                    <a:pt x="253134" y="23810"/>
                  </a:lnTo>
                  <a:lnTo>
                    <a:pt x="248543" y="21155"/>
                  </a:lnTo>
                  <a:lnTo>
                    <a:pt x="243870" y="18646"/>
                  </a:lnTo>
                  <a:lnTo>
                    <a:pt x="239120" y="16287"/>
                  </a:lnTo>
                  <a:lnTo>
                    <a:pt x="234297" y="14079"/>
                  </a:lnTo>
                  <a:lnTo>
                    <a:pt x="229407" y="12026"/>
                  </a:lnTo>
                  <a:lnTo>
                    <a:pt x="224454" y="10129"/>
                  </a:lnTo>
                  <a:lnTo>
                    <a:pt x="219443" y="8390"/>
                  </a:lnTo>
                  <a:lnTo>
                    <a:pt x="214380" y="6811"/>
                  </a:lnTo>
                  <a:lnTo>
                    <a:pt x="209269" y="5394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3114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07720"/>
              <a:ext cx="42122" cy="167167"/>
            </a:xfrm>
            <a:custGeom>
              <a:avLst/>
              <a:pathLst>
                <a:path w="42122" h="167167">
                  <a:moveTo>
                    <a:pt x="42122" y="5394"/>
                  </a:moveTo>
                  <a:lnTo>
                    <a:pt x="36209" y="3968"/>
                  </a:lnTo>
                  <a:lnTo>
                    <a:pt x="30247" y="2759"/>
                  </a:lnTo>
                  <a:lnTo>
                    <a:pt x="24246" y="1767"/>
                  </a:lnTo>
                  <a:lnTo>
                    <a:pt x="18212" y="995"/>
                  </a:lnTo>
                  <a:lnTo>
                    <a:pt x="12155" y="442"/>
                  </a:lnTo>
                  <a:lnTo>
                    <a:pt x="6081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14140" y="4213821"/>
              <a:ext cx="334295" cy="334334"/>
            </a:xfrm>
            <a:custGeom>
              <a:avLst/>
              <a:pathLst>
                <a:path w="334295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6" y="336"/>
                  </a:lnTo>
                  <a:lnTo>
                    <a:pt x="151258" y="756"/>
                  </a:lnTo>
                  <a:lnTo>
                    <a:pt x="145987" y="1344"/>
                  </a:lnTo>
                  <a:lnTo>
                    <a:pt x="140738" y="2099"/>
                  </a:lnTo>
                  <a:lnTo>
                    <a:pt x="135514" y="3020"/>
                  </a:lnTo>
                  <a:lnTo>
                    <a:pt x="130323" y="4106"/>
                  </a:lnTo>
                  <a:lnTo>
                    <a:pt x="125169" y="5356"/>
                  </a:lnTo>
                  <a:lnTo>
                    <a:pt x="120056" y="6769"/>
                  </a:lnTo>
                  <a:lnTo>
                    <a:pt x="114992" y="8344"/>
                  </a:lnTo>
                  <a:lnTo>
                    <a:pt x="109980" y="10078"/>
                  </a:lnTo>
                  <a:lnTo>
                    <a:pt x="105025" y="11971"/>
                  </a:lnTo>
                  <a:lnTo>
                    <a:pt x="100133" y="14020"/>
                  </a:lnTo>
                  <a:lnTo>
                    <a:pt x="95308" y="16222"/>
                  </a:lnTo>
                  <a:lnTo>
                    <a:pt x="90556" y="18577"/>
                  </a:lnTo>
                  <a:lnTo>
                    <a:pt x="85881" y="21082"/>
                  </a:lnTo>
                  <a:lnTo>
                    <a:pt x="81287" y="23733"/>
                  </a:lnTo>
                  <a:lnTo>
                    <a:pt x="76780" y="26529"/>
                  </a:lnTo>
                  <a:lnTo>
                    <a:pt x="72364" y="29467"/>
                  </a:lnTo>
                  <a:lnTo>
                    <a:pt x="68044" y="32543"/>
                  </a:lnTo>
                  <a:lnTo>
                    <a:pt x="63823" y="35755"/>
                  </a:lnTo>
                  <a:lnTo>
                    <a:pt x="59706" y="39099"/>
                  </a:lnTo>
                  <a:lnTo>
                    <a:pt x="55697" y="42571"/>
                  </a:lnTo>
                  <a:lnTo>
                    <a:pt x="51801" y="46170"/>
                  </a:lnTo>
                  <a:lnTo>
                    <a:pt x="48020" y="49890"/>
                  </a:lnTo>
                  <a:lnTo>
                    <a:pt x="44360" y="53728"/>
                  </a:lnTo>
                  <a:lnTo>
                    <a:pt x="40823" y="57680"/>
                  </a:lnTo>
                  <a:lnTo>
                    <a:pt x="37413" y="61743"/>
                  </a:lnTo>
                  <a:lnTo>
                    <a:pt x="34134" y="65911"/>
                  </a:lnTo>
                  <a:lnTo>
                    <a:pt x="30989" y="70182"/>
                  </a:lnTo>
                  <a:lnTo>
                    <a:pt x="27981" y="74550"/>
                  </a:lnTo>
                  <a:lnTo>
                    <a:pt x="25113" y="79011"/>
                  </a:lnTo>
                  <a:lnTo>
                    <a:pt x="22388" y="83562"/>
                  </a:lnTo>
                  <a:lnTo>
                    <a:pt x="19808" y="88196"/>
                  </a:lnTo>
                  <a:lnTo>
                    <a:pt x="17377" y="92910"/>
                  </a:lnTo>
                  <a:lnTo>
                    <a:pt x="15097" y="97698"/>
                  </a:lnTo>
                  <a:lnTo>
                    <a:pt x="12970" y="102557"/>
                  </a:lnTo>
                  <a:lnTo>
                    <a:pt x="10998" y="107480"/>
                  </a:lnTo>
                  <a:lnTo>
                    <a:pt x="9183" y="112464"/>
                  </a:lnTo>
                  <a:lnTo>
                    <a:pt x="7527" y="117503"/>
                  </a:lnTo>
                  <a:lnTo>
                    <a:pt x="6032" y="122591"/>
                  </a:lnTo>
                  <a:lnTo>
                    <a:pt x="4699" y="127725"/>
                  </a:lnTo>
                  <a:lnTo>
                    <a:pt x="3529" y="132898"/>
                  </a:lnTo>
                  <a:lnTo>
                    <a:pt x="2524" y="138106"/>
                  </a:lnTo>
                  <a:lnTo>
                    <a:pt x="1685" y="143343"/>
                  </a:lnTo>
                  <a:lnTo>
                    <a:pt x="1013" y="148604"/>
                  </a:lnTo>
                  <a:lnTo>
                    <a:pt x="508" y="153884"/>
                  </a:lnTo>
                  <a:lnTo>
                    <a:pt x="170" y="159177"/>
                  </a:lnTo>
                  <a:lnTo>
                    <a:pt x="1" y="164478"/>
                  </a:lnTo>
                  <a:lnTo>
                    <a:pt x="0" y="169781"/>
                  </a:lnTo>
                  <a:lnTo>
                    <a:pt x="167" y="175083"/>
                  </a:lnTo>
                  <a:lnTo>
                    <a:pt x="502" y="180376"/>
                  </a:lnTo>
                  <a:lnTo>
                    <a:pt x="1005" y="185656"/>
                  </a:lnTo>
                  <a:lnTo>
                    <a:pt x="1675" y="190917"/>
                  </a:lnTo>
                  <a:lnTo>
                    <a:pt x="2511" y="196154"/>
                  </a:lnTo>
                  <a:lnTo>
                    <a:pt x="3514" y="201363"/>
                  </a:lnTo>
                  <a:lnTo>
                    <a:pt x="4681" y="206536"/>
                  </a:lnTo>
                  <a:lnTo>
                    <a:pt x="6012" y="211671"/>
                  </a:lnTo>
                  <a:lnTo>
                    <a:pt x="7505" y="216760"/>
                  </a:lnTo>
                  <a:lnTo>
                    <a:pt x="9158" y="221799"/>
                  </a:lnTo>
                  <a:lnTo>
                    <a:pt x="10971" y="226784"/>
                  </a:lnTo>
                  <a:lnTo>
                    <a:pt x="12941" y="231708"/>
                  </a:lnTo>
                  <a:lnTo>
                    <a:pt x="15066" y="236568"/>
                  </a:lnTo>
                  <a:lnTo>
                    <a:pt x="17344" y="241357"/>
                  </a:lnTo>
                  <a:lnTo>
                    <a:pt x="19773" y="246072"/>
                  </a:lnTo>
                  <a:lnTo>
                    <a:pt x="22350" y="250708"/>
                  </a:lnTo>
                  <a:lnTo>
                    <a:pt x="25073" y="255259"/>
                  </a:lnTo>
                  <a:lnTo>
                    <a:pt x="27940" y="259722"/>
                  </a:lnTo>
                  <a:lnTo>
                    <a:pt x="30946" y="264091"/>
                  </a:lnTo>
                  <a:lnTo>
                    <a:pt x="34089" y="268363"/>
                  </a:lnTo>
                  <a:lnTo>
                    <a:pt x="37366" y="272533"/>
                  </a:lnTo>
                  <a:lnTo>
                    <a:pt x="40774" y="276597"/>
                  </a:lnTo>
                  <a:lnTo>
                    <a:pt x="44309" y="280551"/>
                  </a:lnTo>
                  <a:lnTo>
                    <a:pt x="47968" y="284391"/>
                  </a:lnTo>
                  <a:lnTo>
                    <a:pt x="51747" y="288113"/>
                  </a:lnTo>
                  <a:lnTo>
                    <a:pt x="55642" y="291713"/>
                  </a:lnTo>
                  <a:lnTo>
                    <a:pt x="59649" y="295187"/>
                  </a:lnTo>
                  <a:lnTo>
                    <a:pt x="63764" y="298533"/>
                  </a:lnTo>
                  <a:lnTo>
                    <a:pt x="67984" y="301747"/>
                  </a:lnTo>
                  <a:lnTo>
                    <a:pt x="72303" y="304825"/>
                  </a:lnTo>
                  <a:lnTo>
                    <a:pt x="76718" y="307764"/>
                  </a:lnTo>
                  <a:lnTo>
                    <a:pt x="81223" y="310562"/>
                  </a:lnTo>
                  <a:lnTo>
                    <a:pt x="85816" y="313216"/>
                  </a:lnTo>
                  <a:lnTo>
                    <a:pt x="90490" y="315722"/>
                  </a:lnTo>
                  <a:lnTo>
                    <a:pt x="95241" y="318079"/>
                  </a:lnTo>
                  <a:lnTo>
                    <a:pt x="100065" y="320284"/>
                  </a:lnTo>
                  <a:lnTo>
                    <a:pt x="104956" y="322335"/>
                  </a:lnTo>
                  <a:lnTo>
                    <a:pt x="109909" y="324230"/>
                  </a:lnTo>
                  <a:lnTo>
                    <a:pt x="114921" y="325967"/>
                  </a:lnTo>
                  <a:lnTo>
                    <a:pt x="119985" y="327544"/>
                  </a:lnTo>
                  <a:lnTo>
                    <a:pt x="125096" y="328959"/>
                  </a:lnTo>
                  <a:lnTo>
                    <a:pt x="130250" y="330212"/>
                  </a:lnTo>
                  <a:lnTo>
                    <a:pt x="135441" y="331300"/>
                  </a:lnTo>
                  <a:lnTo>
                    <a:pt x="140664" y="332223"/>
                  </a:lnTo>
                  <a:lnTo>
                    <a:pt x="145913" y="332980"/>
                  </a:lnTo>
                  <a:lnTo>
                    <a:pt x="151184" y="333571"/>
                  </a:lnTo>
                  <a:lnTo>
                    <a:pt x="156471" y="333993"/>
                  </a:lnTo>
                  <a:lnTo>
                    <a:pt x="161769" y="334248"/>
                  </a:lnTo>
                  <a:lnTo>
                    <a:pt x="167072" y="334334"/>
                  </a:lnTo>
                  <a:lnTo>
                    <a:pt x="172375" y="334253"/>
                  </a:lnTo>
                  <a:lnTo>
                    <a:pt x="177673" y="334003"/>
                  </a:lnTo>
                  <a:lnTo>
                    <a:pt x="182960" y="333585"/>
                  </a:lnTo>
                  <a:lnTo>
                    <a:pt x="188232" y="332999"/>
                  </a:lnTo>
                  <a:lnTo>
                    <a:pt x="193482" y="332247"/>
                  </a:lnTo>
                  <a:lnTo>
                    <a:pt x="198705" y="331328"/>
                  </a:lnTo>
                  <a:lnTo>
                    <a:pt x="203897" y="330245"/>
                  </a:lnTo>
                  <a:lnTo>
                    <a:pt x="209052" y="328997"/>
                  </a:lnTo>
                  <a:lnTo>
                    <a:pt x="214165" y="327586"/>
                  </a:lnTo>
                  <a:lnTo>
                    <a:pt x="219230" y="326014"/>
                  </a:lnTo>
                  <a:lnTo>
                    <a:pt x="224243" y="324281"/>
                  </a:lnTo>
                  <a:lnTo>
                    <a:pt x="229199" y="322391"/>
                  </a:lnTo>
                  <a:lnTo>
                    <a:pt x="234092" y="320344"/>
                  </a:lnTo>
                  <a:lnTo>
                    <a:pt x="238917" y="318143"/>
                  </a:lnTo>
                  <a:lnTo>
                    <a:pt x="243671" y="315791"/>
                  </a:lnTo>
                  <a:lnTo>
                    <a:pt x="248347" y="313288"/>
                  </a:lnTo>
                  <a:lnTo>
                    <a:pt x="252942" y="310639"/>
                  </a:lnTo>
                  <a:lnTo>
                    <a:pt x="257450" y="307845"/>
                  </a:lnTo>
                  <a:lnTo>
                    <a:pt x="261867" y="304909"/>
                  </a:lnTo>
                  <a:lnTo>
                    <a:pt x="266189" y="301835"/>
                  </a:lnTo>
                  <a:lnTo>
                    <a:pt x="270411" y="298625"/>
                  </a:lnTo>
                  <a:lnTo>
                    <a:pt x="274530" y="295283"/>
                  </a:lnTo>
                  <a:lnTo>
                    <a:pt x="278540" y="291812"/>
                  </a:lnTo>
                  <a:lnTo>
                    <a:pt x="282438" y="288216"/>
                  </a:lnTo>
                  <a:lnTo>
                    <a:pt x="286220" y="284497"/>
                  </a:lnTo>
                  <a:lnTo>
                    <a:pt x="289882" y="280661"/>
                  </a:lnTo>
                  <a:lnTo>
                    <a:pt x="293421" y="276710"/>
                  </a:lnTo>
                  <a:lnTo>
                    <a:pt x="296832" y="272649"/>
                  </a:lnTo>
                  <a:lnTo>
                    <a:pt x="300113" y="268482"/>
                  </a:lnTo>
                  <a:lnTo>
                    <a:pt x="303261" y="264213"/>
                  </a:lnTo>
                  <a:lnTo>
                    <a:pt x="306271" y="259846"/>
                  </a:lnTo>
                  <a:lnTo>
                    <a:pt x="309141" y="255386"/>
                  </a:lnTo>
                  <a:lnTo>
                    <a:pt x="311868" y="250837"/>
                  </a:lnTo>
                  <a:lnTo>
                    <a:pt x="314449" y="246204"/>
                  </a:lnTo>
                  <a:lnTo>
                    <a:pt x="316883" y="241491"/>
                  </a:lnTo>
                  <a:lnTo>
                    <a:pt x="319165" y="236703"/>
                  </a:lnTo>
                  <a:lnTo>
                    <a:pt x="321294" y="231846"/>
                  </a:lnTo>
                  <a:lnTo>
                    <a:pt x="323269" y="226923"/>
                  </a:lnTo>
                  <a:lnTo>
                    <a:pt x="325086" y="221940"/>
                  </a:lnTo>
                  <a:lnTo>
                    <a:pt x="326744" y="216903"/>
                  </a:lnTo>
                  <a:lnTo>
                    <a:pt x="328241" y="211815"/>
                  </a:lnTo>
                  <a:lnTo>
                    <a:pt x="329577" y="206682"/>
                  </a:lnTo>
                  <a:lnTo>
                    <a:pt x="330748" y="201509"/>
                  </a:lnTo>
                  <a:lnTo>
                    <a:pt x="331756" y="196302"/>
                  </a:lnTo>
                  <a:lnTo>
                    <a:pt x="332597" y="191065"/>
                  </a:lnTo>
                  <a:lnTo>
                    <a:pt x="333272" y="185804"/>
                  </a:lnTo>
                  <a:lnTo>
                    <a:pt x="333779" y="180525"/>
                  </a:lnTo>
                  <a:lnTo>
                    <a:pt x="334119" y="175232"/>
                  </a:lnTo>
                  <a:lnTo>
                    <a:pt x="334291" y="169931"/>
                  </a:lnTo>
                  <a:lnTo>
                    <a:pt x="334295" y="164627"/>
                  </a:lnTo>
                  <a:lnTo>
                    <a:pt x="334130" y="159326"/>
                  </a:lnTo>
                  <a:lnTo>
                    <a:pt x="333797" y="154033"/>
                  </a:lnTo>
                  <a:lnTo>
                    <a:pt x="333297" y="148752"/>
                  </a:lnTo>
                  <a:lnTo>
                    <a:pt x="332629" y="143491"/>
                  </a:lnTo>
                  <a:lnTo>
                    <a:pt x="331794" y="138253"/>
                  </a:lnTo>
                  <a:lnTo>
                    <a:pt x="330794" y="133044"/>
                  </a:lnTo>
                  <a:lnTo>
                    <a:pt x="329629" y="127870"/>
                  </a:lnTo>
                  <a:lnTo>
                    <a:pt x="328301" y="122735"/>
                  </a:lnTo>
                  <a:lnTo>
                    <a:pt x="326810" y="117645"/>
                  </a:lnTo>
                  <a:lnTo>
                    <a:pt x="325159" y="112605"/>
                  </a:lnTo>
                  <a:lnTo>
                    <a:pt x="323349" y="107620"/>
                  </a:lnTo>
                  <a:lnTo>
                    <a:pt x="321381" y="102695"/>
                  </a:lnTo>
                  <a:lnTo>
                    <a:pt x="319258" y="97834"/>
                  </a:lnTo>
                  <a:lnTo>
                    <a:pt x="316982" y="93044"/>
                  </a:lnTo>
                  <a:lnTo>
                    <a:pt x="314555" y="88328"/>
                  </a:lnTo>
                  <a:lnTo>
                    <a:pt x="311980" y="83691"/>
                  </a:lnTo>
                  <a:lnTo>
                    <a:pt x="309259" y="79138"/>
                  </a:lnTo>
                  <a:lnTo>
                    <a:pt x="306395" y="74674"/>
                  </a:lnTo>
                  <a:lnTo>
                    <a:pt x="303391" y="70304"/>
                  </a:lnTo>
                  <a:lnTo>
                    <a:pt x="300249" y="66030"/>
                  </a:lnTo>
                  <a:lnTo>
                    <a:pt x="296974" y="61859"/>
                  </a:lnTo>
                  <a:lnTo>
                    <a:pt x="293568" y="57793"/>
                  </a:lnTo>
                  <a:lnTo>
                    <a:pt x="290034" y="53838"/>
                  </a:lnTo>
                  <a:lnTo>
                    <a:pt x="286377" y="49996"/>
                  </a:lnTo>
                  <a:lnTo>
                    <a:pt x="282600" y="46273"/>
                  </a:lnTo>
                  <a:lnTo>
                    <a:pt x="278707" y="42671"/>
                  </a:lnTo>
                  <a:lnTo>
                    <a:pt x="274701" y="39195"/>
                  </a:lnTo>
                  <a:lnTo>
                    <a:pt x="270588" y="35847"/>
                  </a:lnTo>
                  <a:lnTo>
                    <a:pt x="266370" y="32632"/>
                  </a:lnTo>
                  <a:lnTo>
                    <a:pt x="262052" y="29552"/>
                  </a:lnTo>
                  <a:lnTo>
                    <a:pt x="257638" y="26610"/>
                  </a:lnTo>
                  <a:lnTo>
                    <a:pt x="253134" y="23810"/>
                  </a:lnTo>
                  <a:lnTo>
                    <a:pt x="248543" y="21155"/>
                  </a:lnTo>
                  <a:lnTo>
                    <a:pt x="243870" y="18646"/>
                  </a:lnTo>
                  <a:lnTo>
                    <a:pt x="239120" y="16287"/>
                  </a:lnTo>
                  <a:lnTo>
                    <a:pt x="234297" y="14079"/>
                  </a:lnTo>
                  <a:lnTo>
                    <a:pt x="229407" y="12026"/>
                  </a:lnTo>
                  <a:lnTo>
                    <a:pt x="224454" y="10129"/>
                  </a:lnTo>
                  <a:lnTo>
                    <a:pt x="219443" y="8390"/>
                  </a:lnTo>
                  <a:lnTo>
                    <a:pt x="214380" y="6811"/>
                  </a:lnTo>
                  <a:lnTo>
                    <a:pt x="209269" y="5394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9215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9215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9215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9215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9215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9215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9215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9215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9215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9215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9215"/>
              <a:ext cx="42122" cy="161773"/>
            </a:xfrm>
            <a:custGeom>
              <a:avLst/>
              <a:pathLst>
                <a:path w="42122" h="161773">
                  <a:moveTo>
                    <a:pt x="42122" y="0"/>
                  </a:moveTo>
                  <a:lnTo>
                    <a:pt x="0" y="161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3821"/>
              <a:ext cx="42122" cy="167167"/>
            </a:xfrm>
            <a:custGeom>
              <a:avLst/>
              <a:pathLst>
                <a:path w="42122" h="167167">
                  <a:moveTo>
                    <a:pt x="42122" y="5394"/>
                  </a:moveTo>
                  <a:lnTo>
                    <a:pt x="36209" y="3968"/>
                  </a:lnTo>
                  <a:lnTo>
                    <a:pt x="30247" y="2759"/>
                  </a:lnTo>
                  <a:lnTo>
                    <a:pt x="24246" y="1767"/>
                  </a:lnTo>
                  <a:lnTo>
                    <a:pt x="18212" y="995"/>
                  </a:lnTo>
                  <a:lnTo>
                    <a:pt x="12155" y="442"/>
                  </a:lnTo>
                  <a:lnTo>
                    <a:pt x="6081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357" y="4659281"/>
              <a:ext cx="167167" cy="275599"/>
            </a:xfrm>
            <a:custGeom>
              <a:avLst/>
              <a:pathLst>
                <a:path w="167167" h="275599">
                  <a:moveTo>
                    <a:pt x="167167" y="0"/>
                  </a:moveTo>
                  <a:lnTo>
                    <a:pt x="161808" y="85"/>
                  </a:lnTo>
                  <a:lnTo>
                    <a:pt x="156454" y="343"/>
                  </a:lnTo>
                  <a:lnTo>
                    <a:pt x="151111" y="772"/>
                  </a:lnTo>
                  <a:lnTo>
                    <a:pt x="145785" y="1373"/>
                  </a:lnTo>
                  <a:lnTo>
                    <a:pt x="140481" y="2143"/>
                  </a:lnTo>
                  <a:lnTo>
                    <a:pt x="135204" y="3084"/>
                  </a:lnTo>
                  <a:lnTo>
                    <a:pt x="129960" y="4193"/>
                  </a:lnTo>
                  <a:lnTo>
                    <a:pt x="124754" y="5469"/>
                  </a:lnTo>
                  <a:lnTo>
                    <a:pt x="119592" y="6912"/>
                  </a:lnTo>
                  <a:lnTo>
                    <a:pt x="114479" y="8520"/>
                  </a:lnTo>
                  <a:lnTo>
                    <a:pt x="109420" y="10290"/>
                  </a:lnTo>
                  <a:lnTo>
                    <a:pt x="104420" y="12222"/>
                  </a:lnTo>
                  <a:lnTo>
                    <a:pt x="99485" y="14314"/>
                  </a:lnTo>
                  <a:lnTo>
                    <a:pt x="94620" y="16562"/>
                  </a:lnTo>
                  <a:lnTo>
                    <a:pt x="89829" y="18965"/>
                  </a:lnTo>
                  <a:lnTo>
                    <a:pt x="85117" y="21521"/>
                  </a:lnTo>
                  <a:lnTo>
                    <a:pt x="80490" y="24226"/>
                  </a:lnTo>
                  <a:lnTo>
                    <a:pt x="75952" y="27078"/>
                  </a:lnTo>
                  <a:lnTo>
                    <a:pt x="71508" y="30075"/>
                  </a:lnTo>
                  <a:lnTo>
                    <a:pt x="67162" y="33212"/>
                  </a:lnTo>
                  <a:lnTo>
                    <a:pt x="62919" y="36487"/>
                  </a:lnTo>
                  <a:lnTo>
                    <a:pt x="58783" y="39896"/>
                  </a:lnTo>
                  <a:lnTo>
                    <a:pt x="54758" y="43436"/>
                  </a:lnTo>
                  <a:lnTo>
                    <a:pt x="50849" y="47104"/>
                  </a:lnTo>
                  <a:lnTo>
                    <a:pt x="47060" y="50894"/>
                  </a:lnTo>
                  <a:lnTo>
                    <a:pt x="43394" y="54805"/>
                  </a:lnTo>
                  <a:lnTo>
                    <a:pt x="39856" y="58830"/>
                  </a:lnTo>
                  <a:lnTo>
                    <a:pt x="36448" y="62968"/>
                  </a:lnTo>
                  <a:lnTo>
                    <a:pt x="33175" y="67212"/>
                  </a:lnTo>
                  <a:lnTo>
                    <a:pt x="30039" y="71559"/>
                  </a:lnTo>
                  <a:lnTo>
                    <a:pt x="27044" y="76004"/>
                  </a:lnTo>
                  <a:lnTo>
                    <a:pt x="24194" y="80543"/>
                  </a:lnTo>
                  <a:lnTo>
                    <a:pt x="21490" y="85172"/>
                  </a:lnTo>
                  <a:lnTo>
                    <a:pt x="18936" y="89884"/>
                  </a:lnTo>
                  <a:lnTo>
                    <a:pt x="16535" y="94676"/>
                  </a:lnTo>
                  <a:lnTo>
                    <a:pt x="14288" y="99542"/>
                  </a:lnTo>
                  <a:lnTo>
                    <a:pt x="12199" y="104478"/>
                  </a:lnTo>
                  <a:lnTo>
                    <a:pt x="10269" y="109479"/>
                  </a:lnTo>
                  <a:lnTo>
                    <a:pt x="8500" y="114538"/>
                  </a:lnTo>
                  <a:lnTo>
                    <a:pt x="6894" y="119652"/>
                  </a:lnTo>
                  <a:lnTo>
                    <a:pt x="5453" y="124815"/>
                  </a:lnTo>
                  <a:lnTo>
                    <a:pt x="4179" y="130021"/>
                  </a:lnTo>
                  <a:lnTo>
                    <a:pt x="3072" y="135265"/>
                  </a:lnTo>
                  <a:lnTo>
                    <a:pt x="2133" y="140542"/>
                  </a:lnTo>
                  <a:lnTo>
                    <a:pt x="1365" y="145847"/>
                  </a:lnTo>
                  <a:lnTo>
                    <a:pt x="766" y="151173"/>
                  </a:lnTo>
                  <a:lnTo>
                    <a:pt x="339" y="156516"/>
                  </a:lnTo>
                  <a:lnTo>
                    <a:pt x="83" y="161870"/>
                  </a:lnTo>
                  <a:lnTo>
                    <a:pt x="0" y="167229"/>
                  </a:lnTo>
                  <a:lnTo>
                    <a:pt x="87" y="172589"/>
                  </a:lnTo>
                  <a:lnTo>
                    <a:pt x="347" y="177942"/>
                  </a:lnTo>
                  <a:lnTo>
                    <a:pt x="778" y="183285"/>
                  </a:lnTo>
                  <a:lnTo>
                    <a:pt x="1381" y="188611"/>
                  </a:lnTo>
                  <a:lnTo>
                    <a:pt x="2153" y="193915"/>
                  </a:lnTo>
                  <a:lnTo>
                    <a:pt x="3096" y="199191"/>
                  </a:lnTo>
                  <a:lnTo>
                    <a:pt x="4207" y="204435"/>
                  </a:lnTo>
                  <a:lnTo>
                    <a:pt x="5485" y="209640"/>
                  </a:lnTo>
                  <a:lnTo>
                    <a:pt x="6930" y="214802"/>
                  </a:lnTo>
                  <a:lnTo>
                    <a:pt x="8539" y="219914"/>
                  </a:lnTo>
                  <a:lnTo>
                    <a:pt x="10312" y="224973"/>
                  </a:lnTo>
                  <a:lnTo>
                    <a:pt x="12246" y="229971"/>
                  </a:lnTo>
                  <a:lnTo>
                    <a:pt x="14339" y="234906"/>
                  </a:lnTo>
                  <a:lnTo>
                    <a:pt x="16589" y="239771"/>
                  </a:lnTo>
                  <a:lnTo>
                    <a:pt x="18994" y="244561"/>
                  </a:lnTo>
                  <a:lnTo>
                    <a:pt x="21551" y="249271"/>
                  </a:lnTo>
                  <a:lnTo>
                    <a:pt x="24259" y="253897"/>
                  </a:lnTo>
                  <a:lnTo>
                    <a:pt x="27113" y="258434"/>
                  </a:lnTo>
                  <a:lnTo>
                    <a:pt x="30110" y="262877"/>
                  </a:lnTo>
                  <a:lnTo>
                    <a:pt x="33249" y="267222"/>
                  </a:lnTo>
                  <a:lnTo>
                    <a:pt x="36526" y="271464"/>
                  </a:lnTo>
                  <a:lnTo>
                    <a:pt x="39937" y="27559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59294" y="4826449"/>
              <a:ext cx="127230" cy="108431"/>
            </a:xfrm>
            <a:custGeom>
              <a:avLst/>
              <a:pathLst>
                <a:path w="127230" h="108431">
                  <a:moveTo>
                    <a:pt x="0" y="108431"/>
                  </a:moveTo>
                  <a:lnTo>
                    <a:pt x="12723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59294" y="4826449"/>
              <a:ext cx="127230" cy="108431"/>
            </a:xfrm>
            <a:custGeom>
              <a:avLst/>
              <a:pathLst>
                <a:path w="127230" h="108431">
                  <a:moveTo>
                    <a:pt x="0" y="108431"/>
                  </a:moveTo>
                  <a:lnTo>
                    <a:pt x="12723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59294" y="4826449"/>
              <a:ext cx="127230" cy="108431"/>
            </a:xfrm>
            <a:custGeom>
              <a:avLst/>
              <a:pathLst>
                <a:path w="127230" h="108431">
                  <a:moveTo>
                    <a:pt x="0" y="108431"/>
                  </a:moveTo>
                  <a:lnTo>
                    <a:pt x="12723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59294" y="4826449"/>
              <a:ext cx="127230" cy="108431"/>
            </a:xfrm>
            <a:custGeom>
              <a:avLst/>
              <a:pathLst>
                <a:path w="127230" h="108431">
                  <a:moveTo>
                    <a:pt x="0" y="108431"/>
                  </a:moveTo>
                  <a:lnTo>
                    <a:pt x="1272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59294" y="4826449"/>
              <a:ext cx="127230" cy="108431"/>
            </a:xfrm>
            <a:custGeom>
              <a:avLst/>
              <a:pathLst>
                <a:path w="127230" h="108431">
                  <a:moveTo>
                    <a:pt x="0" y="108431"/>
                  </a:moveTo>
                  <a:lnTo>
                    <a:pt x="1272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59294" y="4826449"/>
              <a:ext cx="127230" cy="108431"/>
            </a:xfrm>
            <a:custGeom>
              <a:avLst/>
              <a:pathLst>
                <a:path w="127230" h="108431">
                  <a:moveTo>
                    <a:pt x="0" y="108431"/>
                  </a:moveTo>
                  <a:lnTo>
                    <a:pt x="1272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59294" y="4826449"/>
              <a:ext cx="127230" cy="108431"/>
            </a:xfrm>
            <a:custGeom>
              <a:avLst/>
              <a:pathLst>
                <a:path w="127230" h="108431">
                  <a:moveTo>
                    <a:pt x="0" y="108431"/>
                  </a:moveTo>
                  <a:lnTo>
                    <a:pt x="1272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59294" y="4826449"/>
              <a:ext cx="127230" cy="108431"/>
            </a:xfrm>
            <a:custGeom>
              <a:avLst/>
              <a:pathLst>
                <a:path w="127230" h="108431">
                  <a:moveTo>
                    <a:pt x="0" y="108431"/>
                  </a:moveTo>
                  <a:lnTo>
                    <a:pt x="12723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59294" y="4826449"/>
              <a:ext cx="127230" cy="108431"/>
            </a:xfrm>
            <a:custGeom>
              <a:avLst/>
              <a:pathLst>
                <a:path w="127230" h="108431">
                  <a:moveTo>
                    <a:pt x="0" y="108431"/>
                  </a:moveTo>
                  <a:lnTo>
                    <a:pt x="12723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59294" y="4826449"/>
              <a:ext cx="127230" cy="118830"/>
            </a:xfrm>
            <a:custGeom>
              <a:avLst/>
              <a:pathLst>
                <a:path w="127230" h="118830">
                  <a:moveTo>
                    <a:pt x="0" y="108431"/>
                  </a:moveTo>
                  <a:lnTo>
                    <a:pt x="9653" y="118830"/>
                  </a:lnTo>
                  <a:lnTo>
                    <a:pt x="12723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68948" y="4659281"/>
              <a:ext cx="284737" cy="334316"/>
            </a:xfrm>
            <a:custGeom>
              <a:avLst/>
              <a:pathLst>
                <a:path w="284737" h="334316">
                  <a:moveTo>
                    <a:pt x="0" y="285998"/>
                  </a:moveTo>
                  <a:lnTo>
                    <a:pt x="3847" y="289686"/>
                  </a:lnTo>
                  <a:lnTo>
                    <a:pt x="7811" y="293249"/>
                  </a:lnTo>
                  <a:lnTo>
                    <a:pt x="11886" y="296684"/>
                  </a:lnTo>
                  <a:lnTo>
                    <a:pt x="16068" y="299987"/>
                  </a:lnTo>
                  <a:lnTo>
                    <a:pt x="20354" y="303155"/>
                  </a:lnTo>
                  <a:lnTo>
                    <a:pt x="24739" y="306186"/>
                  </a:lnTo>
                  <a:lnTo>
                    <a:pt x="29217" y="309074"/>
                  </a:lnTo>
                  <a:lnTo>
                    <a:pt x="33786" y="311819"/>
                  </a:lnTo>
                  <a:lnTo>
                    <a:pt x="38440" y="314417"/>
                  </a:lnTo>
                  <a:lnTo>
                    <a:pt x="43174" y="316864"/>
                  </a:lnTo>
                  <a:lnTo>
                    <a:pt x="47984" y="319160"/>
                  </a:lnTo>
                  <a:lnTo>
                    <a:pt x="52865" y="321301"/>
                  </a:lnTo>
                  <a:lnTo>
                    <a:pt x="57811" y="323286"/>
                  </a:lnTo>
                  <a:lnTo>
                    <a:pt x="62818" y="325112"/>
                  </a:lnTo>
                  <a:lnTo>
                    <a:pt x="67881" y="326777"/>
                  </a:lnTo>
                  <a:lnTo>
                    <a:pt x="72994" y="328280"/>
                  </a:lnTo>
                  <a:lnTo>
                    <a:pt x="78153" y="329619"/>
                  </a:lnTo>
                  <a:lnTo>
                    <a:pt x="83352" y="330794"/>
                  </a:lnTo>
                  <a:lnTo>
                    <a:pt x="88585" y="331801"/>
                  </a:lnTo>
                  <a:lnTo>
                    <a:pt x="93848" y="332642"/>
                  </a:lnTo>
                  <a:lnTo>
                    <a:pt x="99135" y="333314"/>
                  </a:lnTo>
                  <a:lnTo>
                    <a:pt x="104441" y="333818"/>
                  </a:lnTo>
                  <a:lnTo>
                    <a:pt x="109760" y="334152"/>
                  </a:lnTo>
                  <a:lnTo>
                    <a:pt x="115088" y="334316"/>
                  </a:lnTo>
                  <a:lnTo>
                    <a:pt x="120417" y="334310"/>
                  </a:lnTo>
                  <a:lnTo>
                    <a:pt x="125744" y="334135"/>
                  </a:lnTo>
                  <a:lnTo>
                    <a:pt x="131063" y="333789"/>
                  </a:lnTo>
                  <a:lnTo>
                    <a:pt x="136367" y="333275"/>
                  </a:lnTo>
                  <a:lnTo>
                    <a:pt x="141653" y="332591"/>
                  </a:lnTo>
                  <a:lnTo>
                    <a:pt x="146914" y="331740"/>
                  </a:lnTo>
                  <a:lnTo>
                    <a:pt x="152146" y="330721"/>
                  </a:lnTo>
                  <a:lnTo>
                    <a:pt x="157342" y="329536"/>
                  </a:lnTo>
                  <a:lnTo>
                    <a:pt x="162498" y="328186"/>
                  </a:lnTo>
                  <a:lnTo>
                    <a:pt x="167608" y="326672"/>
                  </a:lnTo>
                  <a:lnTo>
                    <a:pt x="172667" y="324996"/>
                  </a:lnTo>
                  <a:lnTo>
                    <a:pt x="177670" y="323159"/>
                  </a:lnTo>
                  <a:lnTo>
                    <a:pt x="182613" y="321164"/>
                  </a:lnTo>
                  <a:lnTo>
                    <a:pt x="187489" y="319013"/>
                  </a:lnTo>
                  <a:lnTo>
                    <a:pt x="192294" y="316707"/>
                  </a:lnTo>
                  <a:lnTo>
                    <a:pt x="197023" y="314249"/>
                  </a:lnTo>
                  <a:lnTo>
                    <a:pt x="201671" y="311642"/>
                  </a:lnTo>
                  <a:lnTo>
                    <a:pt x="206234" y="308887"/>
                  </a:lnTo>
                  <a:lnTo>
                    <a:pt x="210707" y="305989"/>
                  </a:lnTo>
                  <a:lnTo>
                    <a:pt x="215085" y="302950"/>
                  </a:lnTo>
                  <a:lnTo>
                    <a:pt x="219364" y="299772"/>
                  </a:lnTo>
                  <a:lnTo>
                    <a:pt x="223539" y="296460"/>
                  </a:lnTo>
                  <a:lnTo>
                    <a:pt x="227607" y="293016"/>
                  </a:lnTo>
                  <a:lnTo>
                    <a:pt x="231563" y="289445"/>
                  </a:lnTo>
                  <a:lnTo>
                    <a:pt x="235403" y="285749"/>
                  </a:lnTo>
                  <a:lnTo>
                    <a:pt x="239123" y="281933"/>
                  </a:lnTo>
                  <a:lnTo>
                    <a:pt x="242720" y="278000"/>
                  </a:lnTo>
                  <a:lnTo>
                    <a:pt x="246190" y="273954"/>
                  </a:lnTo>
                  <a:lnTo>
                    <a:pt x="249528" y="269800"/>
                  </a:lnTo>
                  <a:lnTo>
                    <a:pt x="252733" y="265541"/>
                  </a:lnTo>
                  <a:lnTo>
                    <a:pt x="255800" y="261182"/>
                  </a:lnTo>
                  <a:lnTo>
                    <a:pt x="258727" y="256728"/>
                  </a:lnTo>
                  <a:lnTo>
                    <a:pt x="261511" y="252183"/>
                  </a:lnTo>
                  <a:lnTo>
                    <a:pt x="264148" y="247552"/>
                  </a:lnTo>
                  <a:lnTo>
                    <a:pt x="266636" y="242838"/>
                  </a:lnTo>
                  <a:lnTo>
                    <a:pt x="268972" y="238048"/>
                  </a:lnTo>
                  <a:lnTo>
                    <a:pt x="271155" y="233186"/>
                  </a:lnTo>
                  <a:lnTo>
                    <a:pt x="273181" y="228256"/>
                  </a:lnTo>
                  <a:lnTo>
                    <a:pt x="275050" y="223265"/>
                  </a:lnTo>
                  <a:lnTo>
                    <a:pt x="276758" y="218216"/>
                  </a:lnTo>
                  <a:lnTo>
                    <a:pt x="278304" y="213116"/>
                  </a:lnTo>
                  <a:lnTo>
                    <a:pt x="279687" y="207969"/>
                  </a:lnTo>
                  <a:lnTo>
                    <a:pt x="280906" y="202780"/>
                  </a:lnTo>
                  <a:lnTo>
                    <a:pt x="281958" y="197556"/>
                  </a:lnTo>
                  <a:lnTo>
                    <a:pt x="282843" y="192300"/>
                  </a:lnTo>
                  <a:lnTo>
                    <a:pt x="283560" y="187019"/>
                  </a:lnTo>
                  <a:lnTo>
                    <a:pt x="284109" y="181717"/>
                  </a:lnTo>
                  <a:lnTo>
                    <a:pt x="284488" y="176401"/>
                  </a:lnTo>
                  <a:lnTo>
                    <a:pt x="284698" y="171076"/>
                  </a:lnTo>
                  <a:lnTo>
                    <a:pt x="284737" y="165746"/>
                  </a:lnTo>
                  <a:lnTo>
                    <a:pt x="284607" y="160418"/>
                  </a:lnTo>
                  <a:lnTo>
                    <a:pt x="284307" y="155097"/>
                  </a:lnTo>
                  <a:lnTo>
                    <a:pt x="283837" y="149788"/>
                  </a:lnTo>
                  <a:lnTo>
                    <a:pt x="283199" y="144497"/>
                  </a:lnTo>
                  <a:lnTo>
                    <a:pt x="282392" y="139228"/>
                  </a:lnTo>
                  <a:lnTo>
                    <a:pt x="281418" y="133988"/>
                  </a:lnTo>
                  <a:lnTo>
                    <a:pt x="280277" y="128782"/>
                  </a:lnTo>
                  <a:lnTo>
                    <a:pt x="278970" y="123615"/>
                  </a:lnTo>
                  <a:lnTo>
                    <a:pt x="277500" y="118492"/>
                  </a:lnTo>
                  <a:lnTo>
                    <a:pt x="275867" y="113419"/>
                  </a:lnTo>
                  <a:lnTo>
                    <a:pt x="274073" y="108400"/>
                  </a:lnTo>
                  <a:lnTo>
                    <a:pt x="272120" y="103441"/>
                  </a:lnTo>
                  <a:lnTo>
                    <a:pt x="270010" y="98547"/>
                  </a:lnTo>
                  <a:lnTo>
                    <a:pt x="267745" y="93723"/>
                  </a:lnTo>
                  <a:lnTo>
                    <a:pt x="265328" y="88973"/>
                  </a:lnTo>
                  <a:lnTo>
                    <a:pt x="262760" y="84303"/>
                  </a:lnTo>
                  <a:lnTo>
                    <a:pt x="260045" y="79716"/>
                  </a:lnTo>
                  <a:lnTo>
                    <a:pt x="257184" y="75219"/>
                  </a:lnTo>
                  <a:lnTo>
                    <a:pt x="254182" y="70815"/>
                  </a:lnTo>
                  <a:lnTo>
                    <a:pt x="251041" y="66510"/>
                  </a:lnTo>
                  <a:lnTo>
                    <a:pt x="247765" y="62306"/>
                  </a:lnTo>
                  <a:lnTo>
                    <a:pt x="244356" y="58209"/>
                  </a:lnTo>
                  <a:lnTo>
                    <a:pt x="240818" y="54223"/>
                  </a:lnTo>
                  <a:lnTo>
                    <a:pt x="237155" y="50352"/>
                  </a:lnTo>
                  <a:lnTo>
                    <a:pt x="233370" y="46599"/>
                  </a:lnTo>
                  <a:lnTo>
                    <a:pt x="229468" y="42969"/>
                  </a:lnTo>
                  <a:lnTo>
                    <a:pt x="225452" y="39465"/>
                  </a:lnTo>
                  <a:lnTo>
                    <a:pt x="221326" y="36091"/>
                  </a:lnTo>
                  <a:lnTo>
                    <a:pt x="217095" y="32851"/>
                  </a:lnTo>
                  <a:lnTo>
                    <a:pt x="212763" y="29746"/>
                  </a:lnTo>
                  <a:lnTo>
                    <a:pt x="208334" y="26782"/>
                  </a:lnTo>
                  <a:lnTo>
                    <a:pt x="203812" y="23960"/>
                  </a:lnTo>
                  <a:lnTo>
                    <a:pt x="199203" y="21284"/>
                  </a:lnTo>
                  <a:lnTo>
                    <a:pt x="194511" y="18756"/>
                  </a:lnTo>
                  <a:lnTo>
                    <a:pt x="189741" y="16379"/>
                  </a:lnTo>
                  <a:lnTo>
                    <a:pt x="184898" y="14155"/>
                  </a:lnTo>
                  <a:lnTo>
                    <a:pt x="179986" y="12086"/>
                  </a:lnTo>
                  <a:lnTo>
                    <a:pt x="175010" y="10176"/>
                  </a:lnTo>
                  <a:lnTo>
                    <a:pt x="169976" y="8425"/>
                  </a:lnTo>
                  <a:lnTo>
                    <a:pt x="164889" y="6835"/>
                  </a:lnTo>
                  <a:lnTo>
                    <a:pt x="159754" y="5408"/>
                  </a:lnTo>
                  <a:lnTo>
                    <a:pt x="154576" y="4146"/>
                  </a:lnTo>
                  <a:lnTo>
                    <a:pt x="149360" y="3049"/>
                  </a:lnTo>
                  <a:lnTo>
                    <a:pt x="144113" y="2119"/>
                  </a:lnTo>
                  <a:lnTo>
                    <a:pt x="138838" y="1357"/>
                  </a:lnTo>
                  <a:lnTo>
                    <a:pt x="133541" y="764"/>
                  </a:lnTo>
                  <a:lnTo>
                    <a:pt x="128228" y="339"/>
                  </a:lnTo>
                  <a:lnTo>
                    <a:pt x="122905" y="84"/>
                  </a:lnTo>
                  <a:lnTo>
                    <a:pt x="117576" y="0"/>
                  </a:lnTo>
                  <a:lnTo>
                    <a:pt x="1175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321559" y="5018213"/>
              <a:ext cx="334325" cy="334317"/>
            </a:xfrm>
            <a:custGeom>
              <a:avLst/>
              <a:pathLst>
                <a:path w="334325" h="334317">
                  <a:moveTo>
                    <a:pt x="167161" y="0"/>
                  </a:moveTo>
                  <a:lnTo>
                    <a:pt x="161881" y="83"/>
                  </a:lnTo>
                  <a:lnTo>
                    <a:pt x="156607" y="333"/>
                  </a:lnTo>
                  <a:lnTo>
                    <a:pt x="151343" y="750"/>
                  </a:lnTo>
                  <a:lnTo>
                    <a:pt x="146095" y="1332"/>
                  </a:lnTo>
                  <a:lnTo>
                    <a:pt x="140868" y="2080"/>
                  </a:lnTo>
                  <a:lnTo>
                    <a:pt x="135667" y="2993"/>
                  </a:lnTo>
                  <a:lnTo>
                    <a:pt x="130498" y="4069"/>
                  </a:lnTo>
                  <a:lnTo>
                    <a:pt x="125365" y="5309"/>
                  </a:lnTo>
                  <a:lnTo>
                    <a:pt x="120274" y="6709"/>
                  </a:lnTo>
                  <a:lnTo>
                    <a:pt x="115230" y="8270"/>
                  </a:lnTo>
                  <a:lnTo>
                    <a:pt x="110238" y="9990"/>
                  </a:lnTo>
                  <a:lnTo>
                    <a:pt x="105302" y="11866"/>
                  </a:lnTo>
                  <a:lnTo>
                    <a:pt x="100428" y="13897"/>
                  </a:lnTo>
                  <a:lnTo>
                    <a:pt x="95621" y="16081"/>
                  </a:lnTo>
                  <a:lnTo>
                    <a:pt x="90885" y="18416"/>
                  </a:lnTo>
                  <a:lnTo>
                    <a:pt x="86225" y="20899"/>
                  </a:lnTo>
                  <a:lnTo>
                    <a:pt x="81646" y="23528"/>
                  </a:lnTo>
                  <a:lnTo>
                    <a:pt x="77152" y="26301"/>
                  </a:lnTo>
                  <a:lnTo>
                    <a:pt x="72748" y="29214"/>
                  </a:lnTo>
                  <a:lnTo>
                    <a:pt x="68438" y="32264"/>
                  </a:lnTo>
                  <a:lnTo>
                    <a:pt x="64227" y="35449"/>
                  </a:lnTo>
                  <a:lnTo>
                    <a:pt x="60118" y="38766"/>
                  </a:lnTo>
                  <a:lnTo>
                    <a:pt x="56116" y="42211"/>
                  </a:lnTo>
                  <a:lnTo>
                    <a:pt x="52225" y="45780"/>
                  </a:lnTo>
                  <a:lnTo>
                    <a:pt x="48449" y="49471"/>
                  </a:lnTo>
                  <a:lnTo>
                    <a:pt x="44791" y="53279"/>
                  </a:lnTo>
                  <a:lnTo>
                    <a:pt x="41255" y="57200"/>
                  </a:lnTo>
                  <a:lnTo>
                    <a:pt x="37845" y="61231"/>
                  </a:lnTo>
                  <a:lnTo>
                    <a:pt x="34564" y="65368"/>
                  </a:lnTo>
                  <a:lnTo>
                    <a:pt x="31415" y="69607"/>
                  </a:lnTo>
                  <a:lnTo>
                    <a:pt x="28401" y="73943"/>
                  </a:lnTo>
                  <a:lnTo>
                    <a:pt x="25526" y="78372"/>
                  </a:lnTo>
                  <a:lnTo>
                    <a:pt x="22793" y="82889"/>
                  </a:lnTo>
                  <a:lnTo>
                    <a:pt x="20203" y="87491"/>
                  </a:lnTo>
                  <a:lnTo>
                    <a:pt x="17760" y="92172"/>
                  </a:lnTo>
                  <a:lnTo>
                    <a:pt x="15466" y="96928"/>
                  </a:lnTo>
                  <a:lnTo>
                    <a:pt x="13323" y="101754"/>
                  </a:lnTo>
                  <a:lnTo>
                    <a:pt x="11334" y="106645"/>
                  </a:lnTo>
                  <a:lnTo>
                    <a:pt x="9500" y="111596"/>
                  </a:lnTo>
                  <a:lnTo>
                    <a:pt x="7824" y="116603"/>
                  </a:lnTo>
                  <a:lnTo>
                    <a:pt x="6306" y="121661"/>
                  </a:lnTo>
                  <a:lnTo>
                    <a:pt x="4949" y="126764"/>
                  </a:lnTo>
                  <a:lnTo>
                    <a:pt x="3754" y="131907"/>
                  </a:lnTo>
                  <a:lnTo>
                    <a:pt x="2722" y="137085"/>
                  </a:lnTo>
                  <a:lnTo>
                    <a:pt x="1854" y="142294"/>
                  </a:lnTo>
                  <a:lnTo>
                    <a:pt x="1151" y="147527"/>
                  </a:lnTo>
                  <a:lnTo>
                    <a:pt x="614" y="152780"/>
                  </a:lnTo>
                  <a:lnTo>
                    <a:pt x="242" y="158047"/>
                  </a:lnTo>
                  <a:lnTo>
                    <a:pt x="38" y="163323"/>
                  </a:lnTo>
                  <a:lnTo>
                    <a:pt x="0" y="168603"/>
                  </a:lnTo>
                  <a:lnTo>
                    <a:pt x="128" y="173882"/>
                  </a:lnTo>
                  <a:lnTo>
                    <a:pt x="424" y="179154"/>
                  </a:lnTo>
                  <a:lnTo>
                    <a:pt x="885" y="184414"/>
                  </a:lnTo>
                  <a:lnTo>
                    <a:pt x="1513" y="189657"/>
                  </a:lnTo>
                  <a:lnTo>
                    <a:pt x="2306" y="194877"/>
                  </a:lnTo>
                  <a:lnTo>
                    <a:pt x="3263" y="200070"/>
                  </a:lnTo>
                  <a:lnTo>
                    <a:pt x="4384" y="205230"/>
                  </a:lnTo>
                  <a:lnTo>
                    <a:pt x="5668" y="210351"/>
                  </a:lnTo>
                  <a:lnTo>
                    <a:pt x="7112" y="215430"/>
                  </a:lnTo>
                  <a:lnTo>
                    <a:pt x="8716" y="220461"/>
                  </a:lnTo>
                  <a:lnTo>
                    <a:pt x="10478" y="225438"/>
                  </a:lnTo>
                  <a:lnTo>
                    <a:pt x="12397" y="230358"/>
                  </a:lnTo>
                  <a:lnTo>
                    <a:pt x="14470" y="235214"/>
                  </a:lnTo>
                  <a:lnTo>
                    <a:pt x="16695" y="240003"/>
                  </a:lnTo>
                  <a:lnTo>
                    <a:pt x="19070" y="244718"/>
                  </a:lnTo>
                  <a:lnTo>
                    <a:pt x="21594" y="249357"/>
                  </a:lnTo>
                  <a:lnTo>
                    <a:pt x="24262" y="253913"/>
                  </a:lnTo>
                  <a:lnTo>
                    <a:pt x="27073" y="258383"/>
                  </a:lnTo>
                  <a:lnTo>
                    <a:pt x="30024" y="262762"/>
                  </a:lnTo>
                  <a:lnTo>
                    <a:pt x="33111" y="267045"/>
                  </a:lnTo>
                  <a:lnTo>
                    <a:pt x="36332" y="271229"/>
                  </a:lnTo>
                  <a:lnTo>
                    <a:pt x="39684" y="275309"/>
                  </a:lnTo>
                  <a:lnTo>
                    <a:pt x="43163" y="279281"/>
                  </a:lnTo>
                  <a:lnTo>
                    <a:pt x="46766" y="283141"/>
                  </a:lnTo>
                  <a:lnTo>
                    <a:pt x="50489" y="286886"/>
                  </a:lnTo>
                  <a:lnTo>
                    <a:pt x="54328" y="290511"/>
                  </a:lnTo>
                  <a:lnTo>
                    <a:pt x="58280" y="294013"/>
                  </a:lnTo>
                  <a:lnTo>
                    <a:pt x="62340" y="297388"/>
                  </a:lnTo>
                  <a:lnTo>
                    <a:pt x="66505" y="300634"/>
                  </a:lnTo>
                  <a:lnTo>
                    <a:pt x="70771" y="303746"/>
                  </a:lnTo>
                  <a:lnTo>
                    <a:pt x="75132" y="306722"/>
                  </a:lnTo>
                  <a:lnTo>
                    <a:pt x="79586" y="309559"/>
                  </a:lnTo>
                  <a:lnTo>
                    <a:pt x="84126" y="312254"/>
                  </a:lnTo>
                  <a:lnTo>
                    <a:pt x="88750" y="314804"/>
                  </a:lnTo>
                  <a:lnTo>
                    <a:pt x="93452" y="317207"/>
                  </a:lnTo>
                  <a:lnTo>
                    <a:pt x="98227" y="319460"/>
                  </a:lnTo>
                  <a:lnTo>
                    <a:pt x="103071" y="321561"/>
                  </a:lnTo>
                  <a:lnTo>
                    <a:pt x="107980" y="323508"/>
                  </a:lnTo>
                  <a:lnTo>
                    <a:pt x="112947" y="325299"/>
                  </a:lnTo>
                  <a:lnTo>
                    <a:pt x="117968" y="326932"/>
                  </a:lnTo>
                  <a:lnTo>
                    <a:pt x="123038" y="328406"/>
                  </a:lnTo>
                  <a:lnTo>
                    <a:pt x="128153" y="329719"/>
                  </a:lnTo>
                  <a:lnTo>
                    <a:pt x="133306" y="330870"/>
                  </a:lnTo>
                  <a:lnTo>
                    <a:pt x="138493" y="331858"/>
                  </a:lnTo>
                  <a:lnTo>
                    <a:pt x="143709" y="332681"/>
                  </a:lnTo>
                  <a:lnTo>
                    <a:pt x="148948" y="333339"/>
                  </a:lnTo>
                  <a:lnTo>
                    <a:pt x="154205" y="333832"/>
                  </a:lnTo>
                  <a:lnTo>
                    <a:pt x="159475" y="334158"/>
                  </a:lnTo>
                  <a:lnTo>
                    <a:pt x="164753" y="334317"/>
                  </a:lnTo>
                  <a:lnTo>
                    <a:pt x="170033" y="334310"/>
                  </a:lnTo>
                  <a:lnTo>
                    <a:pt x="175311" y="334136"/>
                  </a:lnTo>
                  <a:lnTo>
                    <a:pt x="180580" y="333795"/>
                  </a:lnTo>
                  <a:lnTo>
                    <a:pt x="185836" y="333288"/>
                  </a:lnTo>
                  <a:lnTo>
                    <a:pt x="191073" y="332615"/>
                  </a:lnTo>
                  <a:lnTo>
                    <a:pt x="196286" y="331778"/>
                  </a:lnTo>
                  <a:lnTo>
                    <a:pt x="201470" y="330776"/>
                  </a:lnTo>
                  <a:lnTo>
                    <a:pt x="206621" y="329610"/>
                  </a:lnTo>
                  <a:lnTo>
                    <a:pt x="211731" y="328283"/>
                  </a:lnTo>
                  <a:lnTo>
                    <a:pt x="216797" y="326795"/>
                  </a:lnTo>
                  <a:lnTo>
                    <a:pt x="221814" y="325148"/>
                  </a:lnTo>
                  <a:lnTo>
                    <a:pt x="226776" y="323343"/>
                  </a:lnTo>
                  <a:lnTo>
                    <a:pt x="231679" y="321382"/>
                  </a:lnTo>
                  <a:lnTo>
                    <a:pt x="236517" y="319268"/>
                  </a:lnTo>
                  <a:lnTo>
                    <a:pt x="241286" y="317001"/>
                  </a:lnTo>
                  <a:lnTo>
                    <a:pt x="245982" y="314586"/>
                  </a:lnTo>
                  <a:lnTo>
                    <a:pt x="250598" y="312023"/>
                  </a:lnTo>
                  <a:lnTo>
                    <a:pt x="255131" y="309315"/>
                  </a:lnTo>
                  <a:lnTo>
                    <a:pt x="259577" y="306466"/>
                  </a:lnTo>
                  <a:lnTo>
                    <a:pt x="263930" y="303478"/>
                  </a:lnTo>
                  <a:lnTo>
                    <a:pt x="268187" y="300353"/>
                  </a:lnTo>
                  <a:lnTo>
                    <a:pt x="272343" y="297096"/>
                  </a:lnTo>
                  <a:lnTo>
                    <a:pt x="276394" y="293710"/>
                  </a:lnTo>
                  <a:lnTo>
                    <a:pt x="280336" y="290197"/>
                  </a:lnTo>
                  <a:lnTo>
                    <a:pt x="284165" y="286561"/>
                  </a:lnTo>
                  <a:lnTo>
                    <a:pt x="287878" y="282806"/>
                  </a:lnTo>
                  <a:lnTo>
                    <a:pt x="291470" y="278936"/>
                  </a:lnTo>
                  <a:lnTo>
                    <a:pt x="294937" y="274954"/>
                  </a:lnTo>
                  <a:lnTo>
                    <a:pt x="298278" y="270865"/>
                  </a:lnTo>
                  <a:lnTo>
                    <a:pt x="301488" y="266672"/>
                  </a:lnTo>
                  <a:lnTo>
                    <a:pt x="304563" y="262380"/>
                  </a:lnTo>
                  <a:lnTo>
                    <a:pt x="307502" y="257993"/>
                  </a:lnTo>
                  <a:lnTo>
                    <a:pt x="310300" y="253515"/>
                  </a:lnTo>
                  <a:lnTo>
                    <a:pt x="312956" y="248952"/>
                  </a:lnTo>
                  <a:lnTo>
                    <a:pt x="315466" y="244306"/>
                  </a:lnTo>
                  <a:lnTo>
                    <a:pt x="317828" y="239584"/>
                  </a:lnTo>
                  <a:lnTo>
                    <a:pt x="320040" y="234789"/>
                  </a:lnTo>
                  <a:lnTo>
                    <a:pt x="322100" y="229927"/>
                  </a:lnTo>
                  <a:lnTo>
                    <a:pt x="324005" y="225003"/>
                  </a:lnTo>
                  <a:lnTo>
                    <a:pt x="325753" y="220020"/>
                  </a:lnTo>
                  <a:lnTo>
                    <a:pt x="327343" y="214985"/>
                  </a:lnTo>
                  <a:lnTo>
                    <a:pt x="328773" y="209902"/>
                  </a:lnTo>
                  <a:lnTo>
                    <a:pt x="330042" y="204777"/>
                  </a:lnTo>
                  <a:lnTo>
                    <a:pt x="331149" y="199614"/>
                  </a:lnTo>
                  <a:lnTo>
                    <a:pt x="332092" y="194419"/>
                  </a:lnTo>
                  <a:lnTo>
                    <a:pt x="332870" y="189196"/>
                  </a:lnTo>
                  <a:lnTo>
                    <a:pt x="333483" y="183952"/>
                  </a:lnTo>
                  <a:lnTo>
                    <a:pt x="333931" y="178690"/>
                  </a:lnTo>
                  <a:lnTo>
                    <a:pt x="334211" y="173418"/>
                  </a:lnTo>
                  <a:lnTo>
                    <a:pt x="334325" y="168139"/>
                  </a:lnTo>
                  <a:lnTo>
                    <a:pt x="334273" y="162859"/>
                  </a:lnTo>
                  <a:lnTo>
                    <a:pt x="334053" y="157583"/>
                  </a:lnTo>
                  <a:lnTo>
                    <a:pt x="333667" y="152317"/>
                  </a:lnTo>
                  <a:lnTo>
                    <a:pt x="333115" y="147066"/>
                  </a:lnTo>
                  <a:lnTo>
                    <a:pt x="332398" y="141834"/>
                  </a:lnTo>
                  <a:lnTo>
                    <a:pt x="331515" y="136628"/>
                  </a:lnTo>
                  <a:lnTo>
                    <a:pt x="330469" y="131453"/>
                  </a:lnTo>
                  <a:lnTo>
                    <a:pt x="329259" y="126313"/>
                  </a:lnTo>
                  <a:lnTo>
                    <a:pt x="327888" y="121214"/>
                  </a:lnTo>
                  <a:lnTo>
                    <a:pt x="326357" y="116161"/>
                  </a:lnTo>
                  <a:lnTo>
                    <a:pt x="324666" y="111158"/>
                  </a:lnTo>
                  <a:lnTo>
                    <a:pt x="322819" y="106212"/>
                  </a:lnTo>
                  <a:lnTo>
                    <a:pt x="320816" y="101326"/>
                  </a:lnTo>
                  <a:lnTo>
                    <a:pt x="318660" y="96506"/>
                  </a:lnTo>
                  <a:lnTo>
                    <a:pt x="316353" y="91757"/>
                  </a:lnTo>
                  <a:lnTo>
                    <a:pt x="313897" y="87082"/>
                  </a:lnTo>
                  <a:lnTo>
                    <a:pt x="311294" y="82488"/>
                  </a:lnTo>
                  <a:lnTo>
                    <a:pt x="308548" y="77978"/>
                  </a:lnTo>
                  <a:lnTo>
                    <a:pt x="305661" y="73557"/>
                  </a:lnTo>
                  <a:lnTo>
                    <a:pt x="302635" y="69230"/>
                  </a:lnTo>
                  <a:lnTo>
                    <a:pt x="299474" y="65000"/>
                  </a:lnTo>
                  <a:lnTo>
                    <a:pt x="296182" y="60872"/>
                  </a:lnTo>
                  <a:lnTo>
                    <a:pt x="292760" y="56851"/>
                  </a:lnTo>
                  <a:lnTo>
                    <a:pt x="289214" y="52939"/>
                  </a:lnTo>
                  <a:lnTo>
                    <a:pt x="285545" y="49141"/>
                  </a:lnTo>
                  <a:lnTo>
                    <a:pt x="281758" y="45461"/>
                  </a:lnTo>
                  <a:lnTo>
                    <a:pt x="277858" y="41903"/>
                  </a:lnTo>
                  <a:lnTo>
                    <a:pt x="273846" y="38469"/>
                  </a:lnTo>
                  <a:lnTo>
                    <a:pt x="269728" y="35164"/>
                  </a:lnTo>
                  <a:lnTo>
                    <a:pt x="265508" y="31990"/>
                  </a:lnTo>
                  <a:lnTo>
                    <a:pt x="261190" y="28952"/>
                  </a:lnTo>
                  <a:lnTo>
                    <a:pt x="256778" y="26051"/>
                  </a:lnTo>
                  <a:lnTo>
                    <a:pt x="252276" y="23291"/>
                  </a:lnTo>
                  <a:lnTo>
                    <a:pt x="247690" y="20675"/>
                  </a:lnTo>
                  <a:lnTo>
                    <a:pt x="243023" y="18204"/>
                  </a:lnTo>
                  <a:lnTo>
                    <a:pt x="238281" y="15883"/>
                  </a:lnTo>
                  <a:lnTo>
                    <a:pt x="233467" y="13712"/>
                  </a:lnTo>
                  <a:lnTo>
                    <a:pt x="228588" y="11694"/>
                  </a:lnTo>
                  <a:lnTo>
                    <a:pt x="223647" y="9832"/>
                  </a:lnTo>
                  <a:lnTo>
                    <a:pt x="218650" y="8127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8720" y="5018213"/>
              <a:ext cx="51488" cy="167167"/>
            </a:xfrm>
            <a:custGeom>
              <a:avLst/>
              <a:pathLst>
                <a:path w="51488" h="167167">
                  <a:moveTo>
                    <a:pt x="51488" y="8127"/>
                  </a:moveTo>
                  <a:lnTo>
                    <a:pt x="45226" y="6234"/>
                  </a:lnTo>
                  <a:lnTo>
                    <a:pt x="38895" y="4587"/>
                  </a:lnTo>
                  <a:lnTo>
                    <a:pt x="32503" y="3190"/>
                  </a:lnTo>
                  <a:lnTo>
                    <a:pt x="26063" y="2044"/>
                  </a:lnTo>
                  <a:lnTo>
                    <a:pt x="19582" y="1150"/>
                  </a:lnTo>
                  <a:lnTo>
                    <a:pt x="13071" y="511"/>
                  </a:lnTo>
                  <a:lnTo>
                    <a:pt x="6540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797338" y="5269756"/>
              <a:ext cx="167163" cy="278275"/>
            </a:xfrm>
            <a:custGeom>
              <a:avLst/>
              <a:pathLst>
                <a:path w="167163" h="278275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2" y="765"/>
                  </a:lnTo>
                  <a:lnTo>
                    <a:pt x="145881" y="1360"/>
                  </a:lnTo>
                  <a:lnTo>
                    <a:pt x="140601" y="2123"/>
                  </a:lnTo>
                  <a:lnTo>
                    <a:pt x="135348" y="3055"/>
                  </a:lnTo>
                  <a:lnTo>
                    <a:pt x="130128" y="4154"/>
                  </a:lnTo>
                  <a:lnTo>
                    <a:pt x="124945" y="5418"/>
                  </a:lnTo>
                  <a:lnTo>
                    <a:pt x="119805" y="6848"/>
                  </a:lnTo>
                  <a:lnTo>
                    <a:pt x="114714" y="8441"/>
                  </a:lnTo>
                  <a:lnTo>
                    <a:pt x="109676" y="10195"/>
                  </a:lnTo>
                  <a:lnTo>
                    <a:pt x="104696" y="12109"/>
                  </a:lnTo>
                  <a:lnTo>
                    <a:pt x="99780" y="14181"/>
                  </a:lnTo>
                  <a:lnTo>
                    <a:pt x="94933" y="16409"/>
                  </a:lnTo>
                  <a:lnTo>
                    <a:pt x="90159" y="18791"/>
                  </a:lnTo>
                  <a:lnTo>
                    <a:pt x="85464" y="21324"/>
                  </a:lnTo>
                  <a:lnTo>
                    <a:pt x="80852" y="24005"/>
                  </a:lnTo>
                  <a:lnTo>
                    <a:pt x="76328" y="26832"/>
                  </a:lnTo>
                  <a:lnTo>
                    <a:pt x="71896" y="29802"/>
                  </a:lnTo>
                  <a:lnTo>
                    <a:pt x="67562" y="32911"/>
                  </a:lnTo>
                  <a:lnTo>
                    <a:pt x="63328" y="36158"/>
                  </a:lnTo>
                  <a:lnTo>
                    <a:pt x="59201" y="39538"/>
                  </a:lnTo>
                  <a:lnTo>
                    <a:pt x="55183" y="43048"/>
                  </a:lnTo>
                  <a:lnTo>
                    <a:pt x="51280" y="46684"/>
                  </a:lnTo>
                  <a:lnTo>
                    <a:pt x="47494" y="50443"/>
                  </a:lnTo>
                  <a:lnTo>
                    <a:pt x="43831" y="54321"/>
                  </a:lnTo>
                  <a:lnTo>
                    <a:pt x="40293" y="58314"/>
                  </a:lnTo>
                  <a:lnTo>
                    <a:pt x="36884" y="62418"/>
                  </a:lnTo>
                  <a:lnTo>
                    <a:pt x="33608" y="66628"/>
                  </a:lnTo>
                  <a:lnTo>
                    <a:pt x="30468" y="70941"/>
                  </a:lnTo>
                  <a:lnTo>
                    <a:pt x="27467" y="75352"/>
                  </a:lnTo>
                  <a:lnTo>
                    <a:pt x="24609" y="79856"/>
                  </a:lnTo>
                  <a:lnTo>
                    <a:pt x="21895" y="84449"/>
                  </a:lnTo>
                  <a:lnTo>
                    <a:pt x="19330" y="89126"/>
                  </a:lnTo>
                  <a:lnTo>
                    <a:pt x="16915" y="93883"/>
                  </a:lnTo>
                  <a:lnTo>
                    <a:pt x="14653" y="98715"/>
                  </a:lnTo>
                  <a:lnTo>
                    <a:pt x="12546" y="103616"/>
                  </a:lnTo>
                  <a:lnTo>
                    <a:pt x="10597" y="108582"/>
                  </a:lnTo>
                  <a:lnTo>
                    <a:pt x="8808" y="113608"/>
                  </a:lnTo>
                  <a:lnTo>
                    <a:pt x="7179" y="118688"/>
                  </a:lnTo>
                  <a:lnTo>
                    <a:pt x="5714" y="123818"/>
                  </a:lnTo>
                  <a:lnTo>
                    <a:pt x="4413" y="128991"/>
                  </a:lnTo>
                  <a:lnTo>
                    <a:pt x="3278" y="134204"/>
                  </a:lnTo>
                  <a:lnTo>
                    <a:pt x="2309" y="139450"/>
                  </a:lnTo>
                  <a:lnTo>
                    <a:pt x="1509" y="144724"/>
                  </a:lnTo>
                  <a:lnTo>
                    <a:pt x="877" y="150022"/>
                  </a:lnTo>
                  <a:lnTo>
                    <a:pt x="415" y="155336"/>
                  </a:lnTo>
                  <a:lnTo>
                    <a:pt x="122" y="160663"/>
                  </a:lnTo>
                  <a:lnTo>
                    <a:pt x="0" y="165996"/>
                  </a:lnTo>
                  <a:lnTo>
                    <a:pt x="47" y="171331"/>
                  </a:lnTo>
                  <a:lnTo>
                    <a:pt x="265" y="176661"/>
                  </a:lnTo>
                  <a:lnTo>
                    <a:pt x="653" y="181982"/>
                  </a:lnTo>
                  <a:lnTo>
                    <a:pt x="1211" y="187288"/>
                  </a:lnTo>
                  <a:lnTo>
                    <a:pt x="1937" y="192573"/>
                  </a:lnTo>
                  <a:lnTo>
                    <a:pt x="2832" y="197832"/>
                  </a:lnTo>
                  <a:lnTo>
                    <a:pt x="3894" y="203060"/>
                  </a:lnTo>
                  <a:lnTo>
                    <a:pt x="5123" y="208251"/>
                  </a:lnTo>
                  <a:lnTo>
                    <a:pt x="6516" y="213401"/>
                  </a:lnTo>
                  <a:lnTo>
                    <a:pt x="8073" y="218503"/>
                  </a:lnTo>
                  <a:lnTo>
                    <a:pt x="9792" y="223554"/>
                  </a:lnTo>
                  <a:lnTo>
                    <a:pt x="11672" y="228546"/>
                  </a:lnTo>
                  <a:lnTo>
                    <a:pt x="13709" y="233477"/>
                  </a:lnTo>
                  <a:lnTo>
                    <a:pt x="15903" y="238339"/>
                  </a:lnTo>
                  <a:lnTo>
                    <a:pt x="18251" y="243130"/>
                  </a:lnTo>
                  <a:lnTo>
                    <a:pt x="20751" y="247843"/>
                  </a:lnTo>
                  <a:lnTo>
                    <a:pt x="23400" y="252473"/>
                  </a:lnTo>
                  <a:lnTo>
                    <a:pt x="26195" y="257017"/>
                  </a:lnTo>
                  <a:lnTo>
                    <a:pt x="29134" y="261469"/>
                  </a:lnTo>
                  <a:lnTo>
                    <a:pt x="32213" y="265826"/>
                  </a:lnTo>
                  <a:lnTo>
                    <a:pt x="35430" y="270082"/>
                  </a:lnTo>
                  <a:lnTo>
                    <a:pt x="38781" y="274233"/>
                  </a:lnTo>
                  <a:lnTo>
                    <a:pt x="42263" y="278275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839601" y="5269756"/>
              <a:ext cx="292061" cy="334316"/>
            </a:xfrm>
            <a:custGeom>
              <a:avLst/>
              <a:pathLst>
                <a:path w="292061" h="334316">
                  <a:moveTo>
                    <a:pt x="0" y="278275"/>
                  </a:moveTo>
                  <a:lnTo>
                    <a:pt x="3605" y="282200"/>
                  </a:lnTo>
                  <a:lnTo>
                    <a:pt x="7333" y="286008"/>
                  </a:lnTo>
                  <a:lnTo>
                    <a:pt x="11182" y="289695"/>
                  </a:lnTo>
                  <a:lnTo>
                    <a:pt x="15145" y="293258"/>
                  </a:lnTo>
                  <a:lnTo>
                    <a:pt x="19220" y="296692"/>
                  </a:lnTo>
                  <a:lnTo>
                    <a:pt x="23403" y="299995"/>
                  </a:lnTo>
                  <a:lnTo>
                    <a:pt x="27689" y="303163"/>
                  </a:lnTo>
                  <a:lnTo>
                    <a:pt x="32074" y="306193"/>
                  </a:lnTo>
                  <a:lnTo>
                    <a:pt x="36553" y="309082"/>
                  </a:lnTo>
                  <a:lnTo>
                    <a:pt x="41121" y="311826"/>
                  </a:lnTo>
                  <a:lnTo>
                    <a:pt x="45775" y="314423"/>
                  </a:lnTo>
                  <a:lnTo>
                    <a:pt x="50510" y="316870"/>
                  </a:lnTo>
                  <a:lnTo>
                    <a:pt x="55320" y="319166"/>
                  </a:lnTo>
                  <a:lnTo>
                    <a:pt x="60200" y="321306"/>
                  </a:lnTo>
                  <a:lnTo>
                    <a:pt x="65147" y="323290"/>
                  </a:lnTo>
                  <a:lnTo>
                    <a:pt x="70154" y="325116"/>
                  </a:lnTo>
                  <a:lnTo>
                    <a:pt x="75217" y="326781"/>
                  </a:lnTo>
                  <a:lnTo>
                    <a:pt x="80330" y="328283"/>
                  </a:lnTo>
                  <a:lnTo>
                    <a:pt x="85489" y="329622"/>
                  </a:lnTo>
                  <a:lnTo>
                    <a:pt x="90688" y="330796"/>
                  </a:lnTo>
                  <a:lnTo>
                    <a:pt x="95921" y="331803"/>
                  </a:lnTo>
                  <a:lnTo>
                    <a:pt x="101184" y="332644"/>
                  </a:lnTo>
                  <a:lnTo>
                    <a:pt x="106471" y="333315"/>
                  </a:lnTo>
                  <a:lnTo>
                    <a:pt x="111777" y="333819"/>
                  </a:lnTo>
                  <a:lnTo>
                    <a:pt x="117096" y="334152"/>
                  </a:lnTo>
                  <a:lnTo>
                    <a:pt x="122423" y="334316"/>
                  </a:lnTo>
                  <a:lnTo>
                    <a:pt x="127752" y="334310"/>
                  </a:lnTo>
                  <a:lnTo>
                    <a:pt x="133079" y="334134"/>
                  </a:lnTo>
                  <a:lnTo>
                    <a:pt x="138397" y="333789"/>
                  </a:lnTo>
                  <a:lnTo>
                    <a:pt x="143702" y="333274"/>
                  </a:lnTo>
                  <a:lnTo>
                    <a:pt x="148988" y="332590"/>
                  </a:lnTo>
                  <a:lnTo>
                    <a:pt x="154249" y="331738"/>
                  </a:lnTo>
                  <a:lnTo>
                    <a:pt x="159480" y="330719"/>
                  </a:lnTo>
                  <a:lnTo>
                    <a:pt x="164676" y="329533"/>
                  </a:lnTo>
                  <a:lnTo>
                    <a:pt x="169831" y="328183"/>
                  </a:lnTo>
                  <a:lnTo>
                    <a:pt x="174941" y="326669"/>
                  </a:lnTo>
                  <a:lnTo>
                    <a:pt x="180000" y="324992"/>
                  </a:lnTo>
                  <a:lnTo>
                    <a:pt x="185004" y="323156"/>
                  </a:lnTo>
                  <a:lnTo>
                    <a:pt x="189946" y="321160"/>
                  </a:lnTo>
                  <a:lnTo>
                    <a:pt x="194821" y="319009"/>
                  </a:lnTo>
                  <a:lnTo>
                    <a:pt x="199626" y="316703"/>
                  </a:lnTo>
                  <a:lnTo>
                    <a:pt x="204355" y="314244"/>
                  </a:lnTo>
                  <a:lnTo>
                    <a:pt x="209003" y="311637"/>
                  </a:lnTo>
                  <a:lnTo>
                    <a:pt x="213566" y="308882"/>
                  </a:lnTo>
                  <a:lnTo>
                    <a:pt x="218038" y="305984"/>
                  </a:lnTo>
                  <a:lnTo>
                    <a:pt x="222416" y="302944"/>
                  </a:lnTo>
                  <a:lnTo>
                    <a:pt x="226695" y="299767"/>
                  </a:lnTo>
                  <a:lnTo>
                    <a:pt x="230870" y="296454"/>
                  </a:lnTo>
                  <a:lnTo>
                    <a:pt x="234937" y="293011"/>
                  </a:lnTo>
                  <a:lnTo>
                    <a:pt x="238893" y="289439"/>
                  </a:lnTo>
                  <a:lnTo>
                    <a:pt x="242733" y="285743"/>
                  </a:lnTo>
                  <a:lnTo>
                    <a:pt x="246453" y="281926"/>
                  </a:lnTo>
                  <a:lnTo>
                    <a:pt x="250049" y="277993"/>
                  </a:lnTo>
                  <a:lnTo>
                    <a:pt x="253519" y="273948"/>
                  </a:lnTo>
                  <a:lnTo>
                    <a:pt x="256857" y="269793"/>
                  </a:lnTo>
                  <a:lnTo>
                    <a:pt x="260062" y="265535"/>
                  </a:lnTo>
                  <a:lnTo>
                    <a:pt x="263129" y="261176"/>
                  </a:lnTo>
                  <a:lnTo>
                    <a:pt x="266055" y="256722"/>
                  </a:lnTo>
                  <a:lnTo>
                    <a:pt x="268838" y="252177"/>
                  </a:lnTo>
                  <a:lnTo>
                    <a:pt x="271475" y="247545"/>
                  </a:lnTo>
                  <a:lnTo>
                    <a:pt x="273963" y="242832"/>
                  </a:lnTo>
                  <a:lnTo>
                    <a:pt x="276299" y="238041"/>
                  </a:lnTo>
                  <a:lnTo>
                    <a:pt x="278481" y="233179"/>
                  </a:lnTo>
                  <a:lnTo>
                    <a:pt x="280508" y="228250"/>
                  </a:lnTo>
                  <a:lnTo>
                    <a:pt x="282376" y="223258"/>
                  </a:lnTo>
                  <a:lnTo>
                    <a:pt x="284084" y="218210"/>
                  </a:lnTo>
                  <a:lnTo>
                    <a:pt x="285630" y="213110"/>
                  </a:lnTo>
                  <a:lnTo>
                    <a:pt x="287013" y="207963"/>
                  </a:lnTo>
                  <a:lnTo>
                    <a:pt x="288231" y="202774"/>
                  </a:lnTo>
                  <a:lnTo>
                    <a:pt x="289283" y="197549"/>
                  </a:lnTo>
                  <a:lnTo>
                    <a:pt x="290168" y="192294"/>
                  </a:lnTo>
                  <a:lnTo>
                    <a:pt x="290885" y="187013"/>
                  </a:lnTo>
                  <a:lnTo>
                    <a:pt x="291433" y="181711"/>
                  </a:lnTo>
                  <a:lnTo>
                    <a:pt x="291812" y="176395"/>
                  </a:lnTo>
                  <a:lnTo>
                    <a:pt x="292021" y="171070"/>
                  </a:lnTo>
                  <a:lnTo>
                    <a:pt x="292061" y="165740"/>
                  </a:lnTo>
                  <a:lnTo>
                    <a:pt x="291931" y="160413"/>
                  </a:lnTo>
                  <a:lnTo>
                    <a:pt x="291630" y="155091"/>
                  </a:lnTo>
                  <a:lnTo>
                    <a:pt x="291161" y="149783"/>
                  </a:lnTo>
                  <a:lnTo>
                    <a:pt x="290522" y="144491"/>
                  </a:lnTo>
                  <a:lnTo>
                    <a:pt x="289715" y="139223"/>
                  </a:lnTo>
                  <a:lnTo>
                    <a:pt x="288740" y="133984"/>
                  </a:lnTo>
                  <a:lnTo>
                    <a:pt x="287599" y="128778"/>
                  </a:lnTo>
                  <a:lnTo>
                    <a:pt x="286293" y="123611"/>
                  </a:lnTo>
                  <a:lnTo>
                    <a:pt x="284822" y="118488"/>
                  </a:lnTo>
                  <a:lnTo>
                    <a:pt x="283189" y="113415"/>
                  </a:lnTo>
                  <a:lnTo>
                    <a:pt x="281395" y="108396"/>
                  </a:lnTo>
                  <a:lnTo>
                    <a:pt x="279442" y="103437"/>
                  </a:lnTo>
                  <a:lnTo>
                    <a:pt x="277332" y="98543"/>
                  </a:lnTo>
                  <a:lnTo>
                    <a:pt x="275067" y="93719"/>
                  </a:lnTo>
                  <a:lnTo>
                    <a:pt x="272650" y="88969"/>
                  </a:lnTo>
                  <a:lnTo>
                    <a:pt x="270082" y="84299"/>
                  </a:lnTo>
                  <a:lnTo>
                    <a:pt x="267366" y="79713"/>
                  </a:lnTo>
                  <a:lnTo>
                    <a:pt x="264506" y="75216"/>
                  </a:lnTo>
                  <a:lnTo>
                    <a:pt x="261504" y="70813"/>
                  </a:lnTo>
                  <a:lnTo>
                    <a:pt x="258363" y="66507"/>
                  </a:lnTo>
                  <a:lnTo>
                    <a:pt x="255087" y="62304"/>
                  </a:lnTo>
                  <a:lnTo>
                    <a:pt x="251678" y="58207"/>
                  </a:lnTo>
                  <a:lnTo>
                    <a:pt x="248140" y="54221"/>
                  </a:lnTo>
                  <a:lnTo>
                    <a:pt x="244477" y="50350"/>
                  </a:lnTo>
                  <a:lnTo>
                    <a:pt x="240692" y="46597"/>
                  </a:lnTo>
                  <a:lnTo>
                    <a:pt x="236790" y="42967"/>
                  </a:lnTo>
                  <a:lnTo>
                    <a:pt x="232774" y="39464"/>
                  </a:lnTo>
                  <a:lnTo>
                    <a:pt x="228648" y="36090"/>
                  </a:lnTo>
                  <a:lnTo>
                    <a:pt x="224417" y="32849"/>
                  </a:lnTo>
                  <a:lnTo>
                    <a:pt x="220085" y="29745"/>
                  </a:lnTo>
                  <a:lnTo>
                    <a:pt x="215656" y="26781"/>
                  </a:lnTo>
                  <a:lnTo>
                    <a:pt x="211134" y="23959"/>
                  </a:lnTo>
                  <a:lnTo>
                    <a:pt x="206525" y="21283"/>
                  </a:lnTo>
                  <a:lnTo>
                    <a:pt x="201834" y="18755"/>
                  </a:lnTo>
                  <a:lnTo>
                    <a:pt x="197063" y="16378"/>
                  </a:lnTo>
                  <a:lnTo>
                    <a:pt x="192220" y="14154"/>
                  </a:lnTo>
                  <a:lnTo>
                    <a:pt x="187308" y="12086"/>
                  </a:lnTo>
                  <a:lnTo>
                    <a:pt x="182333" y="10175"/>
                  </a:lnTo>
                  <a:lnTo>
                    <a:pt x="177299" y="8424"/>
                  </a:lnTo>
                  <a:lnTo>
                    <a:pt x="172212" y="6835"/>
                  </a:lnTo>
                  <a:lnTo>
                    <a:pt x="167077" y="5408"/>
                  </a:lnTo>
                  <a:lnTo>
                    <a:pt x="161899" y="4146"/>
                  </a:lnTo>
                  <a:lnTo>
                    <a:pt x="156684" y="3049"/>
                  </a:lnTo>
                  <a:lnTo>
                    <a:pt x="151436" y="2119"/>
                  </a:lnTo>
                  <a:lnTo>
                    <a:pt x="146161" y="1357"/>
                  </a:lnTo>
                  <a:lnTo>
                    <a:pt x="140865" y="764"/>
                  </a:lnTo>
                  <a:lnTo>
                    <a:pt x="135552" y="339"/>
                  </a:lnTo>
                  <a:lnTo>
                    <a:pt x="130228" y="84"/>
                  </a:lnTo>
                  <a:lnTo>
                    <a:pt x="124900" y="0"/>
                  </a:lnTo>
                  <a:lnTo>
                    <a:pt x="12490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2378" y="5399291"/>
              <a:ext cx="43837" cy="167167"/>
            </a:xfrm>
            <a:custGeom>
              <a:avLst/>
              <a:pathLst>
                <a:path w="43837" h="167167">
                  <a:moveTo>
                    <a:pt x="43837" y="0"/>
                  </a:moveTo>
                  <a:lnTo>
                    <a:pt x="37502" y="120"/>
                  </a:lnTo>
                  <a:lnTo>
                    <a:pt x="31176" y="480"/>
                  </a:lnTo>
                  <a:lnTo>
                    <a:pt x="24868" y="1079"/>
                  </a:lnTo>
                  <a:lnTo>
                    <a:pt x="18587" y="1917"/>
                  </a:lnTo>
                  <a:lnTo>
                    <a:pt x="12343" y="2993"/>
                  </a:lnTo>
                  <a:lnTo>
                    <a:pt x="6144" y="4304"/>
                  </a:lnTo>
                  <a:lnTo>
                    <a:pt x="0" y="5850"/>
                  </a:lnTo>
                  <a:lnTo>
                    <a:pt x="4383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319049" y="5405141"/>
              <a:ext cx="334333" cy="328470"/>
            </a:xfrm>
            <a:custGeom>
              <a:avLst/>
              <a:pathLst>
                <a:path w="334333" h="328470">
                  <a:moveTo>
                    <a:pt x="123329" y="0"/>
                  </a:moveTo>
                  <a:lnTo>
                    <a:pt x="118229" y="1473"/>
                  </a:lnTo>
                  <a:lnTo>
                    <a:pt x="113180" y="3107"/>
                  </a:lnTo>
                  <a:lnTo>
                    <a:pt x="108184" y="4900"/>
                  </a:lnTo>
                  <a:lnTo>
                    <a:pt x="103248" y="6852"/>
                  </a:lnTo>
                  <a:lnTo>
                    <a:pt x="98376" y="8959"/>
                  </a:lnTo>
                  <a:lnTo>
                    <a:pt x="93574" y="11219"/>
                  </a:lnTo>
                  <a:lnTo>
                    <a:pt x="88846" y="13631"/>
                  </a:lnTo>
                  <a:lnTo>
                    <a:pt x="84197" y="16192"/>
                  </a:lnTo>
                  <a:lnTo>
                    <a:pt x="79631" y="18899"/>
                  </a:lnTo>
                  <a:lnTo>
                    <a:pt x="75154" y="21750"/>
                  </a:lnTo>
                  <a:lnTo>
                    <a:pt x="70770" y="24742"/>
                  </a:lnTo>
                  <a:lnTo>
                    <a:pt x="66482" y="27871"/>
                  </a:lnTo>
                  <a:lnTo>
                    <a:pt x="62297" y="31135"/>
                  </a:lnTo>
                  <a:lnTo>
                    <a:pt x="58217" y="34529"/>
                  </a:lnTo>
                  <a:lnTo>
                    <a:pt x="54246" y="38052"/>
                  </a:lnTo>
                  <a:lnTo>
                    <a:pt x="50390" y="41699"/>
                  </a:lnTo>
                  <a:lnTo>
                    <a:pt x="46651" y="45467"/>
                  </a:lnTo>
                  <a:lnTo>
                    <a:pt x="43034" y="49351"/>
                  </a:lnTo>
                  <a:lnTo>
                    <a:pt x="39542" y="53348"/>
                  </a:lnTo>
                  <a:lnTo>
                    <a:pt x="36179" y="57455"/>
                  </a:lnTo>
                  <a:lnTo>
                    <a:pt x="32948" y="61665"/>
                  </a:lnTo>
                  <a:lnTo>
                    <a:pt x="29852" y="65977"/>
                  </a:lnTo>
                  <a:lnTo>
                    <a:pt x="26894" y="70384"/>
                  </a:lnTo>
                  <a:lnTo>
                    <a:pt x="24078" y="74883"/>
                  </a:lnTo>
                  <a:lnTo>
                    <a:pt x="21406" y="79469"/>
                  </a:lnTo>
                  <a:lnTo>
                    <a:pt x="18881" y="84138"/>
                  </a:lnTo>
                  <a:lnTo>
                    <a:pt x="16506" y="88885"/>
                  </a:lnTo>
                  <a:lnTo>
                    <a:pt x="14282" y="93704"/>
                  </a:lnTo>
                  <a:lnTo>
                    <a:pt x="12213" y="98592"/>
                  </a:lnTo>
                  <a:lnTo>
                    <a:pt x="10299" y="103543"/>
                  </a:lnTo>
                  <a:lnTo>
                    <a:pt x="8544" y="108552"/>
                  </a:lnTo>
                  <a:lnTo>
                    <a:pt x="6949" y="113614"/>
                  </a:lnTo>
                  <a:lnTo>
                    <a:pt x="5515" y="118725"/>
                  </a:lnTo>
                  <a:lnTo>
                    <a:pt x="4245" y="123878"/>
                  </a:lnTo>
                  <a:lnTo>
                    <a:pt x="3138" y="129069"/>
                  </a:lnTo>
                  <a:lnTo>
                    <a:pt x="2197" y="134293"/>
                  </a:lnTo>
                  <a:lnTo>
                    <a:pt x="1422" y="139544"/>
                  </a:lnTo>
                  <a:lnTo>
                    <a:pt x="815" y="144817"/>
                  </a:lnTo>
                  <a:lnTo>
                    <a:pt x="375" y="150106"/>
                  </a:lnTo>
                  <a:lnTo>
                    <a:pt x="103" y="155407"/>
                  </a:lnTo>
                  <a:lnTo>
                    <a:pt x="0" y="160714"/>
                  </a:lnTo>
                  <a:lnTo>
                    <a:pt x="65" y="166021"/>
                  </a:lnTo>
                  <a:lnTo>
                    <a:pt x="298" y="171324"/>
                  </a:lnTo>
                  <a:lnTo>
                    <a:pt x="700" y="176616"/>
                  </a:lnTo>
                  <a:lnTo>
                    <a:pt x="1270" y="181894"/>
                  </a:lnTo>
                  <a:lnTo>
                    <a:pt x="2007" y="187150"/>
                  </a:lnTo>
                  <a:lnTo>
                    <a:pt x="2910" y="192380"/>
                  </a:lnTo>
                  <a:lnTo>
                    <a:pt x="3979" y="197579"/>
                  </a:lnTo>
                  <a:lnTo>
                    <a:pt x="5212" y="202742"/>
                  </a:lnTo>
                  <a:lnTo>
                    <a:pt x="6609" y="207862"/>
                  </a:lnTo>
                  <a:lnTo>
                    <a:pt x="8168" y="212936"/>
                  </a:lnTo>
                  <a:lnTo>
                    <a:pt x="9887" y="217958"/>
                  </a:lnTo>
                  <a:lnTo>
                    <a:pt x="11764" y="222922"/>
                  </a:lnTo>
                  <a:lnTo>
                    <a:pt x="13798" y="227825"/>
                  </a:lnTo>
                  <a:lnTo>
                    <a:pt x="15987" y="232660"/>
                  </a:lnTo>
                  <a:lnTo>
                    <a:pt x="18328" y="237424"/>
                  </a:lnTo>
                  <a:lnTo>
                    <a:pt x="20819" y="242111"/>
                  </a:lnTo>
                  <a:lnTo>
                    <a:pt x="23458" y="246716"/>
                  </a:lnTo>
                  <a:lnTo>
                    <a:pt x="26242" y="251235"/>
                  </a:lnTo>
                  <a:lnTo>
                    <a:pt x="29167" y="255664"/>
                  </a:lnTo>
                  <a:lnTo>
                    <a:pt x="32232" y="259998"/>
                  </a:lnTo>
                  <a:lnTo>
                    <a:pt x="35433" y="264232"/>
                  </a:lnTo>
                  <a:lnTo>
                    <a:pt x="38767" y="268362"/>
                  </a:lnTo>
                  <a:lnTo>
                    <a:pt x="42230" y="272384"/>
                  </a:lnTo>
                  <a:lnTo>
                    <a:pt x="45819" y="276295"/>
                  </a:lnTo>
                  <a:lnTo>
                    <a:pt x="49530" y="280089"/>
                  </a:lnTo>
                  <a:lnTo>
                    <a:pt x="53360" y="283764"/>
                  </a:lnTo>
                  <a:lnTo>
                    <a:pt x="57305" y="287315"/>
                  </a:lnTo>
                  <a:lnTo>
                    <a:pt x="61361" y="290739"/>
                  </a:lnTo>
                  <a:lnTo>
                    <a:pt x="65523" y="294033"/>
                  </a:lnTo>
                  <a:lnTo>
                    <a:pt x="69787" y="297193"/>
                  </a:lnTo>
                  <a:lnTo>
                    <a:pt x="74150" y="300216"/>
                  </a:lnTo>
                  <a:lnTo>
                    <a:pt x="78607" y="303099"/>
                  </a:lnTo>
                  <a:lnTo>
                    <a:pt x="83152" y="305839"/>
                  </a:lnTo>
                  <a:lnTo>
                    <a:pt x="87783" y="308433"/>
                  </a:lnTo>
                  <a:lnTo>
                    <a:pt x="92493" y="310879"/>
                  </a:lnTo>
                  <a:lnTo>
                    <a:pt x="97279" y="313175"/>
                  </a:lnTo>
                  <a:lnTo>
                    <a:pt x="102136" y="315317"/>
                  </a:lnTo>
                  <a:lnTo>
                    <a:pt x="107057" y="317304"/>
                  </a:lnTo>
                  <a:lnTo>
                    <a:pt x="112040" y="319133"/>
                  </a:lnTo>
                  <a:lnTo>
                    <a:pt x="117078" y="320804"/>
                  </a:lnTo>
                  <a:lnTo>
                    <a:pt x="122166" y="322314"/>
                  </a:lnTo>
                  <a:lnTo>
                    <a:pt x="127300" y="323661"/>
                  </a:lnTo>
                  <a:lnTo>
                    <a:pt x="132474" y="324845"/>
                  </a:lnTo>
                  <a:lnTo>
                    <a:pt x="137683" y="325864"/>
                  </a:lnTo>
                  <a:lnTo>
                    <a:pt x="142922" y="326717"/>
                  </a:lnTo>
                  <a:lnTo>
                    <a:pt x="148185" y="327403"/>
                  </a:lnTo>
                  <a:lnTo>
                    <a:pt x="153468" y="327922"/>
                  </a:lnTo>
                  <a:lnTo>
                    <a:pt x="158764" y="328273"/>
                  </a:lnTo>
                  <a:lnTo>
                    <a:pt x="164068" y="328456"/>
                  </a:lnTo>
                  <a:lnTo>
                    <a:pt x="169376" y="328470"/>
                  </a:lnTo>
                  <a:lnTo>
                    <a:pt x="174682" y="328315"/>
                  </a:lnTo>
                  <a:lnTo>
                    <a:pt x="179980" y="327992"/>
                  </a:lnTo>
                  <a:lnTo>
                    <a:pt x="185265" y="327502"/>
                  </a:lnTo>
                  <a:lnTo>
                    <a:pt x="190531" y="326843"/>
                  </a:lnTo>
                  <a:lnTo>
                    <a:pt x="195775" y="326018"/>
                  </a:lnTo>
                  <a:lnTo>
                    <a:pt x="200989" y="325027"/>
                  </a:lnTo>
                  <a:lnTo>
                    <a:pt x="206169" y="323870"/>
                  </a:lnTo>
                  <a:lnTo>
                    <a:pt x="211310" y="322550"/>
                  </a:lnTo>
                  <a:lnTo>
                    <a:pt x="216407" y="321067"/>
                  </a:lnTo>
                  <a:lnTo>
                    <a:pt x="221454" y="319424"/>
                  </a:lnTo>
                  <a:lnTo>
                    <a:pt x="226446" y="317621"/>
                  </a:lnTo>
                  <a:lnTo>
                    <a:pt x="231378" y="315660"/>
                  </a:lnTo>
                  <a:lnTo>
                    <a:pt x="236246" y="313543"/>
                  </a:lnTo>
                  <a:lnTo>
                    <a:pt x="241044" y="311274"/>
                  </a:lnTo>
                  <a:lnTo>
                    <a:pt x="245767" y="308853"/>
                  </a:lnTo>
                  <a:lnTo>
                    <a:pt x="250411" y="306283"/>
                  </a:lnTo>
                  <a:lnTo>
                    <a:pt x="254972" y="303567"/>
                  </a:lnTo>
                  <a:lnTo>
                    <a:pt x="259443" y="300708"/>
                  </a:lnTo>
                  <a:lnTo>
                    <a:pt x="263822" y="297708"/>
                  </a:lnTo>
                  <a:lnTo>
                    <a:pt x="268103" y="294571"/>
                  </a:lnTo>
                  <a:lnTo>
                    <a:pt x="272283" y="291299"/>
                  </a:lnTo>
                  <a:lnTo>
                    <a:pt x="276356" y="287896"/>
                  </a:lnTo>
                  <a:lnTo>
                    <a:pt x="280320" y="284366"/>
                  </a:lnTo>
                  <a:lnTo>
                    <a:pt x="284169" y="280712"/>
                  </a:lnTo>
                  <a:lnTo>
                    <a:pt x="287901" y="276937"/>
                  </a:lnTo>
                  <a:lnTo>
                    <a:pt x="291511" y="273046"/>
                  </a:lnTo>
                  <a:lnTo>
                    <a:pt x="294995" y="269042"/>
                  </a:lnTo>
                  <a:lnTo>
                    <a:pt x="298351" y="264929"/>
                  </a:lnTo>
                  <a:lnTo>
                    <a:pt x="301574" y="260712"/>
                  </a:lnTo>
                  <a:lnTo>
                    <a:pt x="304662" y="256395"/>
                  </a:lnTo>
                  <a:lnTo>
                    <a:pt x="307611" y="251982"/>
                  </a:lnTo>
                  <a:lnTo>
                    <a:pt x="310418" y="247478"/>
                  </a:lnTo>
                  <a:lnTo>
                    <a:pt x="313081" y="242886"/>
                  </a:lnTo>
                  <a:lnTo>
                    <a:pt x="315598" y="238213"/>
                  </a:lnTo>
                  <a:lnTo>
                    <a:pt x="317964" y="233462"/>
                  </a:lnTo>
                  <a:lnTo>
                    <a:pt x="320178" y="228638"/>
                  </a:lnTo>
                  <a:lnTo>
                    <a:pt x="322238" y="223746"/>
                  </a:lnTo>
                  <a:lnTo>
                    <a:pt x="324142" y="218792"/>
                  </a:lnTo>
                  <a:lnTo>
                    <a:pt x="325888" y="213779"/>
                  </a:lnTo>
                  <a:lnTo>
                    <a:pt x="327473" y="208714"/>
                  </a:lnTo>
                  <a:lnTo>
                    <a:pt x="328897" y="203601"/>
                  </a:lnTo>
                  <a:lnTo>
                    <a:pt x="330158" y="198445"/>
                  </a:lnTo>
                  <a:lnTo>
                    <a:pt x="331255" y="193251"/>
                  </a:lnTo>
                  <a:lnTo>
                    <a:pt x="332186" y="188026"/>
                  </a:lnTo>
                  <a:lnTo>
                    <a:pt x="332951" y="182774"/>
                  </a:lnTo>
                  <a:lnTo>
                    <a:pt x="333548" y="177500"/>
                  </a:lnTo>
                  <a:lnTo>
                    <a:pt x="333978" y="172209"/>
                  </a:lnTo>
                  <a:lnTo>
                    <a:pt x="334240" y="166908"/>
                  </a:lnTo>
                  <a:lnTo>
                    <a:pt x="334333" y="161601"/>
                  </a:lnTo>
                  <a:lnTo>
                    <a:pt x="334258" y="156294"/>
                  </a:lnTo>
                  <a:lnTo>
                    <a:pt x="334014" y="150992"/>
                  </a:lnTo>
                  <a:lnTo>
                    <a:pt x="333602" y="145700"/>
                  </a:lnTo>
                  <a:lnTo>
                    <a:pt x="333023" y="140424"/>
                  </a:lnTo>
                  <a:lnTo>
                    <a:pt x="332276" y="135169"/>
                  </a:lnTo>
                  <a:lnTo>
                    <a:pt x="331362" y="129940"/>
                  </a:lnTo>
                  <a:lnTo>
                    <a:pt x="330283" y="124743"/>
                  </a:lnTo>
                  <a:lnTo>
                    <a:pt x="329040" y="119583"/>
                  </a:lnTo>
                  <a:lnTo>
                    <a:pt x="327634" y="114465"/>
                  </a:lnTo>
                  <a:lnTo>
                    <a:pt x="326065" y="109395"/>
                  </a:lnTo>
                  <a:lnTo>
                    <a:pt x="324337" y="104376"/>
                  </a:lnTo>
                  <a:lnTo>
                    <a:pt x="322450" y="99415"/>
                  </a:lnTo>
                  <a:lnTo>
                    <a:pt x="320406" y="94516"/>
                  </a:lnTo>
                  <a:lnTo>
                    <a:pt x="318208" y="89685"/>
                  </a:lnTo>
                  <a:lnTo>
                    <a:pt x="315858" y="84926"/>
                  </a:lnTo>
                  <a:lnTo>
                    <a:pt x="313358" y="80244"/>
                  </a:lnTo>
                  <a:lnTo>
                    <a:pt x="310711" y="75644"/>
                  </a:lnTo>
                  <a:lnTo>
                    <a:pt x="307918" y="71130"/>
                  </a:lnTo>
                  <a:lnTo>
                    <a:pt x="304984" y="66707"/>
                  </a:lnTo>
                  <a:lnTo>
                    <a:pt x="301911" y="62379"/>
                  </a:lnTo>
                  <a:lnTo>
                    <a:pt x="298702" y="58151"/>
                  </a:lnTo>
                  <a:lnTo>
                    <a:pt x="295361" y="54027"/>
                  </a:lnTo>
                  <a:lnTo>
                    <a:pt x="291890" y="50011"/>
                  </a:lnTo>
                  <a:lnTo>
                    <a:pt x="288293" y="46108"/>
                  </a:lnTo>
                  <a:lnTo>
                    <a:pt x="284575" y="42321"/>
                  </a:lnTo>
                  <a:lnTo>
                    <a:pt x="280738" y="38653"/>
                  </a:lnTo>
                  <a:lnTo>
                    <a:pt x="276786" y="35109"/>
                  </a:lnTo>
                  <a:lnTo>
                    <a:pt x="272724" y="31693"/>
                  </a:lnTo>
                  <a:lnTo>
                    <a:pt x="268556" y="28407"/>
                  </a:lnTo>
                  <a:lnTo>
                    <a:pt x="264285" y="25255"/>
                  </a:lnTo>
                  <a:lnTo>
                    <a:pt x="259917" y="22240"/>
                  </a:lnTo>
                  <a:lnTo>
                    <a:pt x="255455" y="19366"/>
                  </a:lnTo>
                  <a:lnTo>
                    <a:pt x="250904" y="16635"/>
                  </a:lnTo>
                  <a:lnTo>
                    <a:pt x="246268" y="14049"/>
                  </a:lnTo>
                  <a:lnTo>
                    <a:pt x="241553" y="11612"/>
                  </a:lnTo>
                  <a:lnTo>
                    <a:pt x="236763" y="9326"/>
                  </a:lnTo>
                  <a:lnTo>
                    <a:pt x="231903" y="7193"/>
                  </a:lnTo>
                  <a:lnTo>
                    <a:pt x="226977" y="5216"/>
                  </a:lnTo>
                  <a:lnTo>
                    <a:pt x="221991" y="3395"/>
                  </a:lnTo>
                  <a:lnTo>
                    <a:pt x="216950" y="1734"/>
                  </a:lnTo>
                  <a:lnTo>
                    <a:pt x="211858" y="234"/>
                  </a:lnTo>
                  <a:lnTo>
                    <a:pt x="167166" y="1613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86215" y="5399291"/>
              <a:ext cx="44692" cy="167167"/>
            </a:xfrm>
            <a:custGeom>
              <a:avLst/>
              <a:pathLst>
                <a:path w="44692" h="167167">
                  <a:moveTo>
                    <a:pt x="44692" y="6085"/>
                  </a:moveTo>
                  <a:lnTo>
                    <a:pt x="38432" y="4477"/>
                  </a:lnTo>
                  <a:lnTo>
                    <a:pt x="32115" y="3113"/>
                  </a:lnTo>
                  <a:lnTo>
                    <a:pt x="25750" y="1995"/>
                  </a:lnTo>
                  <a:lnTo>
                    <a:pt x="19346" y="1123"/>
                  </a:lnTo>
                  <a:lnTo>
                    <a:pt x="12913" y="499"/>
                  </a:lnTo>
                  <a:lnTo>
                    <a:pt x="6461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856386" y="5399291"/>
              <a:ext cx="167158" cy="330582"/>
            </a:xfrm>
            <a:custGeom>
              <a:avLst/>
              <a:pathLst>
                <a:path w="167158" h="330582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88325" y="5566459"/>
              <a:ext cx="35218" cy="163415"/>
            </a:xfrm>
            <a:custGeom>
              <a:avLst/>
              <a:pathLst>
                <a:path w="35218" h="163415">
                  <a:moveTo>
                    <a:pt x="0" y="163415"/>
                  </a:moveTo>
                  <a:lnTo>
                    <a:pt x="352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88325" y="5566459"/>
              <a:ext cx="35218" cy="163415"/>
            </a:xfrm>
            <a:custGeom>
              <a:avLst/>
              <a:pathLst>
                <a:path w="35218" h="163415">
                  <a:moveTo>
                    <a:pt x="0" y="163415"/>
                  </a:moveTo>
                  <a:lnTo>
                    <a:pt x="352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88325" y="5566459"/>
              <a:ext cx="35218" cy="163415"/>
            </a:xfrm>
            <a:custGeom>
              <a:avLst/>
              <a:pathLst>
                <a:path w="35218" h="163415">
                  <a:moveTo>
                    <a:pt x="0" y="163415"/>
                  </a:moveTo>
                  <a:lnTo>
                    <a:pt x="352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88325" y="5566459"/>
              <a:ext cx="35218" cy="163415"/>
            </a:xfrm>
            <a:custGeom>
              <a:avLst/>
              <a:pathLst>
                <a:path w="35218" h="163415">
                  <a:moveTo>
                    <a:pt x="0" y="163415"/>
                  </a:moveTo>
                  <a:lnTo>
                    <a:pt x="3521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88325" y="5566459"/>
              <a:ext cx="35218" cy="163415"/>
            </a:xfrm>
            <a:custGeom>
              <a:avLst/>
              <a:pathLst>
                <a:path w="35218" h="163415">
                  <a:moveTo>
                    <a:pt x="0" y="163415"/>
                  </a:moveTo>
                  <a:lnTo>
                    <a:pt x="3521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88325" y="5566459"/>
              <a:ext cx="122865" cy="167153"/>
            </a:xfrm>
            <a:custGeom>
              <a:avLst/>
              <a:pathLst>
                <a:path w="122865" h="167153">
                  <a:moveTo>
                    <a:pt x="0" y="163415"/>
                  </a:moveTo>
                  <a:lnTo>
                    <a:pt x="5447" y="164495"/>
                  </a:lnTo>
                  <a:lnTo>
                    <a:pt x="10928" y="165393"/>
                  </a:lnTo>
                  <a:lnTo>
                    <a:pt x="16436" y="166108"/>
                  </a:lnTo>
                  <a:lnTo>
                    <a:pt x="21964" y="166641"/>
                  </a:lnTo>
                  <a:lnTo>
                    <a:pt x="27507" y="166989"/>
                  </a:lnTo>
                  <a:lnTo>
                    <a:pt x="33058" y="167153"/>
                  </a:lnTo>
                  <a:lnTo>
                    <a:pt x="38612" y="167132"/>
                  </a:lnTo>
                  <a:lnTo>
                    <a:pt x="44162" y="166928"/>
                  </a:lnTo>
                  <a:lnTo>
                    <a:pt x="49702" y="166538"/>
                  </a:lnTo>
                  <a:lnTo>
                    <a:pt x="55227" y="165965"/>
                  </a:lnTo>
                  <a:lnTo>
                    <a:pt x="60729" y="165209"/>
                  </a:lnTo>
                  <a:lnTo>
                    <a:pt x="66203" y="164270"/>
                  </a:lnTo>
                  <a:lnTo>
                    <a:pt x="71643" y="163150"/>
                  </a:lnTo>
                  <a:lnTo>
                    <a:pt x="77042" y="161850"/>
                  </a:lnTo>
                  <a:lnTo>
                    <a:pt x="82395" y="160372"/>
                  </a:lnTo>
                  <a:lnTo>
                    <a:pt x="87697" y="158716"/>
                  </a:lnTo>
                  <a:lnTo>
                    <a:pt x="92940" y="156885"/>
                  </a:lnTo>
                  <a:lnTo>
                    <a:pt x="98120" y="154881"/>
                  </a:lnTo>
                  <a:lnTo>
                    <a:pt x="103230" y="152706"/>
                  </a:lnTo>
                  <a:lnTo>
                    <a:pt x="108265" y="150363"/>
                  </a:lnTo>
                  <a:lnTo>
                    <a:pt x="113220" y="147853"/>
                  </a:lnTo>
                  <a:lnTo>
                    <a:pt x="118088" y="145180"/>
                  </a:lnTo>
                  <a:lnTo>
                    <a:pt x="122865" y="142347"/>
                  </a:lnTo>
                  <a:lnTo>
                    <a:pt x="3521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23544" y="5399291"/>
              <a:ext cx="167165" cy="309515"/>
            </a:xfrm>
            <a:custGeom>
              <a:avLst/>
              <a:pathLst>
                <a:path w="167165" h="309515">
                  <a:moveTo>
                    <a:pt x="87647" y="309515"/>
                  </a:moveTo>
                  <a:lnTo>
                    <a:pt x="92152" y="306640"/>
                  </a:lnTo>
                  <a:lnTo>
                    <a:pt x="96563" y="303623"/>
                  </a:lnTo>
                  <a:lnTo>
                    <a:pt x="100876" y="300467"/>
                  </a:lnTo>
                  <a:lnTo>
                    <a:pt x="105086" y="297174"/>
                  </a:lnTo>
                  <a:lnTo>
                    <a:pt x="109188" y="293749"/>
                  </a:lnTo>
                  <a:lnTo>
                    <a:pt x="113178" y="290193"/>
                  </a:lnTo>
                  <a:lnTo>
                    <a:pt x="117053" y="286513"/>
                  </a:lnTo>
                  <a:lnTo>
                    <a:pt x="120808" y="282710"/>
                  </a:lnTo>
                  <a:lnTo>
                    <a:pt x="124440" y="278789"/>
                  </a:lnTo>
                  <a:lnTo>
                    <a:pt x="127944" y="274754"/>
                  </a:lnTo>
                  <a:lnTo>
                    <a:pt x="131318" y="270609"/>
                  </a:lnTo>
                  <a:lnTo>
                    <a:pt x="134558" y="266359"/>
                  </a:lnTo>
                  <a:lnTo>
                    <a:pt x="137660" y="262007"/>
                  </a:lnTo>
                  <a:lnTo>
                    <a:pt x="140621" y="257558"/>
                  </a:lnTo>
                  <a:lnTo>
                    <a:pt x="143439" y="253017"/>
                  </a:lnTo>
                  <a:lnTo>
                    <a:pt x="146110" y="248388"/>
                  </a:lnTo>
                  <a:lnTo>
                    <a:pt x="148631" y="243675"/>
                  </a:lnTo>
                  <a:lnTo>
                    <a:pt x="151001" y="238885"/>
                  </a:lnTo>
                  <a:lnTo>
                    <a:pt x="153216" y="234022"/>
                  </a:lnTo>
                  <a:lnTo>
                    <a:pt x="155275" y="229090"/>
                  </a:lnTo>
                  <a:lnTo>
                    <a:pt x="157175" y="224095"/>
                  </a:lnTo>
                  <a:lnTo>
                    <a:pt x="158915" y="219041"/>
                  </a:lnTo>
                  <a:lnTo>
                    <a:pt x="160492" y="213935"/>
                  </a:lnTo>
                  <a:lnTo>
                    <a:pt x="161905" y="208781"/>
                  </a:lnTo>
                  <a:lnTo>
                    <a:pt x="163152" y="203584"/>
                  </a:lnTo>
                  <a:lnTo>
                    <a:pt x="164233" y="198350"/>
                  </a:lnTo>
                  <a:lnTo>
                    <a:pt x="165146" y="193084"/>
                  </a:lnTo>
                  <a:lnTo>
                    <a:pt x="165890" y="187792"/>
                  </a:lnTo>
                  <a:lnTo>
                    <a:pt x="166464" y="182478"/>
                  </a:lnTo>
                  <a:lnTo>
                    <a:pt x="166869" y="177149"/>
                  </a:lnTo>
                  <a:lnTo>
                    <a:pt x="167102" y="171810"/>
                  </a:lnTo>
                  <a:lnTo>
                    <a:pt x="167165" y="166466"/>
                  </a:lnTo>
                  <a:lnTo>
                    <a:pt x="167058" y="161123"/>
                  </a:lnTo>
                  <a:lnTo>
                    <a:pt x="166779" y="155786"/>
                  </a:lnTo>
                  <a:lnTo>
                    <a:pt x="166330" y="150460"/>
                  </a:lnTo>
                  <a:lnTo>
                    <a:pt x="165711" y="145152"/>
                  </a:lnTo>
                  <a:lnTo>
                    <a:pt x="164923" y="139866"/>
                  </a:lnTo>
                  <a:lnTo>
                    <a:pt x="163966" y="134608"/>
                  </a:lnTo>
                  <a:lnTo>
                    <a:pt x="162841" y="129383"/>
                  </a:lnTo>
                  <a:lnTo>
                    <a:pt x="161550" y="124197"/>
                  </a:lnTo>
                  <a:lnTo>
                    <a:pt x="160094" y="119055"/>
                  </a:lnTo>
                  <a:lnTo>
                    <a:pt x="158474" y="113962"/>
                  </a:lnTo>
                  <a:lnTo>
                    <a:pt x="156692" y="108923"/>
                  </a:lnTo>
                  <a:lnTo>
                    <a:pt x="154750" y="103944"/>
                  </a:lnTo>
                  <a:lnTo>
                    <a:pt x="152650" y="99030"/>
                  </a:lnTo>
                  <a:lnTo>
                    <a:pt x="150394" y="94185"/>
                  </a:lnTo>
                  <a:lnTo>
                    <a:pt x="147984" y="89415"/>
                  </a:lnTo>
                  <a:lnTo>
                    <a:pt x="145423" y="84724"/>
                  </a:lnTo>
                  <a:lnTo>
                    <a:pt x="142714" y="80117"/>
                  </a:lnTo>
                  <a:lnTo>
                    <a:pt x="139858" y="75600"/>
                  </a:lnTo>
                  <a:lnTo>
                    <a:pt x="136860" y="71176"/>
                  </a:lnTo>
                  <a:lnTo>
                    <a:pt x="133721" y="66850"/>
                  </a:lnTo>
                  <a:lnTo>
                    <a:pt x="130446" y="62627"/>
                  </a:lnTo>
                  <a:lnTo>
                    <a:pt x="127038" y="58510"/>
                  </a:lnTo>
                  <a:lnTo>
                    <a:pt x="123500" y="54505"/>
                  </a:lnTo>
                  <a:lnTo>
                    <a:pt x="119835" y="50615"/>
                  </a:lnTo>
                  <a:lnTo>
                    <a:pt x="116048" y="46844"/>
                  </a:lnTo>
                  <a:lnTo>
                    <a:pt x="112143" y="43196"/>
                  </a:lnTo>
                  <a:lnTo>
                    <a:pt x="108122" y="39674"/>
                  </a:lnTo>
                  <a:lnTo>
                    <a:pt x="103992" y="36283"/>
                  </a:lnTo>
                  <a:lnTo>
                    <a:pt x="99755" y="33026"/>
                  </a:lnTo>
                  <a:lnTo>
                    <a:pt x="95416" y="29906"/>
                  </a:lnTo>
                  <a:lnTo>
                    <a:pt x="90979" y="26926"/>
                  </a:lnTo>
                  <a:lnTo>
                    <a:pt x="86450" y="24089"/>
                  </a:lnTo>
                  <a:lnTo>
                    <a:pt x="81832" y="21399"/>
                  </a:lnTo>
                  <a:lnTo>
                    <a:pt x="77131" y="18857"/>
                  </a:lnTo>
                  <a:lnTo>
                    <a:pt x="72350" y="16467"/>
                  </a:lnTo>
                  <a:lnTo>
                    <a:pt x="67496" y="14232"/>
                  </a:lnTo>
                  <a:lnTo>
                    <a:pt x="62573" y="12152"/>
                  </a:lnTo>
                  <a:lnTo>
                    <a:pt x="57586" y="10231"/>
                  </a:lnTo>
                  <a:lnTo>
                    <a:pt x="52540" y="8471"/>
                  </a:lnTo>
                  <a:lnTo>
                    <a:pt x="47440" y="6872"/>
                  </a:lnTo>
                  <a:lnTo>
                    <a:pt x="42292" y="5438"/>
                  </a:lnTo>
                  <a:lnTo>
                    <a:pt x="37100" y="4168"/>
                  </a:lnTo>
                  <a:lnTo>
                    <a:pt x="31871" y="3066"/>
                  </a:lnTo>
                  <a:lnTo>
                    <a:pt x="26609" y="2131"/>
                  </a:lnTo>
                  <a:lnTo>
                    <a:pt x="21320" y="1365"/>
                  </a:lnTo>
                  <a:lnTo>
                    <a:pt x="16009" y="768"/>
                  </a:lnTo>
                  <a:lnTo>
                    <a:pt x="10681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12455" y="5269756"/>
              <a:ext cx="132802" cy="167167"/>
            </a:xfrm>
            <a:custGeom>
              <a:avLst/>
              <a:pathLst>
                <a:path w="132802" h="167167">
                  <a:moveTo>
                    <a:pt x="132802" y="0"/>
                  </a:moveTo>
                  <a:lnTo>
                    <a:pt x="127322" y="89"/>
                  </a:lnTo>
                  <a:lnTo>
                    <a:pt x="121848" y="359"/>
                  </a:lnTo>
                  <a:lnTo>
                    <a:pt x="116385" y="808"/>
                  </a:lnTo>
                  <a:lnTo>
                    <a:pt x="110941" y="1435"/>
                  </a:lnTo>
                  <a:lnTo>
                    <a:pt x="105519" y="2241"/>
                  </a:lnTo>
                  <a:lnTo>
                    <a:pt x="100127" y="3224"/>
                  </a:lnTo>
                  <a:lnTo>
                    <a:pt x="94770" y="4383"/>
                  </a:lnTo>
                  <a:lnTo>
                    <a:pt x="89454" y="5717"/>
                  </a:lnTo>
                  <a:lnTo>
                    <a:pt x="84185" y="7225"/>
                  </a:lnTo>
                  <a:lnTo>
                    <a:pt x="78968" y="8905"/>
                  </a:lnTo>
                  <a:lnTo>
                    <a:pt x="73809" y="10755"/>
                  </a:lnTo>
                  <a:lnTo>
                    <a:pt x="68713" y="12773"/>
                  </a:lnTo>
                  <a:lnTo>
                    <a:pt x="63686" y="14957"/>
                  </a:lnTo>
                  <a:lnTo>
                    <a:pt x="58733" y="17304"/>
                  </a:lnTo>
                  <a:lnTo>
                    <a:pt x="53860" y="19813"/>
                  </a:lnTo>
                  <a:lnTo>
                    <a:pt x="49072" y="22480"/>
                  </a:lnTo>
                  <a:lnTo>
                    <a:pt x="44374" y="25303"/>
                  </a:lnTo>
                  <a:lnTo>
                    <a:pt x="39771" y="28278"/>
                  </a:lnTo>
                  <a:lnTo>
                    <a:pt x="35268" y="31402"/>
                  </a:lnTo>
                  <a:lnTo>
                    <a:pt x="30870" y="34673"/>
                  </a:lnTo>
                  <a:lnTo>
                    <a:pt x="26581" y="38086"/>
                  </a:lnTo>
                  <a:lnTo>
                    <a:pt x="22406" y="41637"/>
                  </a:lnTo>
                  <a:lnTo>
                    <a:pt x="18351" y="45324"/>
                  </a:lnTo>
                  <a:lnTo>
                    <a:pt x="14418" y="49141"/>
                  </a:lnTo>
                  <a:lnTo>
                    <a:pt x="10612" y="53085"/>
                  </a:lnTo>
                  <a:lnTo>
                    <a:pt x="6938" y="57152"/>
                  </a:lnTo>
                  <a:lnTo>
                    <a:pt x="3399" y="61338"/>
                  </a:lnTo>
                  <a:lnTo>
                    <a:pt x="0" y="65637"/>
                  </a:lnTo>
                  <a:lnTo>
                    <a:pt x="1328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87937" y="5335393"/>
              <a:ext cx="157320" cy="101530"/>
            </a:xfrm>
            <a:custGeom>
              <a:avLst/>
              <a:pathLst>
                <a:path w="157320" h="101530">
                  <a:moveTo>
                    <a:pt x="24518" y="0"/>
                  </a:moveTo>
                  <a:lnTo>
                    <a:pt x="20710" y="5183"/>
                  </a:lnTo>
                  <a:lnTo>
                    <a:pt x="17106" y="10509"/>
                  </a:lnTo>
                  <a:lnTo>
                    <a:pt x="13708" y="15969"/>
                  </a:lnTo>
                  <a:lnTo>
                    <a:pt x="10524" y="21557"/>
                  </a:lnTo>
                  <a:lnTo>
                    <a:pt x="7556" y="27262"/>
                  </a:lnTo>
                  <a:lnTo>
                    <a:pt x="4810" y="33078"/>
                  </a:lnTo>
                  <a:lnTo>
                    <a:pt x="2290" y="38995"/>
                  </a:lnTo>
                  <a:lnTo>
                    <a:pt x="0" y="45004"/>
                  </a:lnTo>
                  <a:lnTo>
                    <a:pt x="157320" y="1015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378093" y="5269756"/>
              <a:ext cx="334320" cy="334330"/>
            </a:xfrm>
            <a:custGeom>
              <a:avLst/>
              <a:pathLst>
                <a:path w="334320" h="334330">
                  <a:moveTo>
                    <a:pt x="9844" y="110641"/>
                  </a:moveTo>
                  <a:lnTo>
                    <a:pt x="8126" y="115673"/>
                  </a:lnTo>
                  <a:lnTo>
                    <a:pt x="6569" y="120757"/>
                  </a:lnTo>
                  <a:lnTo>
                    <a:pt x="5174" y="125887"/>
                  </a:lnTo>
                  <a:lnTo>
                    <a:pt x="3944" y="131060"/>
                  </a:lnTo>
                  <a:lnTo>
                    <a:pt x="2878" y="136269"/>
                  </a:lnTo>
                  <a:lnTo>
                    <a:pt x="1978" y="141509"/>
                  </a:lnTo>
                  <a:lnTo>
                    <a:pt x="1246" y="146775"/>
                  </a:lnTo>
                  <a:lnTo>
                    <a:pt x="681" y="152062"/>
                  </a:lnTo>
                  <a:lnTo>
                    <a:pt x="285" y="157364"/>
                  </a:lnTo>
                  <a:lnTo>
                    <a:pt x="58" y="162676"/>
                  </a:lnTo>
                  <a:lnTo>
                    <a:pt x="0" y="167993"/>
                  </a:lnTo>
                  <a:lnTo>
                    <a:pt x="110" y="173308"/>
                  </a:lnTo>
                  <a:lnTo>
                    <a:pt x="390" y="178618"/>
                  </a:lnTo>
                  <a:lnTo>
                    <a:pt x="839" y="183916"/>
                  </a:lnTo>
                  <a:lnTo>
                    <a:pt x="1455" y="189197"/>
                  </a:lnTo>
                  <a:lnTo>
                    <a:pt x="2240" y="194456"/>
                  </a:lnTo>
                  <a:lnTo>
                    <a:pt x="3191" y="199687"/>
                  </a:lnTo>
                  <a:lnTo>
                    <a:pt x="4308" y="204885"/>
                  </a:lnTo>
                  <a:lnTo>
                    <a:pt x="5590" y="210045"/>
                  </a:lnTo>
                  <a:lnTo>
                    <a:pt x="7035" y="215162"/>
                  </a:lnTo>
                  <a:lnTo>
                    <a:pt x="8643" y="220230"/>
                  </a:lnTo>
                  <a:lnTo>
                    <a:pt x="10410" y="225244"/>
                  </a:lnTo>
                  <a:lnTo>
                    <a:pt x="12337" y="230200"/>
                  </a:lnTo>
                  <a:lnTo>
                    <a:pt x="14419" y="235092"/>
                  </a:lnTo>
                  <a:lnTo>
                    <a:pt x="16657" y="239915"/>
                  </a:lnTo>
                  <a:lnTo>
                    <a:pt x="19046" y="244665"/>
                  </a:lnTo>
                  <a:lnTo>
                    <a:pt x="21586" y="249336"/>
                  </a:lnTo>
                  <a:lnTo>
                    <a:pt x="24273" y="253924"/>
                  </a:lnTo>
                  <a:lnTo>
                    <a:pt x="27104" y="258424"/>
                  </a:lnTo>
                  <a:lnTo>
                    <a:pt x="30077" y="262832"/>
                  </a:lnTo>
                  <a:lnTo>
                    <a:pt x="33189" y="267144"/>
                  </a:lnTo>
                  <a:lnTo>
                    <a:pt x="36436" y="271354"/>
                  </a:lnTo>
                  <a:lnTo>
                    <a:pt x="39815" y="275458"/>
                  </a:lnTo>
                  <a:lnTo>
                    <a:pt x="43324" y="279454"/>
                  </a:lnTo>
                  <a:lnTo>
                    <a:pt x="46957" y="283335"/>
                  </a:lnTo>
                  <a:lnTo>
                    <a:pt x="50712" y="287099"/>
                  </a:lnTo>
                  <a:lnTo>
                    <a:pt x="54585" y="290742"/>
                  </a:lnTo>
                  <a:lnTo>
                    <a:pt x="58572" y="294260"/>
                  </a:lnTo>
                  <a:lnTo>
                    <a:pt x="62669" y="297649"/>
                  </a:lnTo>
                  <a:lnTo>
                    <a:pt x="66871" y="300906"/>
                  </a:lnTo>
                  <a:lnTo>
                    <a:pt x="71175" y="304028"/>
                  </a:lnTo>
                  <a:lnTo>
                    <a:pt x="75576" y="307011"/>
                  </a:lnTo>
                  <a:lnTo>
                    <a:pt x="80070" y="309853"/>
                  </a:lnTo>
                  <a:lnTo>
                    <a:pt x="84651" y="312551"/>
                  </a:lnTo>
                  <a:lnTo>
                    <a:pt x="89316" y="315101"/>
                  </a:lnTo>
                  <a:lnTo>
                    <a:pt x="94060" y="317502"/>
                  </a:lnTo>
                  <a:lnTo>
                    <a:pt x="98878" y="319751"/>
                  </a:lnTo>
                  <a:lnTo>
                    <a:pt x="103765" y="321845"/>
                  </a:lnTo>
                  <a:lnTo>
                    <a:pt x="108716" y="323783"/>
                  </a:lnTo>
                  <a:lnTo>
                    <a:pt x="113727" y="325563"/>
                  </a:lnTo>
                  <a:lnTo>
                    <a:pt x="118791" y="327182"/>
                  </a:lnTo>
                  <a:lnTo>
                    <a:pt x="123904" y="328640"/>
                  </a:lnTo>
                  <a:lnTo>
                    <a:pt x="129061" y="329934"/>
                  </a:lnTo>
                  <a:lnTo>
                    <a:pt x="134257" y="331063"/>
                  </a:lnTo>
                  <a:lnTo>
                    <a:pt x="139486" y="332027"/>
                  </a:lnTo>
                  <a:lnTo>
                    <a:pt x="144742" y="332824"/>
                  </a:lnTo>
                  <a:lnTo>
                    <a:pt x="150022" y="333453"/>
                  </a:lnTo>
                  <a:lnTo>
                    <a:pt x="155319" y="333914"/>
                  </a:lnTo>
                  <a:lnTo>
                    <a:pt x="160628" y="334207"/>
                  </a:lnTo>
                  <a:lnTo>
                    <a:pt x="165943" y="334330"/>
                  </a:lnTo>
                  <a:lnTo>
                    <a:pt x="171260" y="334284"/>
                  </a:lnTo>
                  <a:lnTo>
                    <a:pt x="176572" y="334069"/>
                  </a:lnTo>
                  <a:lnTo>
                    <a:pt x="181875" y="333686"/>
                  </a:lnTo>
                  <a:lnTo>
                    <a:pt x="187163" y="333134"/>
                  </a:lnTo>
                  <a:lnTo>
                    <a:pt x="192431" y="332414"/>
                  </a:lnTo>
                  <a:lnTo>
                    <a:pt x="197674" y="331527"/>
                  </a:lnTo>
                  <a:lnTo>
                    <a:pt x="202885" y="330473"/>
                  </a:lnTo>
                  <a:lnTo>
                    <a:pt x="208061" y="329255"/>
                  </a:lnTo>
                  <a:lnTo>
                    <a:pt x="213195" y="327872"/>
                  </a:lnTo>
                  <a:lnTo>
                    <a:pt x="218282" y="326327"/>
                  </a:lnTo>
                  <a:lnTo>
                    <a:pt x="223318" y="324621"/>
                  </a:lnTo>
                  <a:lnTo>
                    <a:pt x="228297" y="322756"/>
                  </a:lnTo>
                  <a:lnTo>
                    <a:pt x="233214" y="320733"/>
                  </a:lnTo>
                  <a:lnTo>
                    <a:pt x="238064" y="318555"/>
                  </a:lnTo>
                  <a:lnTo>
                    <a:pt x="242842" y="316223"/>
                  </a:lnTo>
                  <a:lnTo>
                    <a:pt x="247544" y="313741"/>
                  </a:lnTo>
                  <a:lnTo>
                    <a:pt x="252165" y="311111"/>
                  </a:lnTo>
                  <a:lnTo>
                    <a:pt x="256700" y="308335"/>
                  </a:lnTo>
                  <a:lnTo>
                    <a:pt x="261144" y="305416"/>
                  </a:lnTo>
                  <a:lnTo>
                    <a:pt x="265493" y="302358"/>
                  </a:lnTo>
                  <a:lnTo>
                    <a:pt x="269743" y="299162"/>
                  </a:lnTo>
                  <a:lnTo>
                    <a:pt x="273888" y="295833"/>
                  </a:lnTo>
                  <a:lnTo>
                    <a:pt x="277926" y="292374"/>
                  </a:lnTo>
                  <a:lnTo>
                    <a:pt x="281852" y="288789"/>
                  </a:lnTo>
                  <a:lnTo>
                    <a:pt x="285662" y="285080"/>
                  </a:lnTo>
                  <a:lnTo>
                    <a:pt x="289352" y="281252"/>
                  </a:lnTo>
                  <a:lnTo>
                    <a:pt x="292918" y="277308"/>
                  </a:lnTo>
                  <a:lnTo>
                    <a:pt x="296357" y="273253"/>
                  </a:lnTo>
                  <a:lnTo>
                    <a:pt x="299665" y="269091"/>
                  </a:lnTo>
                  <a:lnTo>
                    <a:pt x="302840" y="264826"/>
                  </a:lnTo>
                  <a:lnTo>
                    <a:pt x="305877" y="260462"/>
                  </a:lnTo>
                  <a:lnTo>
                    <a:pt x="308774" y="256003"/>
                  </a:lnTo>
                  <a:lnTo>
                    <a:pt x="311527" y="251455"/>
                  </a:lnTo>
                  <a:lnTo>
                    <a:pt x="314135" y="246822"/>
                  </a:lnTo>
                  <a:lnTo>
                    <a:pt x="316593" y="242107"/>
                  </a:lnTo>
                  <a:lnTo>
                    <a:pt x="318901" y="237317"/>
                  </a:lnTo>
                  <a:lnTo>
                    <a:pt x="321055" y="232456"/>
                  </a:lnTo>
                  <a:lnTo>
                    <a:pt x="323054" y="227529"/>
                  </a:lnTo>
                  <a:lnTo>
                    <a:pt x="324895" y="222541"/>
                  </a:lnTo>
                  <a:lnTo>
                    <a:pt x="326576" y="217497"/>
                  </a:lnTo>
                  <a:lnTo>
                    <a:pt x="328096" y="212402"/>
                  </a:lnTo>
                  <a:lnTo>
                    <a:pt x="329453" y="207261"/>
                  </a:lnTo>
                  <a:lnTo>
                    <a:pt x="330646" y="202080"/>
                  </a:lnTo>
                  <a:lnTo>
                    <a:pt x="331673" y="196864"/>
                  </a:lnTo>
                  <a:lnTo>
                    <a:pt x="332535" y="191617"/>
                  </a:lnTo>
                  <a:lnTo>
                    <a:pt x="333229" y="186345"/>
                  </a:lnTo>
                  <a:lnTo>
                    <a:pt x="333754" y="181055"/>
                  </a:lnTo>
                  <a:lnTo>
                    <a:pt x="334112" y="175750"/>
                  </a:lnTo>
                  <a:lnTo>
                    <a:pt x="334300" y="170436"/>
                  </a:lnTo>
                  <a:lnTo>
                    <a:pt x="334320" y="165119"/>
                  </a:lnTo>
                  <a:lnTo>
                    <a:pt x="334170" y="159805"/>
                  </a:lnTo>
                  <a:lnTo>
                    <a:pt x="333852" y="154497"/>
                  </a:lnTo>
                  <a:lnTo>
                    <a:pt x="333364" y="149203"/>
                  </a:lnTo>
                  <a:lnTo>
                    <a:pt x="332709" y="143926"/>
                  </a:lnTo>
                  <a:lnTo>
                    <a:pt x="331886" y="138674"/>
                  </a:lnTo>
                  <a:lnTo>
                    <a:pt x="330897" y="133450"/>
                  </a:lnTo>
                  <a:lnTo>
                    <a:pt x="329742" y="128260"/>
                  </a:lnTo>
                  <a:lnTo>
                    <a:pt x="328422" y="123109"/>
                  </a:lnTo>
                  <a:lnTo>
                    <a:pt x="326939" y="118003"/>
                  </a:lnTo>
                  <a:lnTo>
                    <a:pt x="325295" y="112947"/>
                  </a:lnTo>
                  <a:lnTo>
                    <a:pt x="323491" y="107946"/>
                  </a:lnTo>
                  <a:lnTo>
                    <a:pt x="321528" y="103004"/>
                  </a:lnTo>
                  <a:lnTo>
                    <a:pt x="319410" y="98127"/>
                  </a:lnTo>
                  <a:lnTo>
                    <a:pt x="317137" y="93321"/>
                  </a:lnTo>
                  <a:lnTo>
                    <a:pt x="314713" y="88589"/>
                  </a:lnTo>
                  <a:lnTo>
                    <a:pt x="312139" y="83936"/>
                  </a:lnTo>
                  <a:lnTo>
                    <a:pt x="309419" y="79368"/>
                  </a:lnTo>
                  <a:lnTo>
                    <a:pt x="306555" y="74888"/>
                  </a:lnTo>
                  <a:lnTo>
                    <a:pt x="303550" y="70502"/>
                  </a:lnTo>
                  <a:lnTo>
                    <a:pt x="300407" y="66214"/>
                  </a:lnTo>
                  <a:lnTo>
                    <a:pt x="297129" y="62028"/>
                  </a:lnTo>
                  <a:lnTo>
                    <a:pt x="293720" y="57948"/>
                  </a:lnTo>
                  <a:lnTo>
                    <a:pt x="290182" y="53978"/>
                  </a:lnTo>
                  <a:lnTo>
                    <a:pt x="286520" y="50123"/>
                  </a:lnTo>
                  <a:lnTo>
                    <a:pt x="282738" y="46387"/>
                  </a:lnTo>
                  <a:lnTo>
                    <a:pt x="278838" y="42772"/>
                  </a:lnTo>
                  <a:lnTo>
                    <a:pt x="274826" y="39284"/>
                  </a:lnTo>
                  <a:lnTo>
                    <a:pt x="270705" y="35925"/>
                  </a:lnTo>
                  <a:lnTo>
                    <a:pt x="266478" y="32698"/>
                  </a:lnTo>
                  <a:lnTo>
                    <a:pt x="262152" y="29608"/>
                  </a:lnTo>
                  <a:lnTo>
                    <a:pt x="257729" y="26657"/>
                  </a:lnTo>
                  <a:lnTo>
                    <a:pt x="253215" y="23848"/>
                  </a:lnTo>
                  <a:lnTo>
                    <a:pt x="248614" y="21184"/>
                  </a:lnTo>
                  <a:lnTo>
                    <a:pt x="243930" y="18668"/>
                  </a:lnTo>
                  <a:lnTo>
                    <a:pt x="239169" y="16301"/>
                  </a:lnTo>
                  <a:lnTo>
                    <a:pt x="234334" y="14088"/>
                  </a:lnTo>
                  <a:lnTo>
                    <a:pt x="229432" y="12029"/>
                  </a:lnTo>
                  <a:lnTo>
                    <a:pt x="224467" y="10127"/>
                  </a:lnTo>
                  <a:lnTo>
                    <a:pt x="219444" y="8385"/>
                  </a:lnTo>
                  <a:lnTo>
                    <a:pt x="214368" y="6802"/>
                  </a:lnTo>
                  <a:lnTo>
                    <a:pt x="209244" y="5382"/>
                  </a:lnTo>
                  <a:lnTo>
                    <a:pt x="204078" y="4126"/>
                  </a:lnTo>
                  <a:lnTo>
                    <a:pt x="198874" y="3034"/>
                  </a:lnTo>
                  <a:lnTo>
                    <a:pt x="193639" y="2109"/>
                  </a:lnTo>
                  <a:lnTo>
                    <a:pt x="188376" y="1351"/>
                  </a:lnTo>
                  <a:lnTo>
                    <a:pt x="183092" y="760"/>
                  </a:lnTo>
                  <a:lnTo>
                    <a:pt x="177792" y="338"/>
                  </a:lnTo>
                  <a:lnTo>
                    <a:pt x="172481" y="84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3871" y="5018213"/>
              <a:ext cx="167167" cy="188400"/>
            </a:xfrm>
            <a:custGeom>
              <a:avLst/>
              <a:pathLst>
                <a:path w="167167" h="188400">
                  <a:moveTo>
                    <a:pt x="167167" y="0"/>
                  </a:moveTo>
                  <a:lnTo>
                    <a:pt x="161812" y="85"/>
                  </a:lnTo>
                  <a:lnTo>
                    <a:pt x="156462" y="343"/>
                  </a:lnTo>
                  <a:lnTo>
                    <a:pt x="151123" y="771"/>
                  </a:lnTo>
                  <a:lnTo>
                    <a:pt x="145801" y="1371"/>
                  </a:lnTo>
                  <a:lnTo>
                    <a:pt x="140500" y="2140"/>
                  </a:lnTo>
                  <a:lnTo>
                    <a:pt x="135227" y="3079"/>
                  </a:lnTo>
                  <a:lnTo>
                    <a:pt x="129987" y="4186"/>
                  </a:lnTo>
                  <a:lnTo>
                    <a:pt x="124785" y="5461"/>
                  </a:lnTo>
                  <a:lnTo>
                    <a:pt x="119627" y="6902"/>
                  </a:lnTo>
                  <a:lnTo>
                    <a:pt x="114517" y="8507"/>
                  </a:lnTo>
                  <a:lnTo>
                    <a:pt x="109461" y="10275"/>
                  </a:lnTo>
                  <a:lnTo>
                    <a:pt x="104465" y="12204"/>
                  </a:lnTo>
                  <a:lnTo>
                    <a:pt x="99533" y="14293"/>
                  </a:lnTo>
                  <a:lnTo>
                    <a:pt x="94670" y="16538"/>
                  </a:lnTo>
                  <a:lnTo>
                    <a:pt x="89882" y="18937"/>
                  </a:lnTo>
                  <a:lnTo>
                    <a:pt x="85173" y="21489"/>
                  </a:lnTo>
                  <a:lnTo>
                    <a:pt x="80548" y="24191"/>
                  </a:lnTo>
                  <a:lnTo>
                    <a:pt x="76012" y="27039"/>
                  </a:lnTo>
                  <a:lnTo>
                    <a:pt x="71570" y="30031"/>
                  </a:lnTo>
                  <a:lnTo>
                    <a:pt x="67226" y="33164"/>
                  </a:lnTo>
                  <a:lnTo>
                    <a:pt x="62985" y="36434"/>
                  </a:lnTo>
                  <a:lnTo>
                    <a:pt x="58850" y="39839"/>
                  </a:lnTo>
                  <a:lnTo>
                    <a:pt x="54827" y="43374"/>
                  </a:lnTo>
                  <a:lnTo>
                    <a:pt x="50919" y="47037"/>
                  </a:lnTo>
                  <a:lnTo>
                    <a:pt x="47130" y="50822"/>
                  </a:lnTo>
                  <a:lnTo>
                    <a:pt x="43464" y="54728"/>
                  </a:lnTo>
                  <a:lnTo>
                    <a:pt x="39926" y="58748"/>
                  </a:lnTo>
                  <a:lnTo>
                    <a:pt x="36518" y="62880"/>
                  </a:lnTo>
                  <a:lnTo>
                    <a:pt x="33244" y="67119"/>
                  </a:lnTo>
                  <a:lnTo>
                    <a:pt x="30108" y="71460"/>
                  </a:lnTo>
                  <a:lnTo>
                    <a:pt x="27112" y="75900"/>
                  </a:lnTo>
                  <a:lnTo>
                    <a:pt x="24260" y="80434"/>
                  </a:lnTo>
                  <a:lnTo>
                    <a:pt x="21555" y="85056"/>
                  </a:lnTo>
                  <a:lnTo>
                    <a:pt x="18999" y="89763"/>
                  </a:lnTo>
                  <a:lnTo>
                    <a:pt x="16596" y="94550"/>
                  </a:lnTo>
                  <a:lnTo>
                    <a:pt x="14347" y="99410"/>
                  </a:lnTo>
                  <a:lnTo>
                    <a:pt x="12255" y="104341"/>
                  </a:lnTo>
                  <a:lnTo>
                    <a:pt x="10321" y="109336"/>
                  </a:lnTo>
                  <a:lnTo>
                    <a:pt x="8549" y="114390"/>
                  </a:lnTo>
                  <a:lnTo>
                    <a:pt x="6940" y="119498"/>
                  </a:lnTo>
                  <a:lnTo>
                    <a:pt x="5495" y="124656"/>
                  </a:lnTo>
                  <a:lnTo>
                    <a:pt x="4216" y="129857"/>
                  </a:lnTo>
                  <a:lnTo>
                    <a:pt x="3105" y="135096"/>
                  </a:lnTo>
                  <a:lnTo>
                    <a:pt x="2161" y="140368"/>
                  </a:lnTo>
                  <a:lnTo>
                    <a:pt x="1388" y="145668"/>
                  </a:lnTo>
                  <a:lnTo>
                    <a:pt x="784" y="150990"/>
                  </a:lnTo>
                  <a:lnTo>
                    <a:pt x="351" y="156328"/>
                  </a:lnTo>
                  <a:lnTo>
                    <a:pt x="90" y="161678"/>
                  </a:lnTo>
                  <a:lnTo>
                    <a:pt x="0" y="167033"/>
                  </a:lnTo>
                  <a:lnTo>
                    <a:pt x="81" y="172388"/>
                  </a:lnTo>
                  <a:lnTo>
                    <a:pt x="334" y="177738"/>
                  </a:lnTo>
                  <a:lnTo>
                    <a:pt x="758" y="183077"/>
                  </a:lnTo>
                  <a:lnTo>
                    <a:pt x="1353" y="18840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5225" y="5185380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5225" y="5185380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5225" y="5185380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5225" y="5185380"/>
              <a:ext cx="165813" cy="81526"/>
            </a:xfrm>
            <a:custGeom>
              <a:avLst/>
              <a:pathLst>
                <a:path w="165813" h="81526">
                  <a:moveTo>
                    <a:pt x="0" y="21233"/>
                  </a:moveTo>
                  <a:lnTo>
                    <a:pt x="837" y="26978"/>
                  </a:lnTo>
                  <a:lnTo>
                    <a:pt x="1873" y="32691"/>
                  </a:lnTo>
                  <a:lnTo>
                    <a:pt x="3108" y="38365"/>
                  </a:lnTo>
                  <a:lnTo>
                    <a:pt x="4538" y="43992"/>
                  </a:lnTo>
                  <a:lnTo>
                    <a:pt x="6163" y="49566"/>
                  </a:lnTo>
                  <a:lnTo>
                    <a:pt x="7981" y="55081"/>
                  </a:lnTo>
                  <a:lnTo>
                    <a:pt x="9989" y="60529"/>
                  </a:lnTo>
                  <a:lnTo>
                    <a:pt x="12185" y="65904"/>
                  </a:lnTo>
                  <a:lnTo>
                    <a:pt x="14566" y="71199"/>
                  </a:lnTo>
                  <a:lnTo>
                    <a:pt x="17130" y="76409"/>
                  </a:lnTo>
                  <a:lnTo>
                    <a:pt x="19873" y="81526"/>
                  </a:lnTo>
                  <a:lnTo>
                    <a:pt x="16581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75099" y="5018213"/>
              <a:ext cx="313097" cy="334325"/>
            </a:xfrm>
            <a:custGeom>
              <a:avLst/>
              <a:pathLst>
                <a:path w="313097" h="334325">
                  <a:moveTo>
                    <a:pt x="0" y="248694"/>
                  </a:moveTo>
                  <a:lnTo>
                    <a:pt x="2669" y="253298"/>
                  </a:lnTo>
                  <a:lnTo>
                    <a:pt x="5484" y="257816"/>
                  </a:lnTo>
                  <a:lnTo>
                    <a:pt x="8441" y="262241"/>
                  </a:lnTo>
                  <a:lnTo>
                    <a:pt x="11537" y="266570"/>
                  </a:lnTo>
                  <a:lnTo>
                    <a:pt x="14770" y="270799"/>
                  </a:lnTo>
                  <a:lnTo>
                    <a:pt x="18135" y="274922"/>
                  </a:lnTo>
                  <a:lnTo>
                    <a:pt x="21630" y="278936"/>
                  </a:lnTo>
                  <a:lnTo>
                    <a:pt x="25251" y="282837"/>
                  </a:lnTo>
                  <a:lnTo>
                    <a:pt x="28995" y="286620"/>
                  </a:lnTo>
                  <a:lnTo>
                    <a:pt x="32857" y="290282"/>
                  </a:lnTo>
                  <a:lnTo>
                    <a:pt x="36834" y="293820"/>
                  </a:lnTo>
                  <a:lnTo>
                    <a:pt x="40921" y="297229"/>
                  </a:lnTo>
                  <a:lnTo>
                    <a:pt x="45115" y="300507"/>
                  </a:lnTo>
                  <a:lnTo>
                    <a:pt x="49411" y="303649"/>
                  </a:lnTo>
                  <a:lnTo>
                    <a:pt x="53805" y="306652"/>
                  </a:lnTo>
                  <a:lnTo>
                    <a:pt x="58292" y="309515"/>
                  </a:lnTo>
                  <a:lnTo>
                    <a:pt x="62868" y="312233"/>
                  </a:lnTo>
                  <a:lnTo>
                    <a:pt x="67528" y="314804"/>
                  </a:lnTo>
                  <a:lnTo>
                    <a:pt x="72268" y="317225"/>
                  </a:lnTo>
                  <a:lnTo>
                    <a:pt x="77083" y="319495"/>
                  </a:lnTo>
                  <a:lnTo>
                    <a:pt x="81967" y="321610"/>
                  </a:lnTo>
                  <a:lnTo>
                    <a:pt x="86916" y="323568"/>
                  </a:lnTo>
                  <a:lnTo>
                    <a:pt x="91925" y="325368"/>
                  </a:lnTo>
                  <a:lnTo>
                    <a:pt x="96989" y="327007"/>
                  </a:lnTo>
                  <a:lnTo>
                    <a:pt x="102102" y="328484"/>
                  </a:lnTo>
                  <a:lnTo>
                    <a:pt x="107260" y="329798"/>
                  </a:lnTo>
                  <a:lnTo>
                    <a:pt x="112457" y="330947"/>
                  </a:lnTo>
                  <a:lnTo>
                    <a:pt x="117688" y="331930"/>
                  </a:lnTo>
                  <a:lnTo>
                    <a:pt x="122947" y="332746"/>
                  </a:lnTo>
                  <a:lnTo>
                    <a:pt x="128230" y="333394"/>
                  </a:lnTo>
                  <a:lnTo>
                    <a:pt x="133531" y="333873"/>
                  </a:lnTo>
                  <a:lnTo>
                    <a:pt x="138844" y="334184"/>
                  </a:lnTo>
                  <a:lnTo>
                    <a:pt x="144165" y="334325"/>
                  </a:lnTo>
                  <a:lnTo>
                    <a:pt x="149487" y="334297"/>
                  </a:lnTo>
                  <a:lnTo>
                    <a:pt x="154806" y="334099"/>
                  </a:lnTo>
                  <a:lnTo>
                    <a:pt x="160116" y="333732"/>
                  </a:lnTo>
                  <a:lnTo>
                    <a:pt x="165411" y="333196"/>
                  </a:lnTo>
                  <a:lnTo>
                    <a:pt x="170687" y="332492"/>
                  </a:lnTo>
                  <a:lnTo>
                    <a:pt x="175938" y="331621"/>
                  </a:lnTo>
                  <a:lnTo>
                    <a:pt x="181158" y="330582"/>
                  </a:lnTo>
                  <a:lnTo>
                    <a:pt x="186342" y="329378"/>
                  </a:lnTo>
                  <a:lnTo>
                    <a:pt x="191486" y="328010"/>
                  </a:lnTo>
                  <a:lnTo>
                    <a:pt x="196583" y="326478"/>
                  </a:lnTo>
                  <a:lnTo>
                    <a:pt x="201629" y="324785"/>
                  </a:lnTo>
                  <a:lnTo>
                    <a:pt x="206619" y="322933"/>
                  </a:lnTo>
                  <a:lnTo>
                    <a:pt x="211547" y="320922"/>
                  </a:lnTo>
                  <a:lnTo>
                    <a:pt x="216408" y="318755"/>
                  </a:lnTo>
                  <a:lnTo>
                    <a:pt x="221198" y="316435"/>
                  </a:lnTo>
                  <a:lnTo>
                    <a:pt x="225912" y="313964"/>
                  </a:lnTo>
                  <a:lnTo>
                    <a:pt x="230545" y="311343"/>
                  </a:lnTo>
                  <a:lnTo>
                    <a:pt x="235092" y="308577"/>
                  </a:lnTo>
                  <a:lnTo>
                    <a:pt x="239549" y="305667"/>
                  </a:lnTo>
                  <a:lnTo>
                    <a:pt x="243910" y="302617"/>
                  </a:lnTo>
                  <a:lnTo>
                    <a:pt x="248173" y="299429"/>
                  </a:lnTo>
                  <a:lnTo>
                    <a:pt x="252331" y="296107"/>
                  </a:lnTo>
                  <a:lnTo>
                    <a:pt x="256382" y="292655"/>
                  </a:lnTo>
                  <a:lnTo>
                    <a:pt x="260321" y="289075"/>
                  </a:lnTo>
                  <a:lnTo>
                    <a:pt x="264144" y="285372"/>
                  </a:lnTo>
                  <a:lnTo>
                    <a:pt x="267847" y="281549"/>
                  </a:lnTo>
                  <a:lnTo>
                    <a:pt x="271427" y="277610"/>
                  </a:lnTo>
                  <a:lnTo>
                    <a:pt x="274879" y="273559"/>
                  </a:lnTo>
                  <a:lnTo>
                    <a:pt x="278201" y="269401"/>
                  </a:lnTo>
                  <a:lnTo>
                    <a:pt x="281389" y="265138"/>
                  </a:lnTo>
                  <a:lnTo>
                    <a:pt x="284439" y="260776"/>
                  </a:lnTo>
                  <a:lnTo>
                    <a:pt x="287349" y="256320"/>
                  </a:lnTo>
                  <a:lnTo>
                    <a:pt x="290115" y="251773"/>
                  </a:lnTo>
                  <a:lnTo>
                    <a:pt x="292736" y="247140"/>
                  </a:lnTo>
                  <a:lnTo>
                    <a:pt x="295207" y="242426"/>
                  </a:lnTo>
                  <a:lnTo>
                    <a:pt x="297527" y="237636"/>
                  </a:lnTo>
                  <a:lnTo>
                    <a:pt x="299694" y="232775"/>
                  </a:lnTo>
                  <a:lnTo>
                    <a:pt x="301705" y="227847"/>
                  </a:lnTo>
                  <a:lnTo>
                    <a:pt x="303557" y="222857"/>
                  </a:lnTo>
                  <a:lnTo>
                    <a:pt x="305250" y="217811"/>
                  </a:lnTo>
                  <a:lnTo>
                    <a:pt x="306782" y="212714"/>
                  </a:lnTo>
                  <a:lnTo>
                    <a:pt x="308150" y="207570"/>
                  </a:lnTo>
                  <a:lnTo>
                    <a:pt x="309354" y="202386"/>
                  </a:lnTo>
                  <a:lnTo>
                    <a:pt x="310393" y="197165"/>
                  </a:lnTo>
                  <a:lnTo>
                    <a:pt x="311264" y="191915"/>
                  </a:lnTo>
                  <a:lnTo>
                    <a:pt x="311969" y="186639"/>
                  </a:lnTo>
                  <a:lnTo>
                    <a:pt x="312504" y="181344"/>
                  </a:lnTo>
                  <a:lnTo>
                    <a:pt x="312871" y="176034"/>
                  </a:lnTo>
                  <a:lnTo>
                    <a:pt x="313069" y="170715"/>
                  </a:lnTo>
                  <a:lnTo>
                    <a:pt x="313097" y="165393"/>
                  </a:lnTo>
                  <a:lnTo>
                    <a:pt x="312956" y="160072"/>
                  </a:lnTo>
                  <a:lnTo>
                    <a:pt x="312645" y="154759"/>
                  </a:lnTo>
                  <a:lnTo>
                    <a:pt x="312166" y="149458"/>
                  </a:lnTo>
                  <a:lnTo>
                    <a:pt x="311518" y="144175"/>
                  </a:lnTo>
                  <a:lnTo>
                    <a:pt x="310702" y="138916"/>
                  </a:lnTo>
                  <a:lnTo>
                    <a:pt x="309719" y="133685"/>
                  </a:lnTo>
                  <a:lnTo>
                    <a:pt x="308570" y="128488"/>
                  </a:lnTo>
                  <a:lnTo>
                    <a:pt x="307256" y="123330"/>
                  </a:lnTo>
                  <a:lnTo>
                    <a:pt x="305779" y="118217"/>
                  </a:lnTo>
                  <a:lnTo>
                    <a:pt x="304140" y="113153"/>
                  </a:lnTo>
                  <a:lnTo>
                    <a:pt x="302340" y="108144"/>
                  </a:lnTo>
                  <a:lnTo>
                    <a:pt x="300382" y="103195"/>
                  </a:lnTo>
                  <a:lnTo>
                    <a:pt x="298267" y="98310"/>
                  </a:lnTo>
                  <a:lnTo>
                    <a:pt x="295998" y="93496"/>
                  </a:lnTo>
                  <a:lnTo>
                    <a:pt x="293576" y="88756"/>
                  </a:lnTo>
                  <a:lnTo>
                    <a:pt x="291005" y="84096"/>
                  </a:lnTo>
                  <a:lnTo>
                    <a:pt x="288287" y="79520"/>
                  </a:lnTo>
                  <a:lnTo>
                    <a:pt x="285425" y="75033"/>
                  </a:lnTo>
                  <a:lnTo>
                    <a:pt x="282421" y="70639"/>
                  </a:lnTo>
                  <a:lnTo>
                    <a:pt x="279279" y="66343"/>
                  </a:lnTo>
                  <a:lnTo>
                    <a:pt x="276001" y="62149"/>
                  </a:lnTo>
                  <a:lnTo>
                    <a:pt x="272592" y="58062"/>
                  </a:lnTo>
                  <a:lnTo>
                    <a:pt x="269055" y="54085"/>
                  </a:lnTo>
                  <a:lnTo>
                    <a:pt x="265392" y="50223"/>
                  </a:lnTo>
                  <a:lnTo>
                    <a:pt x="261609" y="46479"/>
                  </a:lnTo>
                  <a:lnTo>
                    <a:pt x="257708" y="42858"/>
                  </a:lnTo>
                  <a:lnTo>
                    <a:pt x="253694" y="39363"/>
                  </a:lnTo>
                  <a:lnTo>
                    <a:pt x="249571" y="35997"/>
                  </a:lnTo>
                  <a:lnTo>
                    <a:pt x="245342" y="32765"/>
                  </a:lnTo>
                  <a:lnTo>
                    <a:pt x="241013" y="29668"/>
                  </a:lnTo>
                  <a:lnTo>
                    <a:pt x="236588" y="26711"/>
                  </a:lnTo>
                  <a:lnTo>
                    <a:pt x="232070" y="23897"/>
                  </a:lnTo>
                  <a:lnTo>
                    <a:pt x="227466" y="21227"/>
                  </a:lnTo>
                  <a:lnTo>
                    <a:pt x="222778" y="18706"/>
                  </a:lnTo>
                  <a:lnTo>
                    <a:pt x="218013" y="16335"/>
                  </a:lnTo>
                  <a:lnTo>
                    <a:pt x="213175" y="14117"/>
                  </a:lnTo>
                  <a:lnTo>
                    <a:pt x="208268" y="12054"/>
                  </a:lnTo>
                  <a:lnTo>
                    <a:pt x="203299" y="10148"/>
                  </a:lnTo>
                  <a:lnTo>
                    <a:pt x="198271" y="8402"/>
                  </a:lnTo>
                  <a:lnTo>
                    <a:pt x="193190" y="6816"/>
                  </a:lnTo>
                  <a:lnTo>
                    <a:pt x="188062" y="5394"/>
                  </a:lnTo>
                  <a:lnTo>
                    <a:pt x="182890" y="4135"/>
                  </a:lnTo>
                  <a:lnTo>
                    <a:pt x="177681" y="3041"/>
                  </a:lnTo>
                  <a:lnTo>
                    <a:pt x="172440" y="2113"/>
                  </a:lnTo>
                  <a:lnTo>
                    <a:pt x="167172" y="1353"/>
                  </a:lnTo>
                  <a:lnTo>
                    <a:pt x="161883" y="762"/>
                  </a:lnTo>
                  <a:lnTo>
                    <a:pt x="156577" y="338"/>
                  </a:lnTo>
                  <a:lnTo>
                    <a:pt x="151261" y="84"/>
                  </a:lnTo>
                  <a:lnTo>
                    <a:pt x="145939" y="0"/>
                  </a:lnTo>
                  <a:lnTo>
                    <a:pt x="1459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256076" y="4659281"/>
              <a:ext cx="167158" cy="328010"/>
            </a:xfrm>
            <a:custGeom>
              <a:avLst/>
              <a:pathLst>
                <a:path w="167158" h="328010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77688" y="4826449"/>
              <a:ext cx="45546" cy="160842"/>
            </a:xfrm>
            <a:custGeom>
              <a:avLst/>
              <a:pathLst>
                <a:path w="45546" h="160842">
                  <a:moveTo>
                    <a:pt x="0" y="160842"/>
                  </a:moveTo>
                  <a:lnTo>
                    <a:pt x="455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77688" y="4826449"/>
              <a:ext cx="45546" cy="160842"/>
            </a:xfrm>
            <a:custGeom>
              <a:avLst/>
              <a:pathLst>
                <a:path w="45546" h="160842">
                  <a:moveTo>
                    <a:pt x="0" y="160842"/>
                  </a:moveTo>
                  <a:lnTo>
                    <a:pt x="455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377688" y="4826449"/>
              <a:ext cx="112782" cy="167167"/>
            </a:xfrm>
            <a:custGeom>
              <a:avLst/>
              <a:pathLst>
                <a:path w="112782" h="167167">
                  <a:moveTo>
                    <a:pt x="0" y="160842"/>
                  </a:moveTo>
                  <a:lnTo>
                    <a:pt x="5574" y="162318"/>
                  </a:lnTo>
                  <a:lnTo>
                    <a:pt x="11195" y="163600"/>
                  </a:lnTo>
                  <a:lnTo>
                    <a:pt x="16858" y="164687"/>
                  </a:lnTo>
                  <a:lnTo>
                    <a:pt x="22554" y="165578"/>
                  </a:lnTo>
                  <a:lnTo>
                    <a:pt x="28278" y="166273"/>
                  </a:lnTo>
                  <a:lnTo>
                    <a:pt x="34023" y="166769"/>
                  </a:lnTo>
                  <a:lnTo>
                    <a:pt x="39781" y="167068"/>
                  </a:lnTo>
                  <a:lnTo>
                    <a:pt x="45546" y="167167"/>
                  </a:lnTo>
                  <a:lnTo>
                    <a:pt x="51311" y="167068"/>
                  </a:lnTo>
                  <a:lnTo>
                    <a:pt x="57070" y="166769"/>
                  </a:lnTo>
                  <a:lnTo>
                    <a:pt x="62814" y="166273"/>
                  </a:lnTo>
                  <a:lnTo>
                    <a:pt x="68538" y="165578"/>
                  </a:lnTo>
                  <a:lnTo>
                    <a:pt x="74235" y="164687"/>
                  </a:lnTo>
                  <a:lnTo>
                    <a:pt x="79897" y="163600"/>
                  </a:lnTo>
                  <a:lnTo>
                    <a:pt x="85519" y="162318"/>
                  </a:lnTo>
                  <a:lnTo>
                    <a:pt x="91093" y="160842"/>
                  </a:lnTo>
                  <a:lnTo>
                    <a:pt x="96613" y="159176"/>
                  </a:lnTo>
                  <a:lnTo>
                    <a:pt x="102072" y="157320"/>
                  </a:lnTo>
                  <a:lnTo>
                    <a:pt x="107464" y="155277"/>
                  </a:lnTo>
                  <a:lnTo>
                    <a:pt x="112782" y="153049"/>
                  </a:lnTo>
                  <a:lnTo>
                    <a:pt x="455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167167" cy="320217"/>
            </a:xfrm>
            <a:custGeom>
              <a:avLst/>
              <a:pathLst>
                <a:path w="167167" h="320217">
                  <a:moveTo>
                    <a:pt x="67235" y="320217"/>
                  </a:moveTo>
                  <a:lnTo>
                    <a:pt x="72111" y="317981"/>
                  </a:lnTo>
                  <a:lnTo>
                    <a:pt x="76913" y="315590"/>
                  </a:lnTo>
                  <a:lnTo>
                    <a:pt x="81636" y="313045"/>
                  </a:lnTo>
                  <a:lnTo>
                    <a:pt x="86274" y="310351"/>
                  </a:lnTo>
                  <a:lnTo>
                    <a:pt x="90824" y="307509"/>
                  </a:lnTo>
                  <a:lnTo>
                    <a:pt x="95280" y="304523"/>
                  </a:lnTo>
                  <a:lnTo>
                    <a:pt x="99638" y="301395"/>
                  </a:lnTo>
                  <a:lnTo>
                    <a:pt x="103893" y="298129"/>
                  </a:lnTo>
                  <a:lnTo>
                    <a:pt x="108041" y="294728"/>
                  </a:lnTo>
                  <a:lnTo>
                    <a:pt x="112079" y="291196"/>
                  </a:lnTo>
                  <a:lnTo>
                    <a:pt x="116000" y="287536"/>
                  </a:lnTo>
                  <a:lnTo>
                    <a:pt x="119803" y="283752"/>
                  </a:lnTo>
                  <a:lnTo>
                    <a:pt x="123481" y="279849"/>
                  </a:lnTo>
                  <a:lnTo>
                    <a:pt x="127033" y="275829"/>
                  </a:lnTo>
                  <a:lnTo>
                    <a:pt x="130454" y="271697"/>
                  </a:lnTo>
                  <a:lnTo>
                    <a:pt x="133741" y="267458"/>
                  </a:lnTo>
                  <a:lnTo>
                    <a:pt x="136890" y="263115"/>
                  </a:lnTo>
                  <a:lnTo>
                    <a:pt x="139898" y="258673"/>
                  </a:lnTo>
                  <a:lnTo>
                    <a:pt x="142762" y="254138"/>
                  </a:lnTo>
                  <a:lnTo>
                    <a:pt x="145479" y="249512"/>
                  </a:lnTo>
                  <a:lnTo>
                    <a:pt x="148046" y="244802"/>
                  </a:lnTo>
                  <a:lnTo>
                    <a:pt x="150460" y="240012"/>
                  </a:lnTo>
                  <a:lnTo>
                    <a:pt x="152720" y="235147"/>
                  </a:lnTo>
                  <a:lnTo>
                    <a:pt x="154823" y="230212"/>
                  </a:lnTo>
                  <a:lnTo>
                    <a:pt x="156766" y="225212"/>
                  </a:lnTo>
                  <a:lnTo>
                    <a:pt x="158547" y="220153"/>
                  </a:lnTo>
                  <a:lnTo>
                    <a:pt x="160166" y="215039"/>
                  </a:lnTo>
                  <a:lnTo>
                    <a:pt x="161619" y="209875"/>
                  </a:lnTo>
                  <a:lnTo>
                    <a:pt x="162906" y="204667"/>
                  </a:lnTo>
                  <a:lnTo>
                    <a:pt x="164026" y="199421"/>
                  </a:lnTo>
                  <a:lnTo>
                    <a:pt x="164976" y="194142"/>
                  </a:lnTo>
                  <a:lnTo>
                    <a:pt x="165757" y="188835"/>
                  </a:lnTo>
                  <a:lnTo>
                    <a:pt x="166367" y="183505"/>
                  </a:lnTo>
                  <a:lnTo>
                    <a:pt x="166805" y="178159"/>
                  </a:lnTo>
                  <a:lnTo>
                    <a:pt x="167072" y="172802"/>
                  </a:lnTo>
                  <a:lnTo>
                    <a:pt x="167167" y="167438"/>
                  </a:lnTo>
                  <a:lnTo>
                    <a:pt x="167089" y="162075"/>
                  </a:lnTo>
                  <a:lnTo>
                    <a:pt x="166840" y="156716"/>
                  </a:lnTo>
                  <a:lnTo>
                    <a:pt x="166419" y="151369"/>
                  </a:lnTo>
                  <a:lnTo>
                    <a:pt x="165826" y="146037"/>
                  </a:lnTo>
                  <a:lnTo>
                    <a:pt x="165063" y="140728"/>
                  </a:lnTo>
                  <a:lnTo>
                    <a:pt x="164130" y="135445"/>
                  </a:lnTo>
                  <a:lnTo>
                    <a:pt x="163027" y="130195"/>
                  </a:lnTo>
                  <a:lnTo>
                    <a:pt x="161757" y="124984"/>
                  </a:lnTo>
                  <a:lnTo>
                    <a:pt x="160320" y="119816"/>
                  </a:lnTo>
                  <a:lnTo>
                    <a:pt x="158719" y="114696"/>
                  </a:lnTo>
                  <a:lnTo>
                    <a:pt x="156953" y="109631"/>
                  </a:lnTo>
                  <a:lnTo>
                    <a:pt x="155027" y="104624"/>
                  </a:lnTo>
                  <a:lnTo>
                    <a:pt x="152940" y="99683"/>
                  </a:lnTo>
                  <a:lnTo>
                    <a:pt x="150696" y="94810"/>
                  </a:lnTo>
                  <a:lnTo>
                    <a:pt x="148297" y="90013"/>
                  </a:lnTo>
                  <a:lnTo>
                    <a:pt x="145745" y="85294"/>
                  </a:lnTo>
                  <a:lnTo>
                    <a:pt x="143043" y="80660"/>
                  </a:lnTo>
                  <a:lnTo>
                    <a:pt x="140194" y="76115"/>
                  </a:lnTo>
                  <a:lnTo>
                    <a:pt x="137201" y="71664"/>
                  </a:lnTo>
                  <a:lnTo>
                    <a:pt x="134066" y="67311"/>
                  </a:lnTo>
                  <a:lnTo>
                    <a:pt x="130793" y="63061"/>
                  </a:lnTo>
                  <a:lnTo>
                    <a:pt x="127385" y="58918"/>
                  </a:lnTo>
                  <a:lnTo>
                    <a:pt x="123847" y="54887"/>
                  </a:lnTo>
                  <a:lnTo>
                    <a:pt x="120180" y="50971"/>
                  </a:lnTo>
                  <a:lnTo>
                    <a:pt x="116390" y="47175"/>
                  </a:lnTo>
                  <a:lnTo>
                    <a:pt x="112481" y="43502"/>
                  </a:lnTo>
                  <a:lnTo>
                    <a:pt x="108455" y="39957"/>
                  </a:lnTo>
                  <a:lnTo>
                    <a:pt x="104318" y="36543"/>
                  </a:lnTo>
                  <a:lnTo>
                    <a:pt x="100073" y="33263"/>
                  </a:lnTo>
                  <a:lnTo>
                    <a:pt x="95725" y="30121"/>
                  </a:lnTo>
                  <a:lnTo>
                    <a:pt x="91279" y="27120"/>
                  </a:lnTo>
                  <a:lnTo>
                    <a:pt x="86738" y="24264"/>
                  </a:lnTo>
                  <a:lnTo>
                    <a:pt x="82109" y="21554"/>
                  </a:lnTo>
                  <a:lnTo>
                    <a:pt x="77394" y="18995"/>
                  </a:lnTo>
                  <a:lnTo>
                    <a:pt x="72601" y="16588"/>
                  </a:lnTo>
                  <a:lnTo>
                    <a:pt x="67732" y="14336"/>
                  </a:lnTo>
                  <a:lnTo>
                    <a:pt x="62794" y="12242"/>
                  </a:lnTo>
                  <a:lnTo>
                    <a:pt x="57790" y="10307"/>
                  </a:lnTo>
                  <a:lnTo>
                    <a:pt x="52728" y="8533"/>
                  </a:lnTo>
                  <a:lnTo>
                    <a:pt x="47611" y="6923"/>
                  </a:lnTo>
                  <a:lnTo>
                    <a:pt x="42445" y="5478"/>
                  </a:lnTo>
                  <a:lnTo>
                    <a:pt x="37236" y="4199"/>
                  </a:lnTo>
                  <a:lnTo>
                    <a:pt x="31988" y="3089"/>
                  </a:lnTo>
                  <a:lnTo>
                    <a:pt x="26707" y="2147"/>
                  </a:lnTo>
                  <a:lnTo>
                    <a:pt x="21398" y="1375"/>
                  </a:lnTo>
                  <a:lnTo>
                    <a:pt x="16068" y="774"/>
                  </a:lnTo>
                  <a:lnTo>
                    <a:pt x="10721" y="344"/>
                  </a:lnTo>
                  <a:lnTo>
                    <a:pt x="536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561310" y="4213821"/>
              <a:ext cx="255562" cy="334315"/>
            </a:xfrm>
            <a:custGeom>
              <a:avLst/>
              <a:pathLst>
                <a:path w="255562" h="334315">
                  <a:moveTo>
                    <a:pt x="167161" y="0"/>
                  </a:moveTo>
                  <a:lnTo>
                    <a:pt x="161832" y="84"/>
                  </a:lnTo>
                  <a:lnTo>
                    <a:pt x="156508" y="339"/>
                  </a:lnTo>
                  <a:lnTo>
                    <a:pt x="151194" y="764"/>
                  </a:lnTo>
                  <a:lnTo>
                    <a:pt x="145897" y="1357"/>
                  </a:lnTo>
                  <a:lnTo>
                    <a:pt x="140622" y="2120"/>
                  </a:lnTo>
                  <a:lnTo>
                    <a:pt x="135374" y="3050"/>
                  </a:lnTo>
                  <a:lnTo>
                    <a:pt x="130158" y="4146"/>
                  </a:lnTo>
                  <a:lnTo>
                    <a:pt x="124979" y="5409"/>
                  </a:lnTo>
                  <a:lnTo>
                    <a:pt x="119844" y="6836"/>
                  </a:lnTo>
                  <a:lnTo>
                    <a:pt x="114756" y="8426"/>
                  </a:lnTo>
                  <a:lnTo>
                    <a:pt x="109722" y="10177"/>
                  </a:lnTo>
                  <a:lnTo>
                    <a:pt x="104746" y="12088"/>
                  </a:lnTo>
                  <a:lnTo>
                    <a:pt x="99834" y="14157"/>
                  </a:lnTo>
                  <a:lnTo>
                    <a:pt x="94990" y="16381"/>
                  </a:lnTo>
                  <a:lnTo>
                    <a:pt x="90220" y="18759"/>
                  </a:lnTo>
                  <a:lnTo>
                    <a:pt x="85528" y="21287"/>
                  </a:lnTo>
                  <a:lnTo>
                    <a:pt x="80918" y="23964"/>
                  </a:lnTo>
                  <a:lnTo>
                    <a:pt x="76397" y="26786"/>
                  </a:lnTo>
                  <a:lnTo>
                    <a:pt x="71967" y="29751"/>
                  </a:lnTo>
                  <a:lnTo>
                    <a:pt x="67635" y="32856"/>
                  </a:lnTo>
                  <a:lnTo>
                    <a:pt x="63403" y="36097"/>
                  </a:lnTo>
                  <a:lnTo>
                    <a:pt x="59278" y="39472"/>
                  </a:lnTo>
                  <a:lnTo>
                    <a:pt x="55261" y="42976"/>
                  </a:lnTo>
                  <a:lnTo>
                    <a:pt x="51359" y="46606"/>
                  </a:lnTo>
                  <a:lnTo>
                    <a:pt x="47574" y="50360"/>
                  </a:lnTo>
                  <a:lnTo>
                    <a:pt x="43911" y="54232"/>
                  </a:lnTo>
                  <a:lnTo>
                    <a:pt x="40373" y="58218"/>
                  </a:lnTo>
                  <a:lnTo>
                    <a:pt x="36964" y="62316"/>
                  </a:lnTo>
                  <a:lnTo>
                    <a:pt x="33688" y="66520"/>
                  </a:lnTo>
                  <a:lnTo>
                    <a:pt x="30547" y="70826"/>
                  </a:lnTo>
                  <a:lnTo>
                    <a:pt x="27545" y="75231"/>
                  </a:lnTo>
                  <a:lnTo>
                    <a:pt x="24685" y="79728"/>
                  </a:lnTo>
                  <a:lnTo>
                    <a:pt x="21970" y="84315"/>
                  </a:lnTo>
                  <a:lnTo>
                    <a:pt x="19402" y="88986"/>
                  </a:lnTo>
                  <a:lnTo>
                    <a:pt x="16985" y="93736"/>
                  </a:lnTo>
                  <a:lnTo>
                    <a:pt x="14720" y="98561"/>
                  </a:lnTo>
                  <a:lnTo>
                    <a:pt x="12610" y="103456"/>
                  </a:lnTo>
                  <a:lnTo>
                    <a:pt x="10658" y="108416"/>
                  </a:lnTo>
                  <a:lnTo>
                    <a:pt x="8864" y="113435"/>
                  </a:lnTo>
                  <a:lnTo>
                    <a:pt x="7232" y="118509"/>
                  </a:lnTo>
                  <a:lnTo>
                    <a:pt x="5762" y="123632"/>
                  </a:lnTo>
                  <a:lnTo>
                    <a:pt x="4456" y="128800"/>
                  </a:lnTo>
                  <a:lnTo>
                    <a:pt x="3316" y="134007"/>
                  </a:lnTo>
                  <a:lnTo>
                    <a:pt x="2342" y="139247"/>
                  </a:lnTo>
                  <a:lnTo>
                    <a:pt x="1535" y="144516"/>
                  </a:lnTo>
                  <a:lnTo>
                    <a:pt x="897" y="149808"/>
                  </a:lnTo>
                  <a:lnTo>
                    <a:pt x="428" y="155117"/>
                  </a:lnTo>
                  <a:lnTo>
                    <a:pt x="129" y="160439"/>
                  </a:lnTo>
                  <a:lnTo>
                    <a:pt x="0" y="165767"/>
                  </a:lnTo>
                  <a:lnTo>
                    <a:pt x="40" y="171097"/>
                  </a:lnTo>
                  <a:lnTo>
                    <a:pt x="250" y="176423"/>
                  </a:lnTo>
                  <a:lnTo>
                    <a:pt x="630" y="181740"/>
                  </a:lnTo>
                  <a:lnTo>
                    <a:pt x="1179" y="187042"/>
                  </a:lnTo>
                  <a:lnTo>
                    <a:pt x="1897" y="192323"/>
                  </a:lnTo>
                  <a:lnTo>
                    <a:pt x="2783" y="197579"/>
                  </a:lnTo>
                  <a:lnTo>
                    <a:pt x="3836" y="202804"/>
                  </a:lnTo>
                  <a:lnTo>
                    <a:pt x="5056" y="207993"/>
                  </a:lnTo>
                  <a:lnTo>
                    <a:pt x="6440" y="213140"/>
                  </a:lnTo>
                  <a:lnTo>
                    <a:pt x="7987" y="218241"/>
                  </a:lnTo>
                  <a:lnTo>
                    <a:pt x="9696" y="223290"/>
                  </a:lnTo>
                  <a:lnTo>
                    <a:pt x="11565" y="228281"/>
                  </a:lnTo>
                  <a:lnTo>
                    <a:pt x="13593" y="233211"/>
                  </a:lnTo>
                  <a:lnTo>
                    <a:pt x="15776" y="238073"/>
                  </a:lnTo>
                  <a:lnTo>
                    <a:pt x="18114" y="242863"/>
                  </a:lnTo>
                  <a:lnTo>
                    <a:pt x="20603" y="247576"/>
                  </a:lnTo>
                  <a:lnTo>
                    <a:pt x="23241" y="252208"/>
                  </a:lnTo>
                  <a:lnTo>
                    <a:pt x="26025" y="256753"/>
                  </a:lnTo>
                  <a:lnTo>
                    <a:pt x="28953" y="261207"/>
                  </a:lnTo>
                  <a:lnTo>
                    <a:pt x="32021" y="265565"/>
                  </a:lnTo>
                  <a:lnTo>
                    <a:pt x="35227" y="269824"/>
                  </a:lnTo>
                  <a:lnTo>
                    <a:pt x="38567" y="273978"/>
                  </a:lnTo>
                  <a:lnTo>
                    <a:pt x="42038" y="278023"/>
                  </a:lnTo>
                  <a:lnTo>
                    <a:pt x="45635" y="281956"/>
                  </a:lnTo>
                  <a:lnTo>
                    <a:pt x="49357" y="285772"/>
                  </a:lnTo>
                  <a:lnTo>
                    <a:pt x="53198" y="289467"/>
                  </a:lnTo>
                  <a:lnTo>
                    <a:pt x="57155" y="293038"/>
                  </a:lnTo>
                  <a:lnTo>
                    <a:pt x="61224" y="296481"/>
                  </a:lnTo>
                  <a:lnTo>
                    <a:pt x="65400" y="299793"/>
                  </a:lnTo>
                  <a:lnTo>
                    <a:pt x="69680" y="302970"/>
                  </a:lnTo>
                  <a:lnTo>
                    <a:pt x="74059" y="306008"/>
                  </a:lnTo>
                  <a:lnTo>
                    <a:pt x="78533" y="308906"/>
                  </a:lnTo>
                  <a:lnTo>
                    <a:pt x="83097" y="311660"/>
                  </a:lnTo>
                  <a:lnTo>
                    <a:pt x="87746" y="314266"/>
                  </a:lnTo>
                  <a:lnTo>
                    <a:pt x="92476" y="316723"/>
                  </a:lnTo>
                  <a:lnTo>
                    <a:pt x="97282" y="319028"/>
                  </a:lnTo>
                  <a:lnTo>
                    <a:pt x="102159" y="321179"/>
                  </a:lnTo>
                  <a:lnTo>
                    <a:pt x="107102" y="323173"/>
                  </a:lnTo>
                  <a:lnTo>
                    <a:pt x="112106" y="325008"/>
                  </a:lnTo>
                  <a:lnTo>
                    <a:pt x="117166" y="326683"/>
                  </a:lnTo>
                  <a:lnTo>
                    <a:pt x="122277" y="328196"/>
                  </a:lnTo>
                  <a:lnTo>
                    <a:pt x="127434" y="329545"/>
                  </a:lnTo>
                  <a:lnTo>
                    <a:pt x="132630" y="330729"/>
                  </a:lnTo>
                  <a:lnTo>
                    <a:pt x="137863" y="331747"/>
                  </a:lnTo>
                  <a:lnTo>
                    <a:pt x="143124" y="332597"/>
                  </a:lnTo>
                  <a:lnTo>
                    <a:pt x="148411" y="333279"/>
                  </a:lnTo>
                  <a:lnTo>
                    <a:pt x="153716" y="333793"/>
                  </a:lnTo>
                  <a:lnTo>
                    <a:pt x="159035" y="334137"/>
                  </a:lnTo>
                  <a:lnTo>
                    <a:pt x="164362" y="334311"/>
                  </a:lnTo>
                  <a:lnTo>
                    <a:pt x="169692" y="334315"/>
                  </a:lnTo>
                  <a:lnTo>
                    <a:pt x="175020" y="334150"/>
                  </a:lnTo>
                  <a:lnTo>
                    <a:pt x="180339" y="333814"/>
                  </a:lnTo>
                  <a:lnTo>
                    <a:pt x="185646" y="333309"/>
                  </a:lnTo>
                  <a:lnTo>
                    <a:pt x="190933" y="332636"/>
                  </a:lnTo>
                  <a:lnTo>
                    <a:pt x="196196" y="331794"/>
                  </a:lnTo>
                  <a:lnTo>
                    <a:pt x="201430" y="330784"/>
                  </a:lnTo>
                  <a:lnTo>
                    <a:pt x="206629" y="329609"/>
                  </a:lnTo>
                  <a:lnTo>
                    <a:pt x="211787" y="328268"/>
                  </a:lnTo>
                  <a:lnTo>
                    <a:pt x="216901" y="326763"/>
                  </a:lnTo>
                  <a:lnTo>
                    <a:pt x="221963" y="325096"/>
                  </a:lnTo>
                  <a:lnTo>
                    <a:pt x="226970" y="323269"/>
                  </a:lnTo>
                  <a:lnTo>
                    <a:pt x="231917" y="321283"/>
                  </a:lnTo>
                  <a:lnTo>
                    <a:pt x="236797" y="319140"/>
                  </a:lnTo>
                  <a:lnTo>
                    <a:pt x="241607" y="316843"/>
                  </a:lnTo>
                  <a:lnTo>
                    <a:pt x="246341" y="314393"/>
                  </a:lnTo>
                  <a:lnTo>
                    <a:pt x="250994" y="311794"/>
                  </a:lnTo>
                  <a:lnTo>
                    <a:pt x="255562" y="309048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80988"/>
              <a:ext cx="88401" cy="141880"/>
            </a:xfrm>
            <a:custGeom>
              <a:avLst/>
              <a:pathLst>
                <a:path w="88401" h="141880">
                  <a:moveTo>
                    <a:pt x="88401" y="1418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380988"/>
              <a:ext cx="161994" cy="141880"/>
            </a:xfrm>
            <a:custGeom>
              <a:avLst/>
              <a:pathLst>
                <a:path w="161994" h="141880">
                  <a:moveTo>
                    <a:pt x="88401" y="141880"/>
                  </a:moveTo>
                  <a:lnTo>
                    <a:pt x="93065" y="138865"/>
                  </a:lnTo>
                  <a:lnTo>
                    <a:pt x="97627" y="135697"/>
                  </a:lnTo>
                  <a:lnTo>
                    <a:pt x="102080" y="132379"/>
                  </a:lnTo>
                  <a:lnTo>
                    <a:pt x="106422" y="128915"/>
                  </a:lnTo>
                  <a:lnTo>
                    <a:pt x="110645" y="125309"/>
                  </a:lnTo>
                  <a:lnTo>
                    <a:pt x="114747" y="121564"/>
                  </a:lnTo>
                  <a:lnTo>
                    <a:pt x="118722" y="117685"/>
                  </a:lnTo>
                  <a:lnTo>
                    <a:pt x="122566" y="113677"/>
                  </a:lnTo>
                  <a:lnTo>
                    <a:pt x="126274" y="109542"/>
                  </a:lnTo>
                  <a:lnTo>
                    <a:pt x="129843" y="105287"/>
                  </a:lnTo>
                  <a:lnTo>
                    <a:pt x="133269" y="100916"/>
                  </a:lnTo>
                  <a:lnTo>
                    <a:pt x="136548" y="96433"/>
                  </a:lnTo>
                  <a:lnTo>
                    <a:pt x="139676" y="91844"/>
                  </a:lnTo>
                  <a:lnTo>
                    <a:pt x="142650" y="87153"/>
                  </a:lnTo>
                  <a:lnTo>
                    <a:pt x="145466" y="82367"/>
                  </a:lnTo>
                  <a:lnTo>
                    <a:pt x="148122" y="77489"/>
                  </a:lnTo>
                  <a:lnTo>
                    <a:pt x="150615" y="72526"/>
                  </a:lnTo>
                  <a:lnTo>
                    <a:pt x="152941" y="67483"/>
                  </a:lnTo>
                  <a:lnTo>
                    <a:pt x="155098" y="62365"/>
                  </a:lnTo>
                  <a:lnTo>
                    <a:pt x="157084" y="57178"/>
                  </a:lnTo>
                  <a:lnTo>
                    <a:pt x="158897" y="51928"/>
                  </a:lnTo>
                  <a:lnTo>
                    <a:pt x="160534" y="46621"/>
                  </a:lnTo>
                  <a:lnTo>
                    <a:pt x="161994" y="41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167158" cy="208430"/>
            </a:xfrm>
            <a:custGeom>
              <a:avLst/>
              <a:pathLst>
                <a:path w="167158" h="208430">
                  <a:moveTo>
                    <a:pt x="161994" y="208430"/>
                  </a:moveTo>
                  <a:lnTo>
                    <a:pt x="163250" y="203144"/>
                  </a:lnTo>
                  <a:lnTo>
                    <a:pt x="164333" y="197820"/>
                  </a:lnTo>
                  <a:lnTo>
                    <a:pt x="165242" y="192463"/>
                  </a:lnTo>
                  <a:lnTo>
                    <a:pt x="165977" y="187080"/>
                  </a:lnTo>
                  <a:lnTo>
                    <a:pt x="166536" y="181675"/>
                  </a:lnTo>
                  <a:lnTo>
                    <a:pt x="166920" y="176255"/>
                  </a:lnTo>
                  <a:lnTo>
                    <a:pt x="167127" y="170826"/>
                  </a:lnTo>
                  <a:lnTo>
                    <a:pt x="167158" y="165393"/>
                  </a:lnTo>
                  <a:lnTo>
                    <a:pt x="167012" y="159961"/>
                  </a:lnTo>
                  <a:lnTo>
                    <a:pt x="166689" y="154538"/>
                  </a:lnTo>
                  <a:lnTo>
                    <a:pt x="166191" y="149127"/>
                  </a:lnTo>
                  <a:lnTo>
                    <a:pt x="165517" y="143736"/>
                  </a:lnTo>
                  <a:lnTo>
                    <a:pt x="164668" y="138369"/>
                  </a:lnTo>
                  <a:lnTo>
                    <a:pt x="163645" y="133033"/>
                  </a:lnTo>
                  <a:lnTo>
                    <a:pt x="162449" y="127733"/>
                  </a:lnTo>
                  <a:lnTo>
                    <a:pt x="161082" y="122474"/>
                  </a:lnTo>
                  <a:lnTo>
                    <a:pt x="159544" y="117263"/>
                  </a:lnTo>
                  <a:lnTo>
                    <a:pt x="157838" y="112105"/>
                  </a:lnTo>
                  <a:lnTo>
                    <a:pt x="155966" y="107004"/>
                  </a:lnTo>
                  <a:lnTo>
                    <a:pt x="153928" y="101967"/>
                  </a:lnTo>
                  <a:lnTo>
                    <a:pt x="151728" y="96999"/>
                  </a:lnTo>
                  <a:lnTo>
                    <a:pt x="149367" y="92106"/>
                  </a:lnTo>
                  <a:lnTo>
                    <a:pt x="146849" y="87291"/>
                  </a:lnTo>
                  <a:lnTo>
                    <a:pt x="144176" y="82561"/>
                  </a:lnTo>
                  <a:lnTo>
                    <a:pt x="141350" y="77920"/>
                  </a:lnTo>
                  <a:lnTo>
                    <a:pt x="138375" y="73374"/>
                  </a:lnTo>
                  <a:lnTo>
                    <a:pt x="135254" y="68926"/>
                  </a:lnTo>
                  <a:lnTo>
                    <a:pt x="131990" y="64583"/>
                  </a:lnTo>
                  <a:lnTo>
                    <a:pt x="128586" y="60347"/>
                  </a:lnTo>
                  <a:lnTo>
                    <a:pt x="125047" y="56225"/>
                  </a:lnTo>
                  <a:lnTo>
                    <a:pt x="121375" y="52220"/>
                  </a:lnTo>
                  <a:lnTo>
                    <a:pt x="117576" y="48336"/>
                  </a:lnTo>
                  <a:lnTo>
                    <a:pt x="113652" y="44578"/>
                  </a:lnTo>
                  <a:lnTo>
                    <a:pt x="109608" y="40949"/>
                  </a:lnTo>
                  <a:lnTo>
                    <a:pt x="105448" y="37454"/>
                  </a:lnTo>
                  <a:lnTo>
                    <a:pt x="101177" y="34095"/>
                  </a:lnTo>
                  <a:lnTo>
                    <a:pt x="96799" y="30878"/>
                  </a:lnTo>
                  <a:lnTo>
                    <a:pt x="92319" y="27804"/>
                  </a:lnTo>
                  <a:lnTo>
                    <a:pt x="87741" y="24877"/>
                  </a:lnTo>
                  <a:lnTo>
                    <a:pt x="83071" y="22101"/>
                  </a:lnTo>
                  <a:lnTo>
                    <a:pt x="78312" y="19478"/>
                  </a:lnTo>
                  <a:lnTo>
                    <a:pt x="73471" y="17011"/>
                  </a:lnTo>
                  <a:lnTo>
                    <a:pt x="68553" y="14702"/>
                  </a:lnTo>
                  <a:lnTo>
                    <a:pt x="63562" y="12555"/>
                  </a:lnTo>
                  <a:lnTo>
                    <a:pt x="58504" y="10571"/>
                  </a:lnTo>
                  <a:lnTo>
                    <a:pt x="53384" y="8753"/>
                  </a:lnTo>
                  <a:lnTo>
                    <a:pt x="48207" y="7101"/>
                  </a:lnTo>
                  <a:lnTo>
                    <a:pt x="42980" y="5619"/>
                  </a:lnTo>
                  <a:lnTo>
                    <a:pt x="37707" y="4308"/>
                  </a:lnTo>
                  <a:lnTo>
                    <a:pt x="32395" y="3168"/>
                  </a:lnTo>
                  <a:lnTo>
                    <a:pt x="27048" y="2202"/>
                  </a:lnTo>
                  <a:lnTo>
                    <a:pt x="21673" y="1410"/>
                  </a:lnTo>
                  <a:lnTo>
                    <a:pt x="16274" y="794"/>
                  </a:lnTo>
                  <a:lnTo>
                    <a:pt x="10859" y="353"/>
                  </a:lnTo>
                  <a:lnTo>
                    <a:pt x="543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751849" y="3707720"/>
              <a:ext cx="255562" cy="334315"/>
            </a:xfrm>
            <a:custGeom>
              <a:avLst/>
              <a:pathLst>
                <a:path w="255562" h="334315">
                  <a:moveTo>
                    <a:pt x="167161" y="0"/>
                  </a:moveTo>
                  <a:lnTo>
                    <a:pt x="161832" y="84"/>
                  </a:lnTo>
                  <a:lnTo>
                    <a:pt x="156508" y="339"/>
                  </a:lnTo>
                  <a:lnTo>
                    <a:pt x="151194" y="764"/>
                  </a:lnTo>
                  <a:lnTo>
                    <a:pt x="145897" y="1357"/>
                  </a:lnTo>
                  <a:lnTo>
                    <a:pt x="140622" y="2120"/>
                  </a:lnTo>
                  <a:lnTo>
                    <a:pt x="135374" y="3050"/>
                  </a:lnTo>
                  <a:lnTo>
                    <a:pt x="130158" y="4146"/>
                  </a:lnTo>
                  <a:lnTo>
                    <a:pt x="124979" y="5409"/>
                  </a:lnTo>
                  <a:lnTo>
                    <a:pt x="119844" y="6836"/>
                  </a:lnTo>
                  <a:lnTo>
                    <a:pt x="114756" y="8426"/>
                  </a:lnTo>
                  <a:lnTo>
                    <a:pt x="109722" y="10177"/>
                  </a:lnTo>
                  <a:lnTo>
                    <a:pt x="104746" y="12088"/>
                  </a:lnTo>
                  <a:lnTo>
                    <a:pt x="99834" y="14157"/>
                  </a:lnTo>
                  <a:lnTo>
                    <a:pt x="94990" y="16381"/>
                  </a:lnTo>
                  <a:lnTo>
                    <a:pt x="90220" y="18759"/>
                  </a:lnTo>
                  <a:lnTo>
                    <a:pt x="85528" y="21287"/>
                  </a:lnTo>
                  <a:lnTo>
                    <a:pt x="80918" y="23964"/>
                  </a:lnTo>
                  <a:lnTo>
                    <a:pt x="76397" y="26786"/>
                  </a:lnTo>
                  <a:lnTo>
                    <a:pt x="71967" y="29751"/>
                  </a:lnTo>
                  <a:lnTo>
                    <a:pt x="67635" y="32856"/>
                  </a:lnTo>
                  <a:lnTo>
                    <a:pt x="63403" y="36097"/>
                  </a:lnTo>
                  <a:lnTo>
                    <a:pt x="59278" y="39472"/>
                  </a:lnTo>
                  <a:lnTo>
                    <a:pt x="55261" y="42976"/>
                  </a:lnTo>
                  <a:lnTo>
                    <a:pt x="51359" y="46606"/>
                  </a:lnTo>
                  <a:lnTo>
                    <a:pt x="47574" y="50360"/>
                  </a:lnTo>
                  <a:lnTo>
                    <a:pt x="43911" y="54232"/>
                  </a:lnTo>
                  <a:lnTo>
                    <a:pt x="40373" y="58218"/>
                  </a:lnTo>
                  <a:lnTo>
                    <a:pt x="36964" y="62316"/>
                  </a:lnTo>
                  <a:lnTo>
                    <a:pt x="33688" y="66520"/>
                  </a:lnTo>
                  <a:lnTo>
                    <a:pt x="30547" y="70826"/>
                  </a:lnTo>
                  <a:lnTo>
                    <a:pt x="27545" y="75231"/>
                  </a:lnTo>
                  <a:lnTo>
                    <a:pt x="24685" y="79728"/>
                  </a:lnTo>
                  <a:lnTo>
                    <a:pt x="21970" y="84315"/>
                  </a:lnTo>
                  <a:lnTo>
                    <a:pt x="19402" y="88986"/>
                  </a:lnTo>
                  <a:lnTo>
                    <a:pt x="16985" y="93736"/>
                  </a:lnTo>
                  <a:lnTo>
                    <a:pt x="14720" y="98561"/>
                  </a:lnTo>
                  <a:lnTo>
                    <a:pt x="12610" y="103456"/>
                  </a:lnTo>
                  <a:lnTo>
                    <a:pt x="10658" y="108416"/>
                  </a:lnTo>
                  <a:lnTo>
                    <a:pt x="8864" y="113435"/>
                  </a:lnTo>
                  <a:lnTo>
                    <a:pt x="7232" y="118509"/>
                  </a:lnTo>
                  <a:lnTo>
                    <a:pt x="5762" y="123632"/>
                  </a:lnTo>
                  <a:lnTo>
                    <a:pt x="4456" y="128800"/>
                  </a:lnTo>
                  <a:lnTo>
                    <a:pt x="3316" y="134007"/>
                  </a:lnTo>
                  <a:lnTo>
                    <a:pt x="2342" y="139247"/>
                  </a:lnTo>
                  <a:lnTo>
                    <a:pt x="1535" y="144516"/>
                  </a:lnTo>
                  <a:lnTo>
                    <a:pt x="897" y="149808"/>
                  </a:lnTo>
                  <a:lnTo>
                    <a:pt x="428" y="155117"/>
                  </a:lnTo>
                  <a:lnTo>
                    <a:pt x="129" y="160439"/>
                  </a:lnTo>
                  <a:lnTo>
                    <a:pt x="0" y="165767"/>
                  </a:lnTo>
                  <a:lnTo>
                    <a:pt x="40" y="171097"/>
                  </a:lnTo>
                  <a:lnTo>
                    <a:pt x="250" y="176423"/>
                  </a:lnTo>
                  <a:lnTo>
                    <a:pt x="630" y="181740"/>
                  </a:lnTo>
                  <a:lnTo>
                    <a:pt x="1179" y="187042"/>
                  </a:lnTo>
                  <a:lnTo>
                    <a:pt x="1897" y="192323"/>
                  </a:lnTo>
                  <a:lnTo>
                    <a:pt x="2783" y="197579"/>
                  </a:lnTo>
                  <a:lnTo>
                    <a:pt x="3836" y="202804"/>
                  </a:lnTo>
                  <a:lnTo>
                    <a:pt x="5056" y="207993"/>
                  </a:lnTo>
                  <a:lnTo>
                    <a:pt x="6440" y="213140"/>
                  </a:lnTo>
                  <a:lnTo>
                    <a:pt x="7987" y="218241"/>
                  </a:lnTo>
                  <a:lnTo>
                    <a:pt x="9696" y="223290"/>
                  </a:lnTo>
                  <a:lnTo>
                    <a:pt x="11565" y="228281"/>
                  </a:lnTo>
                  <a:lnTo>
                    <a:pt x="13593" y="233211"/>
                  </a:lnTo>
                  <a:lnTo>
                    <a:pt x="15776" y="238073"/>
                  </a:lnTo>
                  <a:lnTo>
                    <a:pt x="18114" y="242863"/>
                  </a:lnTo>
                  <a:lnTo>
                    <a:pt x="20603" y="247576"/>
                  </a:lnTo>
                  <a:lnTo>
                    <a:pt x="23241" y="252208"/>
                  </a:lnTo>
                  <a:lnTo>
                    <a:pt x="26025" y="256753"/>
                  </a:lnTo>
                  <a:lnTo>
                    <a:pt x="28953" y="261207"/>
                  </a:lnTo>
                  <a:lnTo>
                    <a:pt x="32021" y="265565"/>
                  </a:lnTo>
                  <a:lnTo>
                    <a:pt x="35227" y="269824"/>
                  </a:lnTo>
                  <a:lnTo>
                    <a:pt x="38567" y="273978"/>
                  </a:lnTo>
                  <a:lnTo>
                    <a:pt x="42038" y="278023"/>
                  </a:lnTo>
                  <a:lnTo>
                    <a:pt x="45635" y="281956"/>
                  </a:lnTo>
                  <a:lnTo>
                    <a:pt x="49357" y="285772"/>
                  </a:lnTo>
                  <a:lnTo>
                    <a:pt x="53198" y="289467"/>
                  </a:lnTo>
                  <a:lnTo>
                    <a:pt x="57155" y="293038"/>
                  </a:lnTo>
                  <a:lnTo>
                    <a:pt x="61224" y="296481"/>
                  </a:lnTo>
                  <a:lnTo>
                    <a:pt x="65400" y="299793"/>
                  </a:lnTo>
                  <a:lnTo>
                    <a:pt x="69680" y="302970"/>
                  </a:lnTo>
                  <a:lnTo>
                    <a:pt x="74059" y="306008"/>
                  </a:lnTo>
                  <a:lnTo>
                    <a:pt x="78533" y="308906"/>
                  </a:lnTo>
                  <a:lnTo>
                    <a:pt x="83097" y="311660"/>
                  </a:lnTo>
                  <a:lnTo>
                    <a:pt x="87746" y="314266"/>
                  </a:lnTo>
                  <a:lnTo>
                    <a:pt x="92476" y="316723"/>
                  </a:lnTo>
                  <a:lnTo>
                    <a:pt x="97282" y="319028"/>
                  </a:lnTo>
                  <a:lnTo>
                    <a:pt x="102159" y="321179"/>
                  </a:lnTo>
                  <a:lnTo>
                    <a:pt x="107102" y="323173"/>
                  </a:lnTo>
                  <a:lnTo>
                    <a:pt x="112106" y="325008"/>
                  </a:lnTo>
                  <a:lnTo>
                    <a:pt x="117166" y="326683"/>
                  </a:lnTo>
                  <a:lnTo>
                    <a:pt x="122277" y="328196"/>
                  </a:lnTo>
                  <a:lnTo>
                    <a:pt x="127434" y="329545"/>
                  </a:lnTo>
                  <a:lnTo>
                    <a:pt x="132630" y="330729"/>
                  </a:lnTo>
                  <a:lnTo>
                    <a:pt x="137863" y="331747"/>
                  </a:lnTo>
                  <a:lnTo>
                    <a:pt x="143124" y="332597"/>
                  </a:lnTo>
                  <a:lnTo>
                    <a:pt x="148411" y="333279"/>
                  </a:lnTo>
                  <a:lnTo>
                    <a:pt x="153716" y="333793"/>
                  </a:lnTo>
                  <a:lnTo>
                    <a:pt x="159035" y="334137"/>
                  </a:lnTo>
                  <a:lnTo>
                    <a:pt x="164362" y="334311"/>
                  </a:lnTo>
                  <a:lnTo>
                    <a:pt x="169692" y="334315"/>
                  </a:lnTo>
                  <a:lnTo>
                    <a:pt x="175020" y="334150"/>
                  </a:lnTo>
                  <a:lnTo>
                    <a:pt x="180339" y="333814"/>
                  </a:lnTo>
                  <a:lnTo>
                    <a:pt x="185646" y="333309"/>
                  </a:lnTo>
                  <a:lnTo>
                    <a:pt x="190933" y="332636"/>
                  </a:lnTo>
                  <a:lnTo>
                    <a:pt x="196196" y="331794"/>
                  </a:lnTo>
                  <a:lnTo>
                    <a:pt x="201430" y="330784"/>
                  </a:lnTo>
                  <a:lnTo>
                    <a:pt x="206629" y="329609"/>
                  </a:lnTo>
                  <a:lnTo>
                    <a:pt x="211787" y="328268"/>
                  </a:lnTo>
                  <a:lnTo>
                    <a:pt x="216901" y="326763"/>
                  </a:lnTo>
                  <a:lnTo>
                    <a:pt x="221963" y="325096"/>
                  </a:lnTo>
                  <a:lnTo>
                    <a:pt x="226970" y="323269"/>
                  </a:lnTo>
                  <a:lnTo>
                    <a:pt x="231917" y="321283"/>
                  </a:lnTo>
                  <a:lnTo>
                    <a:pt x="236797" y="319140"/>
                  </a:lnTo>
                  <a:lnTo>
                    <a:pt x="241607" y="316843"/>
                  </a:lnTo>
                  <a:lnTo>
                    <a:pt x="246341" y="314393"/>
                  </a:lnTo>
                  <a:lnTo>
                    <a:pt x="250994" y="311794"/>
                  </a:lnTo>
                  <a:lnTo>
                    <a:pt x="255562" y="309048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41"/>
              <a:ext cx="167151" cy="309027"/>
            </a:xfrm>
            <a:custGeom>
              <a:avLst/>
              <a:pathLst>
                <a:path w="167151" h="309027">
                  <a:moveTo>
                    <a:pt x="88401" y="309027"/>
                  </a:moveTo>
                  <a:lnTo>
                    <a:pt x="92910" y="306116"/>
                  </a:lnTo>
                  <a:lnTo>
                    <a:pt x="97323" y="303062"/>
                  </a:lnTo>
                  <a:lnTo>
                    <a:pt x="101636" y="299868"/>
                  </a:lnTo>
                  <a:lnTo>
                    <a:pt x="105844" y="296537"/>
                  </a:lnTo>
                  <a:lnTo>
                    <a:pt x="109942" y="293072"/>
                  </a:lnTo>
                  <a:lnTo>
                    <a:pt x="113928" y="289478"/>
                  </a:lnTo>
                  <a:lnTo>
                    <a:pt x="117796" y="285758"/>
                  </a:lnTo>
                  <a:lnTo>
                    <a:pt x="121543" y="281916"/>
                  </a:lnTo>
                  <a:lnTo>
                    <a:pt x="125165" y="277955"/>
                  </a:lnTo>
                  <a:lnTo>
                    <a:pt x="128657" y="273880"/>
                  </a:lnTo>
                  <a:lnTo>
                    <a:pt x="132017" y="269695"/>
                  </a:lnTo>
                  <a:lnTo>
                    <a:pt x="135241" y="265404"/>
                  </a:lnTo>
                  <a:lnTo>
                    <a:pt x="138325" y="261012"/>
                  </a:lnTo>
                  <a:lnTo>
                    <a:pt x="141267" y="256524"/>
                  </a:lnTo>
                  <a:lnTo>
                    <a:pt x="144063" y="251943"/>
                  </a:lnTo>
                  <a:lnTo>
                    <a:pt x="146711" y="247275"/>
                  </a:lnTo>
                  <a:lnTo>
                    <a:pt x="149208" y="242524"/>
                  </a:lnTo>
                  <a:lnTo>
                    <a:pt x="151550" y="237695"/>
                  </a:lnTo>
                  <a:lnTo>
                    <a:pt x="153737" y="232794"/>
                  </a:lnTo>
                  <a:lnTo>
                    <a:pt x="155765" y="227825"/>
                  </a:lnTo>
                  <a:lnTo>
                    <a:pt x="157633" y="222794"/>
                  </a:lnTo>
                  <a:lnTo>
                    <a:pt x="159338" y="217705"/>
                  </a:lnTo>
                  <a:lnTo>
                    <a:pt x="160879" y="212564"/>
                  </a:lnTo>
                  <a:lnTo>
                    <a:pt x="162254" y="207377"/>
                  </a:lnTo>
                  <a:lnTo>
                    <a:pt x="163461" y="202148"/>
                  </a:lnTo>
                  <a:lnTo>
                    <a:pt x="164501" y="196882"/>
                  </a:lnTo>
                  <a:lnTo>
                    <a:pt x="165371" y="191587"/>
                  </a:lnTo>
                  <a:lnTo>
                    <a:pt x="166070" y="186266"/>
                  </a:lnTo>
                  <a:lnTo>
                    <a:pt x="166598" y="180925"/>
                  </a:lnTo>
                  <a:lnTo>
                    <a:pt x="166955" y="175570"/>
                  </a:lnTo>
                  <a:lnTo>
                    <a:pt x="167139" y="170206"/>
                  </a:lnTo>
                  <a:lnTo>
                    <a:pt x="167151" y="164839"/>
                  </a:lnTo>
                  <a:lnTo>
                    <a:pt x="166991" y="159475"/>
                  </a:lnTo>
                  <a:lnTo>
                    <a:pt x="166659" y="154118"/>
                  </a:lnTo>
                  <a:lnTo>
                    <a:pt x="166154" y="148775"/>
                  </a:lnTo>
                  <a:lnTo>
                    <a:pt x="165479" y="143451"/>
                  </a:lnTo>
                  <a:lnTo>
                    <a:pt x="164633" y="138151"/>
                  </a:lnTo>
                  <a:lnTo>
                    <a:pt x="163618" y="132882"/>
                  </a:lnTo>
                  <a:lnTo>
                    <a:pt x="162433" y="127647"/>
                  </a:lnTo>
                  <a:lnTo>
                    <a:pt x="161082" y="122453"/>
                  </a:lnTo>
                  <a:lnTo>
                    <a:pt x="159564" y="117305"/>
                  </a:lnTo>
                  <a:lnTo>
                    <a:pt x="157882" y="112209"/>
                  </a:lnTo>
                  <a:lnTo>
                    <a:pt x="156037" y="107169"/>
                  </a:lnTo>
                  <a:lnTo>
                    <a:pt x="154032" y="102191"/>
                  </a:lnTo>
                  <a:lnTo>
                    <a:pt x="151867" y="97280"/>
                  </a:lnTo>
                  <a:lnTo>
                    <a:pt x="149546" y="92441"/>
                  </a:lnTo>
                  <a:lnTo>
                    <a:pt x="147071" y="87679"/>
                  </a:lnTo>
                  <a:lnTo>
                    <a:pt x="144444" y="82999"/>
                  </a:lnTo>
                  <a:lnTo>
                    <a:pt x="141669" y="78406"/>
                  </a:lnTo>
                  <a:lnTo>
                    <a:pt x="138747" y="73904"/>
                  </a:lnTo>
                  <a:lnTo>
                    <a:pt x="135683" y="69498"/>
                  </a:lnTo>
                  <a:lnTo>
                    <a:pt x="132478" y="65193"/>
                  </a:lnTo>
                  <a:lnTo>
                    <a:pt x="129137" y="60993"/>
                  </a:lnTo>
                  <a:lnTo>
                    <a:pt x="125663" y="56902"/>
                  </a:lnTo>
                  <a:lnTo>
                    <a:pt x="122060" y="52925"/>
                  </a:lnTo>
                  <a:lnTo>
                    <a:pt x="118330" y="49066"/>
                  </a:lnTo>
                  <a:lnTo>
                    <a:pt x="114479" y="45328"/>
                  </a:lnTo>
                  <a:lnTo>
                    <a:pt x="110509" y="41716"/>
                  </a:lnTo>
                  <a:lnTo>
                    <a:pt x="106426" y="38234"/>
                  </a:lnTo>
                  <a:lnTo>
                    <a:pt x="102233" y="34884"/>
                  </a:lnTo>
                  <a:lnTo>
                    <a:pt x="97935" y="31670"/>
                  </a:lnTo>
                  <a:lnTo>
                    <a:pt x="93536" y="28596"/>
                  </a:lnTo>
                  <a:lnTo>
                    <a:pt x="89040" y="25665"/>
                  </a:lnTo>
                  <a:lnTo>
                    <a:pt x="84452" y="22880"/>
                  </a:lnTo>
                  <a:lnTo>
                    <a:pt x="79778" y="20243"/>
                  </a:lnTo>
                  <a:lnTo>
                    <a:pt x="75021" y="17758"/>
                  </a:lnTo>
                  <a:lnTo>
                    <a:pt x="70187" y="15427"/>
                  </a:lnTo>
                  <a:lnTo>
                    <a:pt x="65281" y="13252"/>
                  </a:lnTo>
                  <a:lnTo>
                    <a:pt x="60307" y="11236"/>
                  </a:lnTo>
                  <a:lnTo>
                    <a:pt x="55271" y="9380"/>
                  </a:lnTo>
                  <a:lnTo>
                    <a:pt x="50178" y="7687"/>
                  </a:lnTo>
                  <a:lnTo>
                    <a:pt x="45034" y="6159"/>
                  </a:lnTo>
                  <a:lnTo>
                    <a:pt x="39843" y="4796"/>
                  </a:lnTo>
                  <a:lnTo>
                    <a:pt x="34611" y="3601"/>
                  </a:lnTo>
                  <a:lnTo>
                    <a:pt x="29343" y="2574"/>
                  </a:lnTo>
                  <a:lnTo>
                    <a:pt x="24045" y="1717"/>
                  </a:lnTo>
                  <a:lnTo>
                    <a:pt x="18723" y="1030"/>
                  </a:lnTo>
                  <a:lnTo>
                    <a:pt x="13381" y="515"/>
                  </a:lnTo>
                  <a:lnTo>
                    <a:pt x="8025" y="171"/>
                  </a:lnTo>
                  <a:lnTo>
                    <a:pt x="2661" y="0"/>
                  </a:lnTo>
                  <a:lnTo>
                    <a:pt x="0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2661" cy="167167"/>
            </a:xfrm>
            <a:custGeom>
              <a:avLst/>
              <a:pathLst>
                <a:path w="2661" h="167167">
                  <a:moveTo>
                    <a:pt x="2661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tx81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2025-06-06T02:04:36Z</dcterms:modified>
  <cp:category/>
</cp:coreProperties>
</file>