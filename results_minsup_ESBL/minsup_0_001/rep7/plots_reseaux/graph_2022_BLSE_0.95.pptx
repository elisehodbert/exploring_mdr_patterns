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623465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150070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727998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0"/>
                  </a:moveTo>
                  <a:lnTo>
                    <a:pt x="0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506220" y="1274626"/>
              <a:ext cx="497318" cy="4125866"/>
            </a:xfrm>
            <a:custGeom>
              <a:avLst/>
              <a:pathLst>
                <a:path w="497318" h="4125866">
                  <a:moveTo>
                    <a:pt x="0" y="0"/>
                  </a:moveTo>
                  <a:lnTo>
                    <a:pt x="497318" y="412586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145424" y="1265108"/>
              <a:ext cx="1281890" cy="3404893"/>
            </a:xfrm>
            <a:custGeom>
              <a:avLst/>
              <a:pathLst>
                <a:path w="1281890" h="3404893">
                  <a:moveTo>
                    <a:pt x="1281890" y="0"/>
                  </a:moveTo>
                  <a:lnTo>
                    <a:pt x="0" y="34048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525946" y="1271038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45115" y="1265108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4120661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9366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443240" y="2460097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37414" y="3170392"/>
              <a:ext cx="46364" cy="167167"/>
            </a:xfrm>
            <a:custGeom>
              <a:avLst/>
              <a:pathLst>
                <a:path w="46364" h="167167">
                  <a:moveTo>
                    <a:pt x="46364" y="0"/>
                  </a:moveTo>
                  <a:lnTo>
                    <a:pt x="39655" y="134"/>
                  </a:lnTo>
                  <a:lnTo>
                    <a:pt x="32956" y="538"/>
                  </a:lnTo>
                  <a:lnTo>
                    <a:pt x="26278" y="1211"/>
                  </a:lnTo>
                  <a:lnTo>
                    <a:pt x="19633" y="2151"/>
                  </a:lnTo>
                  <a:lnTo>
                    <a:pt x="13032" y="3356"/>
                  </a:lnTo>
                  <a:lnTo>
                    <a:pt x="6483" y="4826"/>
                  </a:lnTo>
                  <a:lnTo>
                    <a:pt x="0" y="6558"/>
                  </a:lnTo>
                  <a:lnTo>
                    <a:pt x="4636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7414" y="3176950"/>
              <a:ext cx="46364" cy="160609"/>
            </a:xfrm>
            <a:custGeom>
              <a:avLst/>
              <a:pathLst>
                <a:path w="46364" h="160609">
                  <a:moveTo>
                    <a:pt x="0" y="0"/>
                  </a:moveTo>
                  <a:lnTo>
                    <a:pt x="46364" y="1606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816623" y="3170489"/>
              <a:ext cx="334309" cy="334236"/>
            </a:xfrm>
            <a:custGeom>
              <a:avLst/>
              <a:pathLst>
                <a:path w="334309" h="334236">
                  <a:moveTo>
                    <a:pt x="120790" y="6461"/>
                  </a:moveTo>
                  <a:lnTo>
                    <a:pt x="115716" y="8014"/>
                  </a:lnTo>
                  <a:lnTo>
                    <a:pt x="110694" y="9726"/>
                  </a:lnTo>
                  <a:lnTo>
                    <a:pt x="105728" y="11598"/>
                  </a:lnTo>
                  <a:lnTo>
                    <a:pt x="100824" y="13626"/>
                  </a:lnTo>
                  <a:lnTo>
                    <a:pt x="95987" y="15808"/>
                  </a:lnTo>
                  <a:lnTo>
                    <a:pt x="91222" y="18144"/>
                  </a:lnTo>
                  <a:lnTo>
                    <a:pt x="86534" y="20629"/>
                  </a:lnTo>
                  <a:lnTo>
                    <a:pt x="81926" y="23261"/>
                  </a:lnTo>
                  <a:lnTo>
                    <a:pt x="77405" y="26039"/>
                  </a:lnTo>
                  <a:lnTo>
                    <a:pt x="72973" y="28959"/>
                  </a:lnTo>
                  <a:lnTo>
                    <a:pt x="68637" y="32018"/>
                  </a:lnTo>
                  <a:lnTo>
                    <a:pt x="64400" y="35213"/>
                  </a:lnTo>
                  <a:lnTo>
                    <a:pt x="60267" y="38540"/>
                  </a:lnTo>
                  <a:lnTo>
                    <a:pt x="56241" y="41998"/>
                  </a:lnTo>
                  <a:lnTo>
                    <a:pt x="52327" y="45581"/>
                  </a:lnTo>
                  <a:lnTo>
                    <a:pt x="48529" y="49287"/>
                  </a:lnTo>
                  <a:lnTo>
                    <a:pt x="44851" y="53112"/>
                  </a:lnTo>
                  <a:lnTo>
                    <a:pt x="41295" y="57051"/>
                  </a:lnTo>
                  <a:lnTo>
                    <a:pt x="37867" y="61101"/>
                  </a:lnTo>
                  <a:lnTo>
                    <a:pt x="34568" y="65258"/>
                  </a:lnTo>
                  <a:lnTo>
                    <a:pt x="31404" y="69518"/>
                  </a:lnTo>
                  <a:lnTo>
                    <a:pt x="28376" y="73876"/>
                  </a:lnTo>
                  <a:lnTo>
                    <a:pt x="25488" y="78327"/>
                  </a:lnTo>
                  <a:lnTo>
                    <a:pt x="22742" y="82869"/>
                  </a:lnTo>
                  <a:lnTo>
                    <a:pt x="20143" y="87495"/>
                  </a:lnTo>
                  <a:lnTo>
                    <a:pt x="17691" y="92201"/>
                  </a:lnTo>
                  <a:lnTo>
                    <a:pt x="15390" y="96983"/>
                  </a:lnTo>
                  <a:lnTo>
                    <a:pt x="13242" y="101835"/>
                  </a:lnTo>
                  <a:lnTo>
                    <a:pt x="11249" y="106753"/>
                  </a:lnTo>
                  <a:lnTo>
                    <a:pt x="9413" y="111732"/>
                  </a:lnTo>
                  <a:lnTo>
                    <a:pt x="7736" y="116767"/>
                  </a:lnTo>
                  <a:lnTo>
                    <a:pt x="6220" y="121852"/>
                  </a:lnTo>
                  <a:lnTo>
                    <a:pt x="4866" y="126983"/>
                  </a:lnTo>
                  <a:lnTo>
                    <a:pt x="3675" y="132154"/>
                  </a:lnTo>
                  <a:lnTo>
                    <a:pt x="2649" y="137360"/>
                  </a:lnTo>
                  <a:lnTo>
                    <a:pt x="1789" y="142597"/>
                  </a:lnTo>
                  <a:lnTo>
                    <a:pt x="1096" y="147858"/>
                  </a:lnTo>
                  <a:lnTo>
                    <a:pt x="569" y="153138"/>
                  </a:lnTo>
                  <a:lnTo>
                    <a:pt x="211" y="158433"/>
                  </a:lnTo>
                  <a:lnTo>
                    <a:pt x="21" y="163736"/>
                  </a:lnTo>
                  <a:lnTo>
                    <a:pt x="0" y="169042"/>
                  </a:lnTo>
                  <a:lnTo>
                    <a:pt x="146" y="174347"/>
                  </a:lnTo>
                  <a:lnTo>
                    <a:pt x="461" y="179644"/>
                  </a:lnTo>
                  <a:lnTo>
                    <a:pt x="945" y="184928"/>
                  </a:lnTo>
                  <a:lnTo>
                    <a:pt x="1595" y="190195"/>
                  </a:lnTo>
                  <a:lnTo>
                    <a:pt x="2412" y="195438"/>
                  </a:lnTo>
                  <a:lnTo>
                    <a:pt x="3396" y="200653"/>
                  </a:lnTo>
                  <a:lnTo>
                    <a:pt x="4544" y="205834"/>
                  </a:lnTo>
                  <a:lnTo>
                    <a:pt x="5857" y="210975"/>
                  </a:lnTo>
                  <a:lnTo>
                    <a:pt x="7331" y="216073"/>
                  </a:lnTo>
                  <a:lnTo>
                    <a:pt x="8967" y="221121"/>
                  </a:lnTo>
                  <a:lnTo>
                    <a:pt x="10763" y="226114"/>
                  </a:lnTo>
                  <a:lnTo>
                    <a:pt x="12715" y="231049"/>
                  </a:lnTo>
                  <a:lnTo>
                    <a:pt x="14824" y="235918"/>
                  </a:lnTo>
                  <a:lnTo>
                    <a:pt x="17086" y="240719"/>
                  </a:lnTo>
                  <a:lnTo>
                    <a:pt x="19499" y="245445"/>
                  </a:lnTo>
                  <a:lnTo>
                    <a:pt x="22061" y="250092"/>
                  </a:lnTo>
                  <a:lnTo>
                    <a:pt x="24769" y="254655"/>
                  </a:lnTo>
                  <a:lnTo>
                    <a:pt x="27621" y="259130"/>
                  </a:lnTo>
                  <a:lnTo>
                    <a:pt x="30613" y="263513"/>
                  </a:lnTo>
                  <a:lnTo>
                    <a:pt x="33743" y="267798"/>
                  </a:lnTo>
                  <a:lnTo>
                    <a:pt x="37007" y="271982"/>
                  </a:lnTo>
                  <a:lnTo>
                    <a:pt x="40403" y="276060"/>
                  </a:lnTo>
                  <a:lnTo>
                    <a:pt x="43926" y="280028"/>
                  </a:lnTo>
                  <a:lnTo>
                    <a:pt x="47573" y="283882"/>
                  </a:lnTo>
                  <a:lnTo>
                    <a:pt x="51341" y="287619"/>
                  </a:lnTo>
                  <a:lnTo>
                    <a:pt x="55226" y="291234"/>
                  </a:lnTo>
                  <a:lnTo>
                    <a:pt x="59223" y="294724"/>
                  </a:lnTo>
                  <a:lnTo>
                    <a:pt x="63329" y="298086"/>
                  </a:lnTo>
                  <a:lnTo>
                    <a:pt x="67540" y="301315"/>
                  </a:lnTo>
                  <a:lnTo>
                    <a:pt x="71851" y="304409"/>
                  </a:lnTo>
                  <a:lnTo>
                    <a:pt x="76258" y="307365"/>
                  </a:lnTo>
                  <a:lnTo>
                    <a:pt x="80757" y="310179"/>
                  </a:lnTo>
                  <a:lnTo>
                    <a:pt x="85343" y="312850"/>
                  </a:lnTo>
                  <a:lnTo>
                    <a:pt x="90011" y="315373"/>
                  </a:lnTo>
                  <a:lnTo>
                    <a:pt x="94757" y="317747"/>
                  </a:lnTo>
                  <a:lnTo>
                    <a:pt x="99576" y="319969"/>
                  </a:lnTo>
                  <a:lnTo>
                    <a:pt x="104463" y="322037"/>
                  </a:lnTo>
                  <a:lnTo>
                    <a:pt x="109413" y="323948"/>
                  </a:lnTo>
                  <a:lnTo>
                    <a:pt x="114422" y="325702"/>
                  </a:lnTo>
                  <a:lnTo>
                    <a:pt x="119483" y="327296"/>
                  </a:lnTo>
                  <a:lnTo>
                    <a:pt x="124593" y="328728"/>
                  </a:lnTo>
                  <a:lnTo>
                    <a:pt x="129745" y="329998"/>
                  </a:lnTo>
                  <a:lnTo>
                    <a:pt x="134935" y="331103"/>
                  </a:lnTo>
                  <a:lnTo>
                    <a:pt x="140158" y="332043"/>
                  </a:lnTo>
                  <a:lnTo>
                    <a:pt x="145408" y="332817"/>
                  </a:lnTo>
                  <a:lnTo>
                    <a:pt x="150679" y="333424"/>
                  </a:lnTo>
                  <a:lnTo>
                    <a:pt x="155968" y="333863"/>
                  </a:lnTo>
                  <a:lnTo>
                    <a:pt x="161267" y="334134"/>
                  </a:lnTo>
                  <a:lnTo>
                    <a:pt x="166573" y="334236"/>
                  </a:lnTo>
                  <a:lnTo>
                    <a:pt x="171879" y="334171"/>
                  </a:lnTo>
                  <a:lnTo>
                    <a:pt x="177180" y="333937"/>
                  </a:lnTo>
                  <a:lnTo>
                    <a:pt x="182472" y="333534"/>
                  </a:lnTo>
                  <a:lnTo>
                    <a:pt x="187748" y="332964"/>
                  </a:lnTo>
                  <a:lnTo>
                    <a:pt x="193003" y="332227"/>
                  </a:lnTo>
                  <a:lnTo>
                    <a:pt x="198232" y="331324"/>
                  </a:lnTo>
                  <a:lnTo>
                    <a:pt x="203429" y="330254"/>
                  </a:lnTo>
                  <a:lnTo>
                    <a:pt x="208591" y="329021"/>
                  </a:lnTo>
                  <a:lnTo>
                    <a:pt x="213710" y="327624"/>
                  </a:lnTo>
                  <a:lnTo>
                    <a:pt x="218783" y="326066"/>
                  </a:lnTo>
                  <a:lnTo>
                    <a:pt x="223803" y="324347"/>
                  </a:lnTo>
                  <a:lnTo>
                    <a:pt x="228766" y="322470"/>
                  </a:lnTo>
                  <a:lnTo>
                    <a:pt x="233668" y="320436"/>
                  </a:lnTo>
                  <a:lnTo>
                    <a:pt x="238502" y="318247"/>
                  </a:lnTo>
                  <a:lnTo>
                    <a:pt x="243264" y="315907"/>
                  </a:lnTo>
                  <a:lnTo>
                    <a:pt x="247950" y="313416"/>
                  </a:lnTo>
                  <a:lnTo>
                    <a:pt x="252554" y="310778"/>
                  </a:lnTo>
                  <a:lnTo>
                    <a:pt x="257073" y="307995"/>
                  </a:lnTo>
                  <a:lnTo>
                    <a:pt x="261500" y="305070"/>
                  </a:lnTo>
                  <a:lnTo>
                    <a:pt x="265833" y="302006"/>
                  </a:lnTo>
                  <a:lnTo>
                    <a:pt x="270066" y="298806"/>
                  </a:lnTo>
                  <a:lnTo>
                    <a:pt x="274195" y="295473"/>
                  </a:lnTo>
                  <a:lnTo>
                    <a:pt x="278217" y="292011"/>
                  </a:lnTo>
                  <a:lnTo>
                    <a:pt x="282127" y="288423"/>
                  </a:lnTo>
                  <a:lnTo>
                    <a:pt x="285920" y="284713"/>
                  </a:lnTo>
                  <a:lnTo>
                    <a:pt x="289595" y="280884"/>
                  </a:lnTo>
                  <a:lnTo>
                    <a:pt x="293145" y="276940"/>
                  </a:lnTo>
                  <a:lnTo>
                    <a:pt x="296569" y="272886"/>
                  </a:lnTo>
                  <a:lnTo>
                    <a:pt x="299862" y="268725"/>
                  </a:lnTo>
                  <a:lnTo>
                    <a:pt x="303022" y="264462"/>
                  </a:lnTo>
                  <a:lnTo>
                    <a:pt x="306045" y="260100"/>
                  </a:lnTo>
                  <a:lnTo>
                    <a:pt x="308928" y="255645"/>
                  </a:lnTo>
                  <a:lnTo>
                    <a:pt x="311668" y="251101"/>
                  </a:lnTo>
                  <a:lnTo>
                    <a:pt x="314262" y="246472"/>
                  </a:lnTo>
                  <a:lnTo>
                    <a:pt x="316708" y="241762"/>
                  </a:lnTo>
                  <a:lnTo>
                    <a:pt x="319003" y="236978"/>
                  </a:lnTo>
                  <a:lnTo>
                    <a:pt x="321146" y="232123"/>
                  </a:lnTo>
                  <a:lnTo>
                    <a:pt x="323133" y="227203"/>
                  </a:lnTo>
                  <a:lnTo>
                    <a:pt x="324963" y="222222"/>
                  </a:lnTo>
                  <a:lnTo>
                    <a:pt x="326634" y="217185"/>
                  </a:lnTo>
                  <a:lnTo>
                    <a:pt x="328144" y="212098"/>
                  </a:lnTo>
                  <a:lnTo>
                    <a:pt x="329492" y="206966"/>
                  </a:lnTo>
                  <a:lnTo>
                    <a:pt x="330677" y="201793"/>
                  </a:lnTo>
                  <a:lnTo>
                    <a:pt x="331697" y="196585"/>
                  </a:lnTo>
                  <a:lnTo>
                    <a:pt x="332550" y="191348"/>
                  </a:lnTo>
                  <a:lnTo>
                    <a:pt x="333238" y="186086"/>
                  </a:lnTo>
                  <a:lnTo>
                    <a:pt x="333758" y="180805"/>
                  </a:lnTo>
                  <a:lnTo>
                    <a:pt x="334110" y="175510"/>
                  </a:lnTo>
                  <a:lnTo>
                    <a:pt x="334293" y="170207"/>
                  </a:lnTo>
                  <a:lnTo>
                    <a:pt x="334309" y="164900"/>
                  </a:lnTo>
                  <a:lnTo>
                    <a:pt x="334156" y="159596"/>
                  </a:lnTo>
                  <a:lnTo>
                    <a:pt x="333834" y="154299"/>
                  </a:lnTo>
                  <a:lnTo>
                    <a:pt x="333345" y="149015"/>
                  </a:lnTo>
                  <a:lnTo>
                    <a:pt x="332688" y="143749"/>
                  </a:lnTo>
                  <a:lnTo>
                    <a:pt x="331865" y="138507"/>
                  </a:lnTo>
                  <a:lnTo>
                    <a:pt x="330875" y="133294"/>
                  </a:lnTo>
                  <a:lnTo>
                    <a:pt x="329720" y="128114"/>
                  </a:lnTo>
                  <a:lnTo>
                    <a:pt x="328402" y="122974"/>
                  </a:lnTo>
                  <a:lnTo>
                    <a:pt x="326921" y="117878"/>
                  </a:lnTo>
                  <a:lnTo>
                    <a:pt x="325279" y="112832"/>
                  </a:lnTo>
                  <a:lnTo>
                    <a:pt x="323478" y="107841"/>
                  </a:lnTo>
                  <a:lnTo>
                    <a:pt x="321520" y="102909"/>
                  </a:lnTo>
                  <a:lnTo>
                    <a:pt x="319405" y="98042"/>
                  </a:lnTo>
                  <a:lnTo>
                    <a:pt x="317138" y="93244"/>
                  </a:lnTo>
                  <a:lnTo>
                    <a:pt x="314719" y="88521"/>
                  </a:lnTo>
                  <a:lnTo>
                    <a:pt x="312151" y="83877"/>
                  </a:lnTo>
                  <a:lnTo>
                    <a:pt x="309438" y="79317"/>
                  </a:lnTo>
                  <a:lnTo>
                    <a:pt x="306581" y="74845"/>
                  </a:lnTo>
                  <a:lnTo>
                    <a:pt x="303583" y="70466"/>
                  </a:lnTo>
                  <a:lnTo>
                    <a:pt x="300448" y="66184"/>
                  </a:lnTo>
                  <a:lnTo>
                    <a:pt x="297179" y="62005"/>
                  </a:lnTo>
                  <a:lnTo>
                    <a:pt x="293779" y="57931"/>
                  </a:lnTo>
                  <a:lnTo>
                    <a:pt x="290251" y="53967"/>
                  </a:lnTo>
                  <a:lnTo>
                    <a:pt x="286599" y="50116"/>
                  </a:lnTo>
                  <a:lnTo>
                    <a:pt x="282827" y="46384"/>
                  </a:lnTo>
                  <a:lnTo>
                    <a:pt x="278938" y="42774"/>
                  </a:lnTo>
                  <a:lnTo>
                    <a:pt x="274936" y="39288"/>
                  </a:lnTo>
                  <a:lnTo>
                    <a:pt x="270826" y="35932"/>
                  </a:lnTo>
                  <a:lnTo>
                    <a:pt x="266612" y="32707"/>
                  </a:lnTo>
                  <a:lnTo>
                    <a:pt x="262297" y="29618"/>
                  </a:lnTo>
                  <a:lnTo>
                    <a:pt x="257886" y="26668"/>
                  </a:lnTo>
                  <a:lnTo>
                    <a:pt x="253384" y="23859"/>
                  </a:lnTo>
                  <a:lnTo>
                    <a:pt x="248795" y="21194"/>
                  </a:lnTo>
                  <a:lnTo>
                    <a:pt x="244124" y="18676"/>
                  </a:lnTo>
                  <a:lnTo>
                    <a:pt x="239375" y="16308"/>
                  </a:lnTo>
                  <a:lnTo>
                    <a:pt x="234554" y="14092"/>
                  </a:lnTo>
                  <a:lnTo>
                    <a:pt x="229664" y="12030"/>
                  </a:lnTo>
                  <a:lnTo>
                    <a:pt x="224712" y="10124"/>
                  </a:lnTo>
                  <a:lnTo>
                    <a:pt x="219701" y="8376"/>
                  </a:lnTo>
                  <a:lnTo>
                    <a:pt x="214638" y="6788"/>
                  </a:lnTo>
                  <a:lnTo>
                    <a:pt x="209527" y="5362"/>
                  </a:lnTo>
                  <a:lnTo>
                    <a:pt x="204373" y="4098"/>
                  </a:lnTo>
                  <a:lnTo>
                    <a:pt x="199181" y="2999"/>
                  </a:lnTo>
                  <a:lnTo>
                    <a:pt x="193958" y="2065"/>
                  </a:lnTo>
                  <a:lnTo>
                    <a:pt x="188707" y="1298"/>
                  </a:lnTo>
                  <a:lnTo>
                    <a:pt x="183435" y="697"/>
                  </a:lnTo>
                  <a:lnTo>
                    <a:pt x="178146" y="264"/>
                  </a:lnTo>
                  <a:lnTo>
                    <a:pt x="172846" y="0"/>
                  </a:lnTo>
                  <a:lnTo>
                    <a:pt x="167155" y="1670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83779" y="3170392"/>
              <a:ext cx="5690" cy="167167"/>
            </a:xfrm>
            <a:custGeom>
              <a:avLst/>
              <a:pathLst>
                <a:path w="5690" h="167167">
                  <a:moveTo>
                    <a:pt x="5690" y="9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3029" y="2633064"/>
              <a:ext cx="165981" cy="167167"/>
            </a:xfrm>
            <a:custGeom>
              <a:avLst/>
              <a:pathLst>
                <a:path w="165981" h="167167">
                  <a:moveTo>
                    <a:pt x="165981" y="0"/>
                  </a:moveTo>
                  <a:lnTo>
                    <a:pt x="160590" y="86"/>
                  </a:lnTo>
                  <a:lnTo>
                    <a:pt x="155204" y="347"/>
                  </a:lnTo>
                  <a:lnTo>
                    <a:pt x="149829" y="782"/>
                  </a:lnTo>
                  <a:lnTo>
                    <a:pt x="144471" y="1389"/>
                  </a:lnTo>
                  <a:lnTo>
                    <a:pt x="139135" y="2169"/>
                  </a:lnTo>
                  <a:lnTo>
                    <a:pt x="133828" y="3121"/>
                  </a:lnTo>
                  <a:lnTo>
                    <a:pt x="128553" y="4243"/>
                  </a:lnTo>
                  <a:lnTo>
                    <a:pt x="123318" y="5535"/>
                  </a:lnTo>
                  <a:lnTo>
                    <a:pt x="118127" y="6995"/>
                  </a:lnTo>
                  <a:lnTo>
                    <a:pt x="112986" y="8622"/>
                  </a:lnTo>
                  <a:lnTo>
                    <a:pt x="107900" y="10414"/>
                  </a:lnTo>
                  <a:lnTo>
                    <a:pt x="102875" y="12369"/>
                  </a:lnTo>
                  <a:lnTo>
                    <a:pt x="97915" y="14485"/>
                  </a:lnTo>
                  <a:lnTo>
                    <a:pt x="93026" y="16759"/>
                  </a:lnTo>
                  <a:lnTo>
                    <a:pt x="88213" y="19191"/>
                  </a:lnTo>
                  <a:lnTo>
                    <a:pt x="83480" y="21776"/>
                  </a:lnTo>
                  <a:lnTo>
                    <a:pt x="78834" y="24512"/>
                  </a:lnTo>
                  <a:lnTo>
                    <a:pt x="74278" y="27397"/>
                  </a:lnTo>
                  <a:lnTo>
                    <a:pt x="69818" y="30428"/>
                  </a:lnTo>
                  <a:lnTo>
                    <a:pt x="65458" y="33601"/>
                  </a:lnTo>
                  <a:lnTo>
                    <a:pt x="61202" y="36912"/>
                  </a:lnTo>
                  <a:lnTo>
                    <a:pt x="57056" y="40359"/>
                  </a:lnTo>
                  <a:lnTo>
                    <a:pt x="53023" y="43939"/>
                  </a:lnTo>
                  <a:lnTo>
                    <a:pt x="49107" y="47646"/>
                  </a:lnTo>
                  <a:lnTo>
                    <a:pt x="45313" y="51478"/>
                  </a:lnTo>
                  <a:lnTo>
                    <a:pt x="41644" y="55430"/>
                  </a:lnTo>
                  <a:lnTo>
                    <a:pt x="38105" y="59498"/>
                  </a:lnTo>
                  <a:lnTo>
                    <a:pt x="34699" y="63679"/>
                  </a:lnTo>
                  <a:lnTo>
                    <a:pt x="31429" y="67967"/>
                  </a:lnTo>
                  <a:lnTo>
                    <a:pt x="28300" y="72358"/>
                  </a:lnTo>
                  <a:lnTo>
                    <a:pt x="25314" y="76848"/>
                  </a:lnTo>
                  <a:lnTo>
                    <a:pt x="22474" y="81432"/>
                  </a:lnTo>
                  <a:lnTo>
                    <a:pt x="19783" y="86105"/>
                  </a:lnTo>
                  <a:lnTo>
                    <a:pt x="17245" y="90862"/>
                  </a:lnTo>
                  <a:lnTo>
                    <a:pt x="14861" y="95699"/>
                  </a:lnTo>
                  <a:lnTo>
                    <a:pt x="12635" y="100611"/>
                  </a:lnTo>
                  <a:lnTo>
                    <a:pt x="10568" y="105591"/>
                  </a:lnTo>
                  <a:lnTo>
                    <a:pt x="8663" y="110636"/>
                  </a:lnTo>
                  <a:lnTo>
                    <a:pt x="6921" y="115739"/>
                  </a:lnTo>
                  <a:lnTo>
                    <a:pt x="5345" y="120896"/>
                  </a:lnTo>
                  <a:lnTo>
                    <a:pt x="3937" y="126101"/>
                  </a:lnTo>
                  <a:lnTo>
                    <a:pt x="2696" y="131349"/>
                  </a:lnTo>
                  <a:lnTo>
                    <a:pt x="1626" y="136634"/>
                  </a:lnTo>
                  <a:lnTo>
                    <a:pt x="727" y="141951"/>
                  </a:lnTo>
                  <a:lnTo>
                    <a:pt x="0" y="147294"/>
                  </a:lnTo>
                  <a:lnTo>
                    <a:pt x="165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3029" y="2780358"/>
              <a:ext cx="165981" cy="19873"/>
            </a:xfrm>
            <a:custGeom>
              <a:avLst/>
              <a:pathLst>
                <a:path w="165981" h="19873">
                  <a:moveTo>
                    <a:pt x="0" y="0"/>
                  </a:moveTo>
                  <a:lnTo>
                    <a:pt x="165981" y="198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1848" y="2642283"/>
              <a:ext cx="334329" cy="325105"/>
            </a:xfrm>
            <a:custGeom>
              <a:avLst/>
              <a:pathLst>
                <a:path w="334329" h="325105">
                  <a:moveTo>
                    <a:pt x="1180" y="138075"/>
                  </a:moveTo>
                  <a:lnTo>
                    <a:pt x="634" y="143341"/>
                  </a:lnTo>
                  <a:lnTo>
                    <a:pt x="255" y="148622"/>
                  </a:lnTo>
                  <a:lnTo>
                    <a:pt x="43" y="153913"/>
                  </a:lnTo>
                  <a:lnTo>
                    <a:pt x="0" y="159208"/>
                  </a:lnTo>
                  <a:lnTo>
                    <a:pt x="123" y="164501"/>
                  </a:lnTo>
                  <a:lnTo>
                    <a:pt x="415" y="169788"/>
                  </a:lnTo>
                  <a:lnTo>
                    <a:pt x="873" y="175063"/>
                  </a:lnTo>
                  <a:lnTo>
                    <a:pt x="1499" y="180321"/>
                  </a:lnTo>
                  <a:lnTo>
                    <a:pt x="2290" y="185556"/>
                  </a:lnTo>
                  <a:lnTo>
                    <a:pt x="3247" y="190764"/>
                  </a:lnTo>
                  <a:lnTo>
                    <a:pt x="4369" y="195938"/>
                  </a:lnTo>
                  <a:lnTo>
                    <a:pt x="5654" y="201075"/>
                  </a:lnTo>
                  <a:lnTo>
                    <a:pt x="7101" y="206168"/>
                  </a:lnTo>
                  <a:lnTo>
                    <a:pt x="8708" y="211213"/>
                  </a:lnTo>
                  <a:lnTo>
                    <a:pt x="10474" y="216205"/>
                  </a:lnTo>
                  <a:lnTo>
                    <a:pt x="12398" y="221138"/>
                  </a:lnTo>
                  <a:lnTo>
                    <a:pt x="14477" y="226008"/>
                  </a:lnTo>
                  <a:lnTo>
                    <a:pt x="16709" y="230809"/>
                  </a:lnTo>
                  <a:lnTo>
                    <a:pt x="19092" y="235537"/>
                  </a:lnTo>
                  <a:lnTo>
                    <a:pt x="21623" y="240188"/>
                  </a:lnTo>
                  <a:lnTo>
                    <a:pt x="24301" y="244756"/>
                  </a:lnTo>
                  <a:lnTo>
                    <a:pt x="27122" y="249237"/>
                  </a:lnTo>
                  <a:lnTo>
                    <a:pt x="30083" y="253626"/>
                  </a:lnTo>
                  <a:lnTo>
                    <a:pt x="33182" y="257919"/>
                  </a:lnTo>
                  <a:lnTo>
                    <a:pt x="36415" y="262112"/>
                  </a:lnTo>
                  <a:lnTo>
                    <a:pt x="39780" y="266201"/>
                  </a:lnTo>
                  <a:lnTo>
                    <a:pt x="43272" y="270181"/>
                  </a:lnTo>
                  <a:lnTo>
                    <a:pt x="46889" y="274048"/>
                  </a:lnTo>
                  <a:lnTo>
                    <a:pt x="50626" y="277799"/>
                  </a:lnTo>
                  <a:lnTo>
                    <a:pt x="54480" y="281429"/>
                  </a:lnTo>
                  <a:lnTo>
                    <a:pt x="58447" y="284936"/>
                  </a:lnTo>
                  <a:lnTo>
                    <a:pt x="62524" y="288315"/>
                  </a:lnTo>
                  <a:lnTo>
                    <a:pt x="66705" y="291564"/>
                  </a:lnTo>
                  <a:lnTo>
                    <a:pt x="70987" y="294678"/>
                  </a:lnTo>
                  <a:lnTo>
                    <a:pt x="75365" y="297656"/>
                  </a:lnTo>
                  <a:lnTo>
                    <a:pt x="79836" y="300493"/>
                  </a:lnTo>
                  <a:lnTo>
                    <a:pt x="84394" y="303187"/>
                  </a:lnTo>
                  <a:lnTo>
                    <a:pt x="89035" y="305735"/>
                  </a:lnTo>
                  <a:lnTo>
                    <a:pt x="93755" y="308135"/>
                  </a:lnTo>
                  <a:lnTo>
                    <a:pt x="98548" y="310385"/>
                  </a:lnTo>
                  <a:lnTo>
                    <a:pt x="103410" y="312481"/>
                  </a:lnTo>
                  <a:lnTo>
                    <a:pt x="108336" y="314423"/>
                  </a:lnTo>
                  <a:lnTo>
                    <a:pt x="113322" y="316207"/>
                  </a:lnTo>
                  <a:lnTo>
                    <a:pt x="118361" y="317833"/>
                  </a:lnTo>
                  <a:lnTo>
                    <a:pt x="123449" y="319299"/>
                  </a:lnTo>
                  <a:lnTo>
                    <a:pt x="128581" y="320602"/>
                  </a:lnTo>
                  <a:lnTo>
                    <a:pt x="133751" y="321742"/>
                  </a:lnTo>
                  <a:lnTo>
                    <a:pt x="138955" y="322718"/>
                  </a:lnTo>
                  <a:lnTo>
                    <a:pt x="144188" y="323529"/>
                  </a:lnTo>
                  <a:lnTo>
                    <a:pt x="149443" y="324173"/>
                  </a:lnTo>
                  <a:lnTo>
                    <a:pt x="154717" y="324651"/>
                  </a:lnTo>
                  <a:lnTo>
                    <a:pt x="160002" y="324962"/>
                  </a:lnTo>
                  <a:lnTo>
                    <a:pt x="165295" y="325105"/>
                  </a:lnTo>
                  <a:lnTo>
                    <a:pt x="170590" y="325080"/>
                  </a:lnTo>
                  <a:lnTo>
                    <a:pt x="175881" y="324888"/>
                  </a:lnTo>
                  <a:lnTo>
                    <a:pt x="181164" y="324528"/>
                  </a:lnTo>
                  <a:lnTo>
                    <a:pt x="186433" y="324001"/>
                  </a:lnTo>
                  <a:lnTo>
                    <a:pt x="191682" y="323307"/>
                  </a:lnTo>
                  <a:lnTo>
                    <a:pt x="196906" y="322448"/>
                  </a:lnTo>
                  <a:lnTo>
                    <a:pt x="202101" y="321423"/>
                  </a:lnTo>
                  <a:lnTo>
                    <a:pt x="207261" y="320235"/>
                  </a:lnTo>
                  <a:lnTo>
                    <a:pt x="212380" y="318883"/>
                  </a:lnTo>
                  <a:lnTo>
                    <a:pt x="217455" y="317371"/>
                  </a:lnTo>
                  <a:lnTo>
                    <a:pt x="222478" y="315698"/>
                  </a:lnTo>
                  <a:lnTo>
                    <a:pt x="227446" y="313867"/>
                  </a:lnTo>
                  <a:lnTo>
                    <a:pt x="232354" y="311879"/>
                  </a:lnTo>
                  <a:lnTo>
                    <a:pt x="237197" y="309738"/>
                  </a:lnTo>
                  <a:lnTo>
                    <a:pt x="241969" y="307443"/>
                  </a:lnTo>
                  <a:lnTo>
                    <a:pt x="246666" y="304999"/>
                  </a:lnTo>
                  <a:lnTo>
                    <a:pt x="251283" y="302408"/>
                  </a:lnTo>
                  <a:lnTo>
                    <a:pt x="255816" y="299671"/>
                  </a:lnTo>
                  <a:lnTo>
                    <a:pt x="260260" y="296792"/>
                  </a:lnTo>
                  <a:lnTo>
                    <a:pt x="264610" y="293774"/>
                  </a:lnTo>
                  <a:lnTo>
                    <a:pt x="268863" y="290620"/>
                  </a:lnTo>
                  <a:lnTo>
                    <a:pt x="273014" y="287333"/>
                  </a:lnTo>
                  <a:lnTo>
                    <a:pt x="277058" y="283915"/>
                  </a:lnTo>
                  <a:lnTo>
                    <a:pt x="280992" y="280372"/>
                  </a:lnTo>
                  <a:lnTo>
                    <a:pt x="284812" y="276705"/>
                  </a:lnTo>
                  <a:lnTo>
                    <a:pt x="288514" y="272920"/>
                  </a:lnTo>
                  <a:lnTo>
                    <a:pt x="292095" y="269019"/>
                  </a:lnTo>
                  <a:lnTo>
                    <a:pt x="295550" y="265007"/>
                  </a:lnTo>
                  <a:lnTo>
                    <a:pt x="298876" y="260887"/>
                  </a:lnTo>
                  <a:lnTo>
                    <a:pt x="302070" y="256664"/>
                  </a:lnTo>
                  <a:lnTo>
                    <a:pt x="305129" y="252342"/>
                  </a:lnTo>
                  <a:lnTo>
                    <a:pt x="308049" y="247925"/>
                  </a:lnTo>
                  <a:lnTo>
                    <a:pt x="310828" y="243418"/>
                  </a:lnTo>
                  <a:lnTo>
                    <a:pt x="313463" y="238825"/>
                  </a:lnTo>
                  <a:lnTo>
                    <a:pt x="315951" y="234151"/>
                  </a:lnTo>
                  <a:lnTo>
                    <a:pt x="318289" y="229401"/>
                  </a:lnTo>
                  <a:lnTo>
                    <a:pt x="320476" y="224579"/>
                  </a:lnTo>
                  <a:lnTo>
                    <a:pt x="322510" y="219690"/>
                  </a:lnTo>
                  <a:lnTo>
                    <a:pt x="324387" y="214739"/>
                  </a:lnTo>
                  <a:lnTo>
                    <a:pt x="326107" y="209731"/>
                  </a:lnTo>
                  <a:lnTo>
                    <a:pt x="327667" y="204672"/>
                  </a:lnTo>
                  <a:lnTo>
                    <a:pt x="329066" y="199565"/>
                  </a:lnTo>
                  <a:lnTo>
                    <a:pt x="330303" y="194417"/>
                  </a:lnTo>
                  <a:lnTo>
                    <a:pt x="331376" y="189232"/>
                  </a:lnTo>
                  <a:lnTo>
                    <a:pt x="332285" y="184015"/>
                  </a:lnTo>
                  <a:lnTo>
                    <a:pt x="333027" y="178773"/>
                  </a:lnTo>
                  <a:lnTo>
                    <a:pt x="333604" y="173509"/>
                  </a:lnTo>
                  <a:lnTo>
                    <a:pt x="334013" y="168230"/>
                  </a:lnTo>
                  <a:lnTo>
                    <a:pt x="334255" y="162941"/>
                  </a:lnTo>
                  <a:lnTo>
                    <a:pt x="334329" y="157647"/>
                  </a:lnTo>
                  <a:lnTo>
                    <a:pt x="334236" y="152353"/>
                  </a:lnTo>
                  <a:lnTo>
                    <a:pt x="333975" y="147064"/>
                  </a:lnTo>
                  <a:lnTo>
                    <a:pt x="333547" y="141787"/>
                  </a:lnTo>
                  <a:lnTo>
                    <a:pt x="332951" y="136526"/>
                  </a:lnTo>
                  <a:lnTo>
                    <a:pt x="332190" y="131286"/>
                  </a:lnTo>
                  <a:lnTo>
                    <a:pt x="331263" y="126073"/>
                  </a:lnTo>
                  <a:lnTo>
                    <a:pt x="330171" y="120892"/>
                  </a:lnTo>
                  <a:lnTo>
                    <a:pt x="328915" y="115748"/>
                  </a:lnTo>
                  <a:lnTo>
                    <a:pt x="327498" y="110646"/>
                  </a:lnTo>
                  <a:lnTo>
                    <a:pt x="325919" y="105592"/>
                  </a:lnTo>
                  <a:lnTo>
                    <a:pt x="324182" y="100590"/>
                  </a:lnTo>
                  <a:lnTo>
                    <a:pt x="322286" y="95646"/>
                  </a:lnTo>
                  <a:lnTo>
                    <a:pt x="320235" y="90765"/>
                  </a:lnTo>
                  <a:lnTo>
                    <a:pt x="318031" y="85951"/>
                  </a:lnTo>
                  <a:lnTo>
                    <a:pt x="315675" y="81209"/>
                  </a:lnTo>
                  <a:lnTo>
                    <a:pt x="313170" y="76544"/>
                  </a:lnTo>
                  <a:lnTo>
                    <a:pt x="310519" y="71961"/>
                  </a:lnTo>
                  <a:lnTo>
                    <a:pt x="307724" y="67464"/>
                  </a:lnTo>
                  <a:lnTo>
                    <a:pt x="304788" y="63058"/>
                  </a:lnTo>
                  <a:lnTo>
                    <a:pt x="301714" y="58746"/>
                  </a:lnTo>
                  <a:lnTo>
                    <a:pt x="298504" y="54535"/>
                  </a:lnTo>
                  <a:lnTo>
                    <a:pt x="295163" y="50427"/>
                  </a:lnTo>
                  <a:lnTo>
                    <a:pt x="291694" y="46427"/>
                  </a:lnTo>
                  <a:lnTo>
                    <a:pt x="288100" y="42539"/>
                  </a:lnTo>
                  <a:lnTo>
                    <a:pt x="284384" y="38767"/>
                  </a:lnTo>
                  <a:lnTo>
                    <a:pt x="280551" y="35115"/>
                  </a:lnTo>
                  <a:lnTo>
                    <a:pt x="276604" y="31585"/>
                  </a:lnTo>
                  <a:lnTo>
                    <a:pt x="272547" y="28183"/>
                  </a:lnTo>
                  <a:lnTo>
                    <a:pt x="268384" y="24910"/>
                  </a:lnTo>
                  <a:lnTo>
                    <a:pt x="264120" y="21771"/>
                  </a:lnTo>
                  <a:lnTo>
                    <a:pt x="259759" y="18769"/>
                  </a:lnTo>
                  <a:lnTo>
                    <a:pt x="255305" y="15906"/>
                  </a:lnTo>
                  <a:lnTo>
                    <a:pt x="250762" y="13186"/>
                  </a:lnTo>
                  <a:lnTo>
                    <a:pt x="246136" y="10611"/>
                  </a:lnTo>
                  <a:lnTo>
                    <a:pt x="241430" y="8184"/>
                  </a:lnTo>
                  <a:lnTo>
                    <a:pt x="236650" y="5907"/>
                  </a:lnTo>
                  <a:lnTo>
                    <a:pt x="231800" y="3782"/>
                  </a:lnTo>
                  <a:lnTo>
                    <a:pt x="226885" y="1813"/>
                  </a:lnTo>
                  <a:lnTo>
                    <a:pt x="221910" y="0"/>
                  </a:lnTo>
                  <a:lnTo>
                    <a:pt x="167162" y="1579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919011" y="2633064"/>
              <a:ext cx="54747" cy="167167"/>
            </a:xfrm>
            <a:custGeom>
              <a:avLst/>
              <a:pathLst>
                <a:path w="54747" h="167167">
                  <a:moveTo>
                    <a:pt x="54747" y="9219"/>
                  </a:moveTo>
                  <a:lnTo>
                    <a:pt x="48855" y="7298"/>
                  </a:lnTo>
                  <a:lnTo>
                    <a:pt x="42896" y="5597"/>
                  </a:lnTo>
                  <a:lnTo>
                    <a:pt x="36878" y="4118"/>
                  </a:lnTo>
                  <a:lnTo>
                    <a:pt x="30810" y="2863"/>
                  </a:lnTo>
                  <a:lnTo>
                    <a:pt x="24698" y="1834"/>
                  </a:lnTo>
                  <a:lnTo>
                    <a:pt x="18553" y="1032"/>
                  </a:lnTo>
                  <a:lnTo>
                    <a:pt x="12383" y="459"/>
                  </a:lnTo>
                  <a:lnTo>
                    <a:pt x="6196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68766" y="2126963"/>
              <a:ext cx="59706" cy="167167"/>
            </a:xfrm>
            <a:custGeom>
              <a:avLst/>
              <a:pathLst>
                <a:path w="59706" h="167167">
                  <a:moveTo>
                    <a:pt x="59706" y="0"/>
                  </a:moveTo>
                  <a:lnTo>
                    <a:pt x="53602" y="111"/>
                  </a:lnTo>
                  <a:lnTo>
                    <a:pt x="47506" y="445"/>
                  </a:lnTo>
                  <a:lnTo>
                    <a:pt x="41426" y="1002"/>
                  </a:lnTo>
                  <a:lnTo>
                    <a:pt x="35371" y="1780"/>
                  </a:lnTo>
                  <a:lnTo>
                    <a:pt x="29348" y="2779"/>
                  </a:lnTo>
                  <a:lnTo>
                    <a:pt x="23365" y="3997"/>
                  </a:lnTo>
                  <a:lnTo>
                    <a:pt x="17432" y="5433"/>
                  </a:lnTo>
                  <a:lnTo>
                    <a:pt x="11554" y="7085"/>
                  </a:lnTo>
                  <a:lnTo>
                    <a:pt x="5741" y="8950"/>
                  </a:lnTo>
                  <a:lnTo>
                    <a:pt x="0" y="11026"/>
                  </a:lnTo>
                  <a:lnTo>
                    <a:pt x="597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68766" y="2137989"/>
              <a:ext cx="59706" cy="156141"/>
            </a:xfrm>
            <a:custGeom>
              <a:avLst/>
              <a:pathLst>
                <a:path w="59706" h="156141">
                  <a:moveTo>
                    <a:pt x="0" y="0"/>
                  </a:moveTo>
                  <a:lnTo>
                    <a:pt x="59706" y="156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561320" y="2137989"/>
              <a:ext cx="167151" cy="308461"/>
            </a:xfrm>
            <a:custGeom>
              <a:avLst/>
              <a:pathLst>
                <a:path w="167151" h="308461">
                  <a:moveTo>
                    <a:pt x="107445" y="0"/>
                  </a:moveTo>
                  <a:lnTo>
                    <a:pt x="102447" y="2004"/>
                  </a:lnTo>
                  <a:lnTo>
                    <a:pt x="97516" y="4168"/>
                  </a:lnTo>
                  <a:lnTo>
                    <a:pt x="92657" y="6489"/>
                  </a:lnTo>
                  <a:lnTo>
                    <a:pt x="87876" y="8967"/>
                  </a:lnTo>
                  <a:lnTo>
                    <a:pt x="83176" y="11596"/>
                  </a:lnTo>
                  <a:lnTo>
                    <a:pt x="78564" y="14376"/>
                  </a:lnTo>
                  <a:lnTo>
                    <a:pt x="74044" y="17303"/>
                  </a:lnTo>
                  <a:lnTo>
                    <a:pt x="69620" y="20374"/>
                  </a:lnTo>
                  <a:lnTo>
                    <a:pt x="65298" y="23586"/>
                  </a:lnTo>
                  <a:lnTo>
                    <a:pt x="61081" y="26935"/>
                  </a:lnTo>
                  <a:lnTo>
                    <a:pt x="56975" y="30419"/>
                  </a:lnTo>
                  <a:lnTo>
                    <a:pt x="52982" y="34033"/>
                  </a:lnTo>
                  <a:lnTo>
                    <a:pt x="49108" y="37774"/>
                  </a:lnTo>
                  <a:lnTo>
                    <a:pt x="45357" y="41637"/>
                  </a:lnTo>
                  <a:lnTo>
                    <a:pt x="41732" y="45620"/>
                  </a:lnTo>
                  <a:lnTo>
                    <a:pt x="38237" y="49717"/>
                  </a:lnTo>
                  <a:lnTo>
                    <a:pt x="34876" y="53924"/>
                  </a:lnTo>
                  <a:lnTo>
                    <a:pt x="31653" y="58238"/>
                  </a:lnTo>
                  <a:lnTo>
                    <a:pt x="28570" y="62653"/>
                  </a:lnTo>
                  <a:lnTo>
                    <a:pt x="25630" y="67165"/>
                  </a:lnTo>
                  <a:lnTo>
                    <a:pt x="22838" y="71769"/>
                  </a:lnTo>
                  <a:lnTo>
                    <a:pt x="20195" y="76461"/>
                  </a:lnTo>
                  <a:lnTo>
                    <a:pt x="17705" y="81236"/>
                  </a:lnTo>
                  <a:lnTo>
                    <a:pt x="15370" y="86089"/>
                  </a:lnTo>
                  <a:lnTo>
                    <a:pt x="13192" y="91014"/>
                  </a:lnTo>
                  <a:lnTo>
                    <a:pt x="11174" y="96007"/>
                  </a:lnTo>
                  <a:lnTo>
                    <a:pt x="9318" y="101062"/>
                  </a:lnTo>
                  <a:lnTo>
                    <a:pt x="7626" y="106174"/>
                  </a:lnTo>
                  <a:lnTo>
                    <a:pt x="6100" y="111338"/>
                  </a:lnTo>
                  <a:lnTo>
                    <a:pt x="4740" y="116549"/>
                  </a:lnTo>
                  <a:lnTo>
                    <a:pt x="3549" y="121801"/>
                  </a:lnTo>
                  <a:lnTo>
                    <a:pt x="2528" y="127088"/>
                  </a:lnTo>
                  <a:lnTo>
                    <a:pt x="1678" y="132406"/>
                  </a:lnTo>
                  <a:lnTo>
                    <a:pt x="999" y="137748"/>
                  </a:lnTo>
                  <a:lnTo>
                    <a:pt x="493" y="143109"/>
                  </a:lnTo>
                  <a:lnTo>
                    <a:pt x="159" y="148484"/>
                  </a:lnTo>
                  <a:lnTo>
                    <a:pt x="0" y="153866"/>
                  </a:lnTo>
                  <a:lnTo>
                    <a:pt x="13" y="159252"/>
                  </a:lnTo>
                  <a:lnTo>
                    <a:pt x="200" y="164633"/>
                  </a:lnTo>
                  <a:lnTo>
                    <a:pt x="560" y="170006"/>
                  </a:lnTo>
                  <a:lnTo>
                    <a:pt x="1093" y="175365"/>
                  </a:lnTo>
                  <a:lnTo>
                    <a:pt x="1798" y="180704"/>
                  </a:lnTo>
                  <a:lnTo>
                    <a:pt x="2675" y="186017"/>
                  </a:lnTo>
                  <a:lnTo>
                    <a:pt x="3723" y="191299"/>
                  </a:lnTo>
                  <a:lnTo>
                    <a:pt x="4940" y="196545"/>
                  </a:lnTo>
                  <a:lnTo>
                    <a:pt x="6326" y="201749"/>
                  </a:lnTo>
                  <a:lnTo>
                    <a:pt x="7878" y="206905"/>
                  </a:lnTo>
                  <a:lnTo>
                    <a:pt x="9596" y="212009"/>
                  </a:lnTo>
                  <a:lnTo>
                    <a:pt x="11477" y="217055"/>
                  </a:lnTo>
                  <a:lnTo>
                    <a:pt x="13520" y="222037"/>
                  </a:lnTo>
                  <a:lnTo>
                    <a:pt x="15722" y="226952"/>
                  </a:lnTo>
                  <a:lnTo>
                    <a:pt x="18082" y="231792"/>
                  </a:lnTo>
                  <a:lnTo>
                    <a:pt x="20596" y="236555"/>
                  </a:lnTo>
                  <a:lnTo>
                    <a:pt x="23262" y="241233"/>
                  </a:lnTo>
                  <a:lnTo>
                    <a:pt x="26077" y="245824"/>
                  </a:lnTo>
                  <a:lnTo>
                    <a:pt x="29039" y="250321"/>
                  </a:lnTo>
                  <a:lnTo>
                    <a:pt x="32144" y="254721"/>
                  </a:lnTo>
                  <a:lnTo>
                    <a:pt x="35390" y="259018"/>
                  </a:lnTo>
                  <a:lnTo>
                    <a:pt x="38772" y="263209"/>
                  </a:lnTo>
                  <a:lnTo>
                    <a:pt x="42287" y="267288"/>
                  </a:lnTo>
                  <a:lnTo>
                    <a:pt x="45932" y="271253"/>
                  </a:lnTo>
                  <a:lnTo>
                    <a:pt x="49702" y="275097"/>
                  </a:lnTo>
                  <a:lnTo>
                    <a:pt x="53595" y="278819"/>
                  </a:lnTo>
                  <a:lnTo>
                    <a:pt x="57605" y="282412"/>
                  </a:lnTo>
                  <a:lnTo>
                    <a:pt x="61729" y="285875"/>
                  </a:lnTo>
                  <a:lnTo>
                    <a:pt x="65962" y="289204"/>
                  </a:lnTo>
                  <a:lnTo>
                    <a:pt x="70301" y="292394"/>
                  </a:lnTo>
                  <a:lnTo>
                    <a:pt x="74740" y="295443"/>
                  </a:lnTo>
                  <a:lnTo>
                    <a:pt x="79274" y="298347"/>
                  </a:lnTo>
                  <a:lnTo>
                    <a:pt x="83900" y="301104"/>
                  </a:lnTo>
                  <a:lnTo>
                    <a:pt x="88613" y="303710"/>
                  </a:lnTo>
                  <a:lnTo>
                    <a:pt x="93407" y="306163"/>
                  </a:lnTo>
                  <a:lnTo>
                    <a:pt x="98277" y="308461"/>
                  </a:lnTo>
                  <a:lnTo>
                    <a:pt x="167151" y="156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59597" y="2126963"/>
              <a:ext cx="236032" cy="334325"/>
            </a:xfrm>
            <a:custGeom>
              <a:avLst/>
              <a:pathLst>
                <a:path w="236032" h="334325">
                  <a:moveTo>
                    <a:pt x="0" y="319487"/>
                  </a:moveTo>
                  <a:lnTo>
                    <a:pt x="4884" y="321602"/>
                  </a:lnTo>
                  <a:lnTo>
                    <a:pt x="9833" y="323561"/>
                  </a:lnTo>
                  <a:lnTo>
                    <a:pt x="14842" y="325361"/>
                  </a:lnTo>
                  <a:lnTo>
                    <a:pt x="19905" y="327001"/>
                  </a:lnTo>
                  <a:lnTo>
                    <a:pt x="25019" y="328479"/>
                  </a:lnTo>
                  <a:lnTo>
                    <a:pt x="30176" y="329794"/>
                  </a:lnTo>
                  <a:lnTo>
                    <a:pt x="35373" y="330943"/>
                  </a:lnTo>
                  <a:lnTo>
                    <a:pt x="40604" y="331927"/>
                  </a:lnTo>
                  <a:lnTo>
                    <a:pt x="45864" y="332743"/>
                  </a:lnTo>
                  <a:lnTo>
                    <a:pt x="51147" y="333392"/>
                  </a:lnTo>
                  <a:lnTo>
                    <a:pt x="56448" y="333872"/>
                  </a:lnTo>
                  <a:lnTo>
                    <a:pt x="61762" y="334183"/>
                  </a:lnTo>
                  <a:lnTo>
                    <a:pt x="67082" y="334325"/>
                  </a:lnTo>
                  <a:lnTo>
                    <a:pt x="72405" y="334297"/>
                  </a:lnTo>
                  <a:lnTo>
                    <a:pt x="77724" y="334100"/>
                  </a:lnTo>
                  <a:lnTo>
                    <a:pt x="83034" y="333734"/>
                  </a:lnTo>
                  <a:lnTo>
                    <a:pt x="88330" y="333198"/>
                  </a:lnTo>
                  <a:lnTo>
                    <a:pt x="93605" y="332495"/>
                  </a:lnTo>
                  <a:lnTo>
                    <a:pt x="98856" y="331624"/>
                  </a:lnTo>
                  <a:lnTo>
                    <a:pt x="104077" y="330586"/>
                  </a:lnTo>
                  <a:lnTo>
                    <a:pt x="109262" y="329382"/>
                  </a:lnTo>
                  <a:lnTo>
                    <a:pt x="114405" y="328014"/>
                  </a:lnTo>
                  <a:lnTo>
                    <a:pt x="119503" y="326483"/>
                  </a:lnTo>
                  <a:lnTo>
                    <a:pt x="124549" y="324790"/>
                  </a:lnTo>
                  <a:lnTo>
                    <a:pt x="129539" y="322938"/>
                  </a:lnTo>
                  <a:lnTo>
                    <a:pt x="134468" y="320928"/>
                  </a:lnTo>
                  <a:lnTo>
                    <a:pt x="139330" y="318762"/>
                  </a:lnTo>
                  <a:lnTo>
                    <a:pt x="144120" y="316442"/>
                  </a:lnTo>
                  <a:lnTo>
                    <a:pt x="148834" y="313970"/>
                  </a:lnTo>
                  <a:lnTo>
                    <a:pt x="153467" y="311350"/>
                  </a:lnTo>
                  <a:lnTo>
                    <a:pt x="158015" y="308584"/>
                  </a:lnTo>
                  <a:lnTo>
                    <a:pt x="162472" y="305675"/>
                  </a:lnTo>
                  <a:lnTo>
                    <a:pt x="166834" y="302625"/>
                  </a:lnTo>
                  <a:lnTo>
                    <a:pt x="171097" y="299437"/>
                  </a:lnTo>
                  <a:lnTo>
                    <a:pt x="175256" y="296116"/>
                  </a:lnTo>
                  <a:lnTo>
                    <a:pt x="179307" y="292664"/>
                  </a:lnTo>
                  <a:lnTo>
                    <a:pt x="183247" y="289084"/>
                  </a:lnTo>
                  <a:lnTo>
                    <a:pt x="187070" y="285381"/>
                  </a:lnTo>
                  <a:lnTo>
                    <a:pt x="190773" y="281558"/>
                  </a:lnTo>
                  <a:lnTo>
                    <a:pt x="194353" y="277620"/>
                  </a:lnTo>
                  <a:lnTo>
                    <a:pt x="197806" y="273569"/>
                  </a:lnTo>
                  <a:lnTo>
                    <a:pt x="201128" y="269410"/>
                  </a:lnTo>
                  <a:lnTo>
                    <a:pt x="204316" y="265148"/>
                  </a:lnTo>
                  <a:lnTo>
                    <a:pt x="207367" y="260786"/>
                  </a:lnTo>
                  <a:lnTo>
                    <a:pt x="210277" y="256330"/>
                  </a:lnTo>
                  <a:lnTo>
                    <a:pt x="213044" y="251783"/>
                  </a:lnTo>
                  <a:lnTo>
                    <a:pt x="215665" y="247150"/>
                  </a:lnTo>
                  <a:lnTo>
                    <a:pt x="218137" y="242436"/>
                  </a:lnTo>
                  <a:lnTo>
                    <a:pt x="220458" y="237646"/>
                  </a:lnTo>
                  <a:lnTo>
                    <a:pt x="222624" y="232785"/>
                  </a:lnTo>
                  <a:lnTo>
                    <a:pt x="224636" y="227857"/>
                  </a:lnTo>
                  <a:lnTo>
                    <a:pt x="226489" y="222867"/>
                  </a:lnTo>
                  <a:lnTo>
                    <a:pt x="228182" y="217821"/>
                  </a:lnTo>
                  <a:lnTo>
                    <a:pt x="229714" y="212723"/>
                  </a:lnTo>
                  <a:lnTo>
                    <a:pt x="231083" y="207580"/>
                  </a:lnTo>
                  <a:lnTo>
                    <a:pt x="232287" y="202395"/>
                  </a:lnTo>
                  <a:lnTo>
                    <a:pt x="233326" y="197175"/>
                  </a:lnTo>
                  <a:lnTo>
                    <a:pt x="234198" y="191924"/>
                  </a:lnTo>
                  <a:lnTo>
                    <a:pt x="234902" y="186648"/>
                  </a:lnTo>
                  <a:lnTo>
                    <a:pt x="235438" y="181353"/>
                  </a:lnTo>
                  <a:lnTo>
                    <a:pt x="235805" y="176043"/>
                  </a:lnTo>
                  <a:lnTo>
                    <a:pt x="236003" y="170724"/>
                  </a:lnTo>
                  <a:lnTo>
                    <a:pt x="236032" y="165401"/>
                  </a:lnTo>
                  <a:lnTo>
                    <a:pt x="235891" y="160081"/>
                  </a:lnTo>
                  <a:lnTo>
                    <a:pt x="235581" y="154767"/>
                  </a:lnTo>
                  <a:lnTo>
                    <a:pt x="235101" y="149466"/>
                  </a:lnTo>
                  <a:lnTo>
                    <a:pt x="234454" y="144183"/>
                  </a:lnTo>
                  <a:lnTo>
                    <a:pt x="233638" y="138923"/>
                  </a:lnTo>
                  <a:lnTo>
                    <a:pt x="232655" y="133692"/>
                  </a:lnTo>
                  <a:lnTo>
                    <a:pt x="231507" y="128495"/>
                  </a:lnTo>
                  <a:lnTo>
                    <a:pt x="230193" y="123337"/>
                  </a:lnTo>
                  <a:lnTo>
                    <a:pt x="228716" y="118223"/>
                  </a:lnTo>
                  <a:lnTo>
                    <a:pt x="227077" y="113159"/>
                  </a:lnTo>
                  <a:lnTo>
                    <a:pt x="225277" y="108150"/>
                  </a:lnTo>
                  <a:lnTo>
                    <a:pt x="223319" y="103201"/>
                  </a:lnTo>
                  <a:lnTo>
                    <a:pt x="221204" y="98316"/>
                  </a:lnTo>
                  <a:lnTo>
                    <a:pt x="218935" y="93501"/>
                  </a:lnTo>
                  <a:lnTo>
                    <a:pt x="216514" y="88761"/>
                  </a:lnTo>
                  <a:lnTo>
                    <a:pt x="213943" y="84101"/>
                  </a:lnTo>
                  <a:lnTo>
                    <a:pt x="211225" y="79525"/>
                  </a:lnTo>
                  <a:lnTo>
                    <a:pt x="208362" y="75037"/>
                  </a:lnTo>
                  <a:lnTo>
                    <a:pt x="205359" y="70643"/>
                  </a:lnTo>
                  <a:lnTo>
                    <a:pt x="202216" y="66347"/>
                  </a:lnTo>
                  <a:lnTo>
                    <a:pt x="198939" y="62153"/>
                  </a:lnTo>
                  <a:lnTo>
                    <a:pt x="195530" y="58065"/>
                  </a:lnTo>
                  <a:lnTo>
                    <a:pt x="191992" y="54088"/>
                  </a:lnTo>
                  <a:lnTo>
                    <a:pt x="188330" y="50226"/>
                  </a:lnTo>
                  <a:lnTo>
                    <a:pt x="184546" y="46482"/>
                  </a:lnTo>
                  <a:lnTo>
                    <a:pt x="180646" y="42861"/>
                  </a:lnTo>
                  <a:lnTo>
                    <a:pt x="176632" y="39366"/>
                  </a:lnTo>
                  <a:lnTo>
                    <a:pt x="172508" y="36000"/>
                  </a:lnTo>
                  <a:lnTo>
                    <a:pt x="168280" y="32767"/>
                  </a:lnTo>
                  <a:lnTo>
                    <a:pt x="163951" y="29670"/>
                  </a:lnTo>
                  <a:lnTo>
                    <a:pt x="159525" y="26713"/>
                  </a:lnTo>
                  <a:lnTo>
                    <a:pt x="155008" y="23898"/>
                  </a:lnTo>
                  <a:lnTo>
                    <a:pt x="150403" y="21229"/>
                  </a:lnTo>
                  <a:lnTo>
                    <a:pt x="145716" y="18707"/>
                  </a:lnTo>
                  <a:lnTo>
                    <a:pt x="140950" y="16336"/>
                  </a:lnTo>
                  <a:lnTo>
                    <a:pt x="136112" y="14118"/>
                  </a:lnTo>
                  <a:lnTo>
                    <a:pt x="131205" y="12055"/>
                  </a:lnTo>
                  <a:lnTo>
                    <a:pt x="126235" y="10149"/>
                  </a:lnTo>
                  <a:lnTo>
                    <a:pt x="121208" y="8403"/>
                  </a:lnTo>
                  <a:lnTo>
                    <a:pt x="116127" y="6817"/>
                  </a:lnTo>
                  <a:lnTo>
                    <a:pt x="110998" y="5394"/>
                  </a:lnTo>
                  <a:lnTo>
                    <a:pt x="105826" y="4135"/>
                  </a:lnTo>
                  <a:lnTo>
                    <a:pt x="100617" y="3041"/>
                  </a:lnTo>
                  <a:lnTo>
                    <a:pt x="95376" y="2114"/>
                  </a:lnTo>
                  <a:lnTo>
                    <a:pt x="90108" y="1354"/>
                  </a:lnTo>
                  <a:lnTo>
                    <a:pt x="84818" y="762"/>
                  </a:lnTo>
                  <a:lnTo>
                    <a:pt x="79512" y="338"/>
                  </a:lnTo>
                  <a:lnTo>
                    <a:pt x="74196" y="84"/>
                  </a:lnTo>
                  <a:lnTo>
                    <a:pt x="68874" y="0"/>
                  </a:lnTo>
                  <a:lnTo>
                    <a:pt x="6887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377069" y="1681503"/>
              <a:ext cx="46166" cy="167167"/>
            </a:xfrm>
            <a:custGeom>
              <a:avLst/>
              <a:pathLst>
                <a:path w="46166" h="167167">
                  <a:moveTo>
                    <a:pt x="46166" y="0"/>
                  </a:moveTo>
                  <a:lnTo>
                    <a:pt x="39485" y="133"/>
                  </a:lnTo>
                  <a:lnTo>
                    <a:pt x="32816" y="533"/>
                  </a:lnTo>
                  <a:lnTo>
                    <a:pt x="26168" y="1200"/>
                  </a:lnTo>
                  <a:lnTo>
                    <a:pt x="19551" y="2132"/>
                  </a:lnTo>
                  <a:lnTo>
                    <a:pt x="12978" y="3327"/>
                  </a:lnTo>
                  <a:lnTo>
                    <a:pt x="6457" y="4784"/>
                  </a:lnTo>
                  <a:lnTo>
                    <a:pt x="0" y="6501"/>
                  </a:lnTo>
                  <a:lnTo>
                    <a:pt x="4616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377069" y="1688004"/>
              <a:ext cx="46166" cy="160666"/>
            </a:xfrm>
            <a:custGeom>
              <a:avLst/>
              <a:pathLst>
                <a:path w="46166" h="160666">
                  <a:moveTo>
                    <a:pt x="0" y="0"/>
                  </a:moveTo>
                  <a:lnTo>
                    <a:pt x="46166" y="1606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256069" y="1688004"/>
              <a:ext cx="334327" cy="327817"/>
            </a:xfrm>
            <a:custGeom>
              <a:avLst/>
              <a:pathLst>
                <a:path w="334327" h="327817">
                  <a:moveTo>
                    <a:pt x="120999" y="0"/>
                  </a:moveTo>
                  <a:lnTo>
                    <a:pt x="115945" y="1538"/>
                  </a:lnTo>
                  <a:lnTo>
                    <a:pt x="110943" y="3236"/>
                  </a:lnTo>
                  <a:lnTo>
                    <a:pt x="105997" y="5091"/>
                  </a:lnTo>
                  <a:lnTo>
                    <a:pt x="101112" y="7102"/>
                  </a:lnTo>
                  <a:lnTo>
                    <a:pt x="96292" y="9266"/>
                  </a:lnTo>
                  <a:lnTo>
                    <a:pt x="91544" y="11581"/>
                  </a:lnTo>
                  <a:lnTo>
                    <a:pt x="86871" y="14045"/>
                  </a:lnTo>
                  <a:lnTo>
                    <a:pt x="82278" y="16655"/>
                  </a:lnTo>
                  <a:lnTo>
                    <a:pt x="77770" y="19409"/>
                  </a:lnTo>
                  <a:lnTo>
                    <a:pt x="73351" y="22304"/>
                  </a:lnTo>
                  <a:lnTo>
                    <a:pt x="69026" y="25337"/>
                  </a:lnTo>
                  <a:lnTo>
                    <a:pt x="64799" y="28506"/>
                  </a:lnTo>
                  <a:lnTo>
                    <a:pt x="60675" y="31806"/>
                  </a:lnTo>
                  <a:lnTo>
                    <a:pt x="56656" y="35236"/>
                  </a:lnTo>
                  <a:lnTo>
                    <a:pt x="52748" y="38790"/>
                  </a:lnTo>
                  <a:lnTo>
                    <a:pt x="48954" y="42466"/>
                  </a:lnTo>
                  <a:lnTo>
                    <a:pt x="45278" y="46260"/>
                  </a:lnTo>
                  <a:lnTo>
                    <a:pt x="41724" y="50169"/>
                  </a:lnTo>
                  <a:lnTo>
                    <a:pt x="38296" y="54188"/>
                  </a:lnTo>
                  <a:lnTo>
                    <a:pt x="34995" y="58313"/>
                  </a:lnTo>
                  <a:lnTo>
                    <a:pt x="31827" y="62540"/>
                  </a:lnTo>
                  <a:lnTo>
                    <a:pt x="28794" y="66865"/>
                  </a:lnTo>
                  <a:lnTo>
                    <a:pt x="25900" y="71284"/>
                  </a:lnTo>
                  <a:lnTo>
                    <a:pt x="23146" y="75793"/>
                  </a:lnTo>
                  <a:lnTo>
                    <a:pt x="20536" y="80386"/>
                  </a:lnTo>
                  <a:lnTo>
                    <a:pt x="18073" y="85059"/>
                  </a:lnTo>
                  <a:lnTo>
                    <a:pt x="15758" y="89808"/>
                  </a:lnTo>
                  <a:lnTo>
                    <a:pt x="13595" y="94627"/>
                  </a:lnTo>
                  <a:lnTo>
                    <a:pt x="11585" y="99512"/>
                  </a:lnTo>
                  <a:lnTo>
                    <a:pt x="9730" y="104459"/>
                  </a:lnTo>
                  <a:lnTo>
                    <a:pt x="8033" y="109461"/>
                  </a:lnTo>
                  <a:lnTo>
                    <a:pt x="6494" y="114515"/>
                  </a:lnTo>
                  <a:lnTo>
                    <a:pt x="5116" y="119615"/>
                  </a:lnTo>
                  <a:lnTo>
                    <a:pt x="3900" y="124756"/>
                  </a:lnTo>
                  <a:lnTo>
                    <a:pt x="2847" y="129933"/>
                  </a:lnTo>
                  <a:lnTo>
                    <a:pt x="1958" y="135140"/>
                  </a:lnTo>
                  <a:lnTo>
                    <a:pt x="1234" y="140373"/>
                  </a:lnTo>
                  <a:lnTo>
                    <a:pt x="676" y="145626"/>
                  </a:lnTo>
                  <a:lnTo>
                    <a:pt x="283" y="150894"/>
                  </a:lnTo>
                  <a:lnTo>
                    <a:pt x="58" y="156172"/>
                  </a:lnTo>
                  <a:lnTo>
                    <a:pt x="0" y="161454"/>
                  </a:lnTo>
                  <a:lnTo>
                    <a:pt x="108" y="166736"/>
                  </a:lnTo>
                  <a:lnTo>
                    <a:pt x="383" y="172012"/>
                  </a:lnTo>
                  <a:lnTo>
                    <a:pt x="825" y="177276"/>
                  </a:lnTo>
                  <a:lnTo>
                    <a:pt x="1433" y="182523"/>
                  </a:lnTo>
                  <a:lnTo>
                    <a:pt x="2206" y="187749"/>
                  </a:lnTo>
                  <a:lnTo>
                    <a:pt x="3144" y="192948"/>
                  </a:lnTo>
                  <a:lnTo>
                    <a:pt x="4246" y="198114"/>
                  </a:lnTo>
                  <a:lnTo>
                    <a:pt x="5511" y="203244"/>
                  </a:lnTo>
                  <a:lnTo>
                    <a:pt x="6937" y="208330"/>
                  </a:lnTo>
                  <a:lnTo>
                    <a:pt x="8523" y="213369"/>
                  </a:lnTo>
                  <a:lnTo>
                    <a:pt x="10268" y="218356"/>
                  </a:lnTo>
                  <a:lnTo>
                    <a:pt x="12169" y="223284"/>
                  </a:lnTo>
                  <a:lnTo>
                    <a:pt x="14225" y="228151"/>
                  </a:lnTo>
                  <a:lnTo>
                    <a:pt x="16433" y="232949"/>
                  </a:lnTo>
                  <a:lnTo>
                    <a:pt x="18793" y="237676"/>
                  </a:lnTo>
                  <a:lnTo>
                    <a:pt x="21300" y="242326"/>
                  </a:lnTo>
                  <a:lnTo>
                    <a:pt x="23953" y="246894"/>
                  </a:lnTo>
                  <a:lnTo>
                    <a:pt x="26749" y="251376"/>
                  </a:lnTo>
                  <a:lnTo>
                    <a:pt x="29686" y="255767"/>
                  </a:lnTo>
                  <a:lnTo>
                    <a:pt x="32759" y="260064"/>
                  </a:lnTo>
                  <a:lnTo>
                    <a:pt x="35967" y="264261"/>
                  </a:lnTo>
                  <a:lnTo>
                    <a:pt x="39306" y="268355"/>
                  </a:lnTo>
                  <a:lnTo>
                    <a:pt x="42772" y="272341"/>
                  </a:lnTo>
                  <a:lnTo>
                    <a:pt x="46363" y="276216"/>
                  </a:lnTo>
                  <a:lnTo>
                    <a:pt x="50075" y="279975"/>
                  </a:lnTo>
                  <a:lnTo>
                    <a:pt x="53903" y="283616"/>
                  </a:lnTo>
                  <a:lnTo>
                    <a:pt x="57844" y="287133"/>
                  </a:lnTo>
                  <a:lnTo>
                    <a:pt x="61895" y="290524"/>
                  </a:lnTo>
                  <a:lnTo>
                    <a:pt x="66051" y="293785"/>
                  </a:lnTo>
                  <a:lnTo>
                    <a:pt x="70308" y="296914"/>
                  </a:lnTo>
                  <a:lnTo>
                    <a:pt x="74661" y="299906"/>
                  </a:lnTo>
                  <a:lnTo>
                    <a:pt x="79107" y="302760"/>
                  </a:lnTo>
                  <a:lnTo>
                    <a:pt x="83641" y="305471"/>
                  </a:lnTo>
                  <a:lnTo>
                    <a:pt x="88258" y="308038"/>
                  </a:lnTo>
                  <a:lnTo>
                    <a:pt x="92954" y="310458"/>
                  </a:lnTo>
                  <a:lnTo>
                    <a:pt x="97724" y="312728"/>
                  </a:lnTo>
                  <a:lnTo>
                    <a:pt x="102563" y="314846"/>
                  </a:lnTo>
                  <a:lnTo>
                    <a:pt x="107467" y="316810"/>
                  </a:lnTo>
                  <a:lnTo>
                    <a:pt x="112431" y="318619"/>
                  </a:lnTo>
                  <a:lnTo>
                    <a:pt x="117449" y="320269"/>
                  </a:lnTo>
                  <a:lnTo>
                    <a:pt x="122517" y="321760"/>
                  </a:lnTo>
                  <a:lnTo>
                    <a:pt x="127629" y="323091"/>
                  </a:lnTo>
                  <a:lnTo>
                    <a:pt x="132781" y="324259"/>
                  </a:lnTo>
                  <a:lnTo>
                    <a:pt x="137968" y="325264"/>
                  </a:lnTo>
                  <a:lnTo>
                    <a:pt x="143183" y="326104"/>
                  </a:lnTo>
                  <a:lnTo>
                    <a:pt x="148423" y="326779"/>
                  </a:lnTo>
                  <a:lnTo>
                    <a:pt x="153681" y="327288"/>
                  </a:lnTo>
                  <a:lnTo>
                    <a:pt x="158952" y="327631"/>
                  </a:lnTo>
                  <a:lnTo>
                    <a:pt x="164232" y="327807"/>
                  </a:lnTo>
                  <a:lnTo>
                    <a:pt x="169515" y="327817"/>
                  </a:lnTo>
                  <a:lnTo>
                    <a:pt x="174795" y="327659"/>
                  </a:lnTo>
                  <a:lnTo>
                    <a:pt x="180068" y="327335"/>
                  </a:lnTo>
                  <a:lnTo>
                    <a:pt x="185328" y="326844"/>
                  </a:lnTo>
                  <a:lnTo>
                    <a:pt x="190569" y="326187"/>
                  </a:lnTo>
                  <a:lnTo>
                    <a:pt x="195788" y="325365"/>
                  </a:lnTo>
                  <a:lnTo>
                    <a:pt x="200978" y="324378"/>
                  </a:lnTo>
                  <a:lnTo>
                    <a:pt x="206134" y="323228"/>
                  </a:lnTo>
                  <a:lnTo>
                    <a:pt x="211251" y="321915"/>
                  </a:lnTo>
                  <a:lnTo>
                    <a:pt x="216324" y="320442"/>
                  </a:lnTo>
                  <a:lnTo>
                    <a:pt x="221348" y="318809"/>
                  </a:lnTo>
                  <a:lnTo>
                    <a:pt x="226318" y="317018"/>
                  </a:lnTo>
                  <a:lnTo>
                    <a:pt x="231228" y="315071"/>
                  </a:lnTo>
                  <a:lnTo>
                    <a:pt x="236075" y="312969"/>
                  </a:lnTo>
                  <a:lnTo>
                    <a:pt x="240853" y="310716"/>
                  </a:lnTo>
                  <a:lnTo>
                    <a:pt x="245558" y="308313"/>
                  </a:lnTo>
                  <a:lnTo>
                    <a:pt x="250184" y="305762"/>
                  </a:lnTo>
                  <a:lnTo>
                    <a:pt x="254727" y="303066"/>
                  </a:lnTo>
                  <a:lnTo>
                    <a:pt x="259183" y="300228"/>
                  </a:lnTo>
                  <a:lnTo>
                    <a:pt x="263547" y="297251"/>
                  </a:lnTo>
                  <a:lnTo>
                    <a:pt x="267814" y="294138"/>
                  </a:lnTo>
                  <a:lnTo>
                    <a:pt x="271981" y="290891"/>
                  </a:lnTo>
                  <a:lnTo>
                    <a:pt x="276044" y="287514"/>
                  </a:lnTo>
                  <a:lnTo>
                    <a:pt x="279997" y="284010"/>
                  </a:lnTo>
                  <a:lnTo>
                    <a:pt x="283838" y="280383"/>
                  </a:lnTo>
                  <a:lnTo>
                    <a:pt x="287563" y="276637"/>
                  </a:lnTo>
                  <a:lnTo>
                    <a:pt x="291167" y="272775"/>
                  </a:lnTo>
                  <a:lnTo>
                    <a:pt x="294648" y="268801"/>
                  </a:lnTo>
                  <a:lnTo>
                    <a:pt x="298001" y="264719"/>
                  </a:lnTo>
                  <a:lnTo>
                    <a:pt x="301223" y="260532"/>
                  </a:lnTo>
                  <a:lnTo>
                    <a:pt x="304312" y="256247"/>
                  </a:lnTo>
                  <a:lnTo>
                    <a:pt x="307263" y="251866"/>
                  </a:lnTo>
                  <a:lnTo>
                    <a:pt x="310075" y="247393"/>
                  </a:lnTo>
                  <a:lnTo>
                    <a:pt x="312744" y="242834"/>
                  </a:lnTo>
                  <a:lnTo>
                    <a:pt x="315268" y="238193"/>
                  </a:lnTo>
                  <a:lnTo>
                    <a:pt x="317644" y="233475"/>
                  </a:lnTo>
                  <a:lnTo>
                    <a:pt x="319869" y="228684"/>
                  </a:lnTo>
                  <a:lnTo>
                    <a:pt x="321942" y="223825"/>
                  </a:lnTo>
                  <a:lnTo>
                    <a:pt x="323860" y="218903"/>
                  </a:lnTo>
                  <a:lnTo>
                    <a:pt x="325622" y="213923"/>
                  </a:lnTo>
                  <a:lnTo>
                    <a:pt x="327226" y="208889"/>
                  </a:lnTo>
                  <a:lnTo>
                    <a:pt x="328670" y="203808"/>
                  </a:lnTo>
                  <a:lnTo>
                    <a:pt x="329952" y="198683"/>
                  </a:lnTo>
                  <a:lnTo>
                    <a:pt x="331072" y="193520"/>
                  </a:lnTo>
                  <a:lnTo>
                    <a:pt x="332028" y="188325"/>
                  </a:lnTo>
                  <a:lnTo>
                    <a:pt x="332820" y="183102"/>
                  </a:lnTo>
                  <a:lnTo>
                    <a:pt x="333446" y="177856"/>
                  </a:lnTo>
                  <a:lnTo>
                    <a:pt x="333906" y="172594"/>
                  </a:lnTo>
                  <a:lnTo>
                    <a:pt x="334200" y="167319"/>
                  </a:lnTo>
                  <a:lnTo>
                    <a:pt x="334327" y="162038"/>
                  </a:lnTo>
                  <a:lnTo>
                    <a:pt x="334287" y="156755"/>
                  </a:lnTo>
                  <a:lnTo>
                    <a:pt x="334080" y="151477"/>
                  </a:lnTo>
                  <a:lnTo>
                    <a:pt x="333706" y="146207"/>
                  </a:lnTo>
                  <a:lnTo>
                    <a:pt x="333166" y="140952"/>
                  </a:lnTo>
                  <a:lnTo>
                    <a:pt x="332460" y="135717"/>
                  </a:lnTo>
                  <a:lnTo>
                    <a:pt x="331589" y="130506"/>
                  </a:lnTo>
                  <a:lnTo>
                    <a:pt x="330554" y="125326"/>
                  </a:lnTo>
                  <a:lnTo>
                    <a:pt x="329356" y="120181"/>
                  </a:lnTo>
                  <a:lnTo>
                    <a:pt x="327996" y="115076"/>
                  </a:lnTo>
                  <a:lnTo>
                    <a:pt x="326475" y="110017"/>
                  </a:lnTo>
                  <a:lnTo>
                    <a:pt x="324795" y="105009"/>
                  </a:lnTo>
                  <a:lnTo>
                    <a:pt x="322958" y="100056"/>
                  </a:lnTo>
                  <a:lnTo>
                    <a:pt x="320965" y="95163"/>
                  </a:lnTo>
                  <a:lnTo>
                    <a:pt x="318818" y="90336"/>
                  </a:lnTo>
                  <a:lnTo>
                    <a:pt x="316520" y="85580"/>
                  </a:lnTo>
                  <a:lnTo>
                    <a:pt x="314073" y="80898"/>
                  </a:lnTo>
                  <a:lnTo>
                    <a:pt x="311480" y="76296"/>
                  </a:lnTo>
                  <a:lnTo>
                    <a:pt x="308742" y="71778"/>
                  </a:lnTo>
                  <a:lnTo>
                    <a:pt x="305862" y="67349"/>
                  </a:lnTo>
                  <a:lnTo>
                    <a:pt x="302844" y="63013"/>
                  </a:lnTo>
                  <a:lnTo>
                    <a:pt x="299691" y="58775"/>
                  </a:lnTo>
                  <a:lnTo>
                    <a:pt x="296405" y="54638"/>
                  </a:lnTo>
                  <a:lnTo>
                    <a:pt x="292991" y="50607"/>
                  </a:lnTo>
                  <a:lnTo>
                    <a:pt x="289450" y="46686"/>
                  </a:lnTo>
                  <a:lnTo>
                    <a:pt x="285788" y="42880"/>
                  </a:lnTo>
                  <a:lnTo>
                    <a:pt x="282007" y="39190"/>
                  </a:lnTo>
                  <a:lnTo>
                    <a:pt x="278111" y="35622"/>
                  </a:lnTo>
                  <a:lnTo>
                    <a:pt x="274105" y="32179"/>
                  </a:lnTo>
                  <a:lnTo>
                    <a:pt x="269991" y="28864"/>
                  </a:lnTo>
                  <a:lnTo>
                    <a:pt x="265776" y="25681"/>
                  </a:lnTo>
                  <a:lnTo>
                    <a:pt x="261461" y="22632"/>
                  </a:lnTo>
                  <a:lnTo>
                    <a:pt x="257052" y="19722"/>
                  </a:lnTo>
                  <a:lnTo>
                    <a:pt x="252554" y="16952"/>
                  </a:lnTo>
                  <a:lnTo>
                    <a:pt x="247971" y="14326"/>
                  </a:lnTo>
                  <a:lnTo>
                    <a:pt x="167165" y="1606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23235" y="1681503"/>
              <a:ext cx="80805" cy="167167"/>
            </a:xfrm>
            <a:custGeom>
              <a:avLst/>
              <a:pathLst>
                <a:path w="80805" h="167167">
                  <a:moveTo>
                    <a:pt x="80805" y="20827"/>
                  </a:moveTo>
                  <a:lnTo>
                    <a:pt x="75838" y="18192"/>
                  </a:lnTo>
                  <a:lnTo>
                    <a:pt x="70786" y="15726"/>
                  </a:lnTo>
                  <a:lnTo>
                    <a:pt x="65653" y="13432"/>
                  </a:lnTo>
                  <a:lnTo>
                    <a:pt x="60446" y="11311"/>
                  </a:lnTo>
                  <a:lnTo>
                    <a:pt x="55171" y="9366"/>
                  </a:lnTo>
                  <a:lnTo>
                    <a:pt x="49833" y="7600"/>
                  </a:lnTo>
                  <a:lnTo>
                    <a:pt x="44439" y="6015"/>
                  </a:lnTo>
                  <a:lnTo>
                    <a:pt x="38995" y="4611"/>
                  </a:lnTo>
                  <a:lnTo>
                    <a:pt x="33506" y="3392"/>
                  </a:lnTo>
                  <a:lnTo>
                    <a:pt x="27980" y="2358"/>
                  </a:lnTo>
                  <a:lnTo>
                    <a:pt x="22422" y="1510"/>
                  </a:lnTo>
                  <a:lnTo>
                    <a:pt x="16838" y="850"/>
                  </a:lnTo>
                  <a:lnTo>
                    <a:pt x="11236" y="378"/>
                  </a:lnTo>
                  <a:lnTo>
                    <a:pt x="5621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853888" y="1322571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8" y="2094"/>
                  </a:lnTo>
                  <a:lnTo>
                    <a:pt x="135550" y="3013"/>
                  </a:lnTo>
                  <a:lnTo>
                    <a:pt x="130364" y="4097"/>
                  </a:lnTo>
                  <a:lnTo>
                    <a:pt x="125214" y="5345"/>
                  </a:lnTo>
                  <a:lnTo>
                    <a:pt x="120107" y="6755"/>
                  </a:lnTo>
                  <a:lnTo>
                    <a:pt x="115047" y="8327"/>
                  </a:lnTo>
                  <a:lnTo>
                    <a:pt x="110040" y="10058"/>
                  </a:lnTo>
                  <a:lnTo>
                    <a:pt x="105089" y="11947"/>
                  </a:lnTo>
                  <a:lnTo>
                    <a:pt x="100201" y="13991"/>
                  </a:lnTo>
                  <a:lnTo>
                    <a:pt x="95381" y="16190"/>
                  </a:lnTo>
                  <a:lnTo>
                    <a:pt x="90632" y="18540"/>
                  </a:lnTo>
                  <a:lnTo>
                    <a:pt x="85960" y="21040"/>
                  </a:lnTo>
                  <a:lnTo>
                    <a:pt x="81370" y="23686"/>
                  </a:lnTo>
                  <a:lnTo>
                    <a:pt x="76866" y="26477"/>
                  </a:lnTo>
                  <a:lnTo>
                    <a:pt x="72453" y="29409"/>
                  </a:lnTo>
                  <a:lnTo>
                    <a:pt x="68135" y="32479"/>
                  </a:lnTo>
                  <a:lnTo>
                    <a:pt x="63916" y="35684"/>
                  </a:lnTo>
                  <a:lnTo>
                    <a:pt x="59801" y="39022"/>
                  </a:lnTo>
                  <a:lnTo>
                    <a:pt x="55794" y="42488"/>
                  </a:lnTo>
                  <a:lnTo>
                    <a:pt x="51899" y="46080"/>
                  </a:lnTo>
                  <a:lnTo>
                    <a:pt x="48119" y="49793"/>
                  </a:lnTo>
                  <a:lnTo>
                    <a:pt x="44460" y="53625"/>
                  </a:lnTo>
                  <a:lnTo>
                    <a:pt x="40923" y="57570"/>
                  </a:lnTo>
                  <a:lnTo>
                    <a:pt x="37513" y="61625"/>
                  </a:lnTo>
                  <a:lnTo>
                    <a:pt x="34233" y="65786"/>
                  </a:lnTo>
                  <a:lnTo>
                    <a:pt x="31087" y="70050"/>
                  </a:lnTo>
                  <a:lnTo>
                    <a:pt x="28078" y="74410"/>
                  </a:lnTo>
                  <a:lnTo>
                    <a:pt x="25208" y="78864"/>
                  </a:lnTo>
                  <a:lnTo>
                    <a:pt x="22481" y="83407"/>
                  </a:lnTo>
                  <a:lnTo>
                    <a:pt x="19899" y="88034"/>
                  </a:lnTo>
                  <a:lnTo>
                    <a:pt x="17465" y="92740"/>
                  </a:lnTo>
                  <a:lnTo>
                    <a:pt x="15182" y="97521"/>
                  </a:lnTo>
                  <a:lnTo>
                    <a:pt x="13051" y="102372"/>
                  </a:lnTo>
                  <a:lnTo>
                    <a:pt x="11075" y="107288"/>
                  </a:lnTo>
                  <a:lnTo>
                    <a:pt x="9256" y="112265"/>
                  </a:lnTo>
                  <a:lnTo>
                    <a:pt x="7595" y="117296"/>
                  </a:lnTo>
                  <a:lnTo>
                    <a:pt x="6095" y="122378"/>
                  </a:lnTo>
                  <a:lnTo>
                    <a:pt x="4756" y="127504"/>
                  </a:lnTo>
                  <a:lnTo>
                    <a:pt x="3581" y="132670"/>
                  </a:lnTo>
                  <a:lnTo>
                    <a:pt x="2570" y="137871"/>
                  </a:lnTo>
                  <a:lnTo>
                    <a:pt x="1724" y="143102"/>
                  </a:lnTo>
                  <a:lnTo>
                    <a:pt x="1045" y="148357"/>
                  </a:lnTo>
                  <a:lnTo>
                    <a:pt x="532" y="153630"/>
                  </a:lnTo>
                  <a:lnTo>
                    <a:pt x="187" y="158917"/>
                  </a:lnTo>
                  <a:lnTo>
                    <a:pt x="9" y="164213"/>
                  </a:lnTo>
                  <a:lnTo>
                    <a:pt x="0" y="169511"/>
                  </a:lnTo>
                  <a:lnTo>
                    <a:pt x="158" y="174807"/>
                  </a:lnTo>
                  <a:lnTo>
                    <a:pt x="484" y="180095"/>
                  </a:lnTo>
                  <a:lnTo>
                    <a:pt x="977" y="185371"/>
                  </a:lnTo>
                  <a:lnTo>
                    <a:pt x="1638" y="190628"/>
                  </a:lnTo>
                  <a:lnTo>
                    <a:pt x="2464" y="195861"/>
                  </a:lnTo>
                  <a:lnTo>
                    <a:pt x="3456" y="201066"/>
                  </a:lnTo>
                  <a:lnTo>
                    <a:pt x="4613" y="206237"/>
                  </a:lnTo>
                  <a:lnTo>
                    <a:pt x="5933" y="211368"/>
                  </a:lnTo>
                  <a:lnTo>
                    <a:pt x="7414" y="216455"/>
                  </a:lnTo>
                  <a:lnTo>
                    <a:pt x="9057" y="221492"/>
                  </a:lnTo>
                  <a:lnTo>
                    <a:pt x="10858" y="226475"/>
                  </a:lnTo>
                  <a:lnTo>
                    <a:pt x="12816" y="231399"/>
                  </a:lnTo>
                  <a:lnTo>
                    <a:pt x="14929" y="236257"/>
                  </a:lnTo>
                  <a:lnTo>
                    <a:pt x="17195" y="241047"/>
                  </a:lnTo>
                  <a:lnTo>
                    <a:pt x="19611" y="245762"/>
                  </a:lnTo>
                  <a:lnTo>
                    <a:pt x="22176" y="250398"/>
                  </a:lnTo>
                  <a:lnTo>
                    <a:pt x="24887" y="254951"/>
                  </a:lnTo>
                  <a:lnTo>
                    <a:pt x="27740" y="259415"/>
                  </a:lnTo>
                  <a:lnTo>
                    <a:pt x="30734" y="263787"/>
                  </a:lnTo>
                  <a:lnTo>
                    <a:pt x="33864" y="268061"/>
                  </a:lnTo>
                  <a:lnTo>
                    <a:pt x="37129" y="272235"/>
                  </a:lnTo>
                  <a:lnTo>
                    <a:pt x="40524" y="276302"/>
                  </a:lnTo>
                  <a:lnTo>
                    <a:pt x="44046" y="280261"/>
                  </a:lnTo>
                  <a:lnTo>
                    <a:pt x="47692" y="284105"/>
                  </a:lnTo>
                  <a:lnTo>
                    <a:pt x="51458" y="287832"/>
                  </a:lnTo>
                  <a:lnTo>
                    <a:pt x="55340" y="291438"/>
                  </a:lnTo>
                  <a:lnTo>
                    <a:pt x="59334" y="294919"/>
                  </a:lnTo>
                  <a:lnTo>
                    <a:pt x="63437" y="298272"/>
                  </a:lnTo>
                  <a:lnTo>
                    <a:pt x="67644" y="301493"/>
                  </a:lnTo>
                  <a:lnTo>
                    <a:pt x="71951" y="304579"/>
                  </a:lnTo>
                  <a:lnTo>
                    <a:pt x="76353" y="307527"/>
                  </a:lnTo>
                  <a:lnTo>
                    <a:pt x="80847" y="310333"/>
                  </a:lnTo>
                  <a:lnTo>
                    <a:pt x="85427" y="312997"/>
                  </a:lnTo>
                  <a:lnTo>
                    <a:pt x="90090" y="315513"/>
                  </a:lnTo>
                  <a:lnTo>
                    <a:pt x="94830" y="317881"/>
                  </a:lnTo>
                  <a:lnTo>
                    <a:pt x="99643" y="320097"/>
                  </a:lnTo>
                  <a:lnTo>
                    <a:pt x="104523" y="322160"/>
                  </a:lnTo>
                  <a:lnTo>
                    <a:pt x="109466" y="324067"/>
                  </a:lnTo>
                  <a:lnTo>
                    <a:pt x="114468" y="325816"/>
                  </a:lnTo>
                  <a:lnTo>
                    <a:pt x="119522" y="327406"/>
                  </a:lnTo>
                  <a:lnTo>
                    <a:pt x="124624" y="328835"/>
                  </a:lnTo>
                  <a:lnTo>
                    <a:pt x="129769" y="330101"/>
                  </a:lnTo>
                  <a:lnTo>
                    <a:pt x="134951" y="331204"/>
                  </a:lnTo>
                  <a:lnTo>
                    <a:pt x="140166" y="332142"/>
                  </a:lnTo>
                  <a:lnTo>
                    <a:pt x="145407" y="332914"/>
                  </a:lnTo>
                  <a:lnTo>
                    <a:pt x="150671" y="333520"/>
                  </a:lnTo>
                  <a:lnTo>
                    <a:pt x="155951" y="333959"/>
                  </a:lnTo>
                  <a:lnTo>
                    <a:pt x="161243" y="334230"/>
                  </a:lnTo>
                  <a:lnTo>
                    <a:pt x="166540" y="334333"/>
                  </a:lnTo>
                  <a:lnTo>
                    <a:pt x="171838" y="334269"/>
                  </a:lnTo>
                  <a:lnTo>
                    <a:pt x="177131" y="334036"/>
                  </a:lnTo>
                  <a:lnTo>
                    <a:pt x="182415" y="333636"/>
                  </a:lnTo>
                  <a:lnTo>
                    <a:pt x="187683" y="333069"/>
                  </a:lnTo>
                  <a:lnTo>
                    <a:pt x="192930" y="332335"/>
                  </a:lnTo>
                  <a:lnTo>
                    <a:pt x="198151" y="331435"/>
                  </a:lnTo>
                  <a:lnTo>
                    <a:pt x="203341" y="330370"/>
                  </a:lnTo>
                  <a:lnTo>
                    <a:pt x="208495" y="329141"/>
                  </a:lnTo>
                  <a:lnTo>
                    <a:pt x="213608" y="327749"/>
                  </a:lnTo>
                  <a:lnTo>
                    <a:pt x="218673" y="326196"/>
                  </a:lnTo>
                  <a:lnTo>
                    <a:pt x="223687" y="324484"/>
                  </a:lnTo>
                  <a:lnTo>
                    <a:pt x="228644" y="322613"/>
                  </a:lnTo>
                  <a:lnTo>
                    <a:pt x="233540" y="320586"/>
                  </a:lnTo>
                  <a:lnTo>
                    <a:pt x="238369" y="318405"/>
                  </a:lnTo>
                  <a:lnTo>
                    <a:pt x="243126" y="316072"/>
                  </a:lnTo>
                  <a:lnTo>
                    <a:pt x="247806" y="313590"/>
                  </a:lnTo>
                  <a:lnTo>
                    <a:pt x="252406" y="310960"/>
                  </a:lnTo>
                  <a:lnTo>
                    <a:pt x="256920" y="308186"/>
                  </a:lnTo>
                  <a:lnTo>
                    <a:pt x="261344" y="305270"/>
                  </a:lnTo>
                  <a:lnTo>
                    <a:pt x="265674" y="302216"/>
                  </a:lnTo>
                  <a:lnTo>
                    <a:pt x="269904" y="299025"/>
                  </a:lnTo>
                  <a:lnTo>
                    <a:pt x="274031" y="295703"/>
                  </a:lnTo>
                  <a:lnTo>
                    <a:pt x="278051" y="292251"/>
                  </a:lnTo>
                  <a:lnTo>
                    <a:pt x="281959" y="288674"/>
                  </a:lnTo>
                  <a:lnTo>
                    <a:pt x="285752" y="284974"/>
                  </a:lnTo>
                  <a:lnTo>
                    <a:pt x="289426" y="281157"/>
                  </a:lnTo>
                  <a:lnTo>
                    <a:pt x="292977" y="277224"/>
                  </a:lnTo>
                  <a:lnTo>
                    <a:pt x="296402" y="273181"/>
                  </a:lnTo>
                  <a:lnTo>
                    <a:pt x="299697" y="269032"/>
                  </a:lnTo>
                  <a:lnTo>
                    <a:pt x="302858" y="264780"/>
                  </a:lnTo>
                  <a:lnTo>
                    <a:pt x="305884" y="260431"/>
                  </a:lnTo>
                  <a:lnTo>
                    <a:pt x="308769" y="255987"/>
                  </a:lnTo>
                  <a:lnTo>
                    <a:pt x="311513" y="251454"/>
                  </a:lnTo>
                  <a:lnTo>
                    <a:pt x="314112" y="246837"/>
                  </a:lnTo>
                  <a:lnTo>
                    <a:pt x="316563" y="242140"/>
                  </a:lnTo>
                  <a:lnTo>
                    <a:pt x="318864" y="237367"/>
                  </a:lnTo>
                  <a:lnTo>
                    <a:pt x="321012" y="232524"/>
                  </a:lnTo>
                  <a:lnTo>
                    <a:pt x="323006" y="227615"/>
                  </a:lnTo>
                  <a:lnTo>
                    <a:pt x="324844" y="222645"/>
                  </a:lnTo>
                  <a:lnTo>
                    <a:pt x="326523" y="217620"/>
                  </a:lnTo>
                  <a:lnTo>
                    <a:pt x="328041" y="212544"/>
                  </a:lnTo>
                  <a:lnTo>
                    <a:pt x="329399" y="207422"/>
                  </a:lnTo>
                  <a:lnTo>
                    <a:pt x="330593" y="202260"/>
                  </a:lnTo>
                  <a:lnTo>
                    <a:pt x="331623" y="197063"/>
                  </a:lnTo>
                  <a:lnTo>
                    <a:pt x="332488" y="191836"/>
                  </a:lnTo>
                  <a:lnTo>
                    <a:pt x="333186" y="186584"/>
                  </a:lnTo>
                  <a:lnTo>
                    <a:pt x="333718" y="181312"/>
                  </a:lnTo>
                  <a:lnTo>
                    <a:pt x="334083" y="176026"/>
                  </a:lnTo>
                  <a:lnTo>
                    <a:pt x="334280" y="170732"/>
                  </a:lnTo>
                  <a:lnTo>
                    <a:pt x="334309" y="165433"/>
                  </a:lnTo>
                  <a:lnTo>
                    <a:pt x="334170" y="160137"/>
                  </a:lnTo>
                  <a:lnTo>
                    <a:pt x="333863" y="154847"/>
                  </a:lnTo>
                  <a:lnTo>
                    <a:pt x="333389" y="149570"/>
                  </a:lnTo>
                  <a:lnTo>
                    <a:pt x="332748" y="144311"/>
                  </a:lnTo>
                  <a:lnTo>
                    <a:pt x="331941" y="139074"/>
                  </a:lnTo>
                  <a:lnTo>
                    <a:pt x="330967" y="133866"/>
                  </a:lnTo>
                  <a:lnTo>
                    <a:pt x="329830" y="128691"/>
                  </a:lnTo>
                  <a:lnTo>
                    <a:pt x="328529" y="123555"/>
                  </a:lnTo>
                  <a:lnTo>
                    <a:pt x="327066" y="118463"/>
                  </a:lnTo>
                  <a:lnTo>
                    <a:pt x="325442" y="113419"/>
                  </a:lnTo>
                  <a:lnTo>
                    <a:pt x="323659" y="108430"/>
                  </a:lnTo>
                  <a:lnTo>
                    <a:pt x="321719" y="103499"/>
                  </a:lnTo>
                  <a:lnTo>
                    <a:pt x="319624" y="98633"/>
                  </a:lnTo>
                  <a:lnTo>
                    <a:pt x="317375" y="93835"/>
                  </a:lnTo>
                  <a:lnTo>
                    <a:pt x="314976" y="89111"/>
                  </a:lnTo>
                  <a:lnTo>
                    <a:pt x="312428" y="84466"/>
                  </a:lnTo>
                  <a:lnTo>
                    <a:pt x="309734" y="79903"/>
                  </a:lnTo>
                  <a:lnTo>
                    <a:pt x="306897" y="75429"/>
                  </a:lnTo>
                  <a:lnTo>
                    <a:pt x="303919" y="71046"/>
                  </a:lnTo>
                  <a:lnTo>
                    <a:pt x="300804" y="66760"/>
                  </a:lnTo>
                  <a:lnTo>
                    <a:pt x="297555" y="62575"/>
                  </a:lnTo>
                  <a:lnTo>
                    <a:pt x="294175" y="58495"/>
                  </a:lnTo>
                  <a:lnTo>
                    <a:pt x="290667" y="54524"/>
                  </a:lnTo>
                  <a:lnTo>
                    <a:pt x="287036" y="50666"/>
                  </a:lnTo>
                  <a:lnTo>
                    <a:pt x="283283" y="46925"/>
                  </a:lnTo>
                  <a:lnTo>
                    <a:pt x="279414" y="43305"/>
                  </a:lnTo>
                  <a:lnTo>
                    <a:pt x="275433" y="39809"/>
                  </a:lnTo>
                  <a:lnTo>
                    <a:pt x="271342" y="36442"/>
                  </a:lnTo>
                  <a:lnTo>
                    <a:pt x="267147" y="33206"/>
                  </a:lnTo>
                  <a:lnTo>
                    <a:pt x="262851" y="30104"/>
                  </a:lnTo>
                  <a:lnTo>
                    <a:pt x="258460" y="27140"/>
                  </a:lnTo>
                  <a:lnTo>
                    <a:pt x="253976" y="24316"/>
                  </a:lnTo>
                  <a:lnTo>
                    <a:pt x="249406" y="21637"/>
                  </a:lnTo>
                  <a:lnTo>
                    <a:pt x="244752" y="19103"/>
                  </a:lnTo>
                  <a:lnTo>
                    <a:pt x="240021" y="16718"/>
                  </a:lnTo>
                  <a:lnTo>
                    <a:pt x="235216" y="14484"/>
                  </a:lnTo>
                  <a:lnTo>
                    <a:pt x="230344" y="12404"/>
                  </a:lnTo>
                  <a:lnTo>
                    <a:pt x="225407" y="10479"/>
                  </a:lnTo>
                  <a:lnTo>
                    <a:pt x="220412" y="8711"/>
                  </a:lnTo>
                  <a:lnTo>
                    <a:pt x="215364" y="7103"/>
                  </a:lnTo>
                  <a:lnTo>
                    <a:pt x="210267" y="5656"/>
                  </a:lnTo>
                  <a:lnTo>
                    <a:pt x="205127" y="4370"/>
                  </a:lnTo>
                  <a:lnTo>
                    <a:pt x="199949" y="3249"/>
                  </a:lnTo>
                  <a:lnTo>
                    <a:pt x="194738" y="2292"/>
                  </a:lnTo>
                  <a:lnTo>
                    <a:pt x="189499" y="1500"/>
                  </a:lnTo>
                  <a:lnTo>
                    <a:pt x="184237" y="875"/>
                  </a:lnTo>
                  <a:lnTo>
                    <a:pt x="178959" y="417"/>
                  </a:lnTo>
                  <a:lnTo>
                    <a:pt x="173668" y="12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21039" y="132269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21039" y="1322571"/>
              <a:ext cx="6517" cy="167167"/>
            </a:xfrm>
            <a:custGeom>
              <a:avLst/>
              <a:pathLst>
                <a:path w="6517" h="167167">
                  <a:moveTo>
                    <a:pt x="6517" y="1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378100" y="1071028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9" y="3000"/>
                  </a:lnTo>
                  <a:lnTo>
                    <a:pt x="130454" y="4079"/>
                  </a:lnTo>
                  <a:lnTo>
                    <a:pt x="125316" y="5321"/>
                  </a:lnTo>
                  <a:lnTo>
                    <a:pt x="120219" y="6725"/>
                  </a:lnTo>
                  <a:lnTo>
                    <a:pt x="115170" y="8289"/>
                  </a:lnTo>
                  <a:lnTo>
                    <a:pt x="110172" y="10012"/>
                  </a:lnTo>
                  <a:lnTo>
                    <a:pt x="105231" y="11893"/>
                  </a:lnTo>
                  <a:lnTo>
                    <a:pt x="100353" y="13928"/>
                  </a:lnTo>
                  <a:lnTo>
                    <a:pt x="95541" y="16117"/>
                  </a:lnTo>
                  <a:lnTo>
                    <a:pt x="90801" y="18457"/>
                  </a:lnTo>
                  <a:lnTo>
                    <a:pt x="86137" y="20946"/>
                  </a:lnTo>
                  <a:lnTo>
                    <a:pt x="81554" y="23581"/>
                  </a:lnTo>
                  <a:lnTo>
                    <a:pt x="77057" y="26359"/>
                  </a:lnTo>
                  <a:lnTo>
                    <a:pt x="72650" y="29279"/>
                  </a:lnTo>
                  <a:lnTo>
                    <a:pt x="68337" y="32336"/>
                  </a:lnTo>
                  <a:lnTo>
                    <a:pt x="64123" y="35528"/>
                  </a:lnTo>
                  <a:lnTo>
                    <a:pt x="60013" y="38851"/>
                  </a:lnTo>
                  <a:lnTo>
                    <a:pt x="56009" y="42303"/>
                  </a:lnTo>
                  <a:lnTo>
                    <a:pt x="52117" y="45880"/>
                  </a:lnTo>
                  <a:lnTo>
                    <a:pt x="48339" y="49578"/>
                  </a:lnTo>
                  <a:lnTo>
                    <a:pt x="44681" y="53394"/>
                  </a:lnTo>
                  <a:lnTo>
                    <a:pt x="41145" y="57324"/>
                  </a:lnTo>
                  <a:lnTo>
                    <a:pt x="37734" y="61363"/>
                  </a:lnTo>
                  <a:lnTo>
                    <a:pt x="34454" y="65508"/>
                  </a:lnTo>
                  <a:lnTo>
                    <a:pt x="31306" y="69755"/>
                  </a:lnTo>
                  <a:lnTo>
                    <a:pt x="28294" y="74099"/>
                  </a:lnTo>
                  <a:lnTo>
                    <a:pt x="25420" y="78536"/>
                  </a:lnTo>
                  <a:lnTo>
                    <a:pt x="22689" y="83062"/>
                  </a:lnTo>
                  <a:lnTo>
                    <a:pt x="20102" y="87672"/>
                  </a:lnTo>
                  <a:lnTo>
                    <a:pt x="17662" y="92361"/>
                  </a:lnTo>
                  <a:lnTo>
                    <a:pt x="15371" y="97126"/>
                  </a:lnTo>
                  <a:lnTo>
                    <a:pt x="13233" y="101960"/>
                  </a:lnTo>
                  <a:lnTo>
                    <a:pt x="11248" y="106860"/>
                  </a:lnTo>
                  <a:lnTo>
                    <a:pt x="9419" y="111819"/>
                  </a:lnTo>
                  <a:lnTo>
                    <a:pt x="7748" y="116835"/>
                  </a:lnTo>
                  <a:lnTo>
                    <a:pt x="6236" y="121900"/>
                  </a:lnTo>
                  <a:lnTo>
                    <a:pt x="4885" y="127011"/>
                  </a:lnTo>
                  <a:lnTo>
                    <a:pt x="3697" y="132162"/>
                  </a:lnTo>
                  <a:lnTo>
                    <a:pt x="2671" y="137348"/>
                  </a:lnTo>
                  <a:lnTo>
                    <a:pt x="1811" y="142564"/>
                  </a:lnTo>
                  <a:lnTo>
                    <a:pt x="1116" y="147804"/>
                  </a:lnTo>
                  <a:lnTo>
                    <a:pt x="586" y="153064"/>
                  </a:lnTo>
                  <a:lnTo>
                    <a:pt x="224" y="158338"/>
                  </a:lnTo>
                  <a:lnTo>
                    <a:pt x="28" y="163620"/>
                  </a:lnTo>
                  <a:lnTo>
                    <a:pt x="0" y="168906"/>
                  </a:lnTo>
                  <a:lnTo>
                    <a:pt x="138" y="174191"/>
                  </a:lnTo>
                  <a:lnTo>
                    <a:pt x="444" y="179468"/>
                  </a:lnTo>
                  <a:lnTo>
                    <a:pt x="916" y="184734"/>
                  </a:lnTo>
                  <a:lnTo>
                    <a:pt x="1555" y="189981"/>
                  </a:lnTo>
                  <a:lnTo>
                    <a:pt x="2359" y="195206"/>
                  </a:lnTo>
                  <a:lnTo>
                    <a:pt x="3328" y="200403"/>
                  </a:lnTo>
                  <a:lnTo>
                    <a:pt x="4460" y="205566"/>
                  </a:lnTo>
                  <a:lnTo>
                    <a:pt x="5756" y="210691"/>
                  </a:lnTo>
                  <a:lnTo>
                    <a:pt x="7213" y="215773"/>
                  </a:lnTo>
                  <a:lnTo>
                    <a:pt x="8830" y="220806"/>
                  </a:lnTo>
                  <a:lnTo>
                    <a:pt x="10605" y="225785"/>
                  </a:lnTo>
                  <a:lnTo>
                    <a:pt x="12537" y="230706"/>
                  </a:lnTo>
                  <a:lnTo>
                    <a:pt x="14623" y="235563"/>
                  </a:lnTo>
                  <a:lnTo>
                    <a:pt x="16862" y="240352"/>
                  </a:lnTo>
                  <a:lnTo>
                    <a:pt x="19251" y="245067"/>
                  </a:lnTo>
                  <a:lnTo>
                    <a:pt x="21788" y="249705"/>
                  </a:lnTo>
                  <a:lnTo>
                    <a:pt x="24470" y="254260"/>
                  </a:lnTo>
                  <a:lnTo>
                    <a:pt x="27296" y="258728"/>
                  </a:lnTo>
                  <a:lnTo>
                    <a:pt x="30260" y="263105"/>
                  </a:lnTo>
                  <a:lnTo>
                    <a:pt x="33362" y="267385"/>
                  </a:lnTo>
                  <a:lnTo>
                    <a:pt x="36598" y="271566"/>
                  </a:lnTo>
                  <a:lnTo>
                    <a:pt x="39964" y="275642"/>
                  </a:lnTo>
                  <a:lnTo>
                    <a:pt x="43458" y="279609"/>
                  </a:lnTo>
                  <a:lnTo>
                    <a:pt x="47075" y="283464"/>
                  </a:lnTo>
                  <a:lnTo>
                    <a:pt x="50812" y="287203"/>
                  </a:lnTo>
                  <a:lnTo>
                    <a:pt x="54666" y="290821"/>
                  </a:lnTo>
                  <a:lnTo>
                    <a:pt x="58632" y="294317"/>
                  </a:lnTo>
                  <a:lnTo>
                    <a:pt x="62706" y="297684"/>
                  </a:lnTo>
                  <a:lnTo>
                    <a:pt x="66885" y="300922"/>
                  </a:lnTo>
                  <a:lnTo>
                    <a:pt x="71165" y="304025"/>
                  </a:lnTo>
                  <a:lnTo>
                    <a:pt x="75540" y="306992"/>
                  </a:lnTo>
                  <a:lnTo>
                    <a:pt x="80007" y="309819"/>
                  </a:lnTo>
                  <a:lnTo>
                    <a:pt x="84561" y="312503"/>
                  </a:lnTo>
                  <a:lnTo>
                    <a:pt x="89198" y="315042"/>
                  </a:lnTo>
                  <a:lnTo>
                    <a:pt x="93912" y="317433"/>
                  </a:lnTo>
                  <a:lnTo>
                    <a:pt x="98700" y="319674"/>
                  </a:lnTo>
                  <a:lnTo>
                    <a:pt x="103556" y="321763"/>
                  </a:lnTo>
                  <a:lnTo>
                    <a:pt x="108476" y="323696"/>
                  </a:lnTo>
                  <a:lnTo>
                    <a:pt x="113455" y="325473"/>
                  </a:lnTo>
                  <a:lnTo>
                    <a:pt x="118487" y="327092"/>
                  </a:lnTo>
                  <a:lnTo>
                    <a:pt x="123568" y="328551"/>
                  </a:lnTo>
                  <a:lnTo>
                    <a:pt x="128693" y="329849"/>
                  </a:lnTo>
                  <a:lnTo>
                    <a:pt x="133856" y="330984"/>
                  </a:lnTo>
                  <a:lnTo>
                    <a:pt x="139052" y="331955"/>
                  </a:lnTo>
                  <a:lnTo>
                    <a:pt x="144277" y="332761"/>
                  </a:lnTo>
                  <a:lnTo>
                    <a:pt x="149524" y="333402"/>
                  </a:lnTo>
                  <a:lnTo>
                    <a:pt x="154789" y="333876"/>
                  </a:lnTo>
                  <a:lnTo>
                    <a:pt x="160066" y="334184"/>
                  </a:lnTo>
                  <a:lnTo>
                    <a:pt x="165351" y="334325"/>
                  </a:lnTo>
                  <a:lnTo>
                    <a:pt x="170637" y="334298"/>
                  </a:lnTo>
                  <a:lnTo>
                    <a:pt x="175920" y="334105"/>
                  </a:lnTo>
                  <a:lnTo>
                    <a:pt x="181194" y="333744"/>
                  </a:lnTo>
                  <a:lnTo>
                    <a:pt x="186453" y="333217"/>
                  </a:lnTo>
                  <a:lnTo>
                    <a:pt x="191694" y="332524"/>
                  </a:lnTo>
                  <a:lnTo>
                    <a:pt x="196910" y="331665"/>
                  </a:lnTo>
                  <a:lnTo>
                    <a:pt x="202097" y="330642"/>
                  </a:lnTo>
                  <a:lnTo>
                    <a:pt x="207248" y="329456"/>
                  </a:lnTo>
                  <a:lnTo>
                    <a:pt x="212359" y="328107"/>
                  </a:lnTo>
                  <a:lnTo>
                    <a:pt x="217425" y="326598"/>
                  </a:lnTo>
                  <a:lnTo>
                    <a:pt x="222441" y="324928"/>
                  </a:lnTo>
                  <a:lnTo>
                    <a:pt x="227402" y="323102"/>
                  </a:lnTo>
                  <a:lnTo>
                    <a:pt x="232302" y="321119"/>
                  </a:lnTo>
                  <a:lnTo>
                    <a:pt x="237137" y="318982"/>
                  </a:lnTo>
                  <a:lnTo>
                    <a:pt x="241903" y="316693"/>
                  </a:lnTo>
                  <a:lnTo>
                    <a:pt x="246593" y="314255"/>
                  </a:lnTo>
                  <a:lnTo>
                    <a:pt x="251204" y="311670"/>
                  </a:lnTo>
                  <a:lnTo>
                    <a:pt x="255731" y="308940"/>
                  </a:lnTo>
                  <a:lnTo>
                    <a:pt x="260170" y="306069"/>
                  </a:lnTo>
                  <a:lnTo>
                    <a:pt x="264515" y="303059"/>
                  </a:lnTo>
                  <a:lnTo>
                    <a:pt x="268763" y="299912"/>
                  </a:lnTo>
                  <a:lnTo>
                    <a:pt x="272910" y="296633"/>
                  </a:lnTo>
                  <a:lnTo>
                    <a:pt x="276950" y="293225"/>
                  </a:lnTo>
                  <a:lnTo>
                    <a:pt x="280881" y="289690"/>
                  </a:lnTo>
                  <a:lnTo>
                    <a:pt x="284698" y="286033"/>
                  </a:lnTo>
                  <a:lnTo>
                    <a:pt x="288398" y="282257"/>
                  </a:lnTo>
                  <a:lnTo>
                    <a:pt x="291976" y="278366"/>
                  </a:lnTo>
                  <a:lnTo>
                    <a:pt x="295430" y="274364"/>
                  </a:lnTo>
                  <a:lnTo>
                    <a:pt x="298755" y="270255"/>
                  </a:lnTo>
                  <a:lnTo>
                    <a:pt x="301949" y="266042"/>
                  </a:lnTo>
                  <a:lnTo>
                    <a:pt x="305008" y="261731"/>
                  </a:lnTo>
                  <a:lnTo>
                    <a:pt x="307929" y="257325"/>
                  </a:lnTo>
                  <a:lnTo>
                    <a:pt x="310709" y="252829"/>
                  </a:lnTo>
                  <a:lnTo>
                    <a:pt x="313346" y="248247"/>
                  </a:lnTo>
                  <a:lnTo>
                    <a:pt x="315837" y="243584"/>
                  </a:lnTo>
                  <a:lnTo>
                    <a:pt x="318178" y="238845"/>
                  </a:lnTo>
                  <a:lnTo>
                    <a:pt x="320369" y="234034"/>
                  </a:lnTo>
                  <a:lnTo>
                    <a:pt x="322407" y="229156"/>
                  </a:lnTo>
                  <a:lnTo>
                    <a:pt x="324289" y="224217"/>
                  </a:lnTo>
                  <a:lnTo>
                    <a:pt x="326015" y="219220"/>
                  </a:lnTo>
                  <a:lnTo>
                    <a:pt x="327581" y="214171"/>
                  </a:lnTo>
                  <a:lnTo>
                    <a:pt x="328987" y="209075"/>
                  </a:lnTo>
                  <a:lnTo>
                    <a:pt x="330231" y="203937"/>
                  </a:lnTo>
                  <a:lnTo>
                    <a:pt x="331312" y="198763"/>
                  </a:lnTo>
                  <a:lnTo>
                    <a:pt x="332229" y="193556"/>
                  </a:lnTo>
                  <a:lnTo>
                    <a:pt x="332981" y="188324"/>
                  </a:lnTo>
                  <a:lnTo>
                    <a:pt x="333567" y="183070"/>
                  </a:lnTo>
                  <a:lnTo>
                    <a:pt x="333987" y="177801"/>
                  </a:lnTo>
                  <a:lnTo>
                    <a:pt x="334240" y="172520"/>
                  </a:lnTo>
                  <a:lnTo>
                    <a:pt x="334325" y="167235"/>
                  </a:lnTo>
                  <a:lnTo>
                    <a:pt x="334244" y="161949"/>
                  </a:lnTo>
                  <a:lnTo>
                    <a:pt x="333995" y="156669"/>
                  </a:lnTo>
                  <a:lnTo>
                    <a:pt x="333580" y="151399"/>
                  </a:lnTo>
                  <a:lnTo>
                    <a:pt x="332998" y="146145"/>
                  </a:lnTo>
                  <a:lnTo>
                    <a:pt x="332251" y="140911"/>
                  </a:lnTo>
                  <a:lnTo>
                    <a:pt x="331338" y="135704"/>
                  </a:lnTo>
                  <a:lnTo>
                    <a:pt x="330261" y="130529"/>
                  </a:lnTo>
                  <a:lnTo>
                    <a:pt x="329021" y="125390"/>
                  </a:lnTo>
                  <a:lnTo>
                    <a:pt x="327619" y="120293"/>
                  </a:lnTo>
                  <a:lnTo>
                    <a:pt x="326057" y="115243"/>
                  </a:lnTo>
                  <a:lnTo>
                    <a:pt x="324336" y="110245"/>
                  </a:lnTo>
                  <a:lnTo>
                    <a:pt x="322457" y="105303"/>
                  </a:lnTo>
                  <a:lnTo>
                    <a:pt x="320423" y="100424"/>
                  </a:lnTo>
                  <a:lnTo>
                    <a:pt x="318237" y="95611"/>
                  </a:lnTo>
                  <a:lnTo>
                    <a:pt x="315898" y="90870"/>
                  </a:lnTo>
                  <a:lnTo>
                    <a:pt x="313412" y="86205"/>
                  </a:lnTo>
                  <a:lnTo>
                    <a:pt x="310779" y="81621"/>
                  </a:lnTo>
                  <a:lnTo>
                    <a:pt x="308002" y="77123"/>
                  </a:lnTo>
                  <a:lnTo>
                    <a:pt x="305085" y="72715"/>
                  </a:lnTo>
                  <a:lnTo>
                    <a:pt x="302029" y="68401"/>
                  </a:lnTo>
                  <a:lnTo>
                    <a:pt x="298839" y="64186"/>
                  </a:lnTo>
                  <a:lnTo>
                    <a:pt x="295517" y="60074"/>
                  </a:lnTo>
                  <a:lnTo>
                    <a:pt x="292066" y="56069"/>
                  </a:lnTo>
                  <a:lnTo>
                    <a:pt x="288491" y="52175"/>
                  </a:lnTo>
                  <a:lnTo>
                    <a:pt x="284795" y="48396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119425"/>
              <a:ext cx="117636" cy="118770"/>
            </a:xfrm>
            <a:custGeom>
              <a:avLst/>
              <a:pathLst>
                <a:path w="117636" h="118770">
                  <a:moveTo>
                    <a:pt x="117636" y="0"/>
                  </a:moveTo>
                  <a:lnTo>
                    <a:pt x="0" y="1187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545258" y="1116904"/>
              <a:ext cx="117636" cy="121291"/>
            </a:xfrm>
            <a:custGeom>
              <a:avLst/>
              <a:pathLst>
                <a:path w="117636" h="121291">
                  <a:moveTo>
                    <a:pt x="117636" y="2520"/>
                  </a:moveTo>
                  <a:lnTo>
                    <a:pt x="115036" y="0"/>
                  </a:lnTo>
                  <a:lnTo>
                    <a:pt x="0" y="1212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545258" y="1071028"/>
              <a:ext cx="115036" cy="167167"/>
            </a:xfrm>
            <a:custGeom>
              <a:avLst/>
              <a:pathLst>
                <a:path w="115036" h="167167">
                  <a:moveTo>
                    <a:pt x="115036" y="45875"/>
                  </a:moveTo>
                  <a:lnTo>
                    <a:pt x="110971" y="42146"/>
                  </a:lnTo>
                  <a:lnTo>
                    <a:pt x="106786" y="38553"/>
                  </a:lnTo>
                  <a:lnTo>
                    <a:pt x="102485" y="35100"/>
                  </a:lnTo>
                  <a:lnTo>
                    <a:pt x="98072" y="31791"/>
                  </a:lnTo>
                  <a:lnTo>
                    <a:pt x="93553" y="28629"/>
                  </a:lnTo>
                  <a:lnTo>
                    <a:pt x="88931" y="25618"/>
                  </a:lnTo>
                  <a:lnTo>
                    <a:pt x="84213" y="22761"/>
                  </a:lnTo>
                  <a:lnTo>
                    <a:pt x="79403" y="20061"/>
                  </a:lnTo>
                  <a:lnTo>
                    <a:pt x="74507" y="17522"/>
                  </a:lnTo>
                  <a:lnTo>
                    <a:pt x="69529" y="15145"/>
                  </a:lnTo>
                  <a:lnTo>
                    <a:pt x="64476" y="12934"/>
                  </a:lnTo>
                  <a:lnTo>
                    <a:pt x="59352" y="10891"/>
                  </a:lnTo>
                  <a:lnTo>
                    <a:pt x="54164" y="9018"/>
                  </a:lnTo>
                  <a:lnTo>
                    <a:pt x="48917" y="7317"/>
                  </a:lnTo>
                  <a:lnTo>
                    <a:pt x="43617" y="5790"/>
                  </a:lnTo>
                  <a:lnTo>
                    <a:pt x="38269" y="4439"/>
                  </a:lnTo>
                  <a:lnTo>
                    <a:pt x="32880" y="3265"/>
                  </a:lnTo>
                  <a:lnTo>
                    <a:pt x="27455" y="2270"/>
                  </a:lnTo>
                  <a:lnTo>
                    <a:pt x="22000" y="1453"/>
                  </a:lnTo>
                  <a:lnTo>
                    <a:pt x="16521" y="818"/>
                  </a:lnTo>
                  <a:lnTo>
                    <a:pt x="11024" y="363"/>
                  </a:lnTo>
                  <a:lnTo>
                    <a:pt x="551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927051" y="941493"/>
              <a:ext cx="96492" cy="167167"/>
            </a:xfrm>
            <a:custGeom>
              <a:avLst/>
              <a:pathLst>
                <a:path w="96492" h="167167">
                  <a:moveTo>
                    <a:pt x="96492" y="0"/>
                  </a:moveTo>
                  <a:lnTo>
                    <a:pt x="90778" y="97"/>
                  </a:lnTo>
                  <a:lnTo>
                    <a:pt x="85072" y="390"/>
                  </a:lnTo>
                  <a:lnTo>
                    <a:pt x="79378" y="878"/>
                  </a:lnTo>
                  <a:lnTo>
                    <a:pt x="73705" y="1560"/>
                  </a:lnTo>
                  <a:lnTo>
                    <a:pt x="68058" y="2435"/>
                  </a:lnTo>
                  <a:lnTo>
                    <a:pt x="62445" y="3503"/>
                  </a:lnTo>
                  <a:lnTo>
                    <a:pt x="56871" y="4763"/>
                  </a:lnTo>
                  <a:lnTo>
                    <a:pt x="51343" y="6212"/>
                  </a:lnTo>
                  <a:lnTo>
                    <a:pt x="45869" y="7849"/>
                  </a:lnTo>
                  <a:lnTo>
                    <a:pt x="40453" y="9672"/>
                  </a:lnTo>
                  <a:lnTo>
                    <a:pt x="35103" y="11679"/>
                  </a:lnTo>
                  <a:lnTo>
                    <a:pt x="29825" y="13868"/>
                  </a:lnTo>
                  <a:lnTo>
                    <a:pt x="24624" y="16236"/>
                  </a:lnTo>
                  <a:lnTo>
                    <a:pt x="19508" y="18781"/>
                  </a:lnTo>
                  <a:lnTo>
                    <a:pt x="14481" y="21499"/>
                  </a:lnTo>
                  <a:lnTo>
                    <a:pt x="9550" y="24387"/>
                  </a:lnTo>
                  <a:lnTo>
                    <a:pt x="4721" y="27442"/>
                  </a:lnTo>
                  <a:lnTo>
                    <a:pt x="0" y="30660"/>
                  </a:lnTo>
                  <a:lnTo>
                    <a:pt x="9649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927051" y="972153"/>
              <a:ext cx="96492" cy="136507"/>
            </a:xfrm>
            <a:custGeom>
              <a:avLst/>
              <a:pathLst>
                <a:path w="96492" h="136507">
                  <a:moveTo>
                    <a:pt x="0" y="0"/>
                  </a:moveTo>
                  <a:lnTo>
                    <a:pt x="96492" y="1365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856379" y="972153"/>
              <a:ext cx="334314" cy="303671"/>
            </a:xfrm>
            <a:custGeom>
              <a:avLst/>
              <a:pathLst>
                <a:path w="334314" h="303671">
                  <a:moveTo>
                    <a:pt x="70672" y="0"/>
                  </a:moveTo>
                  <a:lnTo>
                    <a:pt x="66400" y="3121"/>
                  </a:lnTo>
                  <a:lnTo>
                    <a:pt x="62230" y="6377"/>
                  </a:lnTo>
                  <a:lnTo>
                    <a:pt x="58165" y="9762"/>
                  </a:lnTo>
                  <a:lnTo>
                    <a:pt x="54209" y="13275"/>
                  </a:lnTo>
                  <a:lnTo>
                    <a:pt x="50366" y="16911"/>
                  </a:lnTo>
                  <a:lnTo>
                    <a:pt x="46640" y="20667"/>
                  </a:lnTo>
                  <a:lnTo>
                    <a:pt x="43035" y="24539"/>
                  </a:lnTo>
                  <a:lnTo>
                    <a:pt x="39554" y="28523"/>
                  </a:lnTo>
                  <a:lnTo>
                    <a:pt x="36201" y="32615"/>
                  </a:lnTo>
                  <a:lnTo>
                    <a:pt x="32979" y="36811"/>
                  </a:lnTo>
                  <a:lnTo>
                    <a:pt x="29891" y="41107"/>
                  </a:lnTo>
                  <a:lnTo>
                    <a:pt x="26941" y="45499"/>
                  </a:lnTo>
                  <a:lnTo>
                    <a:pt x="24131" y="49981"/>
                  </a:lnTo>
                  <a:lnTo>
                    <a:pt x="21465" y="54551"/>
                  </a:lnTo>
                  <a:lnTo>
                    <a:pt x="18945" y="59202"/>
                  </a:lnTo>
                  <a:lnTo>
                    <a:pt x="16573" y="63931"/>
                  </a:lnTo>
                  <a:lnTo>
                    <a:pt x="14351" y="68733"/>
                  </a:lnTo>
                  <a:lnTo>
                    <a:pt x="12283" y="73602"/>
                  </a:lnTo>
                  <a:lnTo>
                    <a:pt x="10370" y="78535"/>
                  </a:lnTo>
                  <a:lnTo>
                    <a:pt x="8614" y="83525"/>
                  </a:lnTo>
                  <a:lnTo>
                    <a:pt x="7017" y="88569"/>
                  </a:lnTo>
                  <a:lnTo>
                    <a:pt x="5581" y="93661"/>
                  </a:lnTo>
                  <a:lnTo>
                    <a:pt x="4306" y="98795"/>
                  </a:lnTo>
                  <a:lnTo>
                    <a:pt x="3194" y="103968"/>
                  </a:lnTo>
                  <a:lnTo>
                    <a:pt x="2246" y="109172"/>
                  </a:lnTo>
                  <a:lnTo>
                    <a:pt x="1464" y="114405"/>
                  </a:lnTo>
                  <a:lnTo>
                    <a:pt x="848" y="119659"/>
                  </a:lnTo>
                  <a:lnTo>
                    <a:pt x="398" y="124931"/>
                  </a:lnTo>
                  <a:lnTo>
                    <a:pt x="115" y="130213"/>
                  </a:lnTo>
                  <a:lnTo>
                    <a:pt x="0" y="135503"/>
                  </a:lnTo>
                  <a:lnTo>
                    <a:pt x="51" y="140793"/>
                  </a:lnTo>
                  <a:lnTo>
                    <a:pt x="271" y="146079"/>
                  </a:lnTo>
                  <a:lnTo>
                    <a:pt x="657" y="151355"/>
                  </a:lnTo>
                  <a:lnTo>
                    <a:pt x="1210" y="156617"/>
                  </a:lnTo>
                  <a:lnTo>
                    <a:pt x="1930" y="161858"/>
                  </a:lnTo>
                  <a:lnTo>
                    <a:pt x="2815" y="167074"/>
                  </a:lnTo>
                  <a:lnTo>
                    <a:pt x="3864" y="172259"/>
                  </a:lnTo>
                  <a:lnTo>
                    <a:pt x="5078" y="177409"/>
                  </a:lnTo>
                  <a:lnTo>
                    <a:pt x="6453" y="182517"/>
                  </a:lnTo>
                  <a:lnTo>
                    <a:pt x="7989" y="187580"/>
                  </a:lnTo>
                  <a:lnTo>
                    <a:pt x="9685" y="192591"/>
                  </a:lnTo>
                  <a:lnTo>
                    <a:pt x="11539" y="197546"/>
                  </a:lnTo>
                  <a:lnTo>
                    <a:pt x="13548" y="202440"/>
                  </a:lnTo>
                  <a:lnTo>
                    <a:pt x="15712" y="207268"/>
                  </a:lnTo>
                  <a:lnTo>
                    <a:pt x="18027" y="212025"/>
                  </a:lnTo>
                  <a:lnTo>
                    <a:pt x="20491" y="216707"/>
                  </a:lnTo>
                  <a:lnTo>
                    <a:pt x="23102" y="221308"/>
                  </a:lnTo>
                  <a:lnTo>
                    <a:pt x="25858" y="225824"/>
                  </a:lnTo>
                  <a:lnTo>
                    <a:pt x="28755" y="230251"/>
                  </a:lnTo>
                  <a:lnTo>
                    <a:pt x="31791" y="234583"/>
                  </a:lnTo>
                  <a:lnTo>
                    <a:pt x="34962" y="238818"/>
                  </a:lnTo>
                  <a:lnTo>
                    <a:pt x="38266" y="242950"/>
                  </a:lnTo>
                  <a:lnTo>
                    <a:pt x="41699" y="246976"/>
                  </a:lnTo>
                  <a:lnTo>
                    <a:pt x="45257" y="250891"/>
                  </a:lnTo>
                  <a:lnTo>
                    <a:pt x="48938" y="254691"/>
                  </a:lnTo>
                  <a:lnTo>
                    <a:pt x="52737" y="258373"/>
                  </a:lnTo>
                  <a:lnTo>
                    <a:pt x="56650" y="261933"/>
                  </a:lnTo>
                  <a:lnTo>
                    <a:pt x="60675" y="265367"/>
                  </a:lnTo>
                  <a:lnTo>
                    <a:pt x="64805" y="268672"/>
                  </a:lnTo>
                  <a:lnTo>
                    <a:pt x="69039" y="271845"/>
                  </a:lnTo>
                  <a:lnTo>
                    <a:pt x="73371" y="274882"/>
                  </a:lnTo>
                  <a:lnTo>
                    <a:pt x="77796" y="277781"/>
                  </a:lnTo>
                  <a:lnTo>
                    <a:pt x="82312" y="280538"/>
                  </a:lnTo>
                  <a:lnTo>
                    <a:pt x="86912" y="283151"/>
                  </a:lnTo>
                  <a:lnTo>
                    <a:pt x="91592" y="285617"/>
                  </a:lnTo>
                  <a:lnTo>
                    <a:pt x="96349" y="287934"/>
                  </a:lnTo>
                  <a:lnTo>
                    <a:pt x="101176" y="290099"/>
                  </a:lnTo>
                  <a:lnTo>
                    <a:pt x="106069" y="292110"/>
                  </a:lnTo>
                  <a:lnTo>
                    <a:pt x="111024" y="293965"/>
                  </a:lnTo>
                  <a:lnTo>
                    <a:pt x="116034" y="295663"/>
                  </a:lnTo>
                  <a:lnTo>
                    <a:pt x="121096" y="297201"/>
                  </a:lnTo>
                  <a:lnTo>
                    <a:pt x="126204" y="298578"/>
                  </a:lnTo>
                  <a:lnTo>
                    <a:pt x="131353" y="299793"/>
                  </a:lnTo>
                  <a:lnTo>
                    <a:pt x="136538" y="300845"/>
                  </a:lnTo>
                  <a:lnTo>
                    <a:pt x="141754" y="301732"/>
                  </a:lnTo>
                  <a:lnTo>
                    <a:pt x="146995" y="302453"/>
                  </a:lnTo>
                  <a:lnTo>
                    <a:pt x="152256" y="303008"/>
                  </a:lnTo>
                  <a:lnTo>
                    <a:pt x="157532" y="303396"/>
                  </a:lnTo>
                  <a:lnTo>
                    <a:pt x="162818" y="303618"/>
                  </a:lnTo>
                  <a:lnTo>
                    <a:pt x="168108" y="303671"/>
                  </a:lnTo>
                  <a:lnTo>
                    <a:pt x="173398" y="303558"/>
                  </a:lnTo>
                  <a:lnTo>
                    <a:pt x="178681" y="303277"/>
                  </a:lnTo>
                  <a:lnTo>
                    <a:pt x="183952" y="302829"/>
                  </a:lnTo>
                  <a:lnTo>
                    <a:pt x="189207" y="302214"/>
                  </a:lnTo>
                  <a:lnTo>
                    <a:pt x="194439" y="301434"/>
                  </a:lnTo>
                  <a:lnTo>
                    <a:pt x="199645" y="300488"/>
                  </a:lnTo>
                  <a:lnTo>
                    <a:pt x="204817" y="299378"/>
                  </a:lnTo>
                  <a:lnTo>
                    <a:pt x="209952" y="298105"/>
                  </a:lnTo>
                  <a:lnTo>
                    <a:pt x="215044" y="296670"/>
                  </a:lnTo>
                  <a:lnTo>
                    <a:pt x="220089" y="295075"/>
                  </a:lnTo>
                  <a:lnTo>
                    <a:pt x="225080" y="293321"/>
                  </a:lnTo>
                  <a:lnTo>
                    <a:pt x="230013" y="291410"/>
                  </a:lnTo>
                  <a:lnTo>
                    <a:pt x="234883" y="289343"/>
                  </a:lnTo>
                  <a:lnTo>
                    <a:pt x="239686" y="287124"/>
                  </a:lnTo>
                  <a:lnTo>
                    <a:pt x="244415" y="284754"/>
                  </a:lnTo>
                  <a:lnTo>
                    <a:pt x="249068" y="282235"/>
                  </a:lnTo>
                  <a:lnTo>
                    <a:pt x="253638" y="279570"/>
                  </a:lnTo>
                  <a:lnTo>
                    <a:pt x="258122" y="276762"/>
                  </a:lnTo>
                  <a:lnTo>
                    <a:pt x="262515" y="273814"/>
                  </a:lnTo>
                  <a:lnTo>
                    <a:pt x="266812" y="270728"/>
                  </a:lnTo>
                  <a:lnTo>
                    <a:pt x="271009" y="267507"/>
                  </a:lnTo>
                  <a:lnTo>
                    <a:pt x="275103" y="264155"/>
                  </a:lnTo>
                  <a:lnTo>
                    <a:pt x="279088" y="260676"/>
                  </a:lnTo>
                  <a:lnTo>
                    <a:pt x="282961" y="257072"/>
                  </a:lnTo>
                  <a:lnTo>
                    <a:pt x="286718" y="253347"/>
                  </a:lnTo>
                  <a:lnTo>
                    <a:pt x="290355" y="249506"/>
                  </a:lnTo>
                  <a:lnTo>
                    <a:pt x="293869" y="245551"/>
                  </a:lnTo>
                  <a:lnTo>
                    <a:pt x="297257" y="241487"/>
                  </a:lnTo>
                  <a:lnTo>
                    <a:pt x="300513" y="237318"/>
                  </a:lnTo>
                  <a:lnTo>
                    <a:pt x="303637" y="233048"/>
                  </a:lnTo>
                  <a:lnTo>
                    <a:pt x="306623" y="228681"/>
                  </a:lnTo>
                  <a:lnTo>
                    <a:pt x="309470" y="224222"/>
                  </a:lnTo>
                  <a:lnTo>
                    <a:pt x="312175" y="219674"/>
                  </a:lnTo>
                  <a:lnTo>
                    <a:pt x="314734" y="215044"/>
                  </a:lnTo>
                  <a:lnTo>
                    <a:pt x="317145" y="210335"/>
                  </a:lnTo>
                  <a:lnTo>
                    <a:pt x="319406" y="205552"/>
                  </a:lnTo>
                  <a:lnTo>
                    <a:pt x="321515" y="200700"/>
                  </a:lnTo>
                  <a:lnTo>
                    <a:pt x="323469" y="195784"/>
                  </a:lnTo>
                  <a:lnTo>
                    <a:pt x="325266" y="190808"/>
                  </a:lnTo>
                  <a:lnTo>
                    <a:pt x="326905" y="185778"/>
                  </a:lnTo>
                  <a:lnTo>
                    <a:pt x="328384" y="180698"/>
                  </a:lnTo>
                  <a:lnTo>
                    <a:pt x="329702" y="175575"/>
                  </a:lnTo>
                  <a:lnTo>
                    <a:pt x="330857" y="170412"/>
                  </a:lnTo>
                  <a:lnTo>
                    <a:pt x="331848" y="165215"/>
                  </a:lnTo>
                  <a:lnTo>
                    <a:pt x="332674" y="159989"/>
                  </a:lnTo>
                  <a:lnTo>
                    <a:pt x="333334" y="154740"/>
                  </a:lnTo>
                  <a:lnTo>
                    <a:pt x="333828" y="149473"/>
                  </a:lnTo>
                  <a:lnTo>
                    <a:pt x="334155" y="144192"/>
                  </a:lnTo>
                  <a:lnTo>
                    <a:pt x="334314" y="138904"/>
                  </a:lnTo>
                  <a:lnTo>
                    <a:pt x="334306" y="133614"/>
                  </a:lnTo>
                  <a:lnTo>
                    <a:pt x="334131" y="128326"/>
                  </a:lnTo>
                  <a:lnTo>
                    <a:pt x="333789" y="123047"/>
                  </a:lnTo>
                  <a:lnTo>
                    <a:pt x="333279" y="117781"/>
                  </a:lnTo>
                  <a:lnTo>
                    <a:pt x="332604" y="112534"/>
                  </a:lnTo>
                  <a:lnTo>
                    <a:pt x="331762" y="107311"/>
                  </a:lnTo>
                  <a:lnTo>
                    <a:pt x="330756" y="102117"/>
                  </a:lnTo>
                  <a:lnTo>
                    <a:pt x="329586" y="96957"/>
                  </a:lnTo>
                  <a:lnTo>
                    <a:pt x="328253" y="91838"/>
                  </a:lnTo>
                  <a:lnTo>
                    <a:pt x="326759" y="86763"/>
                  </a:lnTo>
                  <a:lnTo>
                    <a:pt x="325105" y="81737"/>
                  </a:lnTo>
                  <a:lnTo>
                    <a:pt x="323292" y="76767"/>
                  </a:lnTo>
                  <a:lnTo>
                    <a:pt x="321324" y="71856"/>
                  </a:lnTo>
                  <a:lnTo>
                    <a:pt x="319201" y="67010"/>
                  </a:lnTo>
                  <a:lnTo>
                    <a:pt x="316926" y="62234"/>
                  </a:lnTo>
                  <a:lnTo>
                    <a:pt x="314500" y="57532"/>
                  </a:lnTo>
                  <a:lnTo>
                    <a:pt x="311928" y="52910"/>
                  </a:lnTo>
                  <a:lnTo>
                    <a:pt x="309210" y="48371"/>
                  </a:lnTo>
                  <a:lnTo>
                    <a:pt x="306350" y="43920"/>
                  </a:lnTo>
                  <a:lnTo>
                    <a:pt x="303350" y="39562"/>
                  </a:lnTo>
                  <a:lnTo>
                    <a:pt x="300214" y="35301"/>
                  </a:lnTo>
                  <a:lnTo>
                    <a:pt x="296945" y="31142"/>
                  </a:lnTo>
                  <a:lnTo>
                    <a:pt x="293546" y="27088"/>
                  </a:lnTo>
                  <a:lnTo>
                    <a:pt x="290020" y="23143"/>
                  </a:lnTo>
                  <a:lnTo>
                    <a:pt x="286371" y="19312"/>
                  </a:lnTo>
                  <a:lnTo>
                    <a:pt x="282603" y="15599"/>
                  </a:lnTo>
                  <a:lnTo>
                    <a:pt x="278719" y="12006"/>
                  </a:lnTo>
                  <a:lnTo>
                    <a:pt x="274724" y="8539"/>
                  </a:lnTo>
                  <a:lnTo>
                    <a:pt x="270621" y="5199"/>
                  </a:lnTo>
                  <a:lnTo>
                    <a:pt x="167164" y="1365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023544" y="941493"/>
              <a:ext cx="103456" cy="167167"/>
            </a:xfrm>
            <a:custGeom>
              <a:avLst/>
              <a:pathLst>
                <a:path w="103456" h="167167">
                  <a:moveTo>
                    <a:pt x="103456" y="35859"/>
                  </a:moveTo>
                  <a:lnTo>
                    <a:pt x="99018" y="32481"/>
                  </a:lnTo>
                  <a:lnTo>
                    <a:pt x="94470" y="29253"/>
                  </a:lnTo>
                  <a:lnTo>
                    <a:pt x="89817" y="26178"/>
                  </a:lnTo>
                  <a:lnTo>
                    <a:pt x="85063" y="23260"/>
                  </a:lnTo>
                  <a:lnTo>
                    <a:pt x="80215" y="20503"/>
                  </a:lnTo>
                  <a:lnTo>
                    <a:pt x="75278" y="17909"/>
                  </a:lnTo>
                  <a:lnTo>
                    <a:pt x="70257" y="15480"/>
                  </a:lnTo>
                  <a:lnTo>
                    <a:pt x="65158" y="13221"/>
                  </a:lnTo>
                  <a:lnTo>
                    <a:pt x="59986" y="11133"/>
                  </a:lnTo>
                  <a:lnTo>
                    <a:pt x="54747" y="9219"/>
                  </a:lnTo>
                  <a:lnTo>
                    <a:pt x="49448" y="7480"/>
                  </a:lnTo>
                  <a:lnTo>
                    <a:pt x="44093" y="5920"/>
                  </a:lnTo>
                  <a:lnTo>
                    <a:pt x="38689" y="4538"/>
                  </a:lnTo>
                  <a:lnTo>
                    <a:pt x="33243" y="3338"/>
                  </a:lnTo>
                  <a:lnTo>
                    <a:pt x="27759" y="2320"/>
                  </a:lnTo>
                  <a:lnTo>
                    <a:pt x="22244" y="1486"/>
                  </a:lnTo>
                  <a:lnTo>
                    <a:pt x="16705" y="836"/>
                  </a:lnTo>
                  <a:lnTo>
                    <a:pt x="11147" y="372"/>
                  </a:lnTo>
                  <a:lnTo>
                    <a:pt x="5576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19051" y="941493"/>
              <a:ext cx="167163" cy="184366"/>
            </a:xfrm>
            <a:custGeom>
              <a:avLst/>
              <a:pathLst>
                <a:path w="167163" h="184366">
                  <a:moveTo>
                    <a:pt x="167163" y="0"/>
                  </a:moveTo>
                  <a:lnTo>
                    <a:pt x="161783" y="86"/>
                  </a:lnTo>
                  <a:lnTo>
                    <a:pt x="156409" y="346"/>
                  </a:lnTo>
                  <a:lnTo>
                    <a:pt x="151045" y="778"/>
                  </a:lnTo>
                  <a:lnTo>
                    <a:pt x="145699" y="1383"/>
                  </a:lnTo>
                  <a:lnTo>
                    <a:pt x="140374" y="2160"/>
                  </a:lnTo>
                  <a:lnTo>
                    <a:pt x="135077" y="3108"/>
                  </a:lnTo>
                  <a:lnTo>
                    <a:pt x="129814" y="4225"/>
                  </a:lnTo>
                  <a:lnTo>
                    <a:pt x="124589" y="5512"/>
                  </a:lnTo>
                  <a:lnTo>
                    <a:pt x="119408" y="6966"/>
                  </a:lnTo>
                  <a:lnTo>
                    <a:pt x="114277" y="8586"/>
                  </a:lnTo>
                  <a:lnTo>
                    <a:pt x="109201" y="10370"/>
                  </a:lnTo>
                  <a:lnTo>
                    <a:pt x="104184" y="12317"/>
                  </a:lnTo>
                  <a:lnTo>
                    <a:pt x="99233" y="14424"/>
                  </a:lnTo>
                  <a:lnTo>
                    <a:pt x="94353" y="16689"/>
                  </a:lnTo>
                  <a:lnTo>
                    <a:pt x="89547" y="19111"/>
                  </a:lnTo>
                  <a:lnTo>
                    <a:pt x="84822" y="21685"/>
                  </a:lnTo>
                  <a:lnTo>
                    <a:pt x="80183" y="24411"/>
                  </a:lnTo>
                  <a:lnTo>
                    <a:pt x="75633" y="27284"/>
                  </a:lnTo>
                  <a:lnTo>
                    <a:pt x="71179" y="30302"/>
                  </a:lnTo>
                  <a:lnTo>
                    <a:pt x="66824" y="33462"/>
                  </a:lnTo>
                  <a:lnTo>
                    <a:pt x="62573" y="36761"/>
                  </a:lnTo>
                  <a:lnTo>
                    <a:pt x="58430" y="40195"/>
                  </a:lnTo>
                  <a:lnTo>
                    <a:pt x="54400" y="43760"/>
                  </a:lnTo>
                  <a:lnTo>
                    <a:pt x="50486" y="47453"/>
                  </a:lnTo>
                  <a:lnTo>
                    <a:pt x="46694" y="51270"/>
                  </a:lnTo>
                  <a:lnTo>
                    <a:pt x="43026" y="55208"/>
                  </a:lnTo>
                  <a:lnTo>
                    <a:pt x="39487" y="59261"/>
                  </a:lnTo>
                  <a:lnTo>
                    <a:pt x="36080" y="63426"/>
                  </a:lnTo>
                  <a:lnTo>
                    <a:pt x="32810" y="67698"/>
                  </a:lnTo>
                  <a:lnTo>
                    <a:pt x="29678" y="72074"/>
                  </a:lnTo>
                  <a:lnTo>
                    <a:pt x="26689" y="76548"/>
                  </a:lnTo>
                  <a:lnTo>
                    <a:pt x="23845" y="81116"/>
                  </a:lnTo>
                  <a:lnTo>
                    <a:pt x="21150" y="85773"/>
                  </a:lnTo>
                  <a:lnTo>
                    <a:pt x="18606" y="90515"/>
                  </a:lnTo>
                  <a:lnTo>
                    <a:pt x="16216" y="95336"/>
                  </a:lnTo>
                  <a:lnTo>
                    <a:pt x="13982" y="100231"/>
                  </a:lnTo>
                  <a:lnTo>
                    <a:pt x="11907" y="105196"/>
                  </a:lnTo>
                  <a:lnTo>
                    <a:pt x="9993" y="110225"/>
                  </a:lnTo>
                  <a:lnTo>
                    <a:pt x="8242" y="115313"/>
                  </a:lnTo>
                  <a:lnTo>
                    <a:pt x="6655" y="120454"/>
                  </a:lnTo>
                  <a:lnTo>
                    <a:pt x="5235" y="125644"/>
                  </a:lnTo>
                  <a:lnTo>
                    <a:pt x="3982" y="130877"/>
                  </a:lnTo>
                  <a:lnTo>
                    <a:pt x="2899" y="136148"/>
                  </a:lnTo>
                  <a:lnTo>
                    <a:pt x="1986" y="141451"/>
                  </a:lnTo>
                  <a:lnTo>
                    <a:pt x="1244" y="146780"/>
                  </a:lnTo>
                  <a:lnTo>
                    <a:pt x="674" y="152131"/>
                  </a:lnTo>
                  <a:lnTo>
                    <a:pt x="276" y="157497"/>
                  </a:lnTo>
                  <a:lnTo>
                    <a:pt x="51" y="162873"/>
                  </a:lnTo>
                  <a:lnTo>
                    <a:pt x="0" y="168253"/>
                  </a:lnTo>
                  <a:lnTo>
                    <a:pt x="121" y="173633"/>
                  </a:lnTo>
                  <a:lnTo>
                    <a:pt x="416" y="179006"/>
                  </a:lnTo>
                  <a:lnTo>
                    <a:pt x="883" y="184366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19935" y="1108660"/>
              <a:ext cx="166280" cy="17199"/>
            </a:xfrm>
            <a:custGeom>
              <a:avLst/>
              <a:pathLst>
                <a:path w="166280" h="17199">
                  <a:moveTo>
                    <a:pt x="0" y="17199"/>
                  </a:moveTo>
                  <a:lnTo>
                    <a:pt x="16628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319935" y="1108660"/>
              <a:ext cx="166280" cy="164480"/>
            </a:xfrm>
            <a:custGeom>
              <a:avLst/>
              <a:pathLst>
                <a:path w="166280" h="164480">
                  <a:moveTo>
                    <a:pt x="0" y="17199"/>
                  </a:moveTo>
                  <a:lnTo>
                    <a:pt x="640" y="22544"/>
                  </a:lnTo>
                  <a:lnTo>
                    <a:pt x="1451" y="27866"/>
                  </a:lnTo>
                  <a:lnTo>
                    <a:pt x="2434" y="33159"/>
                  </a:lnTo>
                  <a:lnTo>
                    <a:pt x="3587" y="38417"/>
                  </a:lnTo>
                  <a:lnTo>
                    <a:pt x="4908" y="43636"/>
                  </a:lnTo>
                  <a:lnTo>
                    <a:pt x="6397" y="48810"/>
                  </a:lnTo>
                  <a:lnTo>
                    <a:pt x="8052" y="53933"/>
                  </a:lnTo>
                  <a:lnTo>
                    <a:pt x="9870" y="58999"/>
                  </a:lnTo>
                  <a:lnTo>
                    <a:pt x="11851" y="64005"/>
                  </a:lnTo>
                  <a:lnTo>
                    <a:pt x="13992" y="68945"/>
                  </a:lnTo>
                  <a:lnTo>
                    <a:pt x="16291" y="73812"/>
                  </a:lnTo>
                  <a:lnTo>
                    <a:pt x="18746" y="78604"/>
                  </a:lnTo>
                  <a:lnTo>
                    <a:pt x="21353" y="83313"/>
                  </a:lnTo>
                  <a:lnTo>
                    <a:pt x="24111" y="87937"/>
                  </a:lnTo>
                  <a:lnTo>
                    <a:pt x="27016" y="92469"/>
                  </a:lnTo>
                  <a:lnTo>
                    <a:pt x="30066" y="96905"/>
                  </a:lnTo>
                  <a:lnTo>
                    <a:pt x="33257" y="101241"/>
                  </a:lnTo>
                  <a:lnTo>
                    <a:pt x="36586" y="105472"/>
                  </a:lnTo>
                  <a:lnTo>
                    <a:pt x="40049" y="109593"/>
                  </a:lnTo>
                  <a:lnTo>
                    <a:pt x="43644" y="113601"/>
                  </a:lnTo>
                  <a:lnTo>
                    <a:pt x="47365" y="117491"/>
                  </a:lnTo>
                  <a:lnTo>
                    <a:pt x="51210" y="121259"/>
                  </a:lnTo>
                  <a:lnTo>
                    <a:pt x="55174" y="124901"/>
                  </a:lnTo>
                  <a:lnTo>
                    <a:pt x="59254" y="128414"/>
                  </a:lnTo>
                  <a:lnTo>
                    <a:pt x="63444" y="131794"/>
                  </a:lnTo>
                  <a:lnTo>
                    <a:pt x="67741" y="135037"/>
                  </a:lnTo>
                  <a:lnTo>
                    <a:pt x="72140" y="138140"/>
                  </a:lnTo>
                  <a:lnTo>
                    <a:pt x="76637" y="141099"/>
                  </a:lnTo>
                  <a:lnTo>
                    <a:pt x="81227" y="143913"/>
                  </a:lnTo>
                  <a:lnTo>
                    <a:pt x="85905" y="146577"/>
                  </a:lnTo>
                  <a:lnTo>
                    <a:pt x="90666" y="149089"/>
                  </a:lnTo>
                  <a:lnTo>
                    <a:pt x="95506" y="151446"/>
                  </a:lnTo>
                  <a:lnTo>
                    <a:pt x="100419" y="153646"/>
                  </a:lnTo>
                  <a:lnTo>
                    <a:pt x="105401" y="155687"/>
                  </a:lnTo>
                  <a:lnTo>
                    <a:pt x="110446" y="157567"/>
                  </a:lnTo>
                  <a:lnTo>
                    <a:pt x="115548" y="159283"/>
                  </a:lnTo>
                  <a:lnTo>
                    <a:pt x="120703" y="160834"/>
                  </a:lnTo>
                  <a:lnTo>
                    <a:pt x="125906" y="162218"/>
                  </a:lnTo>
                  <a:lnTo>
                    <a:pt x="131150" y="163434"/>
                  </a:lnTo>
                  <a:lnTo>
                    <a:pt x="136431" y="164480"/>
                  </a:lnTo>
                  <a:lnTo>
                    <a:pt x="16628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456366" y="941493"/>
              <a:ext cx="197013" cy="334322"/>
            </a:xfrm>
            <a:custGeom>
              <a:avLst/>
              <a:pathLst>
                <a:path w="197013" h="334322">
                  <a:moveTo>
                    <a:pt x="0" y="331648"/>
                  </a:moveTo>
                  <a:lnTo>
                    <a:pt x="5266" y="332517"/>
                  </a:lnTo>
                  <a:lnTo>
                    <a:pt x="10558" y="333218"/>
                  </a:lnTo>
                  <a:lnTo>
                    <a:pt x="15870" y="333749"/>
                  </a:lnTo>
                  <a:lnTo>
                    <a:pt x="21196" y="334110"/>
                  </a:lnTo>
                  <a:lnTo>
                    <a:pt x="26530" y="334301"/>
                  </a:lnTo>
                  <a:lnTo>
                    <a:pt x="31868" y="334322"/>
                  </a:lnTo>
                  <a:lnTo>
                    <a:pt x="37204" y="334172"/>
                  </a:lnTo>
                  <a:lnTo>
                    <a:pt x="42533" y="333852"/>
                  </a:lnTo>
                  <a:lnTo>
                    <a:pt x="47848" y="333362"/>
                  </a:lnTo>
                  <a:lnTo>
                    <a:pt x="53145" y="332703"/>
                  </a:lnTo>
                  <a:lnTo>
                    <a:pt x="58419" y="331875"/>
                  </a:lnTo>
                  <a:lnTo>
                    <a:pt x="63663" y="330879"/>
                  </a:lnTo>
                  <a:lnTo>
                    <a:pt x="68873" y="329716"/>
                  </a:lnTo>
                  <a:lnTo>
                    <a:pt x="74043" y="328387"/>
                  </a:lnTo>
                  <a:lnTo>
                    <a:pt x="79168" y="326893"/>
                  </a:lnTo>
                  <a:lnTo>
                    <a:pt x="84242" y="325237"/>
                  </a:lnTo>
                  <a:lnTo>
                    <a:pt x="89262" y="323420"/>
                  </a:lnTo>
                  <a:lnTo>
                    <a:pt x="94220" y="321443"/>
                  </a:lnTo>
                  <a:lnTo>
                    <a:pt x="99113" y="319309"/>
                  </a:lnTo>
                  <a:lnTo>
                    <a:pt x="103936" y="317020"/>
                  </a:lnTo>
                  <a:lnTo>
                    <a:pt x="108682" y="314578"/>
                  </a:lnTo>
                  <a:lnTo>
                    <a:pt x="113349" y="311986"/>
                  </a:lnTo>
                  <a:lnTo>
                    <a:pt x="117930" y="309246"/>
                  </a:lnTo>
                  <a:lnTo>
                    <a:pt x="122422" y="306362"/>
                  </a:lnTo>
                  <a:lnTo>
                    <a:pt x="126819" y="303335"/>
                  </a:lnTo>
                  <a:lnTo>
                    <a:pt x="131117" y="300169"/>
                  </a:lnTo>
                  <a:lnTo>
                    <a:pt x="135312" y="296868"/>
                  </a:lnTo>
                  <a:lnTo>
                    <a:pt x="139399" y="293435"/>
                  </a:lnTo>
                  <a:lnTo>
                    <a:pt x="143375" y="289873"/>
                  </a:lnTo>
                  <a:lnTo>
                    <a:pt x="147235" y="286186"/>
                  </a:lnTo>
                  <a:lnTo>
                    <a:pt x="150975" y="282377"/>
                  </a:lnTo>
                  <a:lnTo>
                    <a:pt x="154592" y="278451"/>
                  </a:lnTo>
                  <a:lnTo>
                    <a:pt x="158081" y="274411"/>
                  </a:lnTo>
                  <a:lnTo>
                    <a:pt x="161440" y="270262"/>
                  </a:lnTo>
                  <a:lnTo>
                    <a:pt x="164664" y="266008"/>
                  </a:lnTo>
                  <a:lnTo>
                    <a:pt x="167752" y="261653"/>
                  </a:lnTo>
                  <a:lnTo>
                    <a:pt x="170698" y="257202"/>
                  </a:lnTo>
                  <a:lnTo>
                    <a:pt x="173501" y="252659"/>
                  </a:lnTo>
                  <a:lnTo>
                    <a:pt x="176157" y="248029"/>
                  </a:lnTo>
                  <a:lnTo>
                    <a:pt x="178664" y="243316"/>
                  </a:lnTo>
                  <a:lnTo>
                    <a:pt x="181020" y="238526"/>
                  </a:lnTo>
                  <a:lnTo>
                    <a:pt x="183221" y="233663"/>
                  </a:lnTo>
                  <a:lnTo>
                    <a:pt x="185266" y="228732"/>
                  </a:lnTo>
                  <a:lnTo>
                    <a:pt x="187153" y="223739"/>
                  </a:lnTo>
                  <a:lnTo>
                    <a:pt x="188879" y="218687"/>
                  </a:lnTo>
                  <a:lnTo>
                    <a:pt x="190442" y="213583"/>
                  </a:lnTo>
                  <a:lnTo>
                    <a:pt x="191843" y="208432"/>
                  </a:lnTo>
                  <a:lnTo>
                    <a:pt x="193078" y="203239"/>
                  </a:lnTo>
                  <a:lnTo>
                    <a:pt x="194146" y="198009"/>
                  </a:lnTo>
                  <a:lnTo>
                    <a:pt x="195047" y="192748"/>
                  </a:lnTo>
                  <a:lnTo>
                    <a:pt x="195780" y="187460"/>
                  </a:lnTo>
                  <a:lnTo>
                    <a:pt x="196343" y="182152"/>
                  </a:lnTo>
                  <a:lnTo>
                    <a:pt x="196736" y="176828"/>
                  </a:lnTo>
                  <a:lnTo>
                    <a:pt x="196960" y="171495"/>
                  </a:lnTo>
                  <a:lnTo>
                    <a:pt x="197013" y="166157"/>
                  </a:lnTo>
                  <a:lnTo>
                    <a:pt x="196895" y="160820"/>
                  </a:lnTo>
                  <a:lnTo>
                    <a:pt x="196608" y="155490"/>
                  </a:lnTo>
                  <a:lnTo>
                    <a:pt x="196150" y="150172"/>
                  </a:lnTo>
                  <a:lnTo>
                    <a:pt x="195522" y="144870"/>
                  </a:lnTo>
                  <a:lnTo>
                    <a:pt x="194726" y="139592"/>
                  </a:lnTo>
                  <a:lnTo>
                    <a:pt x="193761" y="134342"/>
                  </a:lnTo>
                  <a:lnTo>
                    <a:pt x="192630" y="129125"/>
                  </a:lnTo>
                  <a:lnTo>
                    <a:pt x="191332" y="123947"/>
                  </a:lnTo>
                  <a:lnTo>
                    <a:pt x="189870" y="118813"/>
                  </a:lnTo>
                  <a:lnTo>
                    <a:pt x="188244" y="113729"/>
                  </a:lnTo>
                  <a:lnTo>
                    <a:pt x="186458" y="108699"/>
                  </a:lnTo>
                  <a:lnTo>
                    <a:pt x="184511" y="103728"/>
                  </a:lnTo>
                  <a:lnTo>
                    <a:pt x="182407" y="98823"/>
                  </a:lnTo>
                  <a:lnTo>
                    <a:pt x="180147" y="93986"/>
                  </a:lnTo>
                  <a:lnTo>
                    <a:pt x="177733" y="89225"/>
                  </a:lnTo>
                  <a:lnTo>
                    <a:pt x="175170" y="84543"/>
                  </a:lnTo>
                  <a:lnTo>
                    <a:pt x="172457" y="79945"/>
                  </a:lnTo>
                  <a:lnTo>
                    <a:pt x="169600" y="75436"/>
                  </a:lnTo>
                  <a:lnTo>
                    <a:pt x="166600" y="71021"/>
                  </a:lnTo>
                  <a:lnTo>
                    <a:pt x="163460" y="66704"/>
                  </a:lnTo>
                  <a:lnTo>
                    <a:pt x="160185" y="62489"/>
                  </a:lnTo>
                  <a:lnTo>
                    <a:pt x="156776" y="58381"/>
                  </a:lnTo>
                  <a:lnTo>
                    <a:pt x="153238" y="54384"/>
                  </a:lnTo>
                  <a:lnTo>
                    <a:pt x="149574" y="50502"/>
                  </a:lnTo>
                  <a:lnTo>
                    <a:pt x="145788" y="46739"/>
                  </a:lnTo>
                  <a:lnTo>
                    <a:pt x="141884" y="43098"/>
                  </a:lnTo>
                  <a:lnTo>
                    <a:pt x="137865" y="39585"/>
                  </a:lnTo>
                  <a:lnTo>
                    <a:pt x="133737" y="36201"/>
                  </a:lnTo>
                  <a:lnTo>
                    <a:pt x="129502" y="32951"/>
                  </a:lnTo>
                  <a:lnTo>
                    <a:pt x="125166" y="29837"/>
                  </a:lnTo>
                  <a:lnTo>
                    <a:pt x="120733" y="26864"/>
                  </a:lnTo>
                  <a:lnTo>
                    <a:pt x="116207" y="24034"/>
                  </a:lnTo>
                  <a:lnTo>
                    <a:pt x="111593" y="21349"/>
                  </a:lnTo>
                  <a:lnTo>
                    <a:pt x="106896" y="18814"/>
                  </a:lnTo>
                  <a:lnTo>
                    <a:pt x="102120" y="16429"/>
                  </a:lnTo>
                  <a:lnTo>
                    <a:pt x="97270" y="14199"/>
                  </a:lnTo>
                  <a:lnTo>
                    <a:pt x="92351" y="12124"/>
                  </a:lnTo>
                  <a:lnTo>
                    <a:pt x="87369" y="10207"/>
                  </a:lnTo>
                  <a:lnTo>
                    <a:pt x="82329" y="8451"/>
                  </a:lnTo>
                  <a:lnTo>
                    <a:pt x="77234" y="6856"/>
                  </a:lnTo>
                  <a:lnTo>
                    <a:pt x="72092" y="5425"/>
                  </a:lnTo>
                  <a:lnTo>
                    <a:pt x="66906" y="4159"/>
                  </a:lnTo>
                  <a:lnTo>
                    <a:pt x="61683" y="3059"/>
                  </a:lnTo>
                  <a:lnTo>
                    <a:pt x="56427" y="2126"/>
                  </a:lnTo>
                  <a:lnTo>
                    <a:pt x="51144" y="1361"/>
                  </a:lnTo>
                  <a:lnTo>
                    <a:pt x="45839" y="766"/>
                  </a:lnTo>
                  <a:lnTo>
                    <a:pt x="40518" y="340"/>
                  </a:lnTo>
                  <a:lnTo>
                    <a:pt x="35186" y="85"/>
                  </a:lnTo>
                  <a:lnTo>
                    <a:pt x="29848" y="0"/>
                  </a:lnTo>
                  <a:lnTo>
                    <a:pt x="298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797337" y="1071028"/>
              <a:ext cx="167163" cy="329658"/>
            </a:xfrm>
            <a:custGeom>
              <a:avLst/>
              <a:pathLst>
                <a:path w="167163" h="329658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6"/>
                  </a:lnTo>
                  <a:lnTo>
                    <a:pt x="130124" y="4155"/>
                  </a:lnTo>
                  <a:lnTo>
                    <a:pt x="124941" y="5420"/>
                  </a:lnTo>
                  <a:lnTo>
                    <a:pt x="119800" y="6849"/>
                  </a:lnTo>
                  <a:lnTo>
                    <a:pt x="114708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5"/>
                  </a:lnTo>
                  <a:lnTo>
                    <a:pt x="94926" y="16413"/>
                  </a:lnTo>
                  <a:lnTo>
                    <a:pt x="90152" y="18795"/>
                  </a:lnTo>
                  <a:lnTo>
                    <a:pt x="85456" y="21328"/>
                  </a:lnTo>
                  <a:lnTo>
                    <a:pt x="80844" y="24010"/>
                  </a:lnTo>
                  <a:lnTo>
                    <a:pt x="76319" y="26837"/>
                  </a:lnTo>
                  <a:lnTo>
                    <a:pt x="71887" y="29808"/>
                  </a:lnTo>
                  <a:lnTo>
                    <a:pt x="67552" y="32918"/>
                  </a:lnTo>
                  <a:lnTo>
                    <a:pt x="63319" y="36166"/>
                  </a:lnTo>
                  <a:lnTo>
                    <a:pt x="59191" y="39546"/>
                  </a:lnTo>
                  <a:lnTo>
                    <a:pt x="55174" y="43057"/>
                  </a:lnTo>
                  <a:lnTo>
                    <a:pt x="51270" y="46694"/>
                  </a:lnTo>
                  <a:lnTo>
                    <a:pt x="47485" y="50454"/>
                  </a:lnTo>
                  <a:lnTo>
                    <a:pt x="43821" y="54332"/>
                  </a:lnTo>
                  <a:lnTo>
                    <a:pt x="40283" y="58326"/>
                  </a:lnTo>
                  <a:lnTo>
                    <a:pt x="36874" y="62430"/>
                  </a:lnTo>
                  <a:lnTo>
                    <a:pt x="33598" y="66641"/>
                  </a:lnTo>
                  <a:lnTo>
                    <a:pt x="30458" y="70955"/>
                  </a:lnTo>
                  <a:lnTo>
                    <a:pt x="27458" y="75366"/>
                  </a:lnTo>
                  <a:lnTo>
                    <a:pt x="24599" y="79872"/>
                  </a:lnTo>
                  <a:lnTo>
                    <a:pt x="21886" y="84466"/>
                  </a:lnTo>
                  <a:lnTo>
                    <a:pt x="19321" y="89144"/>
                  </a:lnTo>
                  <a:lnTo>
                    <a:pt x="16906" y="93901"/>
                  </a:lnTo>
                  <a:lnTo>
                    <a:pt x="14645" y="98734"/>
                  </a:lnTo>
                  <a:lnTo>
                    <a:pt x="12538" y="103636"/>
                  </a:lnTo>
                  <a:lnTo>
                    <a:pt x="10590" y="108603"/>
                  </a:lnTo>
                  <a:lnTo>
                    <a:pt x="8801" y="113629"/>
                  </a:lnTo>
                  <a:lnTo>
                    <a:pt x="7173" y="118710"/>
                  </a:lnTo>
                  <a:lnTo>
                    <a:pt x="5708" y="123840"/>
                  </a:lnTo>
                  <a:lnTo>
                    <a:pt x="4407" y="129015"/>
                  </a:lnTo>
                  <a:lnTo>
                    <a:pt x="3273" y="134228"/>
                  </a:lnTo>
                  <a:lnTo>
                    <a:pt x="2305" y="139475"/>
                  </a:lnTo>
                  <a:lnTo>
                    <a:pt x="1505" y="144750"/>
                  </a:lnTo>
                  <a:lnTo>
                    <a:pt x="874" y="150048"/>
                  </a:lnTo>
                  <a:lnTo>
                    <a:pt x="413" y="155363"/>
                  </a:lnTo>
                  <a:lnTo>
                    <a:pt x="121" y="160691"/>
                  </a:lnTo>
                  <a:lnTo>
                    <a:pt x="0" y="166025"/>
                  </a:lnTo>
                  <a:lnTo>
                    <a:pt x="48" y="171360"/>
                  </a:lnTo>
                  <a:lnTo>
                    <a:pt x="267" y="176691"/>
                  </a:lnTo>
                  <a:lnTo>
                    <a:pt x="656" y="182012"/>
                  </a:lnTo>
                  <a:lnTo>
                    <a:pt x="1215" y="187318"/>
                  </a:lnTo>
                  <a:lnTo>
                    <a:pt x="1942" y="192603"/>
                  </a:lnTo>
                  <a:lnTo>
                    <a:pt x="2838" y="197863"/>
                  </a:lnTo>
                  <a:lnTo>
                    <a:pt x="3901" y="203091"/>
                  </a:lnTo>
                  <a:lnTo>
                    <a:pt x="5131" y="208283"/>
                  </a:lnTo>
                  <a:lnTo>
                    <a:pt x="6526" y="213433"/>
                  </a:lnTo>
                  <a:lnTo>
                    <a:pt x="8084" y="218536"/>
                  </a:lnTo>
                  <a:lnTo>
                    <a:pt x="9804" y="223586"/>
                  </a:lnTo>
                  <a:lnTo>
                    <a:pt x="11685" y="228579"/>
                  </a:lnTo>
                  <a:lnTo>
                    <a:pt x="13724" y="233509"/>
                  </a:lnTo>
                  <a:lnTo>
                    <a:pt x="15919" y="238372"/>
                  </a:lnTo>
                  <a:lnTo>
                    <a:pt x="18268" y="243162"/>
                  </a:lnTo>
                  <a:lnTo>
                    <a:pt x="20769" y="247875"/>
                  </a:lnTo>
                  <a:lnTo>
                    <a:pt x="23419" y="252506"/>
                  </a:lnTo>
                  <a:lnTo>
                    <a:pt x="26216" y="257050"/>
                  </a:lnTo>
                  <a:lnTo>
                    <a:pt x="29156" y="261502"/>
                  </a:lnTo>
                  <a:lnTo>
                    <a:pt x="32237" y="265858"/>
                  </a:lnTo>
                  <a:lnTo>
                    <a:pt x="35455" y="270113"/>
                  </a:lnTo>
                  <a:lnTo>
                    <a:pt x="38807" y="274264"/>
                  </a:lnTo>
                  <a:lnTo>
                    <a:pt x="42290" y="278306"/>
                  </a:lnTo>
                  <a:lnTo>
                    <a:pt x="45901" y="282234"/>
                  </a:lnTo>
                  <a:lnTo>
                    <a:pt x="49635" y="286045"/>
                  </a:lnTo>
                  <a:lnTo>
                    <a:pt x="53488" y="289735"/>
                  </a:lnTo>
                  <a:lnTo>
                    <a:pt x="57457" y="293300"/>
                  </a:lnTo>
                  <a:lnTo>
                    <a:pt x="61538" y="296737"/>
                  </a:lnTo>
                  <a:lnTo>
                    <a:pt x="65727" y="300042"/>
                  </a:lnTo>
                  <a:lnTo>
                    <a:pt x="70019" y="303211"/>
                  </a:lnTo>
                  <a:lnTo>
                    <a:pt x="74410" y="306242"/>
                  </a:lnTo>
                  <a:lnTo>
                    <a:pt x="78896" y="309131"/>
                  </a:lnTo>
                  <a:lnTo>
                    <a:pt x="83471" y="311876"/>
                  </a:lnTo>
                  <a:lnTo>
                    <a:pt x="88131" y="314473"/>
                  </a:lnTo>
                  <a:lnTo>
                    <a:pt x="92873" y="316920"/>
                  </a:lnTo>
                  <a:lnTo>
                    <a:pt x="97689" y="319214"/>
                  </a:lnTo>
                  <a:lnTo>
                    <a:pt x="102577" y="321354"/>
                  </a:lnTo>
                  <a:lnTo>
                    <a:pt x="107530" y="323336"/>
                  </a:lnTo>
                  <a:lnTo>
                    <a:pt x="112544" y="325160"/>
                  </a:lnTo>
                  <a:lnTo>
                    <a:pt x="117614" y="326822"/>
                  </a:lnTo>
                  <a:lnTo>
                    <a:pt x="122734" y="328322"/>
                  </a:lnTo>
                  <a:lnTo>
                    <a:pt x="127900" y="329658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25238" y="1238196"/>
              <a:ext cx="39263" cy="162491"/>
            </a:xfrm>
            <a:custGeom>
              <a:avLst/>
              <a:pathLst>
                <a:path w="39263" h="162491">
                  <a:moveTo>
                    <a:pt x="0" y="162491"/>
                  </a:moveTo>
                  <a:lnTo>
                    <a:pt x="3926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25238" y="1071858"/>
              <a:ext cx="206427" cy="333488"/>
            </a:xfrm>
            <a:custGeom>
              <a:avLst/>
              <a:pathLst>
                <a:path w="206427" h="333488">
                  <a:moveTo>
                    <a:pt x="0" y="328828"/>
                  </a:moveTo>
                  <a:lnTo>
                    <a:pt x="5191" y="329996"/>
                  </a:lnTo>
                  <a:lnTo>
                    <a:pt x="10418" y="330997"/>
                  </a:lnTo>
                  <a:lnTo>
                    <a:pt x="15674" y="331832"/>
                  </a:lnTo>
                  <a:lnTo>
                    <a:pt x="20953" y="332499"/>
                  </a:lnTo>
                  <a:lnTo>
                    <a:pt x="26251" y="332998"/>
                  </a:lnTo>
                  <a:lnTo>
                    <a:pt x="31563" y="333327"/>
                  </a:lnTo>
                  <a:lnTo>
                    <a:pt x="36882" y="333488"/>
                  </a:lnTo>
                  <a:lnTo>
                    <a:pt x="42203" y="333479"/>
                  </a:lnTo>
                  <a:lnTo>
                    <a:pt x="47522" y="333301"/>
                  </a:lnTo>
                  <a:lnTo>
                    <a:pt x="52832" y="332953"/>
                  </a:lnTo>
                  <a:lnTo>
                    <a:pt x="58129" y="332437"/>
                  </a:lnTo>
                  <a:lnTo>
                    <a:pt x="63406" y="331752"/>
                  </a:lnTo>
                  <a:lnTo>
                    <a:pt x="68659" y="330900"/>
                  </a:lnTo>
                  <a:lnTo>
                    <a:pt x="73882" y="329881"/>
                  </a:lnTo>
                  <a:lnTo>
                    <a:pt x="79070" y="328696"/>
                  </a:lnTo>
                  <a:lnTo>
                    <a:pt x="84218" y="327347"/>
                  </a:lnTo>
                  <a:lnTo>
                    <a:pt x="89320" y="325834"/>
                  </a:lnTo>
                  <a:lnTo>
                    <a:pt x="94371" y="324160"/>
                  </a:lnTo>
                  <a:lnTo>
                    <a:pt x="99367" y="322326"/>
                  </a:lnTo>
                  <a:lnTo>
                    <a:pt x="104301" y="320334"/>
                  </a:lnTo>
                  <a:lnTo>
                    <a:pt x="109170" y="318186"/>
                  </a:lnTo>
                  <a:lnTo>
                    <a:pt x="113968" y="315884"/>
                  </a:lnTo>
                  <a:lnTo>
                    <a:pt x="118690" y="313430"/>
                  </a:lnTo>
                  <a:lnTo>
                    <a:pt x="123332" y="310827"/>
                  </a:lnTo>
                  <a:lnTo>
                    <a:pt x="127888" y="308078"/>
                  </a:lnTo>
                  <a:lnTo>
                    <a:pt x="132355" y="305186"/>
                  </a:lnTo>
                  <a:lnTo>
                    <a:pt x="136727" y="302152"/>
                  </a:lnTo>
                  <a:lnTo>
                    <a:pt x="141001" y="298981"/>
                  </a:lnTo>
                  <a:lnTo>
                    <a:pt x="145171" y="295676"/>
                  </a:lnTo>
                  <a:lnTo>
                    <a:pt x="149234" y="292239"/>
                  </a:lnTo>
                  <a:lnTo>
                    <a:pt x="153186" y="288675"/>
                  </a:lnTo>
                  <a:lnTo>
                    <a:pt x="157022" y="284987"/>
                  </a:lnTo>
                  <a:lnTo>
                    <a:pt x="160739" y="281178"/>
                  </a:lnTo>
                  <a:lnTo>
                    <a:pt x="164333" y="277254"/>
                  </a:lnTo>
                  <a:lnTo>
                    <a:pt x="167800" y="273216"/>
                  </a:lnTo>
                  <a:lnTo>
                    <a:pt x="171137" y="269071"/>
                  </a:lnTo>
                  <a:lnTo>
                    <a:pt x="174340" y="264821"/>
                  </a:lnTo>
                  <a:lnTo>
                    <a:pt x="177406" y="260472"/>
                  </a:lnTo>
                  <a:lnTo>
                    <a:pt x="180333" y="256027"/>
                  </a:lnTo>
                  <a:lnTo>
                    <a:pt x="183116" y="251492"/>
                  </a:lnTo>
                  <a:lnTo>
                    <a:pt x="185754" y="246870"/>
                  </a:lnTo>
                  <a:lnTo>
                    <a:pt x="188243" y="242166"/>
                  </a:lnTo>
                  <a:lnTo>
                    <a:pt x="190581" y="237386"/>
                  </a:lnTo>
                  <a:lnTo>
                    <a:pt x="192766" y="232533"/>
                  </a:lnTo>
                  <a:lnTo>
                    <a:pt x="194795" y="227614"/>
                  </a:lnTo>
                  <a:lnTo>
                    <a:pt x="196666" y="222632"/>
                  </a:lnTo>
                  <a:lnTo>
                    <a:pt x="198378" y="217593"/>
                  </a:lnTo>
                  <a:lnTo>
                    <a:pt x="199929" y="212503"/>
                  </a:lnTo>
                  <a:lnTo>
                    <a:pt x="201317" y="207366"/>
                  </a:lnTo>
                  <a:lnTo>
                    <a:pt x="202541" y="202187"/>
                  </a:lnTo>
                  <a:lnTo>
                    <a:pt x="203599" y="196971"/>
                  </a:lnTo>
                  <a:lnTo>
                    <a:pt x="204491" y="191725"/>
                  </a:lnTo>
                  <a:lnTo>
                    <a:pt x="205216" y="186453"/>
                  </a:lnTo>
                  <a:lnTo>
                    <a:pt x="205772" y="181161"/>
                  </a:lnTo>
                  <a:lnTo>
                    <a:pt x="206159" y="175853"/>
                  </a:lnTo>
                  <a:lnTo>
                    <a:pt x="206378" y="170536"/>
                  </a:lnTo>
                  <a:lnTo>
                    <a:pt x="206427" y="165215"/>
                  </a:lnTo>
                  <a:lnTo>
                    <a:pt x="206306" y="159894"/>
                  </a:lnTo>
                  <a:lnTo>
                    <a:pt x="206016" y="154581"/>
                  </a:lnTo>
                  <a:lnTo>
                    <a:pt x="205558" y="149279"/>
                  </a:lnTo>
                  <a:lnTo>
                    <a:pt x="204930" y="143995"/>
                  </a:lnTo>
                  <a:lnTo>
                    <a:pt x="204135" y="138733"/>
                  </a:lnTo>
                  <a:lnTo>
                    <a:pt x="203173" y="133499"/>
                  </a:lnTo>
                  <a:lnTo>
                    <a:pt x="202045" y="128298"/>
                  </a:lnTo>
                  <a:lnTo>
                    <a:pt x="200752" y="123136"/>
                  </a:lnTo>
                  <a:lnTo>
                    <a:pt x="199295" y="118018"/>
                  </a:lnTo>
                  <a:lnTo>
                    <a:pt x="197676" y="112949"/>
                  </a:lnTo>
                  <a:lnTo>
                    <a:pt x="195896" y="107933"/>
                  </a:lnTo>
                  <a:lnTo>
                    <a:pt x="193958" y="102977"/>
                  </a:lnTo>
                  <a:lnTo>
                    <a:pt x="191863" y="98086"/>
                  </a:lnTo>
                  <a:lnTo>
                    <a:pt x="189613" y="93263"/>
                  </a:lnTo>
                  <a:lnTo>
                    <a:pt x="187211" y="88514"/>
                  </a:lnTo>
                  <a:lnTo>
                    <a:pt x="184659" y="83845"/>
                  </a:lnTo>
                  <a:lnTo>
                    <a:pt x="181959" y="79259"/>
                  </a:lnTo>
                  <a:lnTo>
                    <a:pt x="179115" y="74761"/>
                  </a:lnTo>
                  <a:lnTo>
                    <a:pt x="176130" y="70356"/>
                  </a:lnTo>
                  <a:lnTo>
                    <a:pt x="173005" y="66048"/>
                  </a:lnTo>
                  <a:lnTo>
                    <a:pt x="169745" y="61842"/>
                  </a:lnTo>
                  <a:lnTo>
                    <a:pt x="166353" y="57742"/>
                  </a:lnTo>
                  <a:lnTo>
                    <a:pt x="162832" y="53751"/>
                  </a:lnTo>
                  <a:lnTo>
                    <a:pt x="159186" y="49875"/>
                  </a:lnTo>
                  <a:lnTo>
                    <a:pt x="155418" y="46117"/>
                  </a:lnTo>
                  <a:lnTo>
                    <a:pt x="151533" y="42481"/>
                  </a:lnTo>
                  <a:lnTo>
                    <a:pt x="147533" y="38970"/>
                  </a:lnTo>
                  <a:lnTo>
                    <a:pt x="143424" y="35588"/>
                  </a:lnTo>
                  <a:lnTo>
                    <a:pt x="139210" y="32339"/>
                  </a:lnTo>
                  <a:lnTo>
                    <a:pt x="134894" y="29226"/>
                  </a:lnTo>
                  <a:lnTo>
                    <a:pt x="130482" y="26251"/>
                  </a:lnTo>
                  <a:lnTo>
                    <a:pt x="125976" y="23419"/>
                  </a:lnTo>
                  <a:lnTo>
                    <a:pt x="121383" y="20731"/>
                  </a:lnTo>
                  <a:lnTo>
                    <a:pt x="116707" y="18191"/>
                  </a:lnTo>
                  <a:lnTo>
                    <a:pt x="111953" y="15801"/>
                  </a:lnTo>
                  <a:lnTo>
                    <a:pt x="107124" y="13564"/>
                  </a:lnTo>
                  <a:lnTo>
                    <a:pt x="102227" y="11481"/>
                  </a:lnTo>
                  <a:lnTo>
                    <a:pt x="97266" y="9555"/>
                  </a:lnTo>
                  <a:lnTo>
                    <a:pt x="92246" y="7789"/>
                  </a:lnTo>
                  <a:lnTo>
                    <a:pt x="87173" y="6183"/>
                  </a:lnTo>
                  <a:lnTo>
                    <a:pt x="82051" y="4739"/>
                  </a:lnTo>
                  <a:lnTo>
                    <a:pt x="76886" y="3459"/>
                  </a:lnTo>
                  <a:lnTo>
                    <a:pt x="71682" y="2344"/>
                  </a:lnTo>
                  <a:lnTo>
                    <a:pt x="66446" y="1395"/>
                  </a:lnTo>
                  <a:lnTo>
                    <a:pt x="61182" y="613"/>
                  </a:lnTo>
                  <a:lnTo>
                    <a:pt x="55896" y="0"/>
                  </a:lnTo>
                  <a:lnTo>
                    <a:pt x="39263" y="1663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64501" y="1071028"/>
              <a:ext cx="16633" cy="167167"/>
            </a:xfrm>
            <a:custGeom>
              <a:avLst/>
              <a:pathLst>
                <a:path w="16633" h="167167">
                  <a:moveTo>
                    <a:pt x="16633" y="829"/>
                  </a:moveTo>
                  <a:lnTo>
                    <a:pt x="8326" y="2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375728" y="1322571"/>
              <a:ext cx="112992" cy="167167"/>
            </a:xfrm>
            <a:custGeom>
              <a:avLst/>
              <a:pathLst>
                <a:path w="112992" h="167167">
                  <a:moveTo>
                    <a:pt x="112992" y="0"/>
                  </a:moveTo>
                  <a:lnTo>
                    <a:pt x="107354" y="95"/>
                  </a:lnTo>
                  <a:lnTo>
                    <a:pt x="101721" y="380"/>
                  </a:lnTo>
                  <a:lnTo>
                    <a:pt x="96102" y="855"/>
                  </a:lnTo>
                  <a:lnTo>
                    <a:pt x="90502" y="1519"/>
                  </a:lnTo>
                  <a:lnTo>
                    <a:pt x="84927" y="2372"/>
                  </a:lnTo>
                  <a:lnTo>
                    <a:pt x="79384" y="3413"/>
                  </a:lnTo>
                  <a:lnTo>
                    <a:pt x="73880" y="4640"/>
                  </a:lnTo>
                  <a:lnTo>
                    <a:pt x="68420" y="6051"/>
                  </a:lnTo>
                  <a:lnTo>
                    <a:pt x="63011" y="7646"/>
                  </a:lnTo>
                  <a:lnTo>
                    <a:pt x="57658" y="9423"/>
                  </a:lnTo>
                  <a:lnTo>
                    <a:pt x="52369" y="11379"/>
                  </a:lnTo>
                  <a:lnTo>
                    <a:pt x="47149" y="13513"/>
                  </a:lnTo>
                  <a:lnTo>
                    <a:pt x="42003" y="15821"/>
                  </a:lnTo>
                  <a:lnTo>
                    <a:pt x="36939" y="18302"/>
                  </a:lnTo>
                  <a:lnTo>
                    <a:pt x="31961" y="20952"/>
                  </a:lnTo>
                  <a:lnTo>
                    <a:pt x="27075" y="23769"/>
                  </a:lnTo>
                  <a:lnTo>
                    <a:pt x="22287" y="26748"/>
                  </a:lnTo>
                  <a:lnTo>
                    <a:pt x="17602" y="29888"/>
                  </a:lnTo>
                  <a:lnTo>
                    <a:pt x="13026" y="33183"/>
                  </a:lnTo>
                  <a:lnTo>
                    <a:pt x="8563" y="36632"/>
                  </a:lnTo>
                  <a:lnTo>
                    <a:pt x="4219" y="40228"/>
                  </a:lnTo>
                  <a:lnTo>
                    <a:pt x="0" y="43970"/>
                  </a:lnTo>
                  <a:lnTo>
                    <a:pt x="11299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375728" y="1366541"/>
              <a:ext cx="112992" cy="123197"/>
            </a:xfrm>
            <a:custGeom>
              <a:avLst/>
              <a:pathLst>
                <a:path w="112992" h="123197">
                  <a:moveTo>
                    <a:pt x="0" y="0"/>
                  </a:moveTo>
                  <a:lnTo>
                    <a:pt x="112992" y="1231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321554" y="1354133"/>
              <a:ext cx="334331" cy="302762"/>
            </a:xfrm>
            <a:custGeom>
              <a:avLst/>
              <a:pathLst>
                <a:path w="334331" h="302762">
                  <a:moveTo>
                    <a:pt x="54173" y="12408"/>
                  </a:moveTo>
                  <a:lnTo>
                    <a:pt x="50323" y="16053"/>
                  </a:lnTo>
                  <a:lnTo>
                    <a:pt x="46590" y="19818"/>
                  </a:lnTo>
                  <a:lnTo>
                    <a:pt x="42979" y="23701"/>
                  </a:lnTo>
                  <a:lnTo>
                    <a:pt x="39492" y="27695"/>
                  </a:lnTo>
                  <a:lnTo>
                    <a:pt x="36134" y="31798"/>
                  </a:lnTo>
                  <a:lnTo>
                    <a:pt x="32908" y="36006"/>
                  </a:lnTo>
                  <a:lnTo>
                    <a:pt x="29817" y="40314"/>
                  </a:lnTo>
                  <a:lnTo>
                    <a:pt x="26864" y="44717"/>
                  </a:lnTo>
                  <a:lnTo>
                    <a:pt x="24053" y="49213"/>
                  </a:lnTo>
                  <a:lnTo>
                    <a:pt x="21385" y="53795"/>
                  </a:lnTo>
                  <a:lnTo>
                    <a:pt x="18864" y="58459"/>
                  </a:lnTo>
                  <a:lnTo>
                    <a:pt x="16492" y="63201"/>
                  </a:lnTo>
                  <a:lnTo>
                    <a:pt x="14271" y="68016"/>
                  </a:lnTo>
                  <a:lnTo>
                    <a:pt x="12205" y="72898"/>
                  </a:lnTo>
                  <a:lnTo>
                    <a:pt x="10294" y="77844"/>
                  </a:lnTo>
                  <a:lnTo>
                    <a:pt x="8541" y="82848"/>
                  </a:lnTo>
                  <a:lnTo>
                    <a:pt x="6948" y="87905"/>
                  </a:lnTo>
                  <a:lnTo>
                    <a:pt x="5516" y="93010"/>
                  </a:lnTo>
                  <a:lnTo>
                    <a:pt x="4246" y="98158"/>
                  </a:lnTo>
                  <a:lnTo>
                    <a:pt x="3141" y="103343"/>
                  </a:lnTo>
                  <a:lnTo>
                    <a:pt x="2200" y="108561"/>
                  </a:lnTo>
                  <a:lnTo>
                    <a:pt x="1426" y="113807"/>
                  </a:lnTo>
                  <a:lnTo>
                    <a:pt x="818" y="119074"/>
                  </a:lnTo>
                  <a:lnTo>
                    <a:pt x="377" y="124357"/>
                  </a:lnTo>
                  <a:lnTo>
                    <a:pt x="104" y="129653"/>
                  </a:lnTo>
                  <a:lnTo>
                    <a:pt x="0" y="134954"/>
                  </a:lnTo>
                  <a:lnTo>
                    <a:pt x="63" y="140255"/>
                  </a:lnTo>
                  <a:lnTo>
                    <a:pt x="294" y="145552"/>
                  </a:lnTo>
                  <a:lnTo>
                    <a:pt x="694" y="150839"/>
                  </a:lnTo>
                  <a:lnTo>
                    <a:pt x="1261" y="156111"/>
                  </a:lnTo>
                  <a:lnTo>
                    <a:pt x="1994" y="161362"/>
                  </a:lnTo>
                  <a:lnTo>
                    <a:pt x="2894" y="166587"/>
                  </a:lnTo>
                  <a:lnTo>
                    <a:pt x="3960" y="171781"/>
                  </a:lnTo>
                  <a:lnTo>
                    <a:pt x="5189" y="176939"/>
                  </a:lnTo>
                  <a:lnTo>
                    <a:pt x="6581" y="182055"/>
                  </a:lnTo>
                  <a:lnTo>
                    <a:pt x="8135" y="187124"/>
                  </a:lnTo>
                  <a:lnTo>
                    <a:pt x="9849" y="192141"/>
                  </a:lnTo>
                  <a:lnTo>
                    <a:pt x="11721" y="197102"/>
                  </a:lnTo>
                  <a:lnTo>
                    <a:pt x="13749" y="202001"/>
                  </a:lnTo>
                  <a:lnTo>
                    <a:pt x="15932" y="206833"/>
                  </a:lnTo>
                  <a:lnTo>
                    <a:pt x="18267" y="211593"/>
                  </a:lnTo>
                  <a:lnTo>
                    <a:pt x="20752" y="216277"/>
                  </a:lnTo>
                  <a:lnTo>
                    <a:pt x="23384" y="220879"/>
                  </a:lnTo>
                  <a:lnTo>
                    <a:pt x="26161" y="225396"/>
                  </a:lnTo>
                  <a:lnTo>
                    <a:pt x="29079" y="229823"/>
                  </a:lnTo>
                  <a:lnTo>
                    <a:pt x="32136" y="234155"/>
                  </a:lnTo>
                  <a:lnTo>
                    <a:pt x="35330" y="238387"/>
                  </a:lnTo>
                  <a:lnTo>
                    <a:pt x="38655" y="242516"/>
                  </a:lnTo>
                  <a:lnTo>
                    <a:pt x="42111" y="246538"/>
                  </a:lnTo>
                  <a:lnTo>
                    <a:pt x="45692" y="250448"/>
                  </a:lnTo>
                  <a:lnTo>
                    <a:pt x="49395" y="254243"/>
                  </a:lnTo>
                  <a:lnTo>
                    <a:pt x="53216" y="257918"/>
                  </a:lnTo>
                  <a:lnTo>
                    <a:pt x="57153" y="261470"/>
                  </a:lnTo>
                  <a:lnTo>
                    <a:pt x="61200" y="264896"/>
                  </a:lnTo>
                  <a:lnTo>
                    <a:pt x="65353" y="268191"/>
                  </a:lnTo>
                  <a:lnTo>
                    <a:pt x="69609" y="271353"/>
                  </a:lnTo>
                  <a:lnTo>
                    <a:pt x="73963" y="274379"/>
                  </a:lnTo>
                  <a:lnTo>
                    <a:pt x="78411" y="277265"/>
                  </a:lnTo>
                  <a:lnTo>
                    <a:pt x="82948" y="280008"/>
                  </a:lnTo>
                  <a:lnTo>
                    <a:pt x="87570" y="282606"/>
                  </a:lnTo>
                  <a:lnTo>
                    <a:pt x="92272" y="285057"/>
                  </a:lnTo>
                  <a:lnTo>
                    <a:pt x="97049" y="287357"/>
                  </a:lnTo>
                  <a:lnTo>
                    <a:pt x="101897" y="289504"/>
                  </a:lnTo>
                  <a:lnTo>
                    <a:pt x="106810" y="291496"/>
                  </a:lnTo>
                  <a:lnTo>
                    <a:pt x="111784" y="293332"/>
                  </a:lnTo>
                  <a:lnTo>
                    <a:pt x="116814" y="295009"/>
                  </a:lnTo>
                  <a:lnTo>
                    <a:pt x="121895" y="296526"/>
                  </a:lnTo>
                  <a:lnTo>
                    <a:pt x="127021" y="297880"/>
                  </a:lnTo>
                  <a:lnTo>
                    <a:pt x="132187" y="299072"/>
                  </a:lnTo>
                  <a:lnTo>
                    <a:pt x="137389" y="300099"/>
                  </a:lnTo>
                  <a:lnTo>
                    <a:pt x="142621" y="300960"/>
                  </a:lnTo>
                  <a:lnTo>
                    <a:pt x="147877" y="301656"/>
                  </a:lnTo>
                  <a:lnTo>
                    <a:pt x="153153" y="302184"/>
                  </a:lnTo>
                  <a:lnTo>
                    <a:pt x="158442" y="302545"/>
                  </a:lnTo>
                  <a:lnTo>
                    <a:pt x="163741" y="302737"/>
                  </a:lnTo>
                  <a:lnTo>
                    <a:pt x="169043" y="302762"/>
                  </a:lnTo>
                  <a:lnTo>
                    <a:pt x="174343" y="302618"/>
                  </a:lnTo>
                  <a:lnTo>
                    <a:pt x="179636" y="302306"/>
                  </a:lnTo>
                  <a:lnTo>
                    <a:pt x="184916" y="301827"/>
                  </a:lnTo>
                  <a:lnTo>
                    <a:pt x="190179" y="301181"/>
                  </a:lnTo>
                  <a:lnTo>
                    <a:pt x="195418" y="300368"/>
                  </a:lnTo>
                  <a:lnTo>
                    <a:pt x="200629" y="299389"/>
                  </a:lnTo>
                  <a:lnTo>
                    <a:pt x="205806" y="298245"/>
                  </a:lnTo>
                  <a:lnTo>
                    <a:pt x="210945" y="296938"/>
                  </a:lnTo>
                  <a:lnTo>
                    <a:pt x="216039" y="295468"/>
                  </a:lnTo>
                  <a:lnTo>
                    <a:pt x="221084" y="293838"/>
                  </a:lnTo>
                  <a:lnTo>
                    <a:pt x="226075" y="292048"/>
                  </a:lnTo>
                  <a:lnTo>
                    <a:pt x="231007" y="290102"/>
                  </a:lnTo>
                  <a:lnTo>
                    <a:pt x="235874" y="287999"/>
                  </a:lnTo>
                  <a:lnTo>
                    <a:pt x="240673" y="285744"/>
                  </a:lnTo>
                  <a:lnTo>
                    <a:pt x="245397" y="283337"/>
                  </a:lnTo>
                  <a:lnTo>
                    <a:pt x="250043" y="280782"/>
                  </a:lnTo>
                  <a:lnTo>
                    <a:pt x="254605" y="278080"/>
                  </a:lnTo>
                  <a:lnTo>
                    <a:pt x="259080" y="275236"/>
                  </a:lnTo>
                  <a:lnTo>
                    <a:pt x="263462" y="272251"/>
                  </a:lnTo>
                  <a:lnTo>
                    <a:pt x="267747" y="269128"/>
                  </a:lnTo>
                  <a:lnTo>
                    <a:pt x="271930" y="265871"/>
                  </a:lnTo>
                  <a:lnTo>
                    <a:pt x="276009" y="262483"/>
                  </a:lnTo>
                  <a:lnTo>
                    <a:pt x="279978" y="258968"/>
                  </a:lnTo>
                  <a:lnTo>
                    <a:pt x="283833" y="255328"/>
                  </a:lnTo>
                  <a:lnTo>
                    <a:pt x="287571" y="251568"/>
                  </a:lnTo>
                  <a:lnTo>
                    <a:pt x="291188" y="247691"/>
                  </a:lnTo>
                  <a:lnTo>
                    <a:pt x="294681" y="243702"/>
                  </a:lnTo>
                  <a:lnTo>
                    <a:pt x="298045" y="239603"/>
                  </a:lnTo>
                  <a:lnTo>
                    <a:pt x="301277" y="235400"/>
                  </a:lnTo>
                  <a:lnTo>
                    <a:pt x="304374" y="231097"/>
                  </a:lnTo>
                  <a:lnTo>
                    <a:pt x="307334" y="226698"/>
                  </a:lnTo>
                  <a:lnTo>
                    <a:pt x="310152" y="222207"/>
                  </a:lnTo>
                  <a:lnTo>
                    <a:pt x="312826" y="217629"/>
                  </a:lnTo>
                  <a:lnTo>
                    <a:pt x="315354" y="212968"/>
                  </a:lnTo>
                  <a:lnTo>
                    <a:pt x="317733" y="208230"/>
                  </a:lnTo>
                  <a:lnTo>
                    <a:pt x="319961" y="203418"/>
                  </a:lnTo>
                  <a:lnTo>
                    <a:pt x="322034" y="198538"/>
                  </a:lnTo>
                  <a:lnTo>
                    <a:pt x="323952" y="193595"/>
                  </a:lnTo>
                  <a:lnTo>
                    <a:pt x="325713" y="188594"/>
                  </a:lnTo>
                  <a:lnTo>
                    <a:pt x="327313" y="183539"/>
                  </a:lnTo>
                  <a:lnTo>
                    <a:pt x="328753" y="178436"/>
                  </a:lnTo>
                  <a:lnTo>
                    <a:pt x="330030" y="173290"/>
                  </a:lnTo>
                  <a:lnTo>
                    <a:pt x="331143" y="168107"/>
                  </a:lnTo>
                  <a:lnTo>
                    <a:pt x="332091" y="162890"/>
                  </a:lnTo>
                  <a:lnTo>
                    <a:pt x="332874" y="157646"/>
                  </a:lnTo>
                  <a:lnTo>
                    <a:pt x="333489" y="152380"/>
                  </a:lnTo>
                  <a:lnTo>
                    <a:pt x="333938" y="147097"/>
                  </a:lnTo>
                  <a:lnTo>
                    <a:pt x="334218" y="141802"/>
                  </a:lnTo>
                  <a:lnTo>
                    <a:pt x="334331" y="136501"/>
                  </a:lnTo>
                  <a:lnTo>
                    <a:pt x="334275" y="131199"/>
                  </a:lnTo>
                  <a:lnTo>
                    <a:pt x="334051" y="125902"/>
                  </a:lnTo>
                  <a:lnTo>
                    <a:pt x="333660" y="120614"/>
                  </a:lnTo>
                  <a:lnTo>
                    <a:pt x="333101" y="115342"/>
                  </a:lnTo>
                  <a:lnTo>
                    <a:pt x="332374" y="110090"/>
                  </a:lnTo>
                  <a:lnTo>
                    <a:pt x="331482" y="104863"/>
                  </a:lnTo>
                  <a:lnTo>
                    <a:pt x="330425" y="99668"/>
                  </a:lnTo>
                  <a:lnTo>
                    <a:pt x="329203" y="94508"/>
                  </a:lnTo>
                  <a:lnTo>
                    <a:pt x="327818" y="89390"/>
                  </a:lnTo>
                  <a:lnTo>
                    <a:pt x="326272" y="84319"/>
                  </a:lnTo>
                  <a:lnTo>
                    <a:pt x="324565" y="79299"/>
                  </a:lnTo>
                  <a:lnTo>
                    <a:pt x="322700" y="74336"/>
                  </a:lnTo>
                  <a:lnTo>
                    <a:pt x="320679" y="69434"/>
                  </a:lnTo>
                  <a:lnTo>
                    <a:pt x="318503" y="64599"/>
                  </a:lnTo>
                  <a:lnTo>
                    <a:pt x="316175" y="59835"/>
                  </a:lnTo>
                  <a:lnTo>
                    <a:pt x="313698" y="55148"/>
                  </a:lnTo>
                  <a:lnTo>
                    <a:pt x="311072" y="50541"/>
                  </a:lnTo>
                  <a:lnTo>
                    <a:pt x="308302" y="46020"/>
                  </a:lnTo>
                  <a:lnTo>
                    <a:pt x="305390" y="41589"/>
                  </a:lnTo>
                  <a:lnTo>
                    <a:pt x="302339" y="37253"/>
                  </a:lnTo>
                  <a:lnTo>
                    <a:pt x="299152" y="33016"/>
                  </a:lnTo>
                  <a:lnTo>
                    <a:pt x="295832" y="28882"/>
                  </a:lnTo>
                  <a:lnTo>
                    <a:pt x="292383" y="24855"/>
                  </a:lnTo>
                  <a:lnTo>
                    <a:pt x="288808" y="20940"/>
                  </a:lnTo>
                  <a:lnTo>
                    <a:pt x="285110" y="17140"/>
                  </a:lnTo>
                  <a:lnTo>
                    <a:pt x="281294" y="13459"/>
                  </a:lnTo>
                  <a:lnTo>
                    <a:pt x="277363" y="9901"/>
                  </a:lnTo>
                  <a:lnTo>
                    <a:pt x="273321" y="6469"/>
                  </a:lnTo>
                  <a:lnTo>
                    <a:pt x="269173" y="3168"/>
                  </a:lnTo>
                  <a:lnTo>
                    <a:pt x="264921" y="0"/>
                  </a:lnTo>
                  <a:lnTo>
                    <a:pt x="167166" y="1356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488720" y="1322571"/>
              <a:ext cx="97755" cy="167167"/>
            </a:xfrm>
            <a:custGeom>
              <a:avLst/>
              <a:pathLst>
                <a:path w="97755" h="167167">
                  <a:moveTo>
                    <a:pt x="97755" y="31562"/>
                  </a:moveTo>
                  <a:lnTo>
                    <a:pt x="92992" y="28252"/>
                  </a:lnTo>
                  <a:lnTo>
                    <a:pt x="88116" y="25109"/>
                  </a:lnTo>
                  <a:lnTo>
                    <a:pt x="83135" y="22138"/>
                  </a:lnTo>
                  <a:lnTo>
                    <a:pt x="78053" y="19341"/>
                  </a:lnTo>
                  <a:lnTo>
                    <a:pt x="72878" y="16722"/>
                  </a:lnTo>
                  <a:lnTo>
                    <a:pt x="67614" y="14284"/>
                  </a:lnTo>
                  <a:lnTo>
                    <a:pt x="62270" y="12030"/>
                  </a:lnTo>
                  <a:lnTo>
                    <a:pt x="56850" y="9963"/>
                  </a:lnTo>
                  <a:lnTo>
                    <a:pt x="51362" y="8086"/>
                  </a:lnTo>
                  <a:lnTo>
                    <a:pt x="45812" y="6399"/>
                  </a:lnTo>
                  <a:lnTo>
                    <a:pt x="40207" y="4907"/>
                  </a:lnTo>
                  <a:lnTo>
                    <a:pt x="34553" y="3610"/>
                  </a:lnTo>
                  <a:lnTo>
                    <a:pt x="28858" y="2509"/>
                  </a:lnTo>
                  <a:lnTo>
                    <a:pt x="23128" y="1607"/>
                  </a:lnTo>
                  <a:lnTo>
                    <a:pt x="17370" y="904"/>
                  </a:lnTo>
                  <a:lnTo>
                    <a:pt x="11592" y="402"/>
                  </a:lnTo>
                  <a:lnTo>
                    <a:pt x="579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02121" y="1681503"/>
              <a:ext cx="84403" cy="167167"/>
            </a:xfrm>
            <a:custGeom>
              <a:avLst/>
              <a:pathLst>
                <a:path w="84403" h="167167">
                  <a:moveTo>
                    <a:pt x="84403" y="0"/>
                  </a:moveTo>
                  <a:lnTo>
                    <a:pt x="78506" y="104"/>
                  </a:lnTo>
                  <a:lnTo>
                    <a:pt x="72616" y="416"/>
                  </a:lnTo>
                  <a:lnTo>
                    <a:pt x="66741" y="935"/>
                  </a:lnTo>
                  <a:lnTo>
                    <a:pt x="60888" y="1662"/>
                  </a:lnTo>
                  <a:lnTo>
                    <a:pt x="55064" y="2594"/>
                  </a:lnTo>
                  <a:lnTo>
                    <a:pt x="49276" y="3732"/>
                  </a:lnTo>
                  <a:lnTo>
                    <a:pt x="43533" y="5073"/>
                  </a:lnTo>
                  <a:lnTo>
                    <a:pt x="37840" y="6615"/>
                  </a:lnTo>
                  <a:lnTo>
                    <a:pt x="32205" y="8358"/>
                  </a:lnTo>
                  <a:lnTo>
                    <a:pt x="26635" y="10298"/>
                  </a:lnTo>
                  <a:lnTo>
                    <a:pt x="21137" y="12434"/>
                  </a:lnTo>
                  <a:lnTo>
                    <a:pt x="15718" y="14762"/>
                  </a:lnTo>
                  <a:lnTo>
                    <a:pt x="10384" y="17280"/>
                  </a:lnTo>
                  <a:lnTo>
                    <a:pt x="5142" y="19985"/>
                  </a:lnTo>
                  <a:lnTo>
                    <a:pt x="0" y="22872"/>
                  </a:lnTo>
                  <a:lnTo>
                    <a:pt x="8440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02121" y="1704376"/>
              <a:ext cx="84403" cy="144294"/>
            </a:xfrm>
            <a:custGeom>
              <a:avLst/>
              <a:pathLst>
                <a:path w="84403" h="144294">
                  <a:moveTo>
                    <a:pt x="0" y="0"/>
                  </a:moveTo>
                  <a:lnTo>
                    <a:pt x="84403" y="1442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919357" y="1681503"/>
              <a:ext cx="334326" cy="334323"/>
            </a:xfrm>
            <a:custGeom>
              <a:avLst/>
              <a:pathLst>
                <a:path w="334326" h="334323">
                  <a:moveTo>
                    <a:pt x="82763" y="22872"/>
                  </a:moveTo>
                  <a:lnTo>
                    <a:pt x="78244" y="25612"/>
                  </a:lnTo>
                  <a:lnTo>
                    <a:pt x="73814" y="28494"/>
                  </a:lnTo>
                  <a:lnTo>
                    <a:pt x="69477" y="31514"/>
                  </a:lnTo>
                  <a:lnTo>
                    <a:pt x="65238" y="34670"/>
                  </a:lnTo>
                  <a:lnTo>
                    <a:pt x="61101" y="37958"/>
                  </a:lnTo>
                  <a:lnTo>
                    <a:pt x="57069" y="41375"/>
                  </a:lnTo>
                  <a:lnTo>
                    <a:pt x="53148" y="44918"/>
                  </a:lnTo>
                  <a:lnTo>
                    <a:pt x="49341" y="48583"/>
                  </a:lnTo>
                  <a:lnTo>
                    <a:pt x="45651" y="52367"/>
                  </a:lnTo>
                  <a:lnTo>
                    <a:pt x="42083" y="56265"/>
                  </a:lnTo>
                  <a:lnTo>
                    <a:pt x="38640" y="60275"/>
                  </a:lnTo>
                  <a:lnTo>
                    <a:pt x="35326" y="64391"/>
                  </a:lnTo>
                  <a:lnTo>
                    <a:pt x="32143" y="68610"/>
                  </a:lnTo>
                  <a:lnTo>
                    <a:pt x="29095" y="72927"/>
                  </a:lnTo>
                  <a:lnTo>
                    <a:pt x="26185" y="77338"/>
                  </a:lnTo>
                  <a:lnTo>
                    <a:pt x="23416" y="81840"/>
                  </a:lnTo>
                  <a:lnTo>
                    <a:pt x="20791" y="86426"/>
                  </a:lnTo>
                  <a:lnTo>
                    <a:pt x="18312" y="91093"/>
                  </a:lnTo>
                  <a:lnTo>
                    <a:pt x="15982" y="95837"/>
                  </a:lnTo>
                  <a:lnTo>
                    <a:pt x="13802" y="100651"/>
                  </a:lnTo>
                  <a:lnTo>
                    <a:pt x="11776" y="105532"/>
                  </a:lnTo>
                  <a:lnTo>
                    <a:pt x="9906" y="110475"/>
                  </a:lnTo>
                  <a:lnTo>
                    <a:pt x="8192" y="115474"/>
                  </a:lnTo>
                  <a:lnTo>
                    <a:pt x="6638" y="120525"/>
                  </a:lnTo>
                  <a:lnTo>
                    <a:pt x="5244" y="125623"/>
                  </a:lnTo>
                  <a:lnTo>
                    <a:pt x="4011" y="130762"/>
                  </a:lnTo>
                  <a:lnTo>
                    <a:pt x="2942" y="135937"/>
                  </a:lnTo>
                  <a:lnTo>
                    <a:pt x="2037" y="141144"/>
                  </a:lnTo>
                  <a:lnTo>
                    <a:pt x="1297" y="146377"/>
                  </a:lnTo>
                  <a:lnTo>
                    <a:pt x="723" y="151630"/>
                  </a:lnTo>
                  <a:lnTo>
                    <a:pt x="315" y="156899"/>
                  </a:lnTo>
                  <a:lnTo>
                    <a:pt x="74" y="162178"/>
                  </a:lnTo>
                  <a:lnTo>
                    <a:pt x="0" y="167463"/>
                  </a:lnTo>
                  <a:lnTo>
                    <a:pt x="92" y="172747"/>
                  </a:lnTo>
                  <a:lnTo>
                    <a:pt x="352" y="178025"/>
                  </a:lnTo>
                  <a:lnTo>
                    <a:pt x="779" y="183292"/>
                  </a:lnTo>
                  <a:lnTo>
                    <a:pt x="1372" y="188544"/>
                  </a:lnTo>
                  <a:lnTo>
                    <a:pt x="2130" y="193774"/>
                  </a:lnTo>
                  <a:lnTo>
                    <a:pt x="3054" y="198977"/>
                  </a:lnTo>
                  <a:lnTo>
                    <a:pt x="4141" y="204149"/>
                  </a:lnTo>
                  <a:lnTo>
                    <a:pt x="5392" y="209284"/>
                  </a:lnTo>
                  <a:lnTo>
                    <a:pt x="6804" y="214376"/>
                  </a:lnTo>
                  <a:lnTo>
                    <a:pt x="8376" y="219422"/>
                  </a:lnTo>
                  <a:lnTo>
                    <a:pt x="10107" y="224415"/>
                  </a:lnTo>
                  <a:lnTo>
                    <a:pt x="11995" y="229351"/>
                  </a:lnTo>
                  <a:lnTo>
                    <a:pt x="14039" y="234225"/>
                  </a:lnTo>
                  <a:lnTo>
                    <a:pt x="16235" y="239032"/>
                  </a:lnTo>
                  <a:lnTo>
                    <a:pt x="18582" y="243767"/>
                  </a:lnTo>
                  <a:lnTo>
                    <a:pt x="21077" y="248425"/>
                  </a:lnTo>
                  <a:lnTo>
                    <a:pt x="23719" y="253002"/>
                  </a:lnTo>
                  <a:lnTo>
                    <a:pt x="26504" y="257494"/>
                  </a:lnTo>
                  <a:lnTo>
                    <a:pt x="29429" y="261895"/>
                  </a:lnTo>
                  <a:lnTo>
                    <a:pt x="32492" y="266201"/>
                  </a:lnTo>
                  <a:lnTo>
                    <a:pt x="35690" y="270409"/>
                  </a:lnTo>
                  <a:lnTo>
                    <a:pt x="39019" y="274513"/>
                  </a:lnTo>
                  <a:lnTo>
                    <a:pt x="42476" y="278510"/>
                  </a:lnTo>
                  <a:lnTo>
                    <a:pt x="46058" y="282396"/>
                  </a:lnTo>
                  <a:lnTo>
                    <a:pt x="49761" y="286167"/>
                  </a:lnTo>
                  <a:lnTo>
                    <a:pt x="53581" y="289818"/>
                  </a:lnTo>
                  <a:lnTo>
                    <a:pt x="57515" y="293347"/>
                  </a:lnTo>
                  <a:lnTo>
                    <a:pt x="61558" y="296750"/>
                  </a:lnTo>
                  <a:lnTo>
                    <a:pt x="65707" y="300024"/>
                  </a:lnTo>
                  <a:lnTo>
                    <a:pt x="69958" y="303165"/>
                  </a:lnTo>
                  <a:lnTo>
                    <a:pt x="74305" y="306169"/>
                  </a:lnTo>
                  <a:lnTo>
                    <a:pt x="78745" y="309035"/>
                  </a:lnTo>
                  <a:lnTo>
                    <a:pt x="83274" y="311759"/>
                  </a:lnTo>
                  <a:lnTo>
                    <a:pt x="87886" y="314339"/>
                  </a:lnTo>
                  <a:lnTo>
                    <a:pt x="92578" y="316771"/>
                  </a:lnTo>
                  <a:lnTo>
                    <a:pt x="97344" y="319054"/>
                  </a:lnTo>
                  <a:lnTo>
                    <a:pt x="102180" y="321185"/>
                  </a:lnTo>
                  <a:lnTo>
                    <a:pt x="107081" y="323163"/>
                  </a:lnTo>
                  <a:lnTo>
                    <a:pt x="112042" y="324984"/>
                  </a:lnTo>
                  <a:lnTo>
                    <a:pt x="117058" y="326648"/>
                  </a:lnTo>
                  <a:lnTo>
                    <a:pt x="122124" y="328152"/>
                  </a:lnTo>
                  <a:lnTo>
                    <a:pt x="127235" y="329495"/>
                  </a:lnTo>
                  <a:lnTo>
                    <a:pt x="132387" y="330676"/>
                  </a:lnTo>
                  <a:lnTo>
                    <a:pt x="137572" y="331694"/>
                  </a:lnTo>
                  <a:lnTo>
                    <a:pt x="142788" y="332547"/>
                  </a:lnTo>
                  <a:lnTo>
                    <a:pt x="148028" y="333235"/>
                  </a:lnTo>
                  <a:lnTo>
                    <a:pt x="153287" y="333757"/>
                  </a:lnTo>
                  <a:lnTo>
                    <a:pt x="158559" y="334113"/>
                  </a:lnTo>
                  <a:lnTo>
                    <a:pt x="163841" y="334301"/>
                  </a:lnTo>
                  <a:lnTo>
                    <a:pt x="169125" y="334323"/>
                  </a:lnTo>
                  <a:lnTo>
                    <a:pt x="174408" y="334177"/>
                  </a:lnTo>
                  <a:lnTo>
                    <a:pt x="179684" y="333865"/>
                  </a:lnTo>
                  <a:lnTo>
                    <a:pt x="184947" y="333386"/>
                  </a:lnTo>
                  <a:lnTo>
                    <a:pt x="190192" y="332741"/>
                  </a:lnTo>
                  <a:lnTo>
                    <a:pt x="195414" y="331931"/>
                  </a:lnTo>
                  <a:lnTo>
                    <a:pt x="200608" y="330955"/>
                  </a:lnTo>
                  <a:lnTo>
                    <a:pt x="205769" y="329816"/>
                  </a:lnTo>
                  <a:lnTo>
                    <a:pt x="210891" y="328515"/>
                  </a:lnTo>
                  <a:lnTo>
                    <a:pt x="215969" y="327052"/>
                  </a:lnTo>
                  <a:lnTo>
                    <a:pt x="220999" y="325430"/>
                  </a:lnTo>
                  <a:lnTo>
                    <a:pt x="225974" y="323649"/>
                  </a:lnTo>
                  <a:lnTo>
                    <a:pt x="230891" y="321712"/>
                  </a:lnTo>
                  <a:lnTo>
                    <a:pt x="235745" y="319620"/>
                  </a:lnTo>
                  <a:lnTo>
                    <a:pt x="240529" y="317376"/>
                  </a:lnTo>
                  <a:lnTo>
                    <a:pt x="245241" y="314982"/>
                  </a:lnTo>
                  <a:lnTo>
                    <a:pt x="249874" y="312441"/>
                  </a:lnTo>
                  <a:lnTo>
                    <a:pt x="254425" y="309754"/>
                  </a:lnTo>
                  <a:lnTo>
                    <a:pt x="258888" y="306924"/>
                  </a:lnTo>
                  <a:lnTo>
                    <a:pt x="263260" y="303955"/>
                  </a:lnTo>
                  <a:lnTo>
                    <a:pt x="267536" y="300849"/>
                  </a:lnTo>
                  <a:lnTo>
                    <a:pt x="271711" y="297610"/>
                  </a:lnTo>
                  <a:lnTo>
                    <a:pt x="275782" y="294240"/>
                  </a:lnTo>
                  <a:lnTo>
                    <a:pt x="279745" y="290743"/>
                  </a:lnTo>
                  <a:lnTo>
                    <a:pt x="283595" y="287123"/>
                  </a:lnTo>
                  <a:lnTo>
                    <a:pt x="287328" y="283383"/>
                  </a:lnTo>
                  <a:lnTo>
                    <a:pt x="290942" y="279526"/>
                  </a:lnTo>
                  <a:lnTo>
                    <a:pt x="294432" y="275558"/>
                  </a:lnTo>
                  <a:lnTo>
                    <a:pt x="297794" y="271481"/>
                  </a:lnTo>
                  <a:lnTo>
                    <a:pt x="301026" y="267300"/>
                  </a:lnTo>
                  <a:lnTo>
                    <a:pt x="304125" y="263018"/>
                  </a:lnTo>
                  <a:lnTo>
                    <a:pt x="307086" y="258641"/>
                  </a:lnTo>
                  <a:lnTo>
                    <a:pt x="309908" y="254173"/>
                  </a:lnTo>
                  <a:lnTo>
                    <a:pt x="312586" y="249617"/>
                  </a:lnTo>
                  <a:lnTo>
                    <a:pt x="315120" y="244979"/>
                  </a:lnTo>
                  <a:lnTo>
                    <a:pt x="317506" y="240264"/>
                  </a:lnTo>
                  <a:lnTo>
                    <a:pt x="319741" y="235475"/>
                  </a:lnTo>
                  <a:lnTo>
                    <a:pt x="321824" y="230618"/>
                  </a:lnTo>
                  <a:lnTo>
                    <a:pt x="323752" y="225698"/>
                  </a:lnTo>
                  <a:lnTo>
                    <a:pt x="325524" y="220719"/>
                  </a:lnTo>
                  <a:lnTo>
                    <a:pt x="327138" y="215686"/>
                  </a:lnTo>
                  <a:lnTo>
                    <a:pt x="328592" y="210606"/>
                  </a:lnTo>
                  <a:lnTo>
                    <a:pt x="329884" y="205481"/>
                  </a:lnTo>
                  <a:lnTo>
                    <a:pt x="331014" y="200319"/>
                  </a:lnTo>
                  <a:lnTo>
                    <a:pt x="331980" y="195123"/>
                  </a:lnTo>
                  <a:lnTo>
                    <a:pt x="332781" y="189899"/>
                  </a:lnTo>
                  <a:lnTo>
                    <a:pt x="333417" y="184653"/>
                  </a:lnTo>
                  <a:lnTo>
                    <a:pt x="333887" y="179389"/>
                  </a:lnTo>
                  <a:lnTo>
                    <a:pt x="334190" y="174113"/>
                  </a:lnTo>
                  <a:lnTo>
                    <a:pt x="334326" y="168830"/>
                  </a:lnTo>
                  <a:lnTo>
                    <a:pt x="334295" y="163545"/>
                  </a:lnTo>
                  <a:lnTo>
                    <a:pt x="334097" y="158264"/>
                  </a:lnTo>
                  <a:lnTo>
                    <a:pt x="333732" y="152992"/>
                  </a:lnTo>
                  <a:lnTo>
                    <a:pt x="333201" y="147734"/>
                  </a:lnTo>
                  <a:lnTo>
                    <a:pt x="332504" y="142496"/>
                  </a:lnTo>
                  <a:lnTo>
                    <a:pt x="331641" y="137282"/>
                  </a:lnTo>
                  <a:lnTo>
                    <a:pt x="330614" y="132098"/>
                  </a:lnTo>
                  <a:lnTo>
                    <a:pt x="329424" y="126949"/>
                  </a:lnTo>
                  <a:lnTo>
                    <a:pt x="328072" y="121840"/>
                  </a:lnTo>
                  <a:lnTo>
                    <a:pt x="326558" y="116776"/>
                  </a:lnTo>
                  <a:lnTo>
                    <a:pt x="324886" y="111763"/>
                  </a:lnTo>
                  <a:lnTo>
                    <a:pt x="323056" y="106805"/>
                  </a:lnTo>
                  <a:lnTo>
                    <a:pt x="321070" y="101908"/>
                  </a:lnTo>
                  <a:lnTo>
                    <a:pt x="318930" y="97076"/>
                  </a:lnTo>
                  <a:lnTo>
                    <a:pt x="316639" y="92314"/>
                  </a:lnTo>
                  <a:lnTo>
                    <a:pt x="314198" y="87626"/>
                  </a:lnTo>
                  <a:lnTo>
                    <a:pt x="311610" y="83018"/>
                  </a:lnTo>
                  <a:lnTo>
                    <a:pt x="308878" y="78495"/>
                  </a:lnTo>
                  <a:lnTo>
                    <a:pt x="306005" y="74060"/>
                  </a:lnTo>
                  <a:lnTo>
                    <a:pt x="302992" y="69717"/>
                  </a:lnTo>
                  <a:lnTo>
                    <a:pt x="299844" y="65473"/>
                  </a:lnTo>
                  <a:lnTo>
                    <a:pt x="296563" y="61330"/>
                  </a:lnTo>
                  <a:lnTo>
                    <a:pt x="293153" y="57292"/>
                  </a:lnTo>
                  <a:lnTo>
                    <a:pt x="289617" y="53365"/>
                  </a:lnTo>
                  <a:lnTo>
                    <a:pt x="285958" y="49551"/>
                  </a:lnTo>
                  <a:lnTo>
                    <a:pt x="282181" y="45855"/>
                  </a:lnTo>
                  <a:lnTo>
                    <a:pt x="278289" y="42280"/>
                  </a:lnTo>
                  <a:lnTo>
                    <a:pt x="274286" y="38830"/>
                  </a:lnTo>
                  <a:lnTo>
                    <a:pt x="270176" y="35508"/>
                  </a:lnTo>
                  <a:lnTo>
                    <a:pt x="265963" y="32318"/>
                  </a:lnTo>
                  <a:lnTo>
                    <a:pt x="261651" y="29262"/>
                  </a:lnTo>
                  <a:lnTo>
                    <a:pt x="257244" y="26345"/>
                  </a:lnTo>
                  <a:lnTo>
                    <a:pt x="252748" y="23568"/>
                  </a:lnTo>
                  <a:lnTo>
                    <a:pt x="248166" y="20934"/>
                  </a:lnTo>
                  <a:lnTo>
                    <a:pt x="243503" y="18447"/>
                  </a:lnTo>
                  <a:lnTo>
                    <a:pt x="238764" y="16108"/>
                  </a:lnTo>
                  <a:lnTo>
                    <a:pt x="233953" y="13920"/>
                  </a:lnTo>
                  <a:lnTo>
                    <a:pt x="229076" y="11886"/>
                  </a:lnTo>
                  <a:lnTo>
                    <a:pt x="224137" y="10007"/>
                  </a:lnTo>
                  <a:lnTo>
                    <a:pt x="219140" y="8284"/>
                  </a:lnTo>
                  <a:lnTo>
                    <a:pt x="214092" y="6721"/>
                  </a:lnTo>
                  <a:lnTo>
                    <a:pt x="208997" y="5318"/>
                  </a:lnTo>
                  <a:lnTo>
                    <a:pt x="203860" y="4076"/>
                  </a:lnTo>
                  <a:lnTo>
                    <a:pt x="198687" y="2998"/>
                  </a:lnTo>
                  <a:lnTo>
                    <a:pt x="193482" y="2084"/>
                  </a:lnTo>
                  <a:lnTo>
                    <a:pt x="188250" y="1334"/>
                  </a:lnTo>
                  <a:lnTo>
                    <a:pt x="182998" y="751"/>
                  </a:lnTo>
                  <a:lnTo>
                    <a:pt x="177730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76293" y="2126963"/>
              <a:ext cx="104993" cy="167167"/>
            </a:xfrm>
            <a:custGeom>
              <a:avLst/>
              <a:pathLst>
                <a:path w="104993" h="167167">
                  <a:moveTo>
                    <a:pt x="104993" y="0"/>
                  </a:moveTo>
                  <a:lnTo>
                    <a:pt x="99319" y="96"/>
                  </a:lnTo>
                  <a:lnTo>
                    <a:pt x="93650" y="385"/>
                  </a:lnTo>
                  <a:lnTo>
                    <a:pt x="87995" y="866"/>
                  </a:lnTo>
                  <a:lnTo>
                    <a:pt x="82359" y="1539"/>
                  </a:lnTo>
                  <a:lnTo>
                    <a:pt x="76750" y="2403"/>
                  </a:lnTo>
                  <a:lnTo>
                    <a:pt x="71173" y="3457"/>
                  </a:lnTo>
                  <a:lnTo>
                    <a:pt x="65635" y="4699"/>
                  </a:lnTo>
                  <a:lnTo>
                    <a:pt x="60142" y="6129"/>
                  </a:lnTo>
                  <a:lnTo>
                    <a:pt x="54701" y="7744"/>
                  </a:lnTo>
                  <a:lnTo>
                    <a:pt x="49318" y="9543"/>
                  </a:lnTo>
                  <a:lnTo>
                    <a:pt x="43999" y="11524"/>
                  </a:lnTo>
                  <a:lnTo>
                    <a:pt x="38751" y="13685"/>
                  </a:lnTo>
                  <a:lnTo>
                    <a:pt x="33578" y="16022"/>
                  </a:lnTo>
                  <a:lnTo>
                    <a:pt x="28489" y="18533"/>
                  </a:lnTo>
                  <a:lnTo>
                    <a:pt x="23487" y="21216"/>
                  </a:lnTo>
                  <a:lnTo>
                    <a:pt x="18579" y="24067"/>
                  </a:lnTo>
                  <a:lnTo>
                    <a:pt x="13771" y="27083"/>
                  </a:lnTo>
                  <a:lnTo>
                    <a:pt x="9068" y="30261"/>
                  </a:lnTo>
                  <a:lnTo>
                    <a:pt x="4476" y="33596"/>
                  </a:lnTo>
                  <a:lnTo>
                    <a:pt x="0" y="37085"/>
                  </a:lnTo>
                  <a:lnTo>
                    <a:pt x="10499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76293" y="2164049"/>
              <a:ext cx="104993" cy="130081"/>
            </a:xfrm>
            <a:custGeom>
              <a:avLst/>
              <a:pathLst>
                <a:path w="104993" h="130081">
                  <a:moveTo>
                    <a:pt x="0" y="0"/>
                  </a:moveTo>
                  <a:lnTo>
                    <a:pt x="104993" y="1300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76293" y="2164049"/>
              <a:ext cx="104993" cy="130081"/>
            </a:xfrm>
            <a:custGeom>
              <a:avLst/>
              <a:pathLst>
                <a:path w="104993" h="130081">
                  <a:moveTo>
                    <a:pt x="0" y="0"/>
                  </a:moveTo>
                  <a:lnTo>
                    <a:pt x="104993" y="1300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76293" y="2164049"/>
              <a:ext cx="104993" cy="130081"/>
            </a:xfrm>
            <a:custGeom>
              <a:avLst/>
              <a:pathLst>
                <a:path w="104993" h="130081">
                  <a:moveTo>
                    <a:pt x="0" y="0"/>
                  </a:moveTo>
                  <a:lnTo>
                    <a:pt x="104993" y="1300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76293" y="2164049"/>
              <a:ext cx="104993" cy="130081"/>
            </a:xfrm>
            <a:custGeom>
              <a:avLst/>
              <a:pathLst>
                <a:path w="104993" h="130081">
                  <a:moveTo>
                    <a:pt x="0" y="0"/>
                  </a:moveTo>
                  <a:lnTo>
                    <a:pt x="104993" y="1300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76293" y="2164049"/>
              <a:ext cx="104993" cy="130081"/>
            </a:xfrm>
            <a:custGeom>
              <a:avLst/>
              <a:pathLst>
                <a:path w="104993" h="130081">
                  <a:moveTo>
                    <a:pt x="0" y="0"/>
                  </a:moveTo>
                  <a:lnTo>
                    <a:pt x="104993" y="1300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76293" y="2164049"/>
              <a:ext cx="104993" cy="130081"/>
            </a:xfrm>
            <a:custGeom>
              <a:avLst/>
              <a:pathLst>
                <a:path w="104993" h="130081">
                  <a:moveTo>
                    <a:pt x="0" y="0"/>
                  </a:moveTo>
                  <a:lnTo>
                    <a:pt x="104993" y="1300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76293" y="2164049"/>
              <a:ext cx="104993" cy="130081"/>
            </a:xfrm>
            <a:custGeom>
              <a:avLst/>
              <a:pathLst>
                <a:path w="104993" h="130081">
                  <a:moveTo>
                    <a:pt x="0" y="0"/>
                  </a:moveTo>
                  <a:lnTo>
                    <a:pt x="104993" y="1300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76293" y="2164049"/>
              <a:ext cx="104993" cy="130081"/>
            </a:xfrm>
            <a:custGeom>
              <a:avLst/>
              <a:pathLst>
                <a:path w="104993" h="130081">
                  <a:moveTo>
                    <a:pt x="0" y="0"/>
                  </a:moveTo>
                  <a:lnTo>
                    <a:pt x="104993" y="1300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76293" y="2164049"/>
              <a:ext cx="104993" cy="130081"/>
            </a:xfrm>
            <a:custGeom>
              <a:avLst/>
              <a:pathLst>
                <a:path w="104993" h="130081">
                  <a:moveTo>
                    <a:pt x="0" y="0"/>
                  </a:moveTo>
                  <a:lnTo>
                    <a:pt x="104993" y="130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76293" y="2164049"/>
              <a:ext cx="104993" cy="130081"/>
            </a:xfrm>
            <a:custGeom>
              <a:avLst/>
              <a:pathLst>
                <a:path w="104993" h="130081">
                  <a:moveTo>
                    <a:pt x="0" y="0"/>
                  </a:moveTo>
                  <a:lnTo>
                    <a:pt x="104993" y="130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76293" y="2164049"/>
              <a:ext cx="104993" cy="130081"/>
            </a:xfrm>
            <a:custGeom>
              <a:avLst/>
              <a:pathLst>
                <a:path w="104993" h="130081">
                  <a:moveTo>
                    <a:pt x="0" y="0"/>
                  </a:moveTo>
                  <a:lnTo>
                    <a:pt x="104993" y="130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76293" y="2164049"/>
              <a:ext cx="104993" cy="130081"/>
            </a:xfrm>
            <a:custGeom>
              <a:avLst/>
              <a:pathLst>
                <a:path w="104993" h="130081">
                  <a:moveTo>
                    <a:pt x="0" y="0"/>
                  </a:moveTo>
                  <a:lnTo>
                    <a:pt x="104993" y="1300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76293" y="2164049"/>
              <a:ext cx="104993" cy="130081"/>
            </a:xfrm>
            <a:custGeom>
              <a:avLst/>
              <a:pathLst>
                <a:path w="104993" h="130081">
                  <a:moveTo>
                    <a:pt x="0" y="0"/>
                  </a:moveTo>
                  <a:lnTo>
                    <a:pt x="104993" y="1300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76293" y="2164049"/>
              <a:ext cx="104993" cy="130081"/>
            </a:xfrm>
            <a:custGeom>
              <a:avLst/>
              <a:pathLst>
                <a:path w="104993" h="130081">
                  <a:moveTo>
                    <a:pt x="0" y="0"/>
                  </a:moveTo>
                  <a:lnTo>
                    <a:pt x="104993" y="1300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614121" y="2127591"/>
              <a:ext cx="334330" cy="333697"/>
            </a:xfrm>
            <a:custGeom>
              <a:avLst/>
              <a:pathLst>
                <a:path w="334330" h="333697">
                  <a:moveTo>
                    <a:pt x="62172" y="36458"/>
                  </a:moveTo>
                  <a:lnTo>
                    <a:pt x="58100" y="39852"/>
                  </a:lnTo>
                  <a:lnTo>
                    <a:pt x="54139" y="43374"/>
                  </a:lnTo>
                  <a:lnTo>
                    <a:pt x="50291" y="47019"/>
                  </a:lnTo>
                  <a:lnTo>
                    <a:pt x="46560" y="50784"/>
                  </a:lnTo>
                  <a:lnTo>
                    <a:pt x="42951" y="54666"/>
                  </a:lnTo>
                  <a:lnTo>
                    <a:pt x="39466" y="58661"/>
                  </a:lnTo>
                  <a:lnTo>
                    <a:pt x="36110" y="62764"/>
                  </a:lnTo>
                  <a:lnTo>
                    <a:pt x="32886" y="66971"/>
                  </a:lnTo>
                  <a:lnTo>
                    <a:pt x="29797" y="71278"/>
                  </a:lnTo>
                  <a:lnTo>
                    <a:pt x="26846" y="75681"/>
                  </a:lnTo>
                  <a:lnTo>
                    <a:pt x="24036" y="80175"/>
                  </a:lnTo>
                  <a:lnTo>
                    <a:pt x="21370" y="84757"/>
                  </a:lnTo>
                  <a:lnTo>
                    <a:pt x="18850" y="89420"/>
                  </a:lnTo>
                  <a:lnTo>
                    <a:pt x="16480" y="94161"/>
                  </a:lnTo>
                  <a:lnTo>
                    <a:pt x="14261" y="98975"/>
                  </a:lnTo>
                  <a:lnTo>
                    <a:pt x="12195" y="103857"/>
                  </a:lnTo>
                  <a:lnTo>
                    <a:pt x="10286" y="108801"/>
                  </a:lnTo>
                  <a:lnTo>
                    <a:pt x="8534" y="113804"/>
                  </a:lnTo>
                  <a:lnTo>
                    <a:pt x="6942" y="118860"/>
                  </a:lnTo>
                  <a:lnTo>
                    <a:pt x="5511" y="123963"/>
                  </a:lnTo>
                  <a:lnTo>
                    <a:pt x="4242" y="129110"/>
                  </a:lnTo>
                  <a:lnTo>
                    <a:pt x="3138" y="134294"/>
                  </a:lnTo>
                  <a:lnTo>
                    <a:pt x="2198" y="139511"/>
                  </a:lnTo>
                  <a:lnTo>
                    <a:pt x="1424" y="144754"/>
                  </a:lnTo>
                  <a:lnTo>
                    <a:pt x="816" y="150020"/>
                  </a:lnTo>
                  <a:lnTo>
                    <a:pt x="376" y="155302"/>
                  </a:lnTo>
                  <a:lnTo>
                    <a:pt x="104" y="160596"/>
                  </a:lnTo>
                  <a:lnTo>
                    <a:pt x="0" y="165895"/>
                  </a:lnTo>
                  <a:lnTo>
                    <a:pt x="63" y="171196"/>
                  </a:lnTo>
                  <a:lnTo>
                    <a:pt x="295" y="176491"/>
                  </a:lnTo>
                  <a:lnTo>
                    <a:pt x="694" y="181777"/>
                  </a:lnTo>
                  <a:lnTo>
                    <a:pt x="1261" y="187047"/>
                  </a:lnTo>
                  <a:lnTo>
                    <a:pt x="1994" y="192296"/>
                  </a:lnTo>
                  <a:lnTo>
                    <a:pt x="2894" y="197520"/>
                  </a:lnTo>
                  <a:lnTo>
                    <a:pt x="3959" y="202713"/>
                  </a:lnTo>
                  <a:lnTo>
                    <a:pt x="5188" y="207869"/>
                  </a:lnTo>
                  <a:lnTo>
                    <a:pt x="6579" y="212983"/>
                  </a:lnTo>
                  <a:lnTo>
                    <a:pt x="8133" y="218051"/>
                  </a:lnTo>
                  <a:lnTo>
                    <a:pt x="9846" y="223067"/>
                  </a:lnTo>
                  <a:lnTo>
                    <a:pt x="11717" y="228027"/>
                  </a:lnTo>
                  <a:lnTo>
                    <a:pt x="13745" y="232924"/>
                  </a:lnTo>
                  <a:lnTo>
                    <a:pt x="15926" y="237755"/>
                  </a:lnTo>
                  <a:lnTo>
                    <a:pt x="18260" y="242514"/>
                  </a:lnTo>
                  <a:lnTo>
                    <a:pt x="20744" y="247197"/>
                  </a:lnTo>
                  <a:lnTo>
                    <a:pt x="23374" y="251798"/>
                  </a:lnTo>
                  <a:lnTo>
                    <a:pt x="26150" y="256314"/>
                  </a:lnTo>
                  <a:lnTo>
                    <a:pt x="29067" y="260740"/>
                  </a:lnTo>
                  <a:lnTo>
                    <a:pt x="32123" y="265071"/>
                  </a:lnTo>
                  <a:lnTo>
                    <a:pt x="35315" y="269303"/>
                  </a:lnTo>
                  <a:lnTo>
                    <a:pt x="38639" y="273431"/>
                  </a:lnTo>
                  <a:lnTo>
                    <a:pt x="42092" y="277452"/>
                  </a:lnTo>
                  <a:lnTo>
                    <a:pt x="45672" y="281362"/>
                  </a:lnTo>
                  <a:lnTo>
                    <a:pt x="49373" y="285156"/>
                  </a:lnTo>
                  <a:lnTo>
                    <a:pt x="53193" y="288831"/>
                  </a:lnTo>
                  <a:lnTo>
                    <a:pt x="57127" y="292383"/>
                  </a:lnTo>
                  <a:lnTo>
                    <a:pt x="61172" y="295808"/>
                  </a:lnTo>
                  <a:lnTo>
                    <a:pt x="65324" y="299104"/>
                  </a:lnTo>
                  <a:lnTo>
                    <a:pt x="69578" y="302266"/>
                  </a:lnTo>
                  <a:lnTo>
                    <a:pt x="73930" y="305292"/>
                  </a:lnTo>
                  <a:lnTo>
                    <a:pt x="78376" y="308178"/>
                  </a:lnTo>
                  <a:lnTo>
                    <a:pt x="82911" y="310921"/>
                  </a:lnTo>
                  <a:lnTo>
                    <a:pt x="87531" y="313520"/>
                  </a:lnTo>
                  <a:lnTo>
                    <a:pt x="92231" y="315971"/>
                  </a:lnTo>
                  <a:lnTo>
                    <a:pt x="97006" y="318272"/>
                  </a:lnTo>
                  <a:lnTo>
                    <a:pt x="101852" y="320420"/>
                  </a:lnTo>
                  <a:lnTo>
                    <a:pt x="106764" y="322413"/>
                  </a:lnTo>
                  <a:lnTo>
                    <a:pt x="111736" y="324250"/>
                  </a:lnTo>
                  <a:lnTo>
                    <a:pt x="116764" y="325928"/>
                  </a:lnTo>
                  <a:lnTo>
                    <a:pt x="121842" y="327446"/>
                  </a:lnTo>
                  <a:lnTo>
                    <a:pt x="126966" y="328802"/>
                  </a:lnTo>
                  <a:lnTo>
                    <a:pt x="132131" y="329995"/>
                  </a:lnTo>
                  <a:lnTo>
                    <a:pt x="137331" y="331023"/>
                  </a:lnTo>
                  <a:lnTo>
                    <a:pt x="142561" y="331886"/>
                  </a:lnTo>
                  <a:lnTo>
                    <a:pt x="147815" y="332583"/>
                  </a:lnTo>
                  <a:lnTo>
                    <a:pt x="153089" y="333113"/>
                  </a:lnTo>
                  <a:lnTo>
                    <a:pt x="158377" y="333476"/>
                  </a:lnTo>
                  <a:lnTo>
                    <a:pt x="163674" y="333671"/>
                  </a:lnTo>
                  <a:lnTo>
                    <a:pt x="168975" y="333697"/>
                  </a:lnTo>
                  <a:lnTo>
                    <a:pt x="174273" y="333556"/>
                  </a:lnTo>
                  <a:lnTo>
                    <a:pt x="179565" y="333247"/>
                  </a:lnTo>
                  <a:lnTo>
                    <a:pt x="184844" y="332770"/>
                  </a:lnTo>
                  <a:lnTo>
                    <a:pt x="190105" y="332126"/>
                  </a:lnTo>
                  <a:lnTo>
                    <a:pt x="195344" y="331315"/>
                  </a:lnTo>
                  <a:lnTo>
                    <a:pt x="200554" y="330339"/>
                  </a:lnTo>
                  <a:lnTo>
                    <a:pt x="205730" y="329198"/>
                  </a:lnTo>
                  <a:lnTo>
                    <a:pt x="210867" y="327894"/>
                  </a:lnTo>
                  <a:lnTo>
                    <a:pt x="215961" y="326427"/>
                  </a:lnTo>
                  <a:lnTo>
                    <a:pt x="221006" y="324800"/>
                  </a:lnTo>
                  <a:lnTo>
                    <a:pt x="225996" y="323013"/>
                  </a:lnTo>
                  <a:lnTo>
                    <a:pt x="230927" y="321069"/>
                  </a:lnTo>
                  <a:lnTo>
                    <a:pt x="235794" y="318970"/>
                  </a:lnTo>
                  <a:lnTo>
                    <a:pt x="240593" y="316718"/>
                  </a:lnTo>
                  <a:lnTo>
                    <a:pt x="245317" y="314314"/>
                  </a:lnTo>
                  <a:lnTo>
                    <a:pt x="249963" y="311762"/>
                  </a:lnTo>
                  <a:lnTo>
                    <a:pt x="254525" y="309064"/>
                  </a:lnTo>
                  <a:lnTo>
                    <a:pt x="259000" y="306223"/>
                  </a:lnTo>
                  <a:lnTo>
                    <a:pt x="263382" y="303241"/>
                  </a:lnTo>
                  <a:lnTo>
                    <a:pt x="267668" y="300122"/>
                  </a:lnTo>
                  <a:lnTo>
                    <a:pt x="271853" y="296868"/>
                  </a:lnTo>
                  <a:lnTo>
                    <a:pt x="275932" y="293484"/>
                  </a:lnTo>
                  <a:lnTo>
                    <a:pt x="279902" y="289972"/>
                  </a:lnTo>
                  <a:lnTo>
                    <a:pt x="283759" y="286335"/>
                  </a:lnTo>
                  <a:lnTo>
                    <a:pt x="287498" y="282579"/>
                  </a:lnTo>
                  <a:lnTo>
                    <a:pt x="291116" y="278705"/>
                  </a:lnTo>
                  <a:lnTo>
                    <a:pt x="294610" y="274719"/>
                  </a:lnTo>
                  <a:lnTo>
                    <a:pt x="297976" y="270624"/>
                  </a:lnTo>
                  <a:lnTo>
                    <a:pt x="301210" y="266425"/>
                  </a:lnTo>
                  <a:lnTo>
                    <a:pt x="304309" y="262125"/>
                  </a:lnTo>
                  <a:lnTo>
                    <a:pt x="307271" y="257729"/>
                  </a:lnTo>
                  <a:lnTo>
                    <a:pt x="310092" y="253241"/>
                  </a:lnTo>
                  <a:lnTo>
                    <a:pt x="312769" y="248666"/>
                  </a:lnTo>
                  <a:lnTo>
                    <a:pt x="315299" y="244009"/>
                  </a:lnTo>
                  <a:lnTo>
                    <a:pt x="317681" y="239273"/>
                  </a:lnTo>
                  <a:lnTo>
                    <a:pt x="319911" y="234465"/>
                  </a:lnTo>
                  <a:lnTo>
                    <a:pt x="321988" y="229588"/>
                  </a:lnTo>
                  <a:lnTo>
                    <a:pt x="323909" y="224648"/>
                  </a:lnTo>
                  <a:lnTo>
                    <a:pt x="325672" y="219649"/>
                  </a:lnTo>
                  <a:lnTo>
                    <a:pt x="327276" y="214597"/>
                  </a:lnTo>
                  <a:lnTo>
                    <a:pt x="328719" y="209497"/>
                  </a:lnTo>
                  <a:lnTo>
                    <a:pt x="330000" y="204353"/>
                  </a:lnTo>
                  <a:lnTo>
                    <a:pt x="331117" y="199172"/>
                  </a:lnTo>
                  <a:lnTo>
                    <a:pt x="332069" y="193957"/>
                  </a:lnTo>
                  <a:lnTo>
                    <a:pt x="332856" y="188716"/>
                  </a:lnTo>
                  <a:lnTo>
                    <a:pt x="333475" y="183451"/>
                  </a:lnTo>
                  <a:lnTo>
                    <a:pt x="333928" y="178170"/>
                  </a:lnTo>
                  <a:lnTo>
                    <a:pt x="334213" y="172877"/>
                  </a:lnTo>
                  <a:lnTo>
                    <a:pt x="334330" y="167578"/>
                  </a:lnTo>
                  <a:lnTo>
                    <a:pt x="334279" y="162278"/>
                  </a:lnTo>
                  <a:lnTo>
                    <a:pt x="334060" y="156982"/>
                  </a:lnTo>
                  <a:lnTo>
                    <a:pt x="333673" y="151695"/>
                  </a:lnTo>
                  <a:lnTo>
                    <a:pt x="333118" y="146424"/>
                  </a:lnTo>
                  <a:lnTo>
                    <a:pt x="332397" y="141172"/>
                  </a:lnTo>
                  <a:lnTo>
                    <a:pt x="331510" y="135947"/>
                  </a:lnTo>
                  <a:lnTo>
                    <a:pt x="330457" y="130752"/>
                  </a:lnTo>
                  <a:lnTo>
                    <a:pt x="329241" y="125593"/>
                  </a:lnTo>
                  <a:lnTo>
                    <a:pt x="327861" y="120475"/>
                  </a:lnTo>
                  <a:lnTo>
                    <a:pt x="326320" y="115403"/>
                  </a:lnTo>
                  <a:lnTo>
                    <a:pt x="324619" y="110383"/>
                  </a:lnTo>
                  <a:lnTo>
                    <a:pt x="322759" y="105419"/>
                  </a:lnTo>
                  <a:lnTo>
                    <a:pt x="320743" y="100517"/>
                  </a:lnTo>
                  <a:lnTo>
                    <a:pt x="318573" y="95681"/>
                  </a:lnTo>
                  <a:lnTo>
                    <a:pt x="316250" y="90917"/>
                  </a:lnTo>
                  <a:lnTo>
                    <a:pt x="313778" y="86228"/>
                  </a:lnTo>
                  <a:lnTo>
                    <a:pt x="311158" y="81620"/>
                  </a:lnTo>
                  <a:lnTo>
                    <a:pt x="308393" y="77098"/>
                  </a:lnTo>
                  <a:lnTo>
                    <a:pt x="305486" y="72665"/>
                  </a:lnTo>
                  <a:lnTo>
                    <a:pt x="302441" y="68327"/>
                  </a:lnTo>
                  <a:lnTo>
                    <a:pt x="299259" y="64088"/>
                  </a:lnTo>
                  <a:lnTo>
                    <a:pt x="295944" y="59951"/>
                  </a:lnTo>
                  <a:lnTo>
                    <a:pt x="292500" y="55922"/>
                  </a:lnTo>
                  <a:lnTo>
                    <a:pt x="288930" y="52004"/>
                  </a:lnTo>
                  <a:lnTo>
                    <a:pt x="285238" y="48201"/>
                  </a:lnTo>
                  <a:lnTo>
                    <a:pt x="281427" y="44517"/>
                  </a:lnTo>
                  <a:lnTo>
                    <a:pt x="277501" y="40956"/>
                  </a:lnTo>
                  <a:lnTo>
                    <a:pt x="273464" y="37521"/>
                  </a:lnTo>
                  <a:lnTo>
                    <a:pt x="269320" y="34216"/>
                  </a:lnTo>
                  <a:lnTo>
                    <a:pt x="265073" y="31044"/>
                  </a:lnTo>
                  <a:lnTo>
                    <a:pt x="260728" y="28008"/>
                  </a:lnTo>
                  <a:lnTo>
                    <a:pt x="256289" y="25111"/>
                  </a:lnTo>
                  <a:lnTo>
                    <a:pt x="251760" y="22357"/>
                  </a:lnTo>
                  <a:lnTo>
                    <a:pt x="247147" y="19747"/>
                  </a:lnTo>
                  <a:lnTo>
                    <a:pt x="242453" y="17285"/>
                  </a:lnTo>
                  <a:lnTo>
                    <a:pt x="237683" y="14973"/>
                  </a:lnTo>
                  <a:lnTo>
                    <a:pt x="232842" y="12814"/>
                  </a:lnTo>
                  <a:lnTo>
                    <a:pt x="227935" y="10809"/>
                  </a:lnTo>
                  <a:lnTo>
                    <a:pt x="222967" y="8961"/>
                  </a:lnTo>
                  <a:lnTo>
                    <a:pt x="217944" y="7271"/>
                  </a:lnTo>
                  <a:lnTo>
                    <a:pt x="212869" y="5741"/>
                  </a:lnTo>
                  <a:lnTo>
                    <a:pt x="207748" y="4373"/>
                  </a:lnTo>
                  <a:lnTo>
                    <a:pt x="202586" y="3168"/>
                  </a:lnTo>
                  <a:lnTo>
                    <a:pt x="197388" y="2127"/>
                  </a:lnTo>
                  <a:lnTo>
                    <a:pt x="192161" y="1251"/>
                  </a:lnTo>
                  <a:lnTo>
                    <a:pt x="186908" y="542"/>
                  </a:lnTo>
                  <a:lnTo>
                    <a:pt x="181635" y="0"/>
                  </a:lnTo>
                  <a:lnTo>
                    <a:pt x="167166" y="1665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2126963"/>
              <a:ext cx="14469" cy="167167"/>
            </a:xfrm>
            <a:custGeom>
              <a:avLst/>
              <a:pathLst>
                <a:path w="14469" h="167167">
                  <a:moveTo>
                    <a:pt x="14469" y="6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423593" y="2633064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63" y="83"/>
                  </a:lnTo>
                  <a:lnTo>
                    <a:pt x="156577" y="334"/>
                  </a:lnTo>
                  <a:lnTo>
                    <a:pt x="151301" y="753"/>
                  </a:lnTo>
                  <a:lnTo>
                    <a:pt x="146042" y="1338"/>
                  </a:lnTo>
                  <a:lnTo>
                    <a:pt x="140803" y="2090"/>
                  </a:lnTo>
                  <a:lnTo>
                    <a:pt x="135591" y="3006"/>
                  </a:lnTo>
                  <a:lnTo>
                    <a:pt x="130410" y="4088"/>
                  </a:lnTo>
                  <a:lnTo>
                    <a:pt x="125267" y="5333"/>
                  </a:lnTo>
                  <a:lnTo>
                    <a:pt x="120165" y="6740"/>
                  </a:lnTo>
                  <a:lnTo>
                    <a:pt x="115111" y="8307"/>
                  </a:lnTo>
                  <a:lnTo>
                    <a:pt x="110108" y="10034"/>
                  </a:lnTo>
                  <a:lnTo>
                    <a:pt x="105163" y="11919"/>
                  </a:lnTo>
                  <a:lnTo>
                    <a:pt x="100280" y="13959"/>
                  </a:lnTo>
                  <a:lnTo>
                    <a:pt x="95464" y="16153"/>
                  </a:lnTo>
                  <a:lnTo>
                    <a:pt x="90719" y="18497"/>
                  </a:lnTo>
                  <a:lnTo>
                    <a:pt x="86052" y="20991"/>
                  </a:lnTo>
                  <a:lnTo>
                    <a:pt x="81465" y="23632"/>
                  </a:lnTo>
                  <a:lnTo>
                    <a:pt x="76965" y="26416"/>
                  </a:lnTo>
                  <a:lnTo>
                    <a:pt x="72555" y="29342"/>
                  </a:lnTo>
                  <a:lnTo>
                    <a:pt x="68239" y="32405"/>
                  </a:lnTo>
                  <a:lnTo>
                    <a:pt x="64023" y="35604"/>
                  </a:lnTo>
                  <a:lnTo>
                    <a:pt x="59910" y="38934"/>
                  </a:lnTo>
                  <a:lnTo>
                    <a:pt x="55905" y="42393"/>
                  </a:lnTo>
                  <a:lnTo>
                    <a:pt x="52011" y="45977"/>
                  </a:lnTo>
                  <a:lnTo>
                    <a:pt x="48233" y="49683"/>
                  </a:lnTo>
                  <a:lnTo>
                    <a:pt x="44574" y="53506"/>
                  </a:lnTo>
                  <a:lnTo>
                    <a:pt x="41037" y="57443"/>
                  </a:lnTo>
                  <a:lnTo>
                    <a:pt x="37627" y="61490"/>
                  </a:lnTo>
                  <a:lnTo>
                    <a:pt x="34347" y="65643"/>
                  </a:lnTo>
                  <a:lnTo>
                    <a:pt x="31200" y="69898"/>
                  </a:lnTo>
                  <a:lnTo>
                    <a:pt x="28189" y="74250"/>
                  </a:lnTo>
                  <a:lnTo>
                    <a:pt x="25318" y="78695"/>
                  </a:lnTo>
                  <a:lnTo>
                    <a:pt x="22588" y="83229"/>
                  </a:lnTo>
                  <a:lnTo>
                    <a:pt x="20004" y="87847"/>
                  </a:lnTo>
                  <a:lnTo>
                    <a:pt x="17567" y="92545"/>
                  </a:lnTo>
                  <a:lnTo>
                    <a:pt x="15280" y="97317"/>
                  </a:lnTo>
                  <a:lnTo>
                    <a:pt x="13145" y="102160"/>
                  </a:lnTo>
                  <a:lnTo>
                    <a:pt x="11164" y="107067"/>
                  </a:lnTo>
                  <a:lnTo>
                    <a:pt x="9340" y="112035"/>
                  </a:lnTo>
                  <a:lnTo>
                    <a:pt x="7674" y="117058"/>
                  </a:lnTo>
                  <a:lnTo>
                    <a:pt x="6168" y="122132"/>
                  </a:lnTo>
                  <a:lnTo>
                    <a:pt x="4823" y="127250"/>
                  </a:lnTo>
                  <a:lnTo>
                    <a:pt x="3641" y="132408"/>
                  </a:lnTo>
                  <a:lnTo>
                    <a:pt x="2622" y="137602"/>
                  </a:lnTo>
                  <a:lnTo>
                    <a:pt x="1769" y="142825"/>
                  </a:lnTo>
                  <a:lnTo>
                    <a:pt x="1081" y="148072"/>
                  </a:lnTo>
                  <a:lnTo>
                    <a:pt x="560" y="153338"/>
                  </a:lnTo>
                  <a:lnTo>
                    <a:pt x="206" y="158619"/>
                  </a:lnTo>
                  <a:lnTo>
                    <a:pt x="19" y="163907"/>
                  </a:lnTo>
                  <a:lnTo>
                    <a:pt x="0" y="169200"/>
                  </a:lnTo>
                  <a:lnTo>
                    <a:pt x="148" y="174490"/>
                  </a:lnTo>
                  <a:lnTo>
                    <a:pt x="463" y="179772"/>
                  </a:lnTo>
                  <a:lnTo>
                    <a:pt x="946" y="185043"/>
                  </a:lnTo>
                  <a:lnTo>
                    <a:pt x="1595" y="190295"/>
                  </a:lnTo>
                  <a:lnTo>
                    <a:pt x="2410" y="195524"/>
                  </a:lnTo>
                  <a:lnTo>
                    <a:pt x="3390" y="200724"/>
                  </a:lnTo>
                  <a:lnTo>
                    <a:pt x="4534" y="205891"/>
                  </a:lnTo>
                  <a:lnTo>
                    <a:pt x="5841" y="211019"/>
                  </a:lnTo>
                  <a:lnTo>
                    <a:pt x="7310" y="216104"/>
                  </a:lnTo>
                  <a:lnTo>
                    <a:pt x="8940" y="221139"/>
                  </a:lnTo>
                  <a:lnTo>
                    <a:pt x="10727" y="226120"/>
                  </a:lnTo>
                  <a:lnTo>
                    <a:pt x="12672" y="231042"/>
                  </a:lnTo>
                  <a:lnTo>
                    <a:pt x="14771" y="235900"/>
                  </a:lnTo>
                  <a:lnTo>
                    <a:pt x="17023" y="240689"/>
                  </a:lnTo>
                  <a:lnTo>
                    <a:pt x="19426" y="245404"/>
                  </a:lnTo>
                  <a:lnTo>
                    <a:pt x="21976" y="250041"/>
                  </a:lnTo>
                  <a:lnTo>
                    <a:pt x="24672" y="254595"/>
                  </a:lnTo>
                  <a:lnTo>
                    <a:pt x="27511" y="259061"/>
                  </a:lnTo>
                  <a:lnTo>
                    <a:pt x="30490" y="263436"/>
                  </a:lnTo>
                  <a:lnTo>
                    <a:pt x="33605" y="267713"/>
                  </a:lnTo>
                  <a:lnTo>
                    <a:pt x="36855" y="271890"/>
                  </a:lnTo>
                  <a:lnTo>
                    <a:pt x="40235" y="275962"/>
                  </a:lnTo>
                  <a:lnTo>
                    <a:pt x="43743" y="279925"/>
                  </a:lnTo>
                  <a:lnTo>
                    <a:pt x="47374" y="283775"/>
                  </a:lnTo>
                  <a:lnTo>
                    <a:pt x="51125" y="287508"/>
                  </a:lnTo>
                  <a:lnTo>
                    <a:pt x="54992" y="291121"/>
                  </a:lnTo>
                  <a:lnTo>
                    <a:pt x="58972" y="294609"/>
                  </a:lnTo>
                  <a:lnTo>
                    <a:pt x="63060" y="297970"/>
                  </a:lnTo>
                  <a:lnTo>
                    <a:pt x="67253" y="301199"/>
                  </a:lnTo>
                  <a:lnTo>
                    <a:pt x="71546" y="304294"/>
                  </a:lnTo>
                  <a:lnTo>
                    <a:pt x="75934" y="307252"/>
                  </a:lnTo>
                  <a:lnTo>
                    <a:pt x="80414" y="310069"/>
                  </a:lnTo>
                  <a:lnTo>
                    <a:pt x="84981" y="312743"/>
                  </a:lnTo>
                  <a:lnTo>
                    <a:pt x="89630" y="315271"/>
                  </a:lnTo>
                  <a:lnTo>
                    <a:pt x="94357" y="317651"/>
                  </a:lnTo>
                  <a:lnTo>
                    <a:pt x="99157" y="319880"/>
                  </a:lnTo>
                  <a:lnTo>
                    <a:pt x="104025" y="321956"/>
                  </a:lnTo>
                  <a:lnTo>
                    <a:pt x="108956" y="323877"/>
                  </a:lnTo>
                  <a:lnTo>
                    <a:pt x="113946" y="325640"/>
                  </a:lnTo>
                  <a:lnTo>
                    <a:pt x="118989" y="327245"/>
                  </a:lnTo>
                  <a:lnTo>
                    <a:pt x="124080" y="328690"/>
                  </a:lnTo>
                  <a:lnTo>
                    <a:pt x="129214" y="329972"/>
                  </a:lnTo>
                  <a:lnTo>
                    <a:pt x="134387" y="331091"/>
                  </a:lnTo>
                  <a:lnTo>
                    <a:pt x="139592" y="332046"/>
                  </a:lnTo>
                  <a:lnTo>
                    <a:pt x="144825" y="332836"/>
                  </a:lnTo>
                  <a:lnTo>
                    <a:pt x="150080" y="333460"/>
                  </a:lnTo>
                  <a:lnTo>
                    <a:pt x="155353" y="333917"/>
                  </a:lnTo>
                  <a:lnTo>
                    <a:pt x="160637" y="334207"/>
                  </a:lnTo>
                  <a:lnTo>
                    <a:pt x="165928" y="334330"/>
                  </a:lnTo>
                  <a:lnTo>
                    <a:pt x="171220" y="334285"/>
                  </a:lnTo>
                  <a:lnTo>
                    <a:pt x="176507" y="334073"/>
                  </a:lnTo>
                  <a:lnTo>
                    <a:pt x="181786" y="333693"/>
                  </a:lnTo>
                  <a:lnTo>
                    <a:pt x="187050" y="333146"/>
                  </a:lnTo>
                  <a:lnTo>
                    <a:pt x="192294" y="332433"/>
                  </a:lnTo>
                  <a:lnTo>
                    <a:pt x="197512" y="331555"/>
                  </a:lnTo>
                  <a:lnTo>
                    <a:pt x="202701" y="330511"/>
                  </a:lnTo>
                  <a:lnTo>
                    <a:pt x="207853" y="329304"/>
                  </a:lnTo>
                  <a:lnTo>
                    <a:pt x="212965" y="327935"/>
                  </a:lnTo>
                  <a:lnTo>
                    <a:pt x="218031" y="326404"/>
                  </a:lnTo>
                  <a:lnTo>
                    <a:pt x="223046" y="324714"/>
                  </a:lnTo>
                  <a:lnTo>
                    <a:pt x="228005" y="322866"/>
                  </a:lnTo>
                  <a:lnTo>
                    <a:pt x="232903" y="320862"/>
                  </a:lnTo>
                  <a:lnTo>
                    <a:pt x="237735" y="318703"/>
                  </a:lnTo>
                  <a:lnTo>
                    <a:pt x="242497" y="316393"/>
                  </a:lnTo>
                  <a:lnTo>
                    <a:pt x="247182" y="313934"/>
                  </a:lnTo>
                  <a:lnTo>
                    <a:pt x="251788" y="311327"/>
                  </a:lnTo>
                  <a:lnTo>
                    <a:pt x="256309" y="308576"/>
                  </a:lnTo>
                  <a:lnTo>
                    <a:pt x="260740" y="305683"/>
                  </a:lnTo>
                  <a:lnTo>
                    <a:pt x="265078" y="302651"/>
                  </a:lnTo>
                  <a:lnTo>
                    <a:pt x="269317" y="299484"/>
                  </a:lnTo>
                  <a:lnTo>
                    <a:pt x="273455" y="296183"/>
                  </a:lnTo>
                  <a:lnTo>
                    <a:pt x="277485" y="292754"/>
                  </a:lnTo>
                  <a:lnTo>
                    <a:pt x="281405" y="289199"/>
                  </a:lnTo>
                  <a:lnTo>
                    <a:pt x="285211" y="285521"/>
                  </a:lnTo>
                  <a:lnTo>
                    <a:pt x="288898" y="281725"/>
                  </a:lnTo>
                  <a:lnTo>
                    <a:pt x="292463" y="277814"/>
                  </a:lnTo>
                  <a:lnTo>
                    <a:pt x="295903" y="273792"/>
                  </a:lnTo>
                  <a:lnTo>
                    <a:pt x="299213" y="269663"/>
                  </a:lnTo>
                  <a:lnTo>
                    <a:pt x="302392" y="265431"/>
                  </a:lnTo>
                  <a:lnTo>
                    <a:pt x="305434" y="261101"/>
                  </a:lnTo>
                  <a:lnTo>
                    <a:pt x="308338" y="256677"/>
                  </a:lnTo>
                  <a:lnTo>
                    <a:pt x="311101" y="252163"/>
                  </a:lnTo>
                  <a:lnTo>
                    <a:pt x="313719" y="247564"/>
                  </a:lnTo>
                  <a:lnTo>
                    <a:pt x="316191" y="242885"/>
                  </a:lnTo>
                  <a:lnTo>
                    <a:pt x="318513" y="238129"/>
                  </a:lnTo>
                  <a:lnTo>
                    <a:pt x="320683" y="233303"/>
                  </a:lnTo>
                  <a:lnTo>
                    <a:pt x="322700" y="228410"/>
                  </a:lnTo>
                  <a:lnTo>
                    <a:pt x="324560" y="223455"/>
                  </a:lnTo>
                  <a:lnTo>
                    <a:pt x="326263" y="218445"/>
                  </a:lnTo>
                  <a:lnTo>
                    <a:pt x="327807" y="213383"/>
                  </a:lnTo>
                  <a:lnTo>
                    <a:pt x="329189" y="208274"/>
                  </a:lnTo>
                  <a:lnTo>
                    <a:pt x="330409" y="203125"/>
                  </a:lnTo>
                  <a:lnTo>
                    <a:pt x="331465" y="197939"/>
                  </a:lnTo>
                  <a:lnTo>
                    <a:pt x="332357" y="192723"/>
                  </a:lnTo>
                  <a:lnTo>
                    <a:pt x="333083" y="187480"/>
                  </a:lnTo>
                  <a:lnTo>
                    <a:pt x="333643" y="182218"/>
                  </a:lnTo>
                  <a:lnTo>
                    <a:pt x="334036" y="176940"/>
                  </a:lnTo>
                  <a:lnTo>
                    <a:pt x="334262" y="171653"/>
                  </a:lnTo>
                  <a:lnTo>
                    <a:pt x="334320" y="166361"/>
                  </a:lnTo>
                  <a:lnTo>
                    <a:pt x="334211" y="161070"/>
                  </a:lnTo>
                  <a:lnTo>
                    <a:pt x="333934" y="155785"/>
                  </a:lnTo>
                  <a:lnTo>
                    <a:pt x="333490" y="150512"/>
                  </a:lnTo>
                  <a:lnTo>
                    <a:pt x="332880" y="145255"/>
                  </a:lnTo>
                  <a:lnTo>
                    <a:pt x="332103" y="14002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90748" y="2773084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73084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73084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73084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73084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73084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73084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73084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73084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73084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73084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773084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773084"/>
              <a:ext cx="164948" cy="27146"/>
            </a:xfrm>
            <a:custGeom>
              <a:avLst/>
              <a:pathLst>
                <a:path w="164948" h="27146">
                  <a:moveTo>
                    <a:pt x="164948" y="0"/>
                  </a:moveTo>
                  <a:lnTo>
                    <a:pt x="0" y="271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90748" y="2638629"/>
              <a:ext cx="164948" cy="161602"/>
            </a:xfrm>
            <a:custGeom>
              <a:avLst/>
              <a:pathLst>
                <a:path w="164948" h="161602">
                  <a:moveTo>
                    <a:pt x="164948" y="134455"/>
                  </a:moveTo>
                  <a:lnTo>
                    <a:pt x="163968" y="129056"/>
                  </a:lnTo>
                  <a:lnTo>
                    <a:pt x="162812" y="123692"/>
                  </a:lnTo>
                  <a:lnTo>
                    <a:pt x="161480" y="118369"/>
                  </a:lnTo>
                  <a:lnTo>
                    <a:pt x="159974" y="113092"/>
                  </a:lnTo>
                  <a:lnTo>
                    <a:pt x="158295" y="107868"/>
                  </a:lnTo>
                  <a:lnTo>
                    <a:pt x="156447" y="102701"/>
                  </a:lnTo>
                  <a:lnTo>
                    <a:pt x="154429" y="97599"/>
                  </a:lnTo>
                  <a:lnTo>
                    <a:pt x="152245" y="92565"/>
                  </a:lnTo>
                  <a:lnTo>
                    <a:pt x="149898" y="87605"/>
                  </a:lnTo>
                  <a:lnTo>
                    <a:pt x="147388" y="82725"/>
                  </a:lnTo>
                  <a:lnTo>
                    <a:pt x="144720" y="77930"/>
                  </a:lnTo>
                  <a:lnTo>
                    <a:pt x="141896" y="73225"/>
                  </a:lnTo>
                  <a:lnTo>
                    <a:pt x="138919" y="68616"/>
                  </a:lnTo>
                  <a:lnTo>
                    <a:pt x="135792" y="64107"/>
                  </a:lnTo>
                  <a:lnTo>
                    <a:pt x="132519" y="59702"/>
                  </a:lnTo>
                  <a:lnTo>
                    <a:pt x="129103" y="55408"/>
                  </a:lnTo>
                  <a:lnTo>
                    <a:pt x="125548" y="51228"/>
                  </a:lnTo>
                  <a:lnTo>
                    <a:pt x="121858" y="47167"/>
                  </a:lnTo>
                  <a:lnTo>
                    <a:pt x="118037" y="43229"/>
                  </a:lnTo>
                  <a:lnTo>
                    <a:pt x="114088" y="39419"/>
                  </a:lnTo>
                  <a:lnTo>
                    <a:pt x="110017" y="35740"/>
                  </a:lnTo>
                  <a:lnTo>
                    <a:pt x="105826" y="32197"/>
                  </a:lnTo>
                  <a:lnTo>
                    <a:pt x="101522" y="28793"/>
                  </a:lnTo>
                  <a:lnTo>
                    <a:pt x="97109" y="25533"/>
                  </a:lnTo>
                  <a:lnTo>
                    <a:pt x="92591" y="22419"/>
                  </a:lnTo>
                  <a:lnTo>
                    <a:pt x="87973" y="19455"/>
                  </a:lnTo>
                  <a:lnTo>
                    <a:pt x="83260" y="16644"/>
                  </a:lnTo>
                  <a:lnTo>
                    <a:pt x="78458" y="13990"/>
                  </a:lnTo>
                  <a:lnTo>
                    <a:pt x="73571" y="11494"/>
                  </a:lnTo>
                  <a:lnTo>
                    <a:pt x="68604" y="9161"/>
                  </a:lnTo>
                  <a:lnTo>
                    <a:pt x="63564" y="6991"/>
                  </a:lnTo>
                  <a:lnTo>
                    <a:pt x="58455" y="4988"/>
                  </a:lnTo>
                  <a:lnTo>
                    <a:pt x="53284" y="3154"/>
                  </a:lnTo>
                  <a:lnTo>
                    <a:pt x="48055" y="1490"/>
                  </a:lnTo>
                  <a:lnTo>
                    <a:pt x="42774" y="0"/>
                  </a:lnTo>
                  <a:lnTo>
                    <a:pt x="0" y="1616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90748" y="2633064"/>
              <a:ext cx="42774" cy="167167"/>
            </a:xfrm>
            <a:custGeom>
              <a:avLst/>
              <a:pathLst>
                <a:path w="42774" h="167167">
                  <a:moveTo>
                    <a:pt x="42774" y="5565"/>
                  </a:moveTo>
                  <a:lnTo>
                    <a:pt x="36772" y="4094"/>
                  </a:lnTo>
                  <a:lnTo>
                    <a:pt x="30721" y="2847"/>
                  </a:lnTo>
                  <a:lnTo>
                    <a:pt x="24627" y="1824"/>
                  </a:lnTo>
                  <a:lnTo>
                    <a:pt x="18500" y="1026"/>
                  </a:lnTo>
                  <a:lnTo>
                    <a:pt x="12347" y="456"/>
                  </a:lnTo>
                  <a:lnTo>
                    <a:pt x="6177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358832" y="3170392"/>
              <a:ext cx="334299" cy="334334"/>
            </a:xfrm>
            <a:custGeom>
              <a:avLst/>
              <a:pathLst>
                <a:path w="334299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1" y="336"/>
                  </a:lnTo>
                  <a:lnTo>
                    <a:pt x="151250" y="757"/>
                  </a:lnTo>
                  <a:lnTo>
                    <a:pt x="145976" y="1346"/>
                  </a:lnTo>
                  <a:lnTo>
                    <a:pt x="140724" y="2101"/>
                  </a:lnTo>
                  <a:lnTo>
                    <a:pt x="135497" y="3023"/>
                  </a:lnTo>
                  <a:lnTo>
                    <a:pt x="130303" y="4110"/>
                  </a:lnTo>
                  <a:lnTo>
                    <a:pt x="125146" y="5362"/>
                  </a:lnTo>
                  <a:lnTo>
                    <a:pt x="120031" y="6777"/>
                  </a:lnTo>
                  <a:lnTo>
                    <a:pt x="114964" y="8353"/>
                  </a:lnTo>
                  <a:lnTo>
                    <a:pt x="109949" y="10090"/>
                  </a:lnTo>
                  <a:lnTo>
                    <a:pt x="104992" y="11984"/>
                  </a:lnTo>
                  <a:lnTo>
                    <a:pt x="100098" y="14035"/>
                  </a:lnTo>
                  <a:lnTo>
                    <a:pt x="95271" y="16241"/>
                  </a:lnTo>
                  <a:lnTo>
                    <a:pt x="90516" y="18598"/>
                  </a:lnTo>
                  <a:lnTo>
                    <a:pt x="85839" y="21106"/>
                  </a:lnTo>
                  <a:lnTo>
                    <a:pt x="81244" y="23760"/>
                  </a:lnTo>
                  <a:lnTo>
                    <a:pt x="76735" y="26559"/>
                  </a:lnTo>
                  <a:lnTo>
                    <a:pt x="72318" y="29500"/>
                  </a:lnTo>
                  <a:lnTo>
                    <a:pt x="67996" y="32579"/>
                  </a:lnTo>
                  <a:lnTo>
                    <a:pt x="63773" y="35794"/>
                  </a:lnTo>
                  <a:lnTo>
                    <a:pt x="59656" y="39142"/>
                  </a:lnTo>
                  <a:lnTo>
                    <a:pt x="55646" y="42618"/>
                  </a:lnTo>
                  <a:lnTo>
                    <a:pt x="51749" y="46220"/>
                  </a:lnTo>
                  <a:lnTo>
                    <a:pt x="47968" y="49944"/>
                  </a:lnTo>
                  <a:lnTo>
                    <a:pt x="44307" y="53786"/>
                  </a:lnTo>
                  <a:lnTo>
                    <a:pt x="40770" y="57743"/>
                  </a:lnTo>
                  <a:lnTo>
                    <a:pt x="37360" y="61809"/>
                  </a:lnTo>
                  <a:lnTo>
                    <a:pt x="34082" y="65982"/>
                  </a:lnTo>
                  <a:lnTo>
                    <a:pt x="30937" y="70257"/>
                  </a:lnTo>
                  <a:lnTo>
                    <a:pt x="27929" y="74629"/>
                  </a:lnTo>
                  <a:lnTo>
                    <a:pt x="25062" y="79095"/>
                  </a:lnTo>
                  <a:lnTo>
                    <a:pt x="22338" y="83649"/>
                  </a:lnTo>
                  <a:lnTo>
                    <a:pt x="19760" y="88288"/>
                  </a:lnTo>
                  <a:lnTo>
                    <a:pt x="17331" y="93006"/>
                  </a:lnTo>
                  <a:lnTo>
                    <a:pt x="15052" y="97799"/>
                  </a:lnTo>
                  <a:lnTo>
                    <a:pt x="12927" y="102661"/>
                  </a:lnTo>
                  <a:lnTo>
                    <a:pt x="10957" y="107589"/>
                  </a:lnTo>
                  <a:lnTo>
                    <a:pt x="9145" y="112577"/>
                  </a:lnTo>
                  <a:lnTo>
                    <a:pt x="7492" y="117620"/>
                  </a:lnTo>
                  <a:lnTo>
                    <a:pt x="5999" y="122712"/>
                  </a:lnTo>
                  <a:lnTo>
                    <a:pt x="4670" y="127850"/>
                  </a:lnTo>
                  <a:lnTo>
                    <a:pt x="3503" y="133027"/>
                  </a:lnTo>
                  <a:lnTo>
                    <a:pt x="2502" y="138239"/>
                  </a:lnTo>
                  <a:lnTo>
                    <a:pt x="1667" y="143479"/>
                  </a:lnTo>
                  <a:lnTo>
                    <a:pt x="998" y="148744"/>
                  </a:lnTo>
                  <a:lnTo>
                    <a:pt x="497" y="154027"/>
                  </a:lnTo>
                  <a:lnTo>
                    <a:pt x="164" y="159324"/>
                  </a:lnTo>
                  <a:lnTo>
                    <a:pt x="0" y="164628"/>
                  </a:lnTo>
                  <a:lnTo>
                    <a:pt x="3" y="169935"/>
                  </a:lnTo>
                  <a:lnTo>
                    <a:pt x="175" y="175239"/>
                  </a:lnTo>
                  <a:lnTo>
                    <a:pt x="516" y="180535"/>
                  </a:lnTo>
                  <a:lnTo>
                    <a:pt x="1024" y="185817"/>
                  </a:lnTo>
                  <a:lnTo>
                    <a:pt x="1700" y="191081"/>
                  </a:lnTo>
                  <a:lnTo>
                    <a:pt x="2542" y="196320"/>
                  </a:lnTo>
                  <a:lnTo>
                    <a:pt x="3550" y="201531"/>
                  </a:lnTo>
                  <a:lnTo>
                    <a:pt x="4723" y="206706"/>
                  </a:lnTo>
                  <a:lnTo>
                    <a:pt x="6060" y="211842"/>
                  </a:lnTo>
                  <a:lnTo>
                    <a:pt x="7560" y="216932"/>
                  </a:lnTo>
                  <a:lnTo>
                    <a:pt x="9220" y="221973"/>
                  </a:lnTo>
                  <a:lnTo>
                    <a:pt x="11039" y="226958"/>
                  </a:lnTo>
                  <a:lnTo>
                    <a:pt x="13015" y="231883"/>
                  </a:lnTo>
                  <a:lnTo>
                    <a:pt x="15147" y="236743"/>
                  </a:lnTo>
                  <a:lnTo>
                    <a:pt x="17432" y="241533"/>
                  </a:lnTo>
                  <a:lnTo>
                    <a:pt x="19868" y="246248"/>
                  </a:lnTo>
                  <a:lnTo>
                    <a:pt x="22453" y="250883"/>
                  </a:lnTo>
                  <a:lnTo>
                    <a:pt x="25183" y="255433"/>
                  </a:lnTo>
                  <a:lnTo>
                    <a:pt x="28056" y="259895"/>
                  </a:lnTo>
                  <a:lnTo>
                    <a:pt x="31070" y="264263"/>
                  </a:lnTo>
                  <a:lnTo>
                    <a:pt x="34220" y="268534"/>
                  </a:lnTo>
                  <a:lnTo>
                    <a:pt x="37505" y="272702"/>
                  </a:lnTo>
                  <a:lnTo>
                    <a:pt x="40920" y="276764"/>
                  </a:lnTo>
                  <a:lnTo>
                    <a:pt x="44462" y="280715"/>
                  </a:lnTo>
                  <a:lnTo>
                    <a:pt x="48128" y="284552"/>
                  </a:lnTo>
                  <a:lnTo>
                    <a:pt x="51914" y="288271"/>
                  </a:lnTo>
                  <a:lnTo>
                    <a:pt x="55816" y="291868"/>
                  </a:lnTo>
                  <a:lnTo>
                    <a:pt x="59831" y="295339"/>
                  </a:lnTo>
                  <a:lnTo>
                    <a:pt x="63953" y="298681"/>
                  </a:lnTo>
                  <a:lnTo>
                    <a:pt x="68180" y="301890"/>
                  </a:lnTo>
                  <a:lnTo>
                    <a:pt x="72506" y="304964"/>
                  </a:lnTo>
                  <a:lnTo>
                    <a:pt x="76928" y="307898"/>
                  </a:lnTo>
                  <a:lnTo>
                    <a:pt x="81440" y="310691"/>
                  </a:lnTo>
                  <a:lnTo>
                    <a:pt x="86039" y="313339"/>
                  </a:lnTo>
                  <a:lnTo>
                    <a:pt x="90720" y="315840"/>
                  </a:lnTo>
                  <a:lnTo>
                    <a:pt x="95477" y="318191"/>
                  </a:lnTo>
                  <a:lnTo>
                    <a:pt x="100307" y="320390"/>
                  </a:lnTo>
                  <a:lnTo>
                    <a:pt x="105204" y="322434"/>
                  </a:lnTo>
                  <a:lnTo>
                    <a:pt x="110164" y="324322"/>
                  </a:lnTo>
                  <a:lnTo>
                    <a:pt x="115181" y="326052"/>
                  </a:lnTo>
                  <a:lnTo>
                    <a:pt x="120251" y="327621"/>
                  </a:lnTo>
                  <a:lnTo>
                    <a:pt x="125367" y="329029"/>
                  </a:lnTo>
                  <a:lnTo>
                    <a:pt x="130526" y="330274"/>
                  </a:lnTo>
                  <a:lnTo>
                    <a:pt x="135722" y="331354"/>
                  </a:lnTo>
                  <a:lnTo>
                    <a:pt x="140949" y="332269"/>
                  </a:lnTo>
                  <a:lnTo>
                    <a:pt x="146203" y="333017"/>
                  </a:lnTo>
                  <a:lnTo>
                    <a:pt x="151478" y="333598"/>
                  </a:lnTo>
                  <a:lnTo>
                    <a:pt x="156769" y="334012"/>
                  </a:lnTo>
                  <a:lnTo>
                    <a:pt x="162070" y="334257"/>
                  </a:lnTo>
                  <a:lnTo>
                    <a:pt x="167376" y="334334"/>
                  </a:lnTo>
                  <a:lnTo>
                    <a:pt x="172682" y="334243"/>
                  </a:lnTo>
                  <a:lnTo>
                    <a:pt x="177983" y="333983"/>
                  </a:lnTo>
                  <a:lnTo>
                    <a:pt x="183272" y="333555"/>
                  </a:lnTo>
                  <a:lnTo>
                    <a:pt x="188546" y="332959"/>
                  </a:lnTo>
                  <a:lnTo>
                    <a:pt x="193798" y="332196"/>
                  </a:lnTo>
                  <a:lnTo>
                    <a:pt x="199022" y="331267"/>
                  </a:lnTo>
                  <a:lnTo>
                    <a:pt x="204215" y="330173"/>
                  </a:lnTo>
                  <a:lnTo>
                    <a:pt x="209371" y="328914"/>
                  </a:lnTo>
                  <a:lnTo>
                    <a:pt x="214483" y="327492"/>
                  </a:lnTo>
                  <a:lnTo>
                    <a:pt x="219549" y="325909"/>
                  </a:lnTo>
                  <a:lnTo>
                    <a:pt x="224561" y="324166"/>
                  </a:lnTo>
                  <a:lnTo>
                    <a:pt x="229515" y="322264"/>
                  </a:lnTo>
                  <a:lnTo>
                    <a:pt x="234407" y="320207"/>
                  </a:lnTo>
                  <a:lnTo>
                    <a:pt x="239231" y="317995"/>
                  </a:lnTo>
                  <a:lnTo>
                    <a:pt x="243982" y="315630"/>
                  </a:lnTo>
                  <a:lnTo>
                    <a:pt x="248656" y="313117"/>
                  </a:lnTo>
                  <a:lnTo>
                    <a:pt x="253248" y="310456"/>
                  </a:lnTo>
                  <a:lnTo>
                    <a:pt x="257752" y="307651"/>
                  </a:lnTo>
                  <a:lnTo>
                    <a:pt x="262166" y="304704"/>
                  </a:lnTo>
                  <a:lnTo>
                    <a:pt x="266484" y="301619"/>
                  </a:lnTo>
                  <a:lnTo>
                    <a:pt x="270701" y="298398"/>
                  </a:lnTo>
                  <a:lnTo>
                    <a:pt x="274815" y="295045"/>
                  </a:lnTo>
                  <a:lnTo>
                    <a:pt x="278820" y="291563"/>
                  </a:lnTo>
                  <a:lnTo>
                    <a:pt x="282712" y="287955"/>
                  </a:lnTo>
                  <a:lnTo>
                    <a:pt x="286488" y="284226"/>
                  </a:lnTo>
                  <a:lnTo>
                    <a:pt x="290143" y="280379"/>
                  </a:lnTo>
                  <a:lnTo>
                    <a:pt x="293675" y="276418"/>
                  </a:lnTo>
                  <a:lnTo>
                    <a:pt x="297079" y="272347"/>
                  </a:lnTo>
                  <a:lnTo>
                    <a:pt x="300352" y="268170"/>
                  </a:lnTo>
                  <a:lnTo>
                    <a:pt x="303491" y="263891"/>
                  </a:lnTo>
                  <a:lnTo>
                    <a:pt x="306492" y="259514"/>
                  </a:lnTo>
                  <a:lnTo>
                    <a:pt x="309353" y="255045"/>
                  </a:lnTo>
                  <a:lnTo>
                    <a:pt x="312071" y="250486"/>
                  </a:lnTo>
                  <a:lnTo>
                    <a:pt x="314643" y="245844"/>
                  </a:lnTo>
                  <a:lnTo>
                    <a:pt x="317066" y="241123"/>
                  </a:lnTo>
                  <a:lnTo>
                    <a:pt x="319338" y="236327"/>
                  </a:lnTo>
                  <a:lnTo>
                    <a:pt x="321456" y="231461"/>
                  </a:lnTo>
                  <a:lnTo>
                    <a:pt x="323419" y="226531"/>
                  </a:lnTo>
                  <a:lnTo>
                    <a:pt x="325225" y="221541"/>
                  </a:lnTo>
                  <a:lnTo>
                    <a:pt x="326871" y="216496"/>
                  </a:lnTo>
                  <a:lnTo>
                    <a:pt x="328357" y="211401"/>
                  </a:lnTo>
                  <a:lnTo>
                    <a:pt x="329679" y="206262"/>
                  </a:lnTo>
                  <a:lnTo>
                    <a:pt x="330838" y="201083"/>
                  </a:lnTo>
                  <a:lnTo>
                    <a:pt x="331832" y="195870"/>
                  </a:lnTo>
                  <a:lnTo>
                    <a:pt x="332661" y="190628"/>
                  </a:lnTo>
                  <a:lnTo>
                    <a:pt x="333322" y="185363"/>
                  </a:lnTo>
                  <a:lnTo>
                    <a:pt x="333816" y="180079"/>
                  </a:lnTo>
                  <a:lnTo>
                    <a:pt x="334142" y="174782"/>
                  </a:lnTo>
                  <a:lnTo>
                    <a:pt x="334299" y="169477"/>
                  </a:lnTo>
                  <a:lnTo>
                    <a:pt x="334288" y="164171"/>
                  </a:lnTo>
                  <a:lnTo>
                    <a:pt x="334109" y="158867"/>
                  </a:lnTo>
                  <a:lnTo>
                    <a:pt x="333761" y="153571"/>
                  </a:lnTo>
                  <a:lnTo>
                    <a:pt x="333246" y="148290"/>
                  </a:lnTo>
                  <a:lnTo>
                    <a:pt x="332563" y="143027"/>
                  </a:lnTo>
                  <a:lnTo>
                    <a:pt x="331713" y="137788"/>
                  </a:lnTo>
                  <a:lnTo>
                    <a:pt x="330698" y="132580"/>
                  </a:lnTo>
                  <a:lnTo>
                    <a:pt x="329518" y="127406"/>
                  </a:lnTo>
                  <a:lnTo>
                    <a:pt x="328174" y="122272"/>
                  </a:lnTo>
                  <a:lnTo>
                    <a:pt x="326667" y="117183"/>
                  </a:lnTo>
                  <a:lnTo>
                    <a:pt x="325001" y="112145"/>
                  </a:lnTo>
                  <a:lnTo>
                    <a:pt x="323174" y="107162"/>
                  </a:lnTo>
                  <a:lnTo>
                    <a:pt x="321191" y="102240"/>
                  </a:lnTo>
                  <a:lnTo>
                    <a:pt x="319053" y="97383"/>
                  </a:lnTo>
                  <a:lnTo>
                    <a:pt x="316761" y="92596"/>
                  </a:lnTo>
                  <a:lnTo>
                    <a:pt x="314319" y="87885"/>
                  </a:lnTo>
                  <a:lnTo>
                    <a:pt x="311728" y="83253"/>
                  </a:lnTo>
                  <a:lnTo>
                    <a:pt x="308992" y="78706"/>
                  </a:lnTo>
                  <a:lnTo>
                    <a:pt x="306112" y="74249"/>
                  </a:lnTo>
                  <a:lnTo>
                    <a:pt x="303093" y="69884"/>
                  </a:lnTo>
                  <a:lnTo>
                    <a:pt x="299936" y="65618"/>
                  </a:lnTo>
                  <a:lnTo>
                    <a:pt x="296646" y="61455"/>
                  </a:lnTo>
                  <a:lnTo>
                    <a:pt x="293225" y="57397"/>
                  </a:lnTo>
                  <a:lnTo>
                    <a:pt x="289678" y="53451"/>
                  </a:lnTo>
                  <a:lnTo>
                    <a:pt x="286006" y="49619"/>
                  </a:lnTo>
                  <a:lnTo>
                    <a:pt x="282215" y="45905"/>
                  </a:lnTo>
                  <a:lnTo>
                    <a:pt x="278308" y="42314"/>
                  </a:lnTo>
                  <a:lnTo>
                    <a:pt x="274289" y="38848"/>
                  </a:lnTo>
                  <a:lnTo>
                    <a:pt x="270162" y="35512"/>
                  </a:lnTo>
                  <a:lnTo>
                    <a:pt x="265931" y="32309"/>
                  </a:lnTo>
                  <a:lnTo>
                    <a:pt x="261601" y="29241"/>
                  </a:lnTo>
                  <a:lnTo>
                    <a:pt x="257175" y="26312"/>
                  </a:lnTo>
                  <a:lnTo>
                    <a:pt x="252659" y="23526"/>
                  </a:lnTo>
                  <a:lnTo>
                    <a:pt x="248056" y="20884"/>
                  </a:lnTo>
                  <a:lnTo>
                    <a:pt x="243372" y="18389"/>
                  </a:lnTo>
                  <a:lnTo>
                    <a:pt x="238611" y="16045"/>
                  </a:lnTo>
                  <a:lnTo>
                    <a:pt x="233779" y="13853"/>
                  </a:lnTo>
                  <a:lnTo>
                    <a:pt x="228878" y="11815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182207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82207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82207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82207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182207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82207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82207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82207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82207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82207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82207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82207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176090"/>
              <a:ext cx="61730" cy="161469"/>
            </a:xfrm>
            <a:custGeom>
              <a:avLst/>
              <a:pathLst>
                <a:path w="61730" h="161469">
                  <a:moveTo>
                    <a:pt x="61730" y="6117"/>
                  </a:moveTo>
                  <a:lnTo>
                    <a:pt x="52591" y="2789"/>
                  </a:lnTo>
                  <a:lnTo>
                    <a:pt x="43274" y="0"/>
                  </a:lnTo>
                  <a:lnTo>
                    <a:pt x="0" y="161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170392"/>
              <a:ext cx="43274" cy="167167"/>
            </a:xfrm>
            <a:custGeom>
              <a:avLst/>
              <a:pathLst>
                <a:path w="43274" h="167167">
                  <a:moveTo>
                    <a:pt x="43274" y="5698"/>
                  </a:moveTo>
                  <a:lnTo>
                    <a:pt x="37205" y="4192"/>
                  </a:lnTo>
                  <a:lnTo>
                    <a:pt x="31084" y="2915"/>
                  </a:lnTo>
                  <a:lnTo>
                    <a:pt x="24919" y="1867"/>
                  </a:lnTo>
                  <a:lnTo>
                    <a:pt x="18720" y="1051"/>
                  </a:lnTo>
                  <a:lnTo>
                    <a:pt x="12494" y="467"/>
                  </a:lnTo>
                  <a:lnTo>
                    <a:pt x="6251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423589" y="3707720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5" y="83"/>
                  </a:lnTo>
                  <a:lnTo>
                    <a:pt x="156596" y="334"/>
                  </a:lnTo>
                  <a:lnTo>
                    <a:pt x="151328" y="751"/>
                  </a:lnTo>
                  <a:lnTo>
                    <a:pt x="146075" y="1334"/>
                  </a:lnTo>
                  <a:lnTo>
                    <a:pt x="140844" y="2084"/>
                  </a:lnTo>
                  <a:lnTo>
                    <a:pt x="135639" y="2998"/>
                  </a:lnTo>
                  <a:lnTo>
                    <a:pt x="130466" y="4076"/>
                  </a:lnTo>
                  <a:lnTo>
                    <a:pt x="125329" y="5318"/>
                  </a:lnTo>
                  <a:lnTo>
                    <a:pt x="120234" y="6721"/>
                  </a:lnTo>
                  <a:lnTo>
                    <a:pt x="115186" y="8284"/>
                  </a:lnTo>
                  <a:lnTo>
                    <a:pt x="110189" y="10006"/>
                  </a:lnTo>
                  <a:lnTo>
                    <a:pt x="105250" y="11886"/>
                  </a:lnTo>
                  <a:lnTo>
                    <a:pt x="100373" y="13920"/>
                  </a:lnTo>
                  <a:lnTo>
                    <a:pt x="95562" y="16108"/>
                  </a:lnTo>
                  <a:lnTo>
                    <a:pt x="90823" y="18446"/>
                  </a:lnTo>
                  <a:lnTo>
                    <a:pt x="86160" y="20934"/>
                  </a:lnTo>
                  <a:lnTo>
                    <a:pt x="81578" y="23567"/>
                  </a:lnTo>
                  <a:lnTo>
                    <a:pt x="77082" y="26344"/>
                  </a:lnTo>
                  <a:lnTo>
                    <a:pt x="72676" y="29261"/>
                  </a:lnTo>
                  <a:lnTo>
                    <a:pt x="68364" y="32317"/>
                  </a:lnTo>
                  <a:lnTo>
                    <a:pt x="64151" y="35507"/>
                  </a:lnTo>
                  <a:lnTo>
                    <a:pt x="60041" y="38829"/>
                  </a:lnTo>
                  <a:lnTo>
                    <a:pt x="56037" y="42279"/>
                  </a:lnTo>
                  <a:lnTo>
                    <a:pt x="52145" y="45854"/>
                  </a:lnTo>
                  <a:lnTo>
                    <a:pt x="48368" y="49550"/>
                  </a:lnTo>
                  <a:lnTo>
                    <a:pt x="44710" y="53363"/>
                  </a:lnTo>
                  <a:lnTo>
                    <a:pt x="41174" y="57291"/>
                  </a:lnTo>
                  <a:lnTo>
                    <a:pt x="37764" y="61328"/>
                  </a:lnTo>
                  <a:lnTo>
                    <a:pt x="34483" y="65471"/>
                  </a:lnTo>
                  <a:lnTo>
                    <a:pt x="31335" y="69716"/>
                  </a:lnTo>
                  <a:lnTo>
                    <a:pt x="28322" y="74058"/>
                  </a:lnTo>
                  <a:lnTo>
                    <a:pt x="25448" y="78493"/>
                  </a:lnTo>
                  <a:lnTo>
                    <a:pt x="22716" y="83016"/>
                  </a:lnTo>
                  <a:lnTo>
                    <a:pt x="20129" y="87624"/>
                  </a:lnTo>
                  <a:lnTo>
                    <a:pt x="17688" y="92311"/>
                  </a:lnTo>
                  <a:lnTo>
                    <a:pt x="15396" y="97073"/>
                  </a:lnTo>
                  <a:lnTo>
                    <a:pt x="13256" y="101905"/>
                  </a:lnTo>
                  <a:lnTo>
                    <a:pt x="11271" y="106803"/>
                  </a:lnTo>
                  <a:lnTo>
                    <a:pt x="9440" y="111760"/>
                  </a:lnTo>
                  <a:lnTo>
                    <a:pt x="7768" y="116774"/>
                  </a:lnTo>
                  <a:lnTo>
                    <a:pt x="6255" y="121837"/>
                  </a:lnTo>
                  <a:lnTo>
                    <a:pt x="4902" y="126946"/>
                  </a:lnTo>
                  <a:lnTo>
                    <a:pt x="3712" y="132094"/>
                  </a:lnTo>
                  <a:lnTo>
                    <a:pt x="2685" y="137278"/>
                  </a:lnTo>
                  <a:lnTo>
                    <a:pt x="1822" y="142492"/>
                  </a:lnTo>
                  <a:lnTo>
                    <a:pt x="1125" y="147731"/>
                  </a:lnTo>
                  <a:lnTo>
                    <a:pt x="594" y="152989"/>
                  </a:lnTo>
                  <a:lnTo>
                    <a:pt x="229" y="158261"/>
                  </a:lnTo>
                  <a:lnTo>
                    <a:pt x="31" y="163542"/>
                  </a:lnTo>
                  <a:lnTo>
                    <a:pt x="0" y="168826"/>
                  </a:lnTo>
                  <a:lnTo>
                    <a:pt x="135" y="174109"/>
                  </a:lnTo>
                  <a:lnTo>
                    <a:pt x="438" y="179385"/>
                  </a:lnTo>
                  <a:lnTo>
                    <a:pt x="908" y="184649"/>
                  </a:lnTo>
                  <a:lnTo>
                    <a:pt x="1544" y="189895"/>
                  </a:lnTo>
                  <a:lnTo>
                    <a:pt x="2345" y="195119"/>
                  </a:lnTo>
                  <a:lnTo>
                    <a:pt x="3311" y="200315"/>
                  </a:lnTo>
                  <a:lnTo>
                    <a:pt x="4440" y="205477"/>
                  </a:lnTo>
                  <a:lnTo>
                    <a:pt x="5733" y="210601"/>
                  </a:lnTo>
                  <a:lnTo>
                    <a:pt x="7186" y="215682"/>
                  </a:lnTo>
                  <a:lnTo>
                    <a:pt x="8800" y="220715"/>
                  </a:lnTo>
                  <a:lnTo>
                    <a:pt x="10571" y="225693"/>
                  </a:lnTo>
                  <a:lnTo>
                    <a:pt x="12500" y="230614"/>
                  </a:lnTo>
                  <a:lnTo>
                    <a:pt x="14582" y="235471"/>
                  </a:lnTo>
                  <a:lnTo>
                    <a:pt x="16818" y="240259"/>
                  </a:lnTo>
                  <a:lnTo>
                    <a:pt x="19203" y="244975"/>
                  </a:lnTo>
                  <a:lnTo>
                    <a:pt x="21737" y="249613"/>
                  </a:lnTo>
                  <a:lnTo>
                    <a:pt x="24415" y="254168"/>
                  </a:lnTo>
                  <a:lnTo>
                    <a:pt x="27237" y="258637"/>
                  </a:lnTo>
                  <a:lnTo>
                    <a:pt x="30198" y="263014"/>
                  </a:lnTo>
                  <a:lnTo>
                    <a:pt x="33296" y="267295"/>
                  </a:lnTo>
                  <a:lnTo>
                    <a:pt x="36528" y="271477"/>
                  </a:lnTo>
                  <a:lnTo>
                    <a:pt x="39890" y="275554"/>
                  </a:lnTo>
                  <a:lnTo>
                    <a:pt x="43380" y="279522"/>
                  </a:lnTo>
                  <a:lnTo>
                    <a:pt x="46993" y="283379"/>
                  </a:lnTo>
                  <a:lnTo>
                    <a:pt x="50727" y="287119"/>
                  </a:lnTo>
                  <a:lnTo>
                    <a:pt x="54576" y="290739"/>
                  </a:lnTo>
                  <a:lnTo>
                    <a:pt x="58539" y="294236"/>
                  </a:lnTo>
                  <a:lnTo>
                    <a:pt x="62609" y="297606"/>
                  </a:lnTo>
                  <a:lnTo>
                    <a:pt x="66785" y="300846"/>
                  </a:lnTo>
                  <a:lnTo>
                    <a:pt x="71060" y="303952"/>
                  </a:lnTo>
                  <a:lnTo>
                    <a:pt x="75432" y="306921"/>
                  </a:lnTo>
                  <a:lnTo>
                    <a:pt x="79895" y="309750"/>
                  </a:lnTo>
                  <a:lnTo>
                    <a:pt x="84446" y="312438"/>
                  </a:lnTo>
                  <a:lnTo>
                    <a:pt x="89079" y="314979"/>
                  </a:lnTo>
                  <a:lnTo>
                    <a:pt x="93790" y="317374"/>
                  </a:lnTo>
                  <a:lnTo>
                    <a:pt x="98575" y="319618"/>
                  </a:lnTo>
                  <a:lnTo>
                    <a:pt x="103428" y="321709"/>
                  </a:lnTo>
                  <a:lnTo>
                    <a:pt x="108345" y="323647"/>
                  </a:lnTo>
                  <a:lnTo>
                    <a:pt x="113321" y="325427"/>
                  </a:lnTo>
                  <a:lnTo>
                    <a:pt x="118350" y="327050"/>
                  </a:lnTo>
                  <a:lnTo>
                    <a:pt x="123428" y="328513"/>
                  </a:lnTo>
                  <a:lnTo>
                    <a:pt x="128550" y="329815"/>
                  </a:lnTo>
                  <a:lnTo>
                    <a:pt x="133710" y="330954"/>
                  </a:lnTo>
                  <a:lnTo>
                    <a:pt x="138904" y="331929"/>
                  </a:lnTo>
                  <a:lnTo>
                    <a:pt x="144126" y="332740"/>
                  </a:lnTo>
                  <a:lnTo>
                    <a:pt x="149372" y="333385"/>
                  </a:lnTo>
                  <a:lnTo>
                    <a:pt x="154634" y="333865"/>
                  </a:lnTo>
                  <a:lnTo>
                    <a:pt x="159910" y="334177"/>
                  </a:lnTo>
                  <a:lnTo>
                    <a:pt x="165193" y="334323"/>
                  </a:lnTo>
                  <a:lnTo>
                    <a:pt x="170477" y="334301"/>
                  </a:lnTo>
                  <a:lnTo>
                    <a:pt x="175759" y="334113"/>
                  </a:lnTo>
                  <a:lnTo>
                    <a:pt x="181031" y="333758"/>
                  </a:lnTo>
                  <a:lnTo>
                    <a:pt x="186290" y="333236"/>
                  </a:lnTo>
                  <a:lnTo>
                    <a:pt x="191530" y="332548"/>
                  </a:lnTo>
                  <a:lnTo>
                    <a:pt x="196745" y="331695"/>
                  </a:lnTo>
                  <a:lnTo>
                    <a:pt x="201931" y="330678"/>
                  </a:lnTo>
                  <a:lnTo>
                    <a:pt x="207082" y="329497"/>
                  </a:lnTo>
                  <a:lnTo>
                    <a:pt x="212193" y="328154"/>
                  </a:lnTo>
                  <a:lnTo>
                    <a:pt x="217260" y="326650"/>
                  </a:lnTo>
                  <a:lnTo>
                    <a:pt x="222276" y="324987"/>
                  </a:lnTo>
                  <a:lnTo>
                    <a:pt x="227237" y="323166"/>
                  </a:lnTo>
                  <a:lnTo>
                    <a:pt x="232138" y="321189"/>
                  </a:lnTo>
                  <a:lnTo>
                    <a:pt x="236974" y="319058"/>
                  </a:lnTo>
                  <a:lnTo>
                    <a:pt x="241740" y="316775"/>
                  </a:lnTo>
                  <a:lnTo>
                    <a:pt x="246432" y="314343"/>
                  </a:lnTo>
                  <a:lnTo>
                    <a:pt x="251044" y="311764"/>
                  </a:lnTo>
                  <a:lnTo>
                    <a:pt x="255573" y="309040"/>
                  </a:lnTo>
                  <a:lnTo>
                    <a:pt x="260013" y="306174"/>
                  </a:lnTo>
                  <a:lnTo>
                    <a:pt x="264361" y="303170"/>
                  </a:lnTo>
                  <a:lnTo>
                    <a:pt x="268611" y="300029"/>
                  </a:lnTo>
                  <a:lnTo>
                    <a:pt x="272760" y="296756"/>
                  </a:lnTo>
                  <a:lnTo>
                    <a:pt x="276803" y="293353"/>
                  </a:lnTo>
                  <a:lnTo>
                    <a:pt x="280737" y="289824"/>
                  </a:lnTo>
                  <a:lnTo>
                    <a:pt x="284558" y="286173"/>
                  </a:lnTo>
                  <a:lnTo>
                    <a:pt x="288261" y="282403"/>
                  </a:lnTo>
                  <a:lnTo>
                    <a:pt x="291843" y="278517"/>
                  </a:lnTo>
                  <a:lnTo>
                    <a:pt x="295300" y="274520"/>
                  </a:lnTo>
                  <a:lnTo>
                    <a:pt x="298629" y="270416"/>
                  </a:lnTo>
                  <a:lnTo>
                    <a:pt x="301827" y="266209"/>
                  </a:lnTo>
                  <a:lnTo>
                    <a:pt x="304891" y="261903"/>
                  </a:lnTo>
                  <a:lnTo>
                    <a:pt x="307816" y="257502"/>
                  </a:lnTo>
                  <a:lnTo>
                    <a:pt x="310601" y="253011"/>
                  </a:lnTo>
                  <a:lnTo>
                    <a:pt x="313243" y="248434"/>
                  </a:lnTo>
                  <a:lnTo>
                    <a:pt x="315739" y="243775"/>
                  </a:lnTo>
                  <a:lnTo>
                    <a:pt x="318086" y="239041"/>
                  </a:lnTo>
                  <a:lnTo>
                    <a:pt x="320283" y="234234"/>
                  </a:lnTo>
                  <a:lnTo>
                    <a:pt x="322326" y="229360"/>
                  </a:lnTo>
                  <a:lnTo>
                    <a:pt x="324214" y="224425"/>
                  </a:lnTo>
                  <a:lnTo>
                    <a:pt x="325946" y="219432"/>
                  </a:lnTo>
                  <a:lnTo>
                    <a:pt x="327519" y="214386"/>
                  </a:lnTo>
                  <a:lnTo>
                    <a:pt x="328931" y="209294"/>
                  </a:lnTo>
                  <a:lnTo>
                    <a:pt x="330182" y="204159"/>
                  </a:lnTo>
                  <a:lnTo>
                    <a:pt x="331270" y="198988"/>
                  </a:lnTo>
                  <a:lnTo>
                    <a:pt x="332193" y="193784"/>
                  </a:lnTo>
                  <a:lnTo>
                    <a:pt x="332952" y="188555"/>
                  </a:lnTo>
                  <a:lnTo>
                    <a:pt x="333546" y="183303"/>
                  </a:lnTo>
                  <a:lnTo>
                    <a:pt x="333972" y="178036"/>
                  </a:lnTo>
                  <a:lnTo>
                    <a:pt x="334233" y="172758"/>
                  </a:lnTo>
                  <a:lnTo>
                    <a:pt x="334326" y="167474"/>
                  </a:lnTo>
                  <a:lnTo>
                    <a:pt x="334252" y="162190"/>
                  </a:lnTo>
                  <a:lnTo>
                    <a:pt x="334011" y="156910"/>
                  </a:lnTo>
                  <a:lnTo>
                    <a:pt x="333604" y="151641"/>
                  </a:lnTo>
                  <a:lnTo>
                    <a:pt x="333030" y="146388"/>
                  </a:lnTo>
                  <a:lnTo>
                    <a:pt x="332290" y="141155"/>
                  </a:lnTo>
                  <a:lnTo>
                    <a:pt x="331385" y="135949"/>
                  </a:lnTo>
                  <a:lnTo>
                    <a:pt x="330316" y="130773"/>
                  </a:lnTo>
                  <a:lnTo>
                    <a:pt x="329085" y="125634"/>
                  </a:lnTo>
                  <a:lnTo>
                    <a:pt x="327691" y="120536"/>
                  </a:lnTo>
                  <a:lnTo>
                    <a:pt x="326137" y="115486"/>
                  </a:lnTo>
                  <a:lnTo>
                    <a:pt x="324424" y="110486"/>
                  </a:lnTo>
                  <a:lnTo>
                    <a:pt x="322553" y="105543"/>
                  </a:lnTo>
                  <a:lnTo>
                    <a:pt x="320528" y="100662"/>
                  </a:lnTo>
                  <a:lnTo>
                    <a:pt x="318349" y="95848"/>
                  </a:lnTo>
                  <a:lnTo>
                    <a:pt x="316019" y="91104"/>
                  </a:lnTo>
                  <a:lnTo>
                    <a:pt x="313541" y="86437"/>
                  </a:lnTo>
                  <a:lnTo>
                    <a:pt x="310916" y="81850"/>
                  </a:lnTo>
                  <a:lnTo>
                    <a:pt x="308147" y="77349"/>
                  </a:lnTo>
                  <a:lnTo>
                    <a:pt x="305237" y="72937"/>
                  </a:lnTo>
                  <a:lnTo>
                    <a:pt x="302190" y="68620"/>
                  </a:lnTo>
                  <a:lnTo>
                    <a:pt x="299007" y="64401"/>
                  </a:lnTo>
                  <a:lnTo>
                    <a:pt x="295693" y="60285"/>
                  </a:lnTo>
                  <a:lnTo>
                    <a:pt x="292250" y="56275"/>
                  </a:lnTo>
                  <a:lnTo>
                    <a:pt x="288683" y="52376"/>
                  </a:lnTo>
                  <a:lnTo>
                    <a:pt x="284994" y="48593"/>
                  </a:lnTo>
                  <a:lnTo>
                    <a:pt x="281187" y="44927"/>
                  </a:lnTo>
                  <a:lnTo>
                    <a:pt x="277266" y="41384"/>
                  </a:lnTo>
                  <a:lnTo>
                    <a:pt x="273235" y="37966"/>
                  </a:lnTo>
                  <a:lnTo>
                    <a:pt x="269098" y="34678"/>
                  </a:lnTo>
                  <a:lnTo>
                    <a:pt x="264859" y="31522"/>
                  </a:lnTo>
                  <a:lnTo>
                    <a:pt x="260523" y="28501"/>
                  </a:lnTo>
                  <a:lnTo>
                    <a:pt x="256093" y="25620"/>
                  </a:lnTo>
                  <a:lnTo>
                    <a:pt x="251574" y="22879"/>
                  </a:lnTo>
                  <a:lnTo>
                    <a:pt x="246971" y="20283"/>
                  </a:lnTo>
                  <a:lnTo>
                    <a:pt x="242289" y="17834"/>
                  </a:lnTo>
                  <a:lnTo>
                    <a:pt x="237531" y="15533"/>
                  </a:lnTo>
                  <a:lnTo>
                    <a:pt x="232703" y="13385"/>
                  </a:lnTo>
                  <a:lnTo>
                    <a:pt x="227809" y="11390"/>
                  </a:lnTo>
                  <a:lnTo>
                    <a:pt x="222855" y="9551"/>
                  </a:lnTo>
                  <a:lnTo>
                    <a:pt x="217845" y="7869"/>
                  </a:lnTo>
                  <a:lnTo>
                    <a:pt x="212784" y="6346"/>
                  </a:lnTo>
                  <a:lnTo>
                    <a:pt x="207678" y="4984"/>
                  </a:lnTo>
                  <a:lnTo>
                    <a:pt x="202531" y="3785"/>
                  </a:lnTo>
                  <a:lnTo>
                    <a:pt x="197349" y="2748"/>
                  </a:lnTo>
                  <a:lnTo>
                    <a:pt x="192137" y="1876"/>
                  </a:lnTo>
                  <a:lnTo>
                    <a:pt x="186900" y="1169"/>
                  </a:lnTo>
                  <a:lnTo>
                    <a:pt x="181643" y="628"/>
                  </a:lnTo>
                  <a:lnTo>
                    <a:pt x="176371" y="254"/>
                  </a:lnTo>
                  <a:lnTo>
                    <a:pt x="171091" y="46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90748" y="37077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7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7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7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077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7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7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7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7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7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7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90748" y="3707720"/>
              <a:ext cx="3931" cy="167167"/>
            </a:xfrm>
            <a:custGeom>
              <a:avLst/>
              <a:pathLst>
                <a:path w="3931" h="167167">
                  <a:moveTo>
                    <a:pt x="3931" y="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14128" y="4213821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5" y="83"/>
                  </a:lnTo>
                  <a:lnTo>
                    <a:pt x="156596" y="334"/>
                  </a:lnTo>
                  <a:lnTo>
                    <a:pt x="151328" y="751"/>
                  </a:lnTo>
                  <a:lnTo>
                    <a:pt x="146075" y="1334"/>
                  </a:lnTo>
                  <a:lnTo>
                    <a:pt x="140844" y="2084"/>
                  </a:lnTo>
                  <a:lnTo>
                    <a:pt x="135639" y="2998"/>
                  </a:lnTo>
                  <a:lnTo>
                    <a:pt x="130466" y="4076"/>
                  </a:lnTo>
                  <a:lnTo>
                    <a:pt x="125329" y="5318"/>
                  </a:lnTo>
                  <a:lnTo>
                    <a:pt x="120234" y="6721"/>
                  </a:lnTo>
                  <a:lnTo>
                    <a:pt x="115186" y="8284"/>
                  </a:lnTo>
                  <a:lnTo>
                    <a:pt x="110189" y="10006"/>
                  </a:lnTo>
                  <a:lnTo>
                    <a:pt x="105250" y="11886"/>
                  </a:lnTo>
                  <a:lnTo>
                    <a:pt x="100373" y="13920"/>
                  </a:lnTo>
                  <a:lnTo>
                    <a:pt x="95562" y="16108"/>
                  </a:lnTo>
                  <a:lnTo>
                    <a:pt x="90823" y="18446"/>
                  </a:lnTo>
                  <a:lnTo>
                    <a:pt x="86160" y="20934"/>
                  </a:lnTo>
                  <a:lnTo>
                    <a:pt x="81578" y="23567"/>
                  </a:lnTo>
                  <a:lnTo>
                    <a:pt x="77082" y="26344"/>
                  </a:lnTo>
                  <a:lnTo>
                    <a:pt x="72676" y="29261"/>
                  </a:lnTo>
                  <a:lnTo>
                    <a:pt x="68364" y="32317"/>
                  </a:lnTo>
                  <a:lnTo>
                    <a:pt x="64151" y="35507"/>
                  </a:lnTo>
                  <a:lnTo>
                    <a:pt x="60041" y="38829"/>
                  </a:lnTo>
                  <a:lnTo>
                    <a:pt x="56037" y="42279"/>
                  </a:lnTo>
                  <a:lnTo>
                    <a:pt x="52145" y="45854"/>
                  </a:lnTo>
                  <a:lnTo>
                    <a:pt x="48368" y="49550"/>
                  </a:lnTo>
                  <a:lnTo>
                    <a:pt x="44710" y="53363"/>
                  </a:lnTo>
                  <a:lnTo>
                    <a:pt x="41174" y="57291"/>
                  </a:lnTo>
                  <a:lnTo>
                    <a:pt x="37764" y="61328"/>
                  </a:lnTo>
                  <a:lnTo>
                    <a:pt x="34483" y="65471"/>
                  </a:lnTo>
                  <a:lnTo>
                    <a:pt x="31335" y="69716"/>
                  </a:lnTo>
                  <a:lnTo>
                    <a:pt x="28322" y="74058"/>
                  </a:lnTo>
                  <a:lnTo>
                    <a:pt x="25448" y="78493"/>
                  </a:lnTo>
                  <a:lnTo>
                    <a:pt x="22716" y="83016"/>
                  </a:lnTo>
                  <a:lnTo>
                    <a:pt x="20129" y="87624"/>
                  </a:lnTo>
                  <a:lnTo>
                    <a:pt x="17688" y="92311"/>
                  </a:lnTo>
                  <a:lnTo>
                    <a:pt x="15396" y="97073"/>
                  </a:lnTo>
                  <a:lnTo>
                    <a:pt x="13256" y="101905"/>
                  </a:lnTo>
                  <a:lnTo>
                    <a:pt x="11271" y="106803"/>
                  </a:lnTo>
                  <a:lnTo>
                    <a:pt x="9440" y="111760"/>
                  </a:lnTo>
                  <a:lnTo>
                    <a:pt x="7768" y="116774"/>
                  </a:lnTo>
                  <a:lnTo>
                    <a:pt x="6255" y="121837"/>
                  </a:lnTo>
                  <a:lnTo>
                    <a:pt x="4902" y="126946"/>
                  </a:lnTo>
                  <a:lnTo>
                    <a:pt x="3712" y="132094"/>
                  </a:lnTo>
                  <a:lnTo>
                    <a:pt x="2685" y="137278"/>
                  </a:lnTo>
                  <a:lnTo>
                    <a:pt x="1822" y="142492"/>
                  </a:lnTo>
                  <a:lnTo>
                    <a:pt x="1125" y="147731"/>
                  </a:lnTo>
                  <a:lnTo>
                    <a:pt x="594" y="152989"/>
                  </a:lnTo>
                  <a:lnTo>
                    <a:pt x="229" y="158261"/>
                  </a:lnTo>
                  <a:lnTo>
                    <a:pt x="31" y="163542"/>
                  </a:lnTo>
                  <a:lnTo>
                    <a:pt x="0" y="168826"/>
                  </a:lnTo>
                  <a:lnTo>
                    <a:pt x="135" y="174109"/>
                  </a:lnTo>
                  <a:lnTo>
                    <a:pt x="438" y="179385"/>
                  </a:lnTo>
                  <a:lnTo>
                    <a:pt x="908" y="184649"/>
                  </a:lnTo>
                  <a:lnTo>
                    <a:pt x="1544" y="189895"/>
                  </a:lnTo>
                  <a:lnTo>
                    <a:pt x="2345" y="195119"/>
                  </a:lnTo>
                  <a:lnTo>
                    <a:pt x="3311" y="200315"/>
                  </a:lnTo>
                  <a:lnTo>
                    <a:pt x="4440" y="205477"/>
                  </a:lnTo>
                  <a:lnTo>
                    <a:pt x="5733" y="210601"/>
                  </a:lnTo>
                  <a:lnTo>
                    <a:pt x="7186" y="215682"/>
                  </a:lnTo>
                  <a:lnTo>
                    <a:pt x="8800" y="220715"/>
                  </a:lnTo>
                  <a:lnTo>
                    <a:pt x="10571" y="225693"/>
                  </a:lnTo>
                  <a:lnTo>
                    <a:pt x="12500" y="230614"/>
                  </a:lnTo>
                  <a:lnTo>
                    <a:pt x="14582" y="235471"/>
                  </a:lnTo>
                  <a:lnTo>
                    <a:pt x="16818" y="240259"/>
                  </a:lnTo>
                  <a:lnTo>
                    <a:pt x="19203" y="244975"/>
                  </a:lnTo>
                  <a:lnTo>
                    <a:pt x="21737" y="249613"/>
                  </a:lnTo>
                  <a:lnTo>
                    <a:pt x="24415" y="254168"/>
                  </a:lnTo>
                  <a:lnTo>
                    <a:pt x="27237" y="258637"/>
                  </a:lnTo>
                  <a:lnTo>
                    <a:pt x="30198" y="263014"/>
                  </a:lnTo>
                  <a:lnTo>
                    <a:pt x="33296" y="267295"/>
                  </a:lnTo>
                  <a:lnTo>
                    <a:pt x="36528" y="271477"/>
                  </a:lnTo>
                  <a:lnTo>
                    <a:pt x="39890" y="275554"/>
                  </a:lnTo>
                  <a:lnTo>
                    <a:pt x="43380" y="279522"/>
                  </a:lnTo>
                  <a:lnTo>
                    <a:pt x="46993" y="283379"/>
                  </a:lnTo>
                  <a:lnTo>
                    <a:pt x="50727" y="287119"/>
                  </a:lnTo>
                  <a:lnTo>
                    <a:pt x="54576" y="290739"/>
                  </a:lnTo>
                  <a:lnTo>
                    <a:pt x="58539" y="294236"/>
                  </a:lnTo>
                  <a:lnTo>
                    <a:pt x="62609" y="297606"/>
                  </a:lnTo>
                  <a:lnTo>
                    <a:pt x="66785" y="300846"/>
                  </a:lnTo>
                  <a:lnTo>
                    <a:pt x="71060" y="303952"/>
                  </a:lnTo>
                  <a:lnTo>
                    <a:pt x="75432" y="306921"/>
                  </a:lnTo>
                  <a:lnTo>
                    <a:pt x="79895" y="309750"/>
                  </a:lnTo>
                  <a:lnTo>
                    <a:pt x="84446" y="312438"/>
                  </a:lnTo>
                  <a:lnTo>
                    <a:pt x="89079" y="314979"/>
                  </a:lnTo>
                  <a:lnTo>
                    <a:pt x="93790" y="317374"/>
                  </a:lnTo>
                  <a:lnTo>
                    <a:pt x="98575" y="319618"/>
                  </a:lnTo>
                  <a:lnTo>
                    <a:pt x="103428" y="321709"/>
                  </a:lnTo>
                  <a:lnTo>
                    <a:pt x="108345" y="323647"/>
                  </a:lnTo>
                  <a:lnTo>
                    <a:pt x="113321" y="325427"/>
                  </a:lnTo>
                  <a:lnTo>
                    <a:pt x="118350" y="327050"/>
                  </a:lnTo>
                  <a:lnTo>
                    <a:pt x="123428" y="328513"/>
                  </a:lnTo>
                  <a:lnTo>
                    <a:pt x="128550" y="329815"/>
                  </a:lnTo>
                  <a:lnTo>
                    <a:pt x="133710" y="330954"/>
                  </a:lnTo>
                  <a:lnTo>
                    <a:pt x="138904" y="331929"/>
                  </a:lnTo>
                  <a:lnTo>
                    <a:pt x="144126" y="332740"/>
                  </a:lnTo>
                  <a:lnTo>
                    <a:pt x="149372" y="333385"/>
                  </a:lnTo>
                  <a:lnTo>
                    <a:pt x="154634" y="333865"/>
                  </a:lnTo>
                  <a:lnTo>
                    <a:pt x="159910" y="334177"/>
                  </a:lnTo>
                  <a:lnTo>
                    <a:pt x="165193" y="334323"/>
                  </a:lnTo>
                  <a:lnTo>
                    <a:pt x="170477" y="334301"/>
                  </a:lnTo>
                  <a:lnTo>
                    <a:pt x="175759" y="334113"/>
                  </a:lnTo>
                  <a:lnTo>
                    <a:pt x="181031" y="333758"/>
                  </a:lnTo>
                  <a:lnTo>
                    <a:pt x="186290" y="333236"/>
                  </a:lnTo>
                  <a:lnTo>
                    <a:pt x="191530" y="332548"/>
                  </a:lnTo>
                  <a:lnTo>
                    <a:pt x="196745" y="331695"/>
                  </a:lnTo>
                  <a:lnTo>
                    <a:pt x="201931" y="330678"/>
                  </a:lnTo>
                  <a:lnTo>
                    <a:pt x="207082" y="329497"/>
                  </a:lnTo>
                  <a:lnTo>
                    <a:pt x="212193" y="328154"/>
                  </a:lnTo>
                  <a:lnTo>
                    <a:pt x="217260" y="326650"/>
                  </a:lnTo>
                  <a:lnTo>
                    <a:pt x="222276" y="324987"/>
                  </a:lnTo>
                  <a:lnTo>
                    <a:pt x="227237" y="323166"/>
                  </a:lnTo>
                  <a:lnTo>
                    <a:pt x="232138" y="321189"/>
                  </a:lnTo>
                  <a:lnTo>
                    <a:pt x="236974" y="319058"/>
                  </a:lnTo>
                  <a:lnTo>
                    <a:pt x="241740" y="316775"/>
                  </a:lnTo>
                  <a:lnTo>
                    <a:pt x="246432" y="314343"/>
                  </a:lnTo>
                  <a:lnTo>
                    <a:pt x="251044" y="311764"/>
                  </a:lnTo>
                  <a:lnTo>
                    <a:pt x="255573" y="309040"/>
                  </a:lnTo>
                  <a:lnTo>
                    <a:pt x="260013" y="306174"/>
                  </a:lnTo>
                  <a:lnTo>
                    <a:pt x="264361" y="303170"/>
                  </a:lnTo>
                  <a:lnTo>
                    <a:pt x="268611" y="300029"/>
                  </a:lnTo>
                  <a:lnTo>
                    <a:pt x="272760" y="296756"/>
                  </a:lnTo>
                  <a:lnTo>
                    <a:pt x="276803" y="293353"/>
                  </a:lnTo>
                  <a:lnTo>
                    <a:pt x="280737" y="289824"/>
                  </a:lnTo>
                  <a:lnTo>
                    <a:pt x="284558" y="286173"/>
                  </a:lnTo>
                  <a:lnTo>
                    <a:pt x="288261" y="282403"/>
                  </a:lnTo>
                  <a:lnTo>
                    <a:pt x="291843" y="278517"/>
                  </a:lnTo>
                  <a:lnTo>
                    <a:pt x="295300" y="274520"/>
                  </a:lnTo>
                  <a:lnTo>
                    <a:pt x="298629" y="270416"/>
                  </a:lnTo>
                  <a:lnTo>
                    <a:pt x="301827" y="266209"/>
                  </a:lnTo>
                  <a:lnTo>
                    <a:pt x="304891" y="261903"/>
                  </a:lnTo>
                  <a:lnTo>
                    <a:pt x="307816" y="257502"/>
                  </a:lnTo>
                  <a:lnTo>
                    <a:pt x="310601" y="253011"/>
                  </a:lnTo>
                  <a:lnTo>
                    <a:pt x="313243" y="248434"/>
                  </a:lnTo>
                  <a:lnTo>
                    <a:pt x="315739" y="243775"/>
                  </a:lnTo>
                  <a:lnTo>
                    <a:pt x="318086" y="239041"/>
                  </a:lnTo>
                  <a:lnTo>
                    <a:pt x="320283" y="234234"/>
                  </a:lnTo>
                  <a:lnTo>
                    <a:pt x="322326" y="229360"/>
                  </a:lnTo>
                  <a:lnTo>
                    <a:pt x="324214" y="224425"/>
                  </a:lnTo>
                  <a:lnTo>
                    <a:pt x="325946" y="219432"/>
                  </a:lnTo>
                  <a:lnTo>
                    <a:pt x="327519" y="214386"/>
                  </a:lnTo>
                  <a:lnTo>
                    <a:pt x="328931" y="209294"/>
                  </a:lnTo>
                  <a:lnTo>
                    <a:pt x="330182" y="204159"/>
                  </a:lnTo>
                  <a:lnTo>
                    <a:pt x="331270" y="198988"/>
                  </a:lnTo>
                  <a:lnTo>
                    <a:pt x="332193" y="193784"/>
                  </a:lnTo>
                  <a:lnTo>
                    <a:pt x="332952" y="188555"/>
                  </a:lnTo>
                  <a:lnTo>
                    <a:pt x="333546" y="183303"/>
                  </a:lnTo>
                  <a:lnTo>
                    <a:pt x="333972" y="178036"/>
                  </a:lnTo>
                  <a:lnTo>
                    <a:pt x="334233" y="172758"/>
                  </a:lnTo>
                  <a:lnTo>
                    <a:pt x="334326" y="167474"/>
                  </a:lnTo>
                  <a:lnTo>
                    <a:pt x="334252" y="162190"/>
                  </a:lnTo>
                  <a:lnTo>
                    <a:pt x="334011" y="156910"/>
                  </a:lnTo>
                  <a:lnTo>
                    <a:pt x="333604" y="151641"/>
                  </a:lnTo>
                  <a:lnTo>
                    <a:pt x="333030" y="146388"/>
                  </a:lnTo>
                  <a:lnTo>
                    <a:pt x="332290" y="141155"/>
                  </a:lnTo>
                  <a:lnTo>
                    <a:pt x="331385" y="135949"/>
                  </a:lnTo>
                  <a:lnTo>
                    <a:pt x="330316" y="130773"/>
                  </a:lnTo>
                  <a:lnTo>
                    <a:pt x="329085" y="125634"/>
                  </a:lnTo>
                  <a:lnTo>
                    <a:pt x="327691" y="120536"/>
                  </a:lnTo>
                  <a:lnTo>
                    <a:pt x="326137" y="115486"/>
                  </a:lnTo>
                  <a:lnTo>
                    <a:pt x="324424" y="110486"/>
                  </a:lnTo>
                  <a:lnTo>
                    <a:pt x="322553" y="105543"/>
                  </a:lnTo>
                  <a:lnTo>
                    <a:pt x="320528" y="100662"/>
                  </a:lnTo>
                  <a:lnTo>
                    <a:pt x="318349" y="95848"/>
                  </a:lnTo>
                  <a:lnTo>
                    <a:pt x="316019" y="91104"/>
                  </a:lnTo>
                  <a:lnTo>
                    <a:pt x="313541" y="86437"/>
                  </a:lnTo>
                  <a:lnTo>
                    <a:pt x="310916" y="81850"/>
                  </a:lnTo>
                  <a:lnTo>
                    <a:pt x="308147" y="77349"/>
                  </a:lnTo>
                  <a:lnTo>
                    <a:pt x="305237" y="72937"/>
                  </a:lnTo>
                  <a:lnTo>
                    <a:pt x="302190" y="68620"/>
                  </a:lnTo>
                  <a:lnTo>
                    <a:pt x="299007" y="64401"/>
                  </a:lnTo>
                  <a:lnTo>
                    <a:pt x="295693" y="60285"/>
                  </a:lnTo>
                  <a:lnTo>
                    <a:pt x="292250" y="56275"/>
                  </a:lnTo>
                  <a:lnTo>
                    <a:pt x="288683" y="52376"/>
                  </a:lnTo>
                  <a:lnTo>
                    <a:pt x="284994" y="48593"/>
                  </a:lnTo>
                  <a:lnTo>
                    <a:pt x="281187" y="44927"/>
                  </a:lnTo>
                  <a:lnTo>
                    <a:pt x="277266" y="41384"/>
                  </a:lnTo>
                  <a:lnTo>
                    <a:pt x="273235" y="37966"/>
                  </a:lnTo>
                  <a:lnTo>
                    <a:pt x="269098" y="34678"/>
                  </a:lnTo>
                  <a:lnTo>
                    <a:pt x="264859" y="31522"/>
                  </a:lnTo>
                  <a:lnTo>
                    <a:pt x="260523" y="28501"/>
                  </a:lnTo>
                  <a:lnTo>
                    <a:pt x="256093" y="25620"/>
                  </a:lnTo>
                  <a:lnTo>
                    <a:pt x="251574" y="22879"/>
                  </a:lnTo>
                  <a:lnTo>
                    <a:pt x="246971" y="20283"/>
                  </a:lnTo>
                  <a:lnTo>
                    <a:pt x="242289" y="17834"/>
                  </a:lnTo>
                  <a:lnTo>
                    <a:pt x="237531" y="15533"/>
                  </a:lnTo>
                  <a:lnTo>
                    <a:pt x="232703" y="13385"/>
                  </a:lnTo>
                  <a:lnTo>
                    <a:pt x="227809" y="11390"/>
                  </a:lnTo>
                  <a:lnTo>
                    <a:pt x="222855" y="9551"/>
                  </a:lnTo>
                  <a:lnTo>
                    <a:pt x="217845" y="7869"/>
                  </a:lnTo>
                  <a:lnTo>
                    <a:pt x="212784" y="6346"/>
                  </a:lnTo>
                  <a:lnTo>
                    <a:pt x="207678" y="4984"/>
                  </a:lnTo>
                  <a:lnTo>
                    <a:pt x="202531" y="3785"/>
                  </a:lnTo>
                  <a:lnTo>
                    <a:pt x="197349" y="2748"/>
                  </a:lnTo>
                  <a:lnTo>
                    <a:pt x="192137" y="1876"/>
                  </a:lnTo>
                  <a:lnTo>
                    <a:pt x="186900" y="1169"/>
                  </a:lnTo>
                  <a:lnTo>
                    <a:pt x="181643" y="628"/>
                  </a:lnTo>
                  <a:lnTo>
                    <a:pt x="176371" y="254"/>
                  </a:lnTo>
                  <a:lnTo>
                    <a:pt x="171091" y="46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781287" y="42138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8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8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8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38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8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8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8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8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867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781287" y="4213821"/>
              <a:ext cx="3931" cy="167167"/>
            </a:xfrm>
            <a:custGeom>
              <a:avLst/>
              <a:pathLst>
                <a:path w="3931" h="167167">
                  <a:moveTo>
                    <a:pt x="3931" y="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919368" y="4659281"/>
              <a:ext cx="167156" cy="167167"/>
            </a:xfrm>
            <a:custGeom>
              <a:avLst/>
              <a:pathLst>
                <a:path w="167156" h="167167">
                  <a:moveTo>
                    <a:pt x="167156" y="0"/>
                  </a:moveTo>
                  <a:lnTo>
                    <a:pt x="161726" y="88"/>
                  </a:lnTo>
                  <a:lnTo>
                    <a:pt x="156302" y="352"/>
                  </a:lnTo>
                  <a:lnTo>
                    <a:pt x="150890" y="793"/>
                  </a:lnTo>
                  <a:lnTo>
                    <a:pt x="145494" y="1409"/>
                  </a:lnTo>
                  <a:lnTo>
                    <a:pt x="140122" y="2200"/>
                  </a:lnTo>
                  <a:lnTo>
                    <a:pt x="134778" y="3165"/>
                  </a:lnTo>
                  <a:lnTo>
                    <a:pt x="129468" y="4303"/>
                  </a:lnTo>
                  <a:lnTo>
                    <a:pt x="124198" y="5613"/>
                  </a:lnTo>
                  <a:lnTo>
                    <a:pt x="118973" y="7094"/>
                  </a:lnTo>
                  <a:lnTo>
                    <a:pt x="113800" y="8743"/>
                  </a:lnTo>
                  <a:lnTo>
                    <a:pt x="108682" y="10560"/>
                  </a:lnTo>
                  <a:lnTo>
                    <a:pt x="103626" y="12542"/>
                  </a:lnTo>
                  <a:lnTo>
                    <a:pt x="98637" y="14687"/>
                  </a:lnTo>
                  <a:lnTo>
                    <a:pt x="93721" y="16993"/>
                  </a:lnTo>
                  <a:lnTo>
                    <a:pt x="88882" y="19457"/>
                  </a:lnTo>
                  <a:lnTo>
                    <a:pt x="84126" y="22078"/>
                  </a:lnTo>
                  <a:lnTo>
                    <a:pt x="79457" y="24851"/>
                  </a:lnTo>
                  <a:lnTo>
                    <a:pt x="74880" y="27775"/>
                  </a:lnTo>
                  <a:lnTo>
                    <a:pt x="70402" y="30845"/>
                  </a:lnTo>
                  <a:lnTo>
                    <a:pt x="66025" y="34060"/>
                  </a:lnTo>
                  <a:lnTo>
                    <a:pt x="61755" y="37415"/>
                  </a:lnTo>
                  <a:lnTo>
                    <a:pt x="57596" y="40907"/>
                  </a:lnTo>
                  <a:lnTo>
                    <a:pt x="53553" y="44532"/>
                  </a:lnTo>
                  <a:lnTo>
                    <a:pt x="49630" y="48287"/>
                  </a:lnTo>
                  <a:lnTo>
                    <a:pt x="45830" y="52167"/>
                  </a:lnTo>
                  <a:lnTo>
                    <a:pt x="42159" y="56168"/>
                  </a:lnTo>
                  <a:lnTo>
                    <a:pt x="38620" y="60287"/>
                  </a:lnTo>
                  <a:lnTo>
                    <a:pt x="35216" y="64518"/>
                  </a:lnTo>
                  <a:lnTo>
                    <a:pt x="31951" y="68858"/>
                  </a:lnTo>
                  <a:lnTo>
                    <a:pt x="28830" y="73301"/>
                  </a:lnTo>
                  <a:lnTo>
                    <a:pt x="25854" y="77844"/>
                  </a:lnTo>
                  <a:lnTo>
                    <a:pt x="23027" y="82480"/>
                  </a:lnTo>
                  <a:lnTo>
                    <a:pt x="20352" y="87206"/>
                  </a:lnTo>
                  <a:lnTo>
                    <a:pt x="17833" y="92017"/>
                  </a:lnTo>
                  <a:lnTo>
                    <a:pt x="15471" y="96907"/>
                  </a:lnTo>
                  <a:lnTo>
                    <a:pt x="13269" y="101871"/>
                  </a:lnTo>
                  <a:lnTo>
                    <a:pt x="11229" y="106903"/>
                  </a:lnTo>
                  <a:lnTo>
                    <a:pt x="9354" y="112000"/>
                  </a:lnTo>
                  <a:lnTo>
                    <a:pt x="7645" y="117154"/>
                  </a:lnTo>
                  <a:lnTo>
                    <a:pt x="6105" y="122362"/>
                  </a:lnTo>
                  <a:lnTo>
                    <a:pt x="4735" y="127617"/>
                  </a:lnTo>
                  <a:lnTo>
                    <a:pt x="3536" y="132913"/>
                  </a:lnTo>
                  <a:lnTo>
                    <a:pt x="2509" y="138245"/>
                  </a:lnTo>
                  <a:lnTo>
                    <a:pt x="1657" y="143609"/>
                  </a:lnTo>
                  <a:lnTo>
                    <a:pt x="979" y="148997"/>
                  </a:lnTo>
                  <a:lnTo>
                    <a:pt x="476" y="154404"/>
                  </a:lnTo>
                  <a:lnTo>
                    <a:pt x="150" y="159824"/>
                  </a:lnTo>
                  <a:lnTo>
                    <a:pt x="0" y="165253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19368" y="4824534"/>
              <a:ext cx="167156" cy="1914"/>
            </a:xfrm>
            <a:custGeom>
              <a:avLst/>
              <a:pathLst>
                <a:path w="167156" h="1914">
                  <a:moveTo>
                    <a:pt x="0" y="0"/>
                  </a:moveTo>
                  <a:lnTo>
                    <a:pt x="167156" y="19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19368" y="4824534"/>
              <a:ext cx="167156" cy="1914"/>
            </a:xfrm>
            <a:custGeom>
              <a:avLst/>
              <a:pathLst>
                <a:path w="167156" h="1914">
                  <a:moveTo>
                    <a:pt x="0" y="0"/>
                  </a:moveTo>
                  <a:lnTo>
                    <a:pt x="167156" y="19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19368" y="4824534"/>
              <a:ext cx="167156" cy="1914"/>
            </a:xfrm>
            <a:custGeom>
              <a:avLst/>
              <a:pathLst>
                <a:path w="167156" h="1914">
                  <a:moveTo>
                    <a:pt x="0" y="0"/>
                  </a:moveTo>
                  <a:lnTo>
                    <a:pt x="167156" y="19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19368" y="4824534"/>
              <a:ext cx="167156" cy="1914"/>
            </a:xfrm>
            <a:custGeom>
              <a:avLst/>
              <a:pathLst>
                <a:path w="167156" h="1914">
                  <a:moveTo>
                    <a:pt x="0" y="0"/>
                  </a:moveTo>
                  <a:lnTo>
                    <a:pt x="167156" y="19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19368" y="4824534"/>
              <a:ext cx="167156" cy="1914"/>
            </a:xfrm>
            <a:custGeom>
              <a:avLst/>
              <a:pathLst>
                <a:path w="167156" h="1914">
                  <a:moveTo>
                    <a:pt x="0" y="0"/>
                  </a:moveTo>
                  <a:lnTo>
                    <a:pt x="167156" y="19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19368" y="4824534"/>
              <a:ext cx="167156" cy="1914"/>
            </a:xfrm>
            <a:custGeom>
              <a:avLst/>
              <a:pathLst>
                <a:path w="167156" h="1914">
                  <a:moveTo>
                    <a:pt x="0" y="0"/>
                  </a:moveTo>
                  <a:lnTo>
                    <a:pt x="167156" y="19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19368" y="4824534"/>
              <a:ext cx="167156" cy="1914"/>
            </a:xfrm>
            <a:custGeom>
              <a:avLst/>
              <a:pathLst>
                <a:path w="167156" h="1914">
                  <a:moveTo>
                    <a:pt x="0" y="0"/>
                  </a:moveTo>
                  <a:lnTo>
                    <a:pt x="167156" y="19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19368" y="4824534"/>
              <a:ext cx="167156" cy="1914"/>
            </a:xfrm>
            <a:custGeom>
              <a:avLst/>
              <a:pathLst>
                <a:path w="167156" h="1914">
                  <a:moveTo>
                    <a:pt x="0" y="0"/>
                  </a:moveTo>
                  <a:lnTo>
                    <a:pt x="167156" y="19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19368" y="4824534"/>
              <a:ext cx="167156" cy="1914"/>
            </a:xfrm>
            <a:custGeom>
              <a:avLst/>
              <a:pathLst>
                <a:path w="167156" h="1914">
                  <a:moveTo>
                    <a:pt x="0" y="0"/>
                  </a:moveTo>
                  <a:lnTo>
                    <a:pt x="167156" y="19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919368" y="4824534"/>
              <a:ext cx="167156" cy="21273"/>
            </a:xfrm>
            <a:custGeom>
              <a:avLst/>
              <a:pathLst>
                <a:path w="167156" h="21273">
                  <a:moveTo>
                    <a:pt x="0" y="0"/>
                  </a:moveTo>
                  <a:lnTo>
                    <a:pt x="69" y="7104"/>
                  </a:lnTo>
                  <a:lnTo>
                    <a:pt x="441" y="14200"/>
                  </a:lnTo>
                  <a:lnTo>
                    <a:pt x="1113" y="21273"/>
                  </a:lnTo>
                  <a:lnTo>
                    <a:pt x="167156" y="19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920482" y="4659281"/>
              <a:ext cx="333193" cy="334333"/>
            </a:xfrm>
            <a:custGeom>
              <a:avLst/>
              <a:pathLst>
                <a:path w="333193" h="334333">
                  <a:moveTo>
                    <a:pt x="0" y="186526"/>
                  </a:moveTo>
                  <a:lnTo>
                    <a:pt x="696" y="191779"/>
                  </a:lnTo>
                  <a:lnTo>
                    <a:pt x="1560" y="197007"/>
                  </a:lnTo>
                  <a:lnTo>
                    <a:pt x="2588" y="202205"/>
                  </a:lnTo>
                  <a:lnTo>
                    <a:pt x="3781" y="207368"/>
                  </a:lnTo>
                  <a:lnTo>
                    <a:pt x="5136" y="212490"/>
                  </a:lnTo>
                  <a:lnTo>
                    <a:pt x="6653" y="217567"/>
                  </a:lnTo>
                  <a:lnTo>
                    <a:pt x="8331" y="222594"/>
                  </a:lnTo>
                  <a:lnTo>
                    <a:pt x="10167" y="227564"/>
                  </a:lnTo>
                  <a:lnTo>
                    <a:pt x="12159" y="232474"/>
                  </a:lnTo>
                  <a:lnTo>
                    <a:pt x="14306" y="237318"/>
                  </a:lnTo>
                  <a:lnTo>
                    <a:pt x="16606" y="242092"/>
                  </a:lnTo>
                  <a:lnTo>
                    <a:pt x="19056" y="246791"/>
                  </a:lnTo>
                  <a:lnTo>
                    <a:pt x="21653" y="251409"/>
                  </a:lnTo>
                  <a:lnTo>
                    <a:pt x="24396" y="255943"/>
                  </a:lnTo>
                  <a:lnTo>
                    <a:pt x="27280" y="260388"/>
                  </a:lnTo>
                  <a:lnTo>
                    <a:pt x="30304" y="264739"/>
                  </a:lnTo>
                  <a:lnTo>
                    <a:pt x="33465" y="268992"/>
                  </a:lnTo>
                  <a:lnTo>
                    <a:pt x="36759" y="273142"/>
                  </a:lnTo>
                  <a:lnTo>
                    <a:pt x="40182" y="277186"/>
                  </a:lnTo>
                  <a:lnTo>
                    <a:pt x="43733" y="281120"/>
                  </a:lnTo>
                  <a:lnTo>
                    <a:pt x="47406" y="284939"/>
                  </a:lnTo>
                  <a:lnTo>
                    <a:pt x="51198" y="288640"/>
                  </a:lnTo>
                  <a:lnTo>
                    <a:pt x="55105" y="292219"/>
                  </a:lnTo>
                  <a:lnTo>
                    <a:pt x="59124" y="295672"/>
                  </a:lnTo>
                  <a:lnTo>
                    <a:pt x="63251" y="298996"/>
                  </a:lnTo>
                  <a:lnTo>
                    <a:pt x="67481" y="302188"/>
                  </a:lnTo>
                  <a:lnTo>
                    <a:pt x="71810" y="305244"/>
                  </a:lnTo>
                  <a:lnTo>
                    <a:pt x="76233" y="308161"/>
                  </a:lnTo>
                  <a:lnTo>
                    <a:pt x="80747" y="310936"/>
                  </a:lnTo>
                  <a:lnTo>
                    <a:pt x="85346" y="313567"/>
                  </a:lnTo>
                  <a:lnTo>
                    <a:pt x="90027" y="316051"/>
                  </a:lnTo>
                  <a:lnTo>
                    <a:pt x="94783" y="318386"/>
                  </a:lnTo>
                  <a:lnTo>
                    <a:pt x="99612" y="320568"/>
                  </a:lnTo>
                  <a:lnTo>
                    <a:pt x="104507" y="322597"/>
                  </a:lnTo>
                  <a:lnTo>
                    <a:pt x="109464" y="324469"/>
                  </a:lnTo>
                  <a:lnTo>
                    <a:pt x="114478" y="326183"/>
                  </a:lnTo>
                  <a:lnTo>
                    <a:pt x="119544" y="327737"/>
                  </a:lnTo>
                  <a:lnTo>
                    <a:pt x="124656" y="329130"/>
                  </a:lnTo>
                  <a:lnTo>
                    <a:pt x="129810" y="330361"/>
                  </a:lnTo>
                  <a:lnTo>
                    <a:pt x="135000" y="331427"/>
                  </a:lnTo>
                  <a:lnTo>
                    <a:pt x="140222" y="332328"/>
                  </a:lnTo>
                  <a:lnTo>
                    <a:pt x="145469" y="333064"/>
                  </a:lnTo>
                  <a:lnTo>
                    <a:pt x="150738" y="333632"/>
                  </a:lnTo>
                  <a:lnTo>
                    <a:pt x="156021" y="334034"/>
                  </a:lnTo>
                  <a:lnTo>
                    <a:pt x="161315" y="334268"/>
                  </a:lnTo>
                  <a:lnTo>
                    <a:pt x="166613" y="334333"/>
                  </a:lnTo>
                  <a:lnTo>
                    <a:pt x="171911" y="334231"/>
                  </a:lnTo>
                  <a:lnTo>
                    <a:pt x="177203" y="333961"/>
                  </a:lnTo>
                  <a:lnTo>
                    <a:pt x="182483" y="333524"/>
                  </a:lnTo>
                  <a:lnTo>
                    <a:pt x="187748" y="332919"/>
                  </a:lnTo>
                  <a:lnTo>
                    <a:pt x="192990" y="332148"/>
                  </a:lnTo>
                  <a:lnTo>
                    <a:pt x="198205" y="331211"/>
                  </a:lnTo>
                  <a:lnTo>
                    <a:pt x="203388" y="330109"/>
                  </a:lnTo>
                  <a:lnTo>
                    <a:pt x="208534" y="328844"/>
                  </a:lnTo>
                  <a:lnTo>
                    <a:pt x="213636" y="327416"/>
                  </a:lnTo>
                  <a:lnTo>
                    <a:pt x="218691" y="325827"/>
                  </a:lnTo>
                  <a:lnTo>
                    <a:pt x="223693" y="324079"/>
                  </a:lnTo>
                  <a:lnTo>
                    <a:pt x="228638" y="322173"/>
                  </a:lnTo>
                  <a:lnTo>
                    <a:pt x="233519" y="320111"/>
                  </a:lnTo>
                  <a:lnTo>
                    <a:pt x="238332" y="317896"/>
                  </a:lnTo>
                  <a:lnTo>
                    <a:pt x="243073" y="315529"/>
                  </a:lnTo>
                  <a:lnTo>
                    <a:pt x="247736" y="313013"/>
                  </a:lnTo>
                  <a:lnTo>
                    <a:pt x="252318" y="310350"/>
                  </a:lnTo>
                  <a:lnTo>
                    <a:pt x="256812" y="307544"/>
                  </a:lnTo>
                  <a:lnTo>
                    <a:pt x="261216" y="304597"/>
                  </a:lnTo>
                  <a:lnTo>
                    <a:pt x="265524" y="301511"/>
                  </a:lnTo>
                  <a:lnTo>
                    <a:pt x="269731" y="298291"/>
                  </a:lnTo>
                  <a:lnTo>
                    <a:pt x="273835" y="294939"/>
                  </a:lnTo>
                  <a:lnTo>
                    <a:pt x="277831" y="291458"/>
                  </a:lnTo>
                  <a:lnTo>
                    <a:pt x="281714" y="287853"/>
                  </a:lnTo>
                  <a:lnTo>
                    <a:pt x="285480" y="284126"/>
                  </a:lnTo>
                  <a:lnTo>
                    <a:pt x="289127" y="280282"/>
                  </a:lnTo>
                  <a:lnTo>
                    <a:pt x="292650" y="276324"/>
                  </a:lnTo>
                  <a:lnTo>
                    <a:pt x="296046" y="272257"/>
                  </a:lnTo>
                  <a:lnTo>
                    <a:pt x="299312" y="268084"/>
                  </a:lnTo>
                  <a:lnTo>
                    <a:pt x="302443" y="263809"/>
                  </a:lnTo>
                  <a:lnTo>
                    <a:pt x="305438" y="259438"/>
                  </a:lnTo>
                  <a:lnTo>
                    <a:pt x="308292" y="254973"/>
                  </a:lnTo>
                  <a:lnTo>
                    <a:pt x="311003" y="250421"/>
                  </a:lnTo>
                  <a:lnTo>
                    <a:pt x="313569" y="245785"/>
                  </a:lnTo>
                  <a:lnTo>
                    <a:pt x="315987" y="241070"/>
                  </a:lnTo>
                  <a:lnTo>
                    <a:pt x="318254" y="236280"/>
                  </a:lnTo>
                  <a:lnTo>
                    <a:pt x="320368" y="231421"/>
                  </a:lnTo>
                  <a:lnTo>
                    <a:pt x="322326" y="226498"/>
                  </a:lnTo>
                  <a:lnTo>
                    <a:pt x="324128" y="221515"/>
                  </a:lnTo>
                  <a:lnTo>
                    <a:pt x="325771" y="216477"/>
                  </a:lnTo>
                  <a:lnTo>
                    <a:pt x="327254" y="211390"/>
                  </a:lnTo>
                  <a:lnTo>
                    <a:pt x="328575" y="206259"/>
                  </a:lnTo>
                  <a:lnTo>
                    <a:pt x="329732" y="201088"/>
                  </a:lnTo>
                  <a:lnTo>
                    <a:pt x="330725" y="195883"/>
                  </a:lnTo>
                  <a:lnTo>
                    <a:pt x="331552" y="190649"/>
                  </a:lnTo>
                  <a:lnTo>
                    <a:pt x="332213" y="185392"/>
                  </a:lnTo>
                  <a:lnTo>
                    <a:pt x="332707" y="180116"/>
                  </a:lnTo>
                  <a:lnTo>
                    <a:pt x="333034" y="174827"/>
                  </a:lnTo>
                  <a:lnTo>
                    <a:pt x="333193" y="169531"/>
                  </a:lnTo>
                  <a:lnTo>
                    <a:pt x="333184" y="164232"/>
                  </a:lnTo>
                  <a:lnTo>
                    <a:pt x="333007" y="158936"/>
                  </a:lnTo>
                  <a:lnTo>
                    <a:pt x="332662" y="153649"/>
                  </a:lnTo>
                  <a:lnTo>
                    <a:pt x="332150" y="148375"/>
                  </a:lnTo>
                  <a:lnTo>
                    <a:pt x="331471" y="143120"/>
                  </a:lnTo>
                  <a:lnTo>
                    <a:pt x="330626" y="137889"/>
                  </a:lnTo>
                  <a:lnTo>
                    <a:pt x="329615" y="132687"/>
                  </a:lnTo>
                  <a:lnTo>
                    <a:pt x="328440" y="127520"/>
                  </a:lnTo>
                  <a:lnTo>
                    <a:pt x="327102" y="122393"/>
                  </a:lnTo>
                  <a:lnTo>
                    <a:pt x="325602" y="117311"/>
                  </a:lnTo>
                  <a:lnTo>
                    <a:pt x="323942" y="112279"/>
                  </a:lnTo>
                  <a:lnTo>
                    <a:pt x="322123" y="107303"/>
                  </a:lnTo>
                  <a:lnTo>
                    <a:pt x="320147" y="102386"/>
                  </a:lnTo>
                  <a:lnTo>
                    <a:pt x="318017" y="97534"/>
                  </a:lnTo>
                  <a:lnTo>
                    <a:pt x="315733" y="92753"/>
                  </a:lnTo>
                  <a:lnTo>
                    <a:pt x="313300" y="88046"/>
                  </a:lnTo>
                  <a:lnTo>
                    <a:pt x="310718" y="83418"/>
                  </a:lnTo>
                  <a:lnTo>
                    <a:pt x="307991" y="78875"/>
                  </a:lnTo>
                  <a:lnTo>
                    <a:pt x="305122" y="74421"/>
                  </a:lnTo>
                  <a:lnTo>
                    <a:pt x="302112" y="70059"/>
                  </a:lnTo>
                  <a:lnTo>
                    <a:pt x="298966" y="65796"/>
                  </a:lnTo>
                  <a:lnTo>
                    <a:pt x="295687" y="61634"/>
                  </a:lnTo>
                  <a:lnTo>
                    <a:pt x="292277" y="57578"/>
                  </a:lnTo>
                  <a:lnTo>
                    <a:pt x="288740" y="53632"/>
                  </a:lnTo>
                  <a:lnTo>
                    <a:pt x="285080" y="49800"/>
                  </a:lnTo>
                  <a:lnTo>
                    <a:pt x="281301" y="46087"/>
                  </a:lnTo>
                  <a:lnTo>
                    <a:pt x="277405" y="42495"/>
                  </a:lnTo>
                  <a:lnTo>
                    <a:pt x="273398" y="39028"/>
                  </a:lnTo>
                  <a:lnTo>
                    <a:pt x="269283" y="35690"/>
                  </a:lnTo>
                  <a:lnTo>
                    <a:pt x="265064" y="32484"/>
                  </a:lnTo>
                  <a:lnTo>
                    <a:pt x="260746" y="29413"/>
                  </a:lnTo>
                  <a:lnTo>
                    <a:pt x="256332" y="26481"/>
                  </a:lnTo>
                  <a:lnTo>
                    <a:pt x="251828" y="23690"/>
                  </a:lnTo>
                  <a:lnTo>
                    <a:pt x="247238" y="21043"/>
                  </a:lnTo>
                  <a:lnTo>
                    <a:pt x="242566" y="18543"/>
                  </a:lnTo>
                  <a:lnTo>
                    <a:pt x="237817" y="16192"/>
                  </a:lnTo>
                  <a:lnTo>
                    <a:pt x="232996" y="13993"/>
                  </a:lnTo>
                  <a:lnTo>
                    <a:pt x="228108" y="11948"/>
                  </a:lnTo>
                  <a:lnTo>
                    <a:pt x="223157" y="10059"/>
                  </a:lnTo>
                  <a:lnTo>
                    <a:pt x="218149" y="8328"/>
                  </a:lnTo>
                  <a:lnTo>
                    <a:pt x="213089" y="6756"/>
                  </a:lnTo>
                  <a:lnTo>
                    <a:pt x="207981" y="5346"/>
                  </a:lnTo>
                  <a:lnTo>
                    <a:pt x="202832" y="4098"/>
                  </a:lnTo>
                  <a:lnTo>
                    <a:pt x="197645" y="3014"/>
                  </a:lnTo>
                  <a:lnTo>
                    <a:pt x="192426" y="2095"/>
                  </a:lnTo>
                  <a:lnTo>
                    <a:pt x="187181" y="1341"/>
                  </a:lnTo>
                  <a:lnTo>
                    <a:pt x="181915" y="755"/>
                  </a:lnTo>
                  <a:lnTo>
                    <a:pt x="176633" y="335"/>
                  </a:lnTo>
                  <a:lnTo>
                    <a:pt x="171340" y="83"/>
                  </a:lnTo>
                  <a:lnTo>
                    <a:pt x="166042" y="0"/>
                  </a:lnTo>
                  <a:lnTo>
                    <a:pt x="1660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6133" y="5018213"/>
              <a:ext cx="2586" cy="167167"/>
            </a:xfrm>
            <a:custGeom>
              <a:avLst/>
              <a:pathLst>
                <a:path w="2586" h="167167">
                  <a:moveTo>
                    <a:pt x="2586" y="0"/>
                  </a:moveTo>
                  <a:lnTo>
                    <a:pt x="0" y="20"/>
                  </a:lnTo>
                  <a:lnTo>
                    <a:pt x="258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6133" y="5018233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6133" y="5018233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6133" y="5018233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6133" y="5018233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6133" y="5018233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6133" y="5018233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6133" y="5018233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486133" y="5018233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321558" y="5018227"/>
              <a:ext cx="334322" cy="334320"/>
            </a:xfrm>
            <a:custGeom>
              <a:avLst/>
              <a:pathLst>
                <a:path w="334322" h="334320">
                  <a:moveTo>
                    <a:pt x="164575" y="5"/>
                  </a:moveTo>
                  <a:lnTo>
                    <a:pt x="159297" y="170"/>
                  </a:lnTo>
                  <a:lnTo>
                    <a:pt x="154027" y="502"/>
                  </a:lnTo>
                  <a:lnTo>
                    <a:pt x="148770" y="1000"/>
                  </a:lnTo>
                  <a:lnTo>
                    <a:pt x="143532" y="1664"/>
                  </a:lnTo>
                  <a:lnTo>
                    <a:pt x="138317" y="2493"/>
                  </a:lnTo>
                  <a:lnTo>
                    <a:pt x="133130" y="3486"/>
                  </a:lnTo>
                  <a:lnTo>
                    <a:pt x="127978" y="4643"/>
                  </a:lnTo>
                  <a:lnTo>
                    <a:pt x="122865" y="5961"/>
                  </a:lnTo>
                  <a:lnTo>
                    <a:pt x="117796" y="7441"/>
                  </a:lnTo>
                  <a:lnTo>
                    <a:pt x="112776" y="9080"/>
                  </a:lnTo>
                  <a:lnTo>
                    <a:pt x="107811" y="10876"/>
                  </a:lnTo>
                  <a:lnTo>
                    <a:pt x="102904" y="12829"/>
                  </a:lnTo>
                  <a:lnTo>
                    <a:pt x="98062" y="14935"/>
                  </a:lnTo>
                  <a:lnTo>
                    <a:pt x="93289" y="17194"/>
                  </a:lnTo>
                  <a:lnTo>
                    <a:pt x="88590" y="19602"/>
                  </a:lnTo>
                  <a:lnTo>
                    <a:pt x="83969" y="22157"/>
                  </a:lnTo>
                  <a:lnTo>
                    <a:pt x="79431" y="24857"/>
                  </a:lnTo>
                  <a:lnTo>
                    <a:pt x="74980" y="27699"/>
                  </a:lnTo>
                  <a:lnTo>
                    <a:pt x="70621" y="30680"/>
                  </a:lnTo>
                  <a:lnTo>
                    <a:pt x="66359" y="33797"/>
                  </a:lnTo>
                  <a:lnTo>
                    <a:pt x="62198" y="37048"/>
                  </a:lnTo>
                  <a:lnTo>
                    <a:pt x="58141" y="40428"/>
                  </a:lnTo>
                  <a:lnTo>
                    <a:pt x="54193" y="43934"/>
                  </a:lnTo>
                  <a:lnTo>
                    <a:pt x="50357" y="47564"/>
                  </a:lnTo>
                  <a:lnTo>
                    <a:pt x="46638" y="51313"/>
                  </a:lnTo>
                  <a:lnTo>
                    <a:pt x="43040" y="55177"/>
                  </a:lnTo>
                  <a:lnTo>
                    <a:pt x="39565" y="59153"/>
                  </a:lnTo>
                  <a:lnTo>
                    <a:pt x="36218" y="63237"/>
                  </a:lnTo>
                  <a:lnTo>
                    <a:pt x="33001" y="67425"/>
                  </a:lnTo>
                  <a:lnTo>
                    <a:pt x="29918" y="71712"/>
                  </a:lnTo>
                  <a:lnTo>
                    <a:pt x="26972" y="76094"/>
                  </a:lnTo>
                  <a:lnTo>
                    <a:pt x="24166" y="80568"/>
                  </a:lnTo>
                  <a:lnTo>
                    <a:pt x="21503" y="85127"/>
                  </a:lnTo>
                  <a:lnTo>
                    <a:pt x="18985" y="89769"/>
                  </a:lnTo>
                  <a:lnTo>
                    <a:pt x="16614" y="94487"/>
                  </a:lnTo>
                  <a:lnTo>
                    <a:pt x="14394" y="99279"/>
                  </a:lnTo>
                  <a:lnTo>
                    <a:pt x="12327" y="104138"/>
                  </a:lnTo>
                  <a:lnTo>
                    <a:pt x="10414" y="109059"/>
                  </a:lnTo>
                  <a:lnTo>
                    <a:pt x="8657" y="114039"/>
                  </a:lnTo>
                  <a:lnTo>
                    <a:pt x="7059" y="119072"/>
                  </a:lnTo>
                  <a:lnTo>
                    <a:pt x="5620" y="124153"/>
                  </a:lnTo>
                  <a:lnTo>
                    <a:pt x="4342" y="129276"/>
                  </a:lnTo>
                  <a:lnTo>
                    <a:pt x="3227" y="134438"/>
                  </a:lnTo>
                  <a:lnTo>
                    <a:pt x="2276" y="139632"/>
                  </a:lnTo>
                  <a:lnTo>
                    <a:pt x="1489" y="144853"/>
                  </a:lnTo>
                  <a:lnTo>
                    <a:pt x="867" y="150097"/>
                  </a:lnTo>
                  <a:lnTo>
                    <a:pt x="412" y="155358"/>
                  </a:lnTo>
                  <a:lnTo>
                    <a:pt x="122" y="160630"/>
                  </a:lnTo>
                  <a:lnTo>
                    <a:pt x="0" y="165909"/>
                  </a:lnTo>
                  <a:lnTo>
                    <a:pt x="44" y="171190"/>
                  </a:lnTo>
                  <a:lnTo>
                    <a:pt x="255" y="176466"/>
                  </a:lnTo>
                  <a:lnTo>
                    <a:pt x="632" y="181733"/>
                  </a:lnTo>
                  <a:lnTo>
                    <a:pt x="1176" y="186986"/>
                  </a:lnTo>
                  <a:lnTo>
                    <a:pt x="1885" y="192218"/>
                  </a:lnTo>
                  <a:lnTo>
                    <a:pt x="2759" y="197426"/>
                  </a:lnTo>
                  <a:lnTo>
                    <a:pt x="3797" y="202603"/>
                  </a:lnTo>
                  <a:lnTo>
                    <a:pt x="4998" y="207745"/>
                  </a:lnTo>
                  <a:lnTo>
                    <a:pt x="6361" y="212847"/>
                  </a:lnTo>
                  <a:lnTo>
                    <a:pt x="7885" y="217903"/>
                  </a:lnTo>
                  <a:lnTo>
                    <a:pt x="9567" y="222908"/>
                  </a:lnTo>
                  <a:lnTo>
                    <a:pt x="11407" y="227858"/>
                  </a:lnTo>
                  <a:lnTo>
                    <a:pt x="13402" y="232747"/>
                  </a:lnTo>
                  <a:lnTo>
                    <a:pt x="15550" y="237571"/>
                  </a:lnTo>
                  <a:lnTo>
                    <a:pt x="17850" y="242324"/>
                  </a:lnTo>
                  <a:lnTo>
                    <a:pt x="20299" y="247003"/>
                  </a:lnTo>
                  <a:lnTo>
                    <a:pt x="22894" y="251601"/>
                  </a:lnTo>
                  <a:lnTo>
                    <a:pt x="25633" y="256116"/>
                  </a:lnTo>
                  <a:lnTo>
                    <a:pt x="28513" y="260542"/>
                  </a:lnTo>
                  <a:lnTo>
                    <a:pt x="31532" y="264874"/>
                  </a:lnTo>
                  <a:lnTo>
                    <a:pt x="34686" y="269109"/>
                  </a:lnTo>
                  <a:lnTo>
                    <a:pt x="37973" y="273242"/>
                  </a:lnTo>
                  <a:lnTo>
                    <a:pt x="41388" y="277270"/>
                  </a:lnTo>
                  <a:lnTo>
                    <a:pt x="44929" y="281187"/>
                  </a:lnTo>
                  <a:lnTo>
                    <a:pt x="48591" y="284991"/>
                  </a:lnTo>
                  <a:lnTo>
                    <a:pt x="52372" y="288677"/>
                  </a:lnTo>
                  <a:lnTo>
                    <a:pt x="56268" y="292242"/>
                  </a:lnTo>
                  <a:lnTo>
                    <a:pt x="60274" y="295682"/>
                  </a:lnTo>
                  <a:lnTo>
                    <a:pt x="64387" y="298994"/>
                  </a:lnTo>
                  <a:lnTo>
                    <a:pt x="68602" y="302174"/>
                  </a:lnTo>
                  <a:lnTo>
                    <a:pt x="72916" y="305220"/>
                  </a:lnTo>
                  <a:lnTo>
                    <a:pt x="77324" y="308128"/>
                  </a:lnTo>
                  <a:lnTo>
                    <a:pt x="81821" y="310895"/>
                  </a:lnTo>
                  <a:lnTo>
                    <a:pt x="86404" y="313519"/>
                  </a:lnTo>
                  <a:lnTo>
                    <a:pt x="91067" y="315996"/>
                  </a:lnTo>
                  <a:lnTo>
                    <a:pt x="95806" y="318326"/>
                  </a:lnTo>
                  <a:lnTo>
                    <a:pt x="100616" y="320504"/>
                  </a:lnTo>
                  <a:lnTo>
                    <a:pt x="105493" y="322529"/>
                  </a:lnTo>
                  <a:lnTo>
                    <a:pt x="110431" y="324399"/>
                  </a:lnTo>
                  <a:lnTo>
                    <a:pt x="115426" y="326113"/>
                  </a:lnTo>
                  <a:lnTo>
                    <a:pt x="120472" y="327668"/>
                  </a:lnTo>
                  <a:lnTo>
                    <a:pt x="125565" y="329062"/>
                  </a:lnTo>
                  <a:lnTo>
                    <a:pt x="130700" y="330295"/>
                  </a:lnTo>
                  <a:lnTo>
                    <a:pt x="135871" y="331365"/>
                  </a:lnTo>
                  <a:lnTo>
                    <a:pt x="141073" y="332272"/>
                  </a:lnTo>
                  <a:lnTo>
                    <a:pt x="146301" y="333013"/>
                  </a:lnTo>
                  <a:lnTo>
                    <a:pt x="151550" y="333590"/>
                  </a:lnTo>
                  <a:lnTo>
                    <a:pt x="156814" y="334000"/>
                  </a:lnTo>
                  <a:lnTo>
                    <a:pt x="162089" y="334243"/>
                  </a:lnTo>
                  <a:lnTo>
                    <a:pt x="167369" y="334320"/>
                  </a:lnTo>
                  <a:lnTo>
                    <a:pt x="172649" y="334230"/>
                  </a:lnTo>
                  <a:lnTo>
                    <a:pt x="177923" y="333974"/>
                  </a:lnTo>
                  <a:lnTo>
                    <a:pt x="183187" y="333550"/>
                  </a:lnTo>
                  <a:lnTo>
                    <a:pt x="188434" y="332961"/>
                  </a:lnTo>
                  <a:lnTo>
                    <a:pt x="193661" y="332207"/>
                  </a:lnTo>
                  <a:lnTo>
                    <a:pt x="198861" y="331287"/>
                  </a:lnTo>
                  <a:lnTo>
                    <a:pt x="204029" y="330204"/>
                  </a:lnTo>
                  <a:lnTo>
                    <a:pt x="209160" y="328959"/>
                  </a:lnTo>
                  <a:lnTo>
                    <a:pt x="214250" y="327551"/>
                  </a:lnTo>
                  <a:lnTo>
                    <a:pt x="219292" y="325984"/>
                  </a:lnTo>
                  <a:lnTo>
                    <a:pt x="224283" y="324258"/>
                  </a:lnTo>
                  <a:lnTo>
                    <a:pt x="229216" y="322376"/>
                  </a:lnTo>
                  <a:lnTo>
                    <a:pt x="234088" y="320339"/>
                  </a:lnTo>
                  <a:lnTo>
                    <a:pt x="238893" y="318148"/>
                  </a:lnTo>
                  <a:lnTo>
                    <a:pt x="243626" y="315808"/>
                  </a:lnTo>
                  <a:lnTo>
                    <a:pt x="248283" y="313318"/>
                  </a:lnTo>
                  <a:lnTo>
                    <a:pt x="252859" y="310683"/>
                  </a:lnTo>
                  <a:lnTo>
                    <a:pt x="257350" y="307905"/>
                  </a:lnTo>
                  <a:lnTo>
                    <a:pt x="261750" y="304986"/>
                  </a:lnTo>
                  <a:lnTo>
                    <a:pt x="266057" y="301930"/>
                  </a:lnTo>
                  <a:lnTo>
                    <a:pt x="270264" y="298739"/>
                  </a:lnTo>
                  <a:lnTo>
                    <a:pt x="274369" y="295417"/>
                  </a:lnTo>
                  <a:lnTo>
                    <a:pt x="278366" y="291967"/>
                  </a:lnTo>
                  <a:lnTo>
                    <a:pt x="282253" y="288393"/>
                  </a:lnTo>
                  <a:lnTo>
                    <a:pt x="286025" y="284697"/>
                  </a:lnTo>
                  <a:lnTo>
                    <a:pt x="289678" y="280884"/>
                  </a:lnTo>
                  <a:lnTo>
                    <a:pt x="293209" y="276958"/>
                  </a:lnTo>
                  <a:lnTo>
                    <a:pt x="296614" y="272922"/>
                  </a:lnTo>
                  <a:lnTo>
                    <a:pt x="299890" y="268781"/>
                  </a:lnTo>
                  <a:lnTo>
                    <a:pt x="303034" y="264538"/>
                  </a:lnTo>
                  <a:lnTo>
                    <a:pt x="306042" y="260198"/>
                  </a:lnTo>
                  <a:lnTo>
                    <a:pt x="308911" y="255765"/>
                  </a:lnTo>
                  <a:lnTo>
                    <a:pt x="311639" y="251244"/>
                  </a:lnTo>
                  <a:lnTo>
                    <a:pt x="314223" y="246639"/>
                  </a:lnTo>
                  <a:lnTo>
                    <a:pt x="316660" y="241954"/>
                  </a:lnTo>
                  <a:lnTo>
                    <a:pt x="318948" y="237195"/>
                  </a:lnTo>
                  <a:lnTo>
                    <a:pt x="321085" y="232366"/>
                  </a:lnTo>
                  <a:lnTo>
                    <a:pt x="323068" y="227472"/>
                  </a:lnTo>
                  <a:lnTo>
                    <a:pt x="324895" y="222518"/>
                  </a:lnTo>
                  <a:lnTo>
                    <a:pt x="326565" y="217508"/>
                  </a:lnTo>
                  <a:lnTo>
                    <a:pt x="328076" y="212449"/>
                  </a:lnTo>
                  <a:lnTo>
                    <a:pt x="329426" y="207344"/>
                  </a:lnTo>
                  <a:lnTo>
                    <a:pt x="330615" y="202199"/>
                  </a:lnTo>
                  <a:lnTo>
                    <a:pt x="331640" y="197019"/>
                  </a:lnTo>
                  <a:lnTo>
                    <a:pt x="332501" y="191809"/>
                  </a:lnTo>
                  <a:lnTo>
                    <a:pt x="333198" y="186574"/>
                  </a:lnTo>
                  <a:lnTo>
                    <a:pt x="333728" y="181321"/>
                  </a:lnTo>
                  <a:lnTo>
                    <a:pt x="334093" y="176053"/>
                  </a:lnTo>
                  <a:lnTo>
                    <a:pt x="334290" y="170776"/>
                  </a:lnTo>
                  <a:lnTo>
                    <a:pt x="334322" y="165496"/>
                  </a:lnTo>
                  <a:lnTo>
                    <a:pt x="334186" y="160217"/>
                  </a:lnTo>
                  <a:lnTo>
                    <a:pt x="333883" y="154945"/>
                  </a:lnTo>
                  <a:lnTo>
                    <a:pt x="333415" y="149685"/>
                  </a:lnTo>
                  <a:lnTo>
                    <a:pt x="332780" y="144443"/>
                  </a:lnTo>
                  <a:lnTo>
                    <a:pt x="331980" y="139223"/>
                  </a:lnTo>
                  <a:lnTo>
                    <a:pt x="331016" y="134032"/>
                  </a:lnTo>
                  <a:lnTo>
                    <a:pt x="329888" y="128873"/>
                  </a:lnTo>
                  <a:lnTo>
                    <a:pt x="328598" y="123753"/>
                  </a:lnTo>
                  <a:lnTo>
                    <a:pt x="327146" y="118676"/>
                  </a:lnTo>
                  <a:lnTo>
                    <a:pt x="325535" y="113647"/>
                  </a:lnTo>
                  <a:lnTo>
                    <a:pt x="323767" y="108671"/>
                  </a:lnTo>
                  <a:lnTo>
                    <a:pt x="321841" y="103754"/>
                  </a:lnTo>
                  <a:lnTo>
                    <a:pt x="319762" y="98901"/>
                  </a:lnTo>
                  <a:lnTo>
                    <a:pt x="317530" y="94115"/>
                  </a:lnTo>
                  <a:lnTo>
                    <a:pt x="315148" y="89402"/>
                  </a:lnTo>
                  <a:lnTo>
                    <a:pt x="312619" y="84767"/>
                  </a:lnTo>
                  <a:lnTo>
                    <a:pt x="309944" y="80214"/>
                  </a:lnTo>
                  <a:lnTo>
                    <a:pt x="307127" y="75748"/>
                  </a:lnTo>
                  <a:lnTo>
                    <a:pt x="304170" y="71373"/>
                  </a:lnTo>
                  <a:lnTo>
                    <a:pt x="301076" y="67093"/>
                  </a:lnTo>
                  <a:lnTo>
                    <a:pt x="297849" y="62913"/>
                  </a:lnTo>
                  <a:lnTo>
                    <a:pt x="294492" y="58838"/>
                  </a:lnTo>
                  <a:lnTo>
                    <a:pt x="291007" y="54870"/>
                  </a:lnTo>
                  <a:lnTo>
                    <a:pt x="287399" y="51015"/>
                  </a:lnTo>
                  <a:lnTo>
                    <a:pt x="283671" y="47275"/>
                  </a:lnTo>
                  <a:lnTo>
                    <a:pt x="279827" y="43655"/>
                  </a:lnTo>
                  <a:lnTo>
                    <a:pt x="275870" y="40158"/>
                  </a:lnTo>
                  <a:lnTo>
                    <a:pt x="271805" y="36788"/>
                  </a:lnTo>
                  <a:lnTo>
                    <a:pt x="267635" y="33548"/>
                  </a:lnTo>
                  <a:lnTo>
                    <a:pt x="263365" y="30441"/>
                  </a:lnTo>
                  <a:lnTo>
                    <a:pt x="258999" y="27471"/>
                  </a:lnTo>
                  <a:lnTo>
                    <a:pt x="254541" y="24640"/>
                  </a:lnTo>
                  <a:lnTo>
                    <a:pt x="249997" y="21952"/>
                  </a:lnTo>
                  <a:lnTo>
                    <a:pt x="245369" y="19408"/>
                  </a:lnTo>
                  <a:lnTo>
                    <a:pt x="240664" y="17011"/>
                  </a:lnTo>
                  <a:lnTo>
                    <a:pt x="235885" y="14765"/>
                  </a:lnTo>
                  <a:lnTo>
                    <a:pt x="231038" y="12670"/>
                  </a:lnTo>
                  <a:lnTo>
                    <a:pt x="226127" y="10730"/>
                  </a:lnTo>
                  <a:lnTo>
                    <a:pt x="221157" y="8946"/>
                  </a:lnTo>
                  <a:lnTo>
                    <a:pt x="216133" y="7319"/>
                  </a:lnTo>
                  <a:lnTo>
                    <a:pt x="211060" y="5852"/>
                  </a:lnTo>
                  <a:lnTo>
                    <a:pt x="205944" y="4546"/>
                  </a:lnTo>
                  <a:lnTo>
                    <a:pt x="200789" y="3402"/>
                  </a:lnTo>
                  <a:lnTo>
                    <a:pt x="195600" y="2422"/>
                  </a:lnTo>
                  <a:lnTo>
                    <a:pt x="190383" y="1606"/>
                  </a:lnTo>
                  <a:lnTo>
                    <a:pt x="185143" y="955"/>
                  </a:lnTo>
                  <a:lnTo>
                    <a:pt x="179885" y="470"/>
                  </a:lnTo>
                  <a:lnTo>
                    <a:pt x="174614" y="152"/>
                  </a:lnTo>
                  <a:lnTo>
                    <a:pt x="169335" y="0"/>
                  </a:lnTo>
                  <a:lnTo>
                    <a:pt x="167162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488720" y="5018213"/>
              <a:ext cx="2173" cy="167167"/>
            </a:xfrm>
            <a:custGeom>
              <a:avLst/>
              <a:pathLst>
                <a:path w="2173" h="167167">
                  <a:moveTo>
                    <a:pt x="2173" y="1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797340" y="5269756"/>
              <a:ext cx="167160" cy="187348"/>
            </a:xfrm>
            <a:custGeom>
              <a:avLst/>
              <a:pathLst>
                <a:path w="167160" h="187348">
                  <a:moveTo>
                    <a:pt x="167160" y="0"/>
                  </a:moveTo>
                  <a:lnTo>
                    <a:pt x="161722" y="88"/>
                  </a:lnTo>
                  <a:lnTo>
                    <a:pt x="156290" y="353"/>
                  </a:lnTo>
                  <a:lnTo>
                    <a:pt x="150870" y="795"/>
                  </a:lnTo>
                  <a:lnTo>
                    <a:pt x="145466" y="1413"/>
                  </a:lnTo>
                  <a:lnTo>
                    <a:pt x="140086" y="2207"/>
                  </a:lnTo>
                  <a:lnTo>
                    <a:pt x="134734" y="3175"/>
                  </a:lnTo>
                  <a:lnTo>
                    <a:pt x="129417" y="4316"/>
                  </a:lnTo>
                  <a:lnTo>
                    <a:pt x="124139" y="5630"/>
                  </a:lnTo>
                  <a:lnTo>
                    <a:pt x="118907" y="7115"/>
                  </a:lnTo>
                  <a:lnTo>
                    <a:pt x="113727" y="8769"/>
                  </a:lnTo>
                  <a:lnTo>
                    <a:pt x="108602" y="10591"/>
                  </a:lnTo>
                  <a:lnTo>
                    <a:pt x="103540" y="12579"/>
                  </a:lnTo>
                  <a:lnTo>
                    <a:pt x="98545" y="14730"/>
                  </a:lnTo>
                  <a:lnTo>
                    <a:pt x="93623" y="17043"/>
                  </a:lnTo>
                  <a:lnTo>
                    <a:pt x="88778" y="19514"/>
                  </a:lnTo>
                  <a:lnTo>
                    <a:pt x="84017" y="22142"/>
                  </a:lnTo>
                  <a:lnTo>
                    <a:pt x="79343" y="24924"/>
                  </a:lnTo>
                  <a:lnTo>
                    <a:pt x="74763" y="27856"/>
                  </a:lnTo>
                  <a:lnTo>
                    <a:pt x="70280" y="30935"/>
                  </a:lnTo>
                  <a:lnTo>
                    <a:pt x="65900" y="34158"/>
                  </a:lnTo>
                  <a:lnTo>
                    <a:pt x="61626" y="37523"/>
                  </a:lnTo>
                  <a:lnTo>
                    <a:pt x="57465" y="41024"/>
                  </a:lnTo>
                  <a:lnTo>
                    <a:pt x="53420" y="44659"/>
                  </a:lnTo>
                  <a:lnTo>
                    <a:pt x="49495" y="48424"/>
                  </a:lnTo>
                  <a:lnTo>
                    <a:pt x="45695" y="52314"/>
                  </a:lnTo>
                  <a:lnTo>
                    <a:pt x="42023" y="56326"/>
                  </a:lnTo>
                  <a:lnTo>
                    <a:pt x="38483" y="60456"/>
                  </a:lnTo>
                  <a:lnTo>
                    <a:pt x="35080" y="64698"/>
                  </a:lnTo>
                  <a:lnTo>
                    <a:pt x="31817" y="69049"/>
                  </a:lnTo>
                  <a:lnTo>
                    <a:pt x="28697" y="73503"/>
                  </a:lnTo>
                  <a:lnTo>
                    <a:pt x="25723" y="78057"/>
                  </a:lnTo>
                  <a:lnTo>
                    <a:pt x="22900" y="82705"/>
                  </a:lnTo>
                  <a:lnTo>
                    <a:pt x="20228" y="87442"/>
                  </a:lnTo>
                  <a:lnTo>
                    <a:pt x="17713" y="92264"/>
                  </a:lnTo>
                  <a:lnTo>
                    <a:pt x="15355" y="97165"/>
                  </a:lnTo>
                  <a:lnTo>
                    <a:pt x="13159" y="102140"/>
                  </a:lnTo>
                  <a:lnTo>
                    <a:pt x="11125" y="107184"/>
                  </a:lnTo>
                  <a:lnTo>
                    <a:pt x="9256" y="112291"/>
                  </a:lnTo>
                  <a:lnTo>
                    <a:pt x="7555" y="117457"/>
                  </a:lnTo>
                  <a:lnTo>
                    <a:pt x="6022" y="122675"/>
                  </a:lnTo>
                  <a:lnTo>
                    <a:pt x="4660" y="127940"/>
                  </a:lnTo>
                  <a:lnTo>
                    <a:pt x="3470" y="133247"/>
                  </a:lnTo>
                  <a:lnTo>
                    <a:pt x="2453" y="138590"/>
                  </a:lnTo>
                  <a:lnTo>
                    <a:pt x="1611" y="143963"/>
                  </a:lnTo>
                  <a:lnTo>
                    <a:pt x="944" y="149360"/>
                  </a:lnTo>
                  <a:lnTo>
                    <a:pt x="452" y="154776"/>
                  </a:lnTo>
                  <a:lnTo>
                    <a:pt x="138" y="160206"/>
                  </a:lnTo>
                  <a:lnTo>
                    <a:pt x="0" y="165643"/>
                  </a:lnTo>
                  <a:lnTo>
                    <a:pt x="38" y="171081"/>
                  </a:lnTo>
                  <a:lnTo>
                    <a:pt x="254" y="176515"/>
                  </a:lnTo>
                  <a:lnTo>
                    <a:pt x="647" y="181940"/>
                  </a:lnTo>
                  <a:lnTo>
                    <a:pt x="1215" y="18734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798556" y="5269756"/>
              <a:ext cx="333099" cy="334331"/>
            </a:xfrm>
            <a:custGeom>
              <a:avLst/>
              <a:pathLst>
                <a:path w="333099" h="334331">
                  <a:moveTo>
                    <a:pt x="0" y="187348"/>
                  </a:moveTo>
                  <a:lnTo>
                    <a:pt x="722" y="192592"/>
                  </a:lnTo>
                  <a:lnTo>
                    <a:pt x="1609" y="197810"/>
                  </a:lnTo>
                  <a:lnTo>
                    <a:pt x="2662" y="202997"/>
                  </a:lnTo>
                  <a:lnTo>
                    <a:pt x="3878" y="208149"/>
                  </a:lnTo>
                  <a:lnTo>
                    <a:pt x="5257" y="213259"/>
                  </a:lnTo>
                  <a:lnTo>
                    <a:pt x="6797" y="218323"/>
                  </a:lnTo>
                  <a:lnTo>
                    <a:pt x="8496" y="223336"/>
                  </a:lnTo>
                  <a:lnTo>
                    <a:pt x="10353" y="228293"/>
                  </a:lnTo>
                  <a:lnTo>
                    <a:pt x="12366" y="233188"/>
                  </a:lnTo>
                  <a:lnTo>
                    <a:pt x="14534" y="238017"/>
                  </a:lnTo>
                  <a:lnTo>
                    <a:pt x="16853" y="242775"/>
                  </a:lnTo>
                  <a:lnTo>
                    <a:pt x="19321" y="247457"/>
                  </a:lnTo>
                  <a:lnTo>
                    <a:pt x="21936" y="252059"/>
                  </a:lnTo>
                  <a:lnTo>
                    <a:pt x="24696" y="256576"/>
                  </a:lnTo>
                  <a:lnTo>
                    <a:pt x="27598" y="261003"/>
                  </a:lnTo>
                  <a:lnTo>
                    <a:pt x="30638" y="265336"/>
                  </a:lnTo>
                  <a:lnTo>
                    <a:pt x="33814" y="269570"/>
                  </a:lnTo>
                  <a:lnTo>
                    <a:pt x="37122" y="273702"/>
                  </a:lnTo>
                  <a:lnTo>
                    <a:pt x="40559" y="277727"/>
                  </a:lnTo>
                  <a:lnTo>
                    <a:pt x="44122" y="281641"/>
                  </a:lnTo>
                  <a:lnTo>
                    <a:pt x="47808" y="285441"/>
                  </a:lnTo>
                  <a:lnTo>
                    <a:pt x="51611" y="289121"/>
                  </a:lnTo>
                  <a:lnTo>
                    <a:pt x="55530" y="292680"/>
                  </a:lnTo>
                  <a:lnTo>
                    <a:pt x="59559" y="296113"/>
                  </a:lnTo>
                  <a:lnTo>
                    <a:pt x="63694" y="299416"/>
                  </a:lnTo>
                  <a:lnTo>
                    <a:pt x="67932" y="302587"/>
                  </a:lnTo>
                  <a:lnTo>
                    <a:pt x="72269" y="305622"/>
                  </a:lnTo>
                  <a:lnTo>
                    <a:pt x="76699" y="308519"/>
                  </a:lnTo>
                  <a:lnTo>
                    <a:pt x="81219" y="311273"/>
                  </a:lnTo>
                  <a:lnTo>
                    <a:pt x="85824" y="313883"/>
                  </a:lnTo>
                  <a:lnTo>
                    <a:pt x="90509" y="316346"/>
                  </a:lnTo>
                  <a:lnTo>
                    <a:pt x="95270" y="318660"/>
                  </a:lnTo>
                  <a:lnTo>
                    <a:pt x="100101" y="320821"/>
                  </a:lnTo>
                  <a:lnTo>
                    <a:pt x="104999" y="322829"/>
                  </a:lnTo>
                  <a:lnTo>
                    <a:pt x="109958" y="324680"/>
                  </a:lnTo>
                  <a:lnTo>
                    <a:pt x="114972" y="326374"/>
                  </a:lnTo>
                  <a:lnTo>
                    <a:pt x="120038" y="327908"/>
                  </a:lnTo>
                  <a:lnTo>
                    <a:pt x="125150" y="329280"/>
                  </a:lnTo>
                  <a:lnTo>
                    <a:pt x="130303" y="330491"/>
                  </a:lnTo>
                  <a:lnTo>
                    <a:pt x="135492" y="331537"/>
                  </a:lnTo>
                  <a:lnTo>
                    <a:pt x="140711" y="332419"/>
                  </a:lnTo>
                  <a:lnTo>
                    <a:pt x="145955" y="333135"/>
                  </a:lnTo>
                  <a:lnTo>
                    <a:pt x="151220" y="333685"/>
                  </a:lnTo>
                  <a:lnTo>
                    <a:pt x="156499" y="334067"/>
                  </a:lnTo>
                  <a:lnTo>
                    <a:pt x="161788" y="334283"/>
                  </a:lnTo>
                  <a:lnTo>
                    <a:pt x="167080" y="334331"/>
                  </a:lnTo>
                  <a:lnTo>
                    <a:pt x="172372" y="334211"/>
                  </a:lnTo>
                  <a:lnTo>
                    <a:pt x="177657" y="333924"/>
                  </a:lnTo>
                  <a:lnTo>
                    <a:pt x="182931" y="333469"/>
                  </a:lnTo>
                  <a:lnTo>
                    <a:pt x="188187" y="332848"/>
                  </a:lnTo>
                  <a:lnTo>
                    <a:pt x="193422" y="332061"/>
                  </a:lnTo>
                  <a:lnTo>
                    <a:pt x="198628" y="331108"/>
                  </a:lnTo>
                  <a:lnTo>
                    <a:pt x="203802" y="329991"/>
                  </a:lnTo>
                  <a:lnTo>
                    <a:pt x="208938" y="328711"/>
                  </a:lnTo>
                  <a:lnTo>
                    <a:pt x="214031" y="327269"/>
                  </a:lnTo>
                  <a:lnTo>
                    <a:pt x="219076" y="325666"/>
                  </a:lnTo>
                  <a:lnTo>
                    <a:pt x="224067" y="323905"/>
                  </a:lnTo>
                  <a:lnTo>
                    <a:pt x="229000" y="321986"/>
                  </a:lnTo>
                  <a:lnTo>
                    <a:pt x="233870" y="319912"/>
                  </a:lnTo>
                  <a:lnTo>
                    <a:pt x="238672" y="317685"/>
                  </a:lnTo>
                  <a:lnTo>
                    <a:pt x="243400" y="315307"/>
                  </a:lnTo>
                  <a:lnTo>
                    <a:pt x="248052" y="312781"/>
                  </a:lnTo>
                  <a:lnTo>
                    <a:pt x="252620" y="310108"/>
                  </a:lnTo>
                  <a:lnTo>
                    <a:pt x="257102" y="307292"/>
                  </a:lnTo>
                  <a:lnTo>
                    <a:pt x="261493" y="304336"/>
                  </a:lnTo>
                  <a:lnTo>
                    <a:pt x="265788" y="301242"/>
                  </a:lnTo>
                  <a:lnTo>
                    <a:pt x="269982" y="298014"/>
                  </a:lnTo>
                  <a:lnTo>
                    <a:pt x="274073" y="294655"/>
                  </a:lnTo>
                  <a:lnTo>
                    <a:pt x="278055" y="291168"/>
                  </a:lnTo>
                  <a:lnTo>
                    <a:pt x="281924" y="287556"/>
                  </a:lnTo>
                  <a:lnTo>
                    <a:pt x="285678" y="283824"/>
                  </a:lnTo>
                  <a:lnTo>
                    <a:pt x="289311" y="279975"/>
                  </a:lnTo>
                  <a:lnTo>
                    <a:pt x="292821" y="276013"/>
                  </a:lnTo>
                  <a:lnTo>
                    <a:pt x="296203" y="271941"/>
                  </a:lnTo>
                  <a:lnTo>
                    <a:pt x="299455" y="267765"/>
                  </a:lnTo>
                  <a:lnTo>
                    <a:pt x="302573" y="263487"/>
                  </a:lnTo>
                  <a:lnTo>
                    <a:pt x="305554" y="259114"/>
                  </a:lnTo>
                  <a:lnTo>
                    <a:pt x="308395" y="254648"/>
                  </a:lnTo>
                  <a:lnTo>
                    <a:pt x="311093" y="250094"/>
                  </a:lnTo>
                  <a:lnTo>
                    <a:pt x="313645" y="245457"/>
                  </a:lnTo>
                  <a:lnTo>
                    <a:pt x="316050" y="240742"/>
                  </a:lnTo>
                  <a:lnTo>
                    <a:pt x="318304" y="235952"/>
                  </a:lnTo>
                  <a:lnTo>
                    <a:pt x="320405" y="231094"/>
                  </a:lnTo>
                  <a:lnTo>
                    <a:pt x="322352" y="226172"/>
                  </a:lnTo>
                  <a:lnTo>
                    <a:pt x="324142" y="221191"/>
                  </a:lnTo>
                  <a:lnTo>
                    <a:pt x="325773" y="216155"/>
                  </a:lnTo>
                  <a:lnTo>
                    <a:pt x="327243" y="211071"/>
                  </a:lnTo>
                  <a:lnTo>
                    <a:pt x="328552" y="205942"/>
                  </a:lnTo>
                  <a:lnTo>
                    <a:pt x="329699" y="200775"/>
                  </a:lnTo>
                  <a:lnTo>
                    <a:pt x="330680" y="195573"/>
                  </a:lnTo>
                  <a:lnTo>
                    <a:pt x="331497" y="190344"/>
                  </a:lnTo>
                  <a:lnTo>
                    <a:pt x="332148" y="185091"/>
                  </a:lnTo>
                  <a:lnTo>
                    <a:pt x="332632" y="179820"/>
                  </a:lnTo>
                  <a:lnTo>
                    <a:pt x="332949" y="174536"/>
                  </a:lnTo>
                  <a:lnTo>
                    <a:pt x="333099" y="169245"/>
                  </a:lnTo>
                  <a:lnTo>
                    <a:pt x="333081" y="163952"/>
                  </a:lnTo>
                  <a:lnTo>
                    <a:pt x="332895" y="158663"/>
                  </a:lnTo>
                  <a:lnTo>
                    <a:pt x="332542" y="153381"/>
                  </a:lnTo>
                  <a:lnTo>
                    <a:pt x="332022" y="148114"/>
                  </a:lnTo>
                  <a:lnTo>
                    <a:pt x="331336" y="142865"/>
                  </a:lnTo>
                  <a:lnTo>
                    <a:pt x="330484" y="137641"/>
                  </a:lnTo>
                  <a:lnTo>
                    <a:pt x="329466" y="132447"/>
                  </a:lnTo>
                  <a:lnTo>
                    <a:pt x="328285" y="127287"/>
                  </a:lnTo>
                  <a:lnTo>
                    <a:pt x="326941" y="122168"/>
                  </a:lnTo>
                  <a:lnTo>
                    <a:pt x="325436" y="117093"/>
                  </a:lnTo>
                  <a:lnTo>
                    <a:pt x="323771" y="112069"/>
                  </a:lnTo>
                  <a:lnTo>
                    <a:pt x="321947" y="107100"/>
                  </a:lnTo>
                  <a:lnTo>
                    <a:pt x="319967" y="102191"/>
                  </a:lnTo>
                  <a:lnTo>
                    <a:pt x="317833" y="97347"/>
                  </a:lnTo>
                  <a:lnTo>
                    <a:pt x="315546" y="92574"/>
                  </a:lnTo>
                  <a:lnTo>
                    <a:pt x="313110" y="87875"/>
                  </a:lnTo>
                  <a:lnTo>
                    <a:pt x="310526" y="83255"/>
                  </a:lnTo>
                  <a:lnTo>
                    <a:pt x="307797" y="78720"/>
                  </a:lnTo>
                  <a:lnTo>
                    <a:pt x="304925" y="74274"/>
                  </a:lnTo>
                  <a:lnTo>
                    <a:pt x="301915" y="69920"/>
                  </a:lnTo>
                  <a:lnTo>
                    <a:pt x="298768" y="65664"/>
                  </a:lnTo>
                  <a:lnTo>
                    <a:pt x="295488" y="61510"/>
                  </a:lnTo>
                  <a:lnTo>
                    <a:pt x="292078" y="57462"/>
                  </a:lnTo>
                  <a:lnTo>
                    <a:pt x="288541" y="53523"/>
                  </a:lnTo>
                  <a:lnTo>
                    <a:pt x="284882" y="49699"/>
                  </a:lnTo>
                  <a:lnTo>
                    <a:pt x="281104" y="45992"/>
                  </a:lnTo>
                  <a:lnTo>
                    <a:pt x="277209" y="42407"/>
                  </a:lnTo>
                  <a:lnTo>
                    <a:pt x="273204" y="38947"/>
                  </a:lnTo>
                  <a:lnTo>
                    <a:pt x="269091" y="35616"/>
                  </a:lnTo>
                  <a:lnTo>
                    <a:pt x="264874" y="32416"/>
                  </a:lnTo>
                  <a:lnTo>
                    <a:pt x="260559" y="29352"/>
                  </a:lnTo>
                  <a:lnTo>
                    <a:pt x="256148" y="26425"/>
                  </a:lnTo>
                  <a:lnTo>
                    <a:pt x="251647" y="23640"/>
                  </a:lnTo>
                  <a:lnTo>
                    <a:pt x="247060" y="20999"/>
                  </a:lnTo>
                  <a:lnTo>
                    <a:pt x="242392" y="18504"/>
                  </a:lnTo>
                  <a:lnTo>
                    <a:pt x="237647" y="16158"/>
                  </a:lnTo>
                  <a:lnTo>
                    <a:pt x="232830" y="13964"/>
                  </a:lnTo>
                  <a:lnTo>
                    <a:pt x="227946" y="11923"/>
                  </a:lnTo>
                  <a:lnTo>
                    <a:pt x="223000" y="10038"/>
                  </a:lnTo>
                  <a:lnTo>
                    <a:pt x="217997" y="8310"/>
                  </a:lnTo>
                  <a:lnTo>
                    <a:pt x="212942" y="6742"/>
                  </a:lnTo>
                  <a:lnTo>
                    <a:pt x="207839" y="5334"/>
                  </a:lnTo>
                  <a:lnTo>
                    <a:pt x="202695" y="4089"/>
                  </a:lnTo>
                  <a:lnTo>
                    <a:pt x="197513" y="3007"/>
                  </a:lnTo>
                  <a:lnTo>
                    <a:pt x="192300" y="2090"/>
                  </a:lnTo>
                  <a:lnTo>
                    <a:pt x="187061" y="1339"/>
                  </a:lnTo>
                  <a:lnTo>
                    <a:pt x="181800" y="753"/>
                  </a:lnTo>
                  <a:lnTo>
                    <a:pt x="176524" y="335"/>
                  </a:lnTo>
                  <a:lnTo>
                    <a:pt x="171237" y="83"/>
                  </a:lnTo>
                  <a:lnTo>
                    <a:pt x="165944" y="0"/>
                  </a:lnTo>
                  <a:lnTo>
                    <a:pt x="16594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65983" y="5399291"/>
              <a:ext cx="20232" cy="167167"/>
            </a:xfrm>
            <a:custGeom>
              <a:avLst/>
              <a:pathLst>
                <a:path w="20232" h="167167">
                  <a:moveTo>
                    <a:pt x="20232" y="0"/>
                  </a:moveTo>
                  <a:lnTo>
                    <a:pt x="10097" y="307"/>
                  </a:lnTo>
                  <a:lnTo>
                    <a:pt x="0" y="1228"/>
                  </a:lnTo>
                  <a:lnTo>
                    <a:pt x="2023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65983" y="5400520"/>
              <a:ext cx="20232" cy="165938"/>
            </a:xfrm>
            <a:custGeom>
              <a:avLst/>
              <a:pathLst>
                <a:path w="20232" h="165938">
                  <a:moveTo>
                    <a:pt x="0" y="0"/>
                  </a:moveTo>
                  <a:lnTo>
                    <a:pt x="20232" y="165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65983" y="5400520"/>
              <a:ext cx="20232" cy="165938"/>
            </a:xfrm>
            <a:custGeom>
              <a:avLst/>
              <a:pathLst>
                <a:path w="20232" h="165938">
                  <a:moveTo>
                    <a:pt x="0" y="0"/>
                  </a:moveTo>
                  <a:lnTo>
                    <a:pt x="20232" y="165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65983" y="5400520"/>
              <a:ext cx="20232" cy="165938"/>
            </a:xfrm>
            <a:custGeom>
              <a:avLst/>
              <a:pathLst>
                <a:path w="20232" h="165938">
                  <a:moveTo>
                    <a:pt x="0" y="0"/>
                  </a:moveTo>
                  <a:lnTo>
                    <a:pt x="20232" y="165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65983" y="5400520"/>
              <a:ext cx="20232" cy="165938"/>
            </a:xfrm>
            <a:custGeom>
              <a:avLst/>
              <a:pathLst>
                <a:path w="20232" h="165938">
                  <a:moveTo>
                    <a:pt x="0" y="0"/>
                  </a:moveTo>
                  <a:lnTo>
                    <a:pt x="20232" y="165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65983" y="5400520"/>
              <a:ext cx="20232" cy="165938"/>
            </a:xfrm>
            <a:custGeom>
              <a:avLst/>
              <a:pathLst>
                <a:path w="20232" h="165938">
                  <a:moveTo>
                    <a:pt x="0" y="0"/>
                  </a:moveTo>
                  <a:lnTo>
                    <a:pt x="20232" y="1659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465983" y="5400520"/>
              <a:ext cx="20232" cy="165938"/>
            </a:xfrm>
            <a:custGeom>
              <a:avLst/>
              <a:pathLst>
                <a:path w="20232" h="165938">
                  <a:moveTo>
                    <a:pt x="0" y="0"/>
                  </a:moveTo>
                  <a:lnTo>
                    <a:pt x="20232" y="1659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319049" y="5400520"/>
              <a:ext cx="334323" cy="333094"/>
            </a:xfrm>
            <a:custGeom>
              <a:avLst/>
              <a:pathLst>
                <a:path w="334323" h="333094">
                  <a:moveTo>
                    <a:pt x="146933" y="0"/>
                  </a:moveTo>
                  <a:lnTo>
                    <a:pt x="141703" y="721"/>
                  </a:lnTo>
                  <a:lnTo>
                    <a:pt x="136499" y="1608"/>
                  </a:lnTo>
                  <a:lnTo>
                    <a:pt x="131325" y="2658"/>
                  </a:lnTo>
                  <a:lnTo>
                    <a:pt x="126186" y="3871"/>
                  </a:lnTo>
                  <a:lnTo>
                    <a:pt x="121089" y="5246"/>
                  </a:lnTo>
                  <a:lnTo>
                    <a:pt x="116038" y="6781"/>
                  </a:lnTo>
                  <a:lnTo>
                    <a:pt x="111037" y="8475"/>
                  </a:lnTo>
                  <a:lnTo>
                    <a:pt x="106093" y="10326"/>
                  </a:lnTo>
                  <a:lnTo>
                    <a:pt x="101209" y="12332"/>
                  </a:lnTo>
                  <a:lnTo>
                    <a:pt x="96392" y="14492"/>
                  </a:lnTo>
                  <a:lnTo>
                    <a:pt x="91644" y="16802"/>
                  </a:lnTo>
                  <a:lnTo>
                    <a:pt x="86973" y="19262"/>
                  </a:lnTo>
                  <a:lnTo>
                    <a:pt x="82381" y="21867"/>
                  </a:lnTo>
                  <a:lnTo>
                    <a:pt x="77874" y="24616"/>
                  </a:lnTo>
                  <a:lnTo>
                    <a:pt x="73455" y="27507"/>
                  </a:lnTo>
                  <a:lnTo>
                    <a:pt x="69131" y="30535"/>
                  </a:lnTo>
                  <a:lnTo>
                    <a:pt x="64904" y="33698"/>
                  </a:lnTo>
                  <a:lnTo>
                    <a:pt x="60779" y="36993"/>
                  </a:lnTo>
                  <a:lnTo>
                    <a:pt x="56760" y="40417"/>
                  </a:lnTo>
                  <a:lnTo>
                    <a:pt x="52851" y="43966"/>
                  </a:lnTo>
                  <a:lnTo>
                    <a:pt x="49057" y="47637"/>
                  </a:lnTo>
                  <a:lnTo>
                    <a:pt x="45380" y="51426"/>
                  </a:lnTo>
                  <a:lnTo>
                    <a:pt x="41824" y="55329"/>
                  </a:lnTo>
                  <a:lnTo>
                    <a:pt x="38394" y="59342"/>
                  </a:lnTo>
                  <a:lnTo>
                    <a:pt x="35092" y="63461"/>
                  </a:lnTo>
                  <a:lnTo>
                    <a:pt x="31922" y="67683"/>
                  </a:lnTo>
                  <a:lnTo>
                    <a:pt x="28887" y="72003"/>
                  </a:lnTo>
                  <a:lnTo>
                    <a:pt x="25989" y="76416"/>
                  </a:lnTo>
                  <a:lnTo>
                    <a:pt x="23233" y="80919"/>
                  </a:lnTo>
                  <a:lnTo>
                    <a:pt x="20620" y="85507"/>
                  </a:lnTo>
                  <a:lnTo>
                    <a:pt x="18153" y="90175"/>
                  </a:lnTo>
                  <a:lnTo>
                    <a:pt x="15835" y="94918"/>
                  </a:lnTo>
                  <a:lnTo>
                    <a:pt x="13668" y="99732"/>
                  </a:lnTo>
                  <a:lnTo>
                    <a:pt x="11654" y="104612"/>
                  </a:lnTo>
                  <a:lnTo>
                    <a:pt x="9795" y="109554"/>
                  </a:lnTo>
                  <a:lnTo>
                    <a:pt x="8092" y="114552"/>
                  </a:lnTo>
                  <a:lnTo>
                    <a:pt x="6549" y="119600"/>
                  </a:lnTo>
                  <a:lnTo>
                    <a:pt x="5166" y="124696"/>
                  </a:lnTo>
                  <a:lnTo>
                    <a:pt x="3944" y="129832"/>
                  </a:lnTo>
                  <a:lnTo>
                    <a:pt x="2886" y="135004"/>
                  </a:lnTo>
                  <a:lnTo>
                    <a:pt x="1991" y="140207"/>
                  </a:lnTo>
                  <a:lnTo>
                    <a:pt x="1261" y="145436"/>
                  </a:lnTo>
                  <a:lnTo>
                    <a:pt x="696" y="150685"/>
                  </a:lnTo>
                  <a:lnTo>
                    <a:pt x="297" y="155950"/>
                  </a:lnTo>
                  <a:lnTo>
                    <a:pt x="65" y="161224"/>
                  </a:lnTo>
                  <a:lnTo>
                    <a:pt x="0" y="166503"/>
                  </a:lnTo>
                  <a:lnTo>
                    <a:pt x="101" y="171782"/>
                  </a:lnTo>
                  <a:lnTo>
                    <a:pt x="369" y="177055"/>
                  </a:lnTo>
                  <a:lnTo>
                    <a:pt x="803" y="182316"/>
                  </a:lnTo>
                  <a:lnTo>
                    <a:pt x="1403" y="187562"/>
                  </a:lnTo>
                  <a:lnTo>
                    <a:pt x="2168" y="192785"/>
                  </a:lnTo>
                  <a:lnTo>
                    <a:pt x="3099" y="197982"/>
                  </a:lnTo>
                  <a:lnTo>
                    <a:pt x="4192" y="203147"/>
                  </a:lnTo>
                  <a:lnTo>
                    <a:pt x="5449" y="208275"/>
                  </a:lnTo>
                  <a:lnTo>
                    <a:pt x="6866" y="213361"/>
                  </a:lnTo>
                  <a:lnTo>
                    <a:pt x="8444" y="218399"/>
                  </a:lnTo>
                  <a:lnTo>
                    <a:pt x="10179" y="223385"/>
                  </a:lnTo>
                  <a:lnTo>
                    <a:pt x="12072" y="228314"/>
                  </a:lnTo>
                  <a:lnTo>
                    <a:pt x="14119" y="233181"/>
                  </a:lnTo>
                  <a:lnTo>
                    <a:pt x="16319" y="237980"/>
                  </a:lnTo>
                  <a:lnTo>
                    <a:pt x="18669" y="242708"/>
                  </a:lnTo>
                  <a:lnTo>
                    <a:pt x="21167" y="247359"/>
                  </a:lnTo>
                  <a:lnTo>
                    <a:pt x="23811" y="251928"/>
                  </a:lnTo>
                  <a:lnTo>
                    <a:pt x="26598" y="256412"/>
                  </a:lnTo>
                  <a:lnTo>
                    <a:pt x="29525" y="260806"/>
                  </a:lnTo>
                  <a:lnTo>
                    <a:pt x="32590" y="265105"/>
                  </a:lnTo>
                  <a:lnTo>
                    <a:pt x="35788" y="269306"/>
                  </a:lnTo>
                  <a:lnTo>
                    <a:pt x="39118" y="273403"/>
                  </a:lnTo>
                  <a:lnTo>
                    <a:pt x="42575" y="277393"/>
                  </a:lnTo>
                  <a:lnTo>
                    <a:pt x="46157" y="281272"/>
                  </a:lnTo>
                  <a:lnTo>
                    <a:pt x="49860" y="285035"/>
                  </a:lnTo>
                  <a:lnTo>
                    <a:pt x="53679" y="288680"/>
                  </a:lnTo>
                  <a:lnTo>
                    <a:pt x="57612" y="292203"/>
                  </a:lnTo>
                  <a:lnTo>
                    <a:pt x="61653" y="295599"/>
                  </a:lnTo>
                  <a:lnTo>
                    <a:pt x="65801" y="298867"/>
                  </a:lnTo>
                  <a:lnTo>
                    <a:pt x="70049" y="302001"/>
                  </a:lnTo>
                  <a:lnTo>
                    <a:pt x="74394" y="305000"/>
                  </a:lnTo>
                  <a:lnTo>
                    <a:pt x="78831" y="307860"/>
                  </a:lnTo>
                  <a:lnTo>
                    <a:pt x="83357" y="310579"/>
                  </a:lnTo>
                  <a:lnTo>
                    <a:pt x="87967" y="313154"/>
                  </a:lnTo>
                  <a:lnTo>
                    <a:pt x="92655" y="315581"/>
                  </a:lnTo>
                  <a:lnTo>
                    <a:pt x="97418" y="317859"/>
                  </a:lnTo>
                  <a:lnTo>
                    <a:pt x="102250" y="319986"/>
                  </a:lnTo>
                  <a:lnTo>
                    <a:pt x="107147" y="321959"/>
                  </a:lnTo>
                  <a:lnTo>
                    <a:pt x="112104" y="323777"/>
                  </a:lnTo>
                  <a:lnTo>
                    <a:pt x="117115" y="325437"/>
                  </a:lnTo>
                  <a:lnTo>
                    <a:pt x="122177" y="326938"/>
                  </a:lnTo>
                  <a:lnTo>
                    <a:pt x="127284" y="328278"/>
                  </a:lnTo>
                  <a:lnTo>
                    <a:pt x="132430" y="329457"/>
                  </a:lnTo>
                  <a:lnTo>
                    <a:pt x="137611" y="330472"/>
                  </a:lnTo>
                  <a:lnTo>
                    <a:pt x="142821" y="331323"/>
                  </a:lnTo>
                  <a:lnTo>
                    <a:pt x="148056" y="332010"/>
                  </a:lnTo>
                  <a:lnTo>
                    <a:pt x="153310" y="332530"/>
                  </a:lnTo>
                  <a:lnTo>
                    <a:pt x="158577" y="332885"/>
                  </a:lnTo>
                  <a:lnTo>
                    <a:pt x="163854" y="333073"/>
                  </a:lnTo>
                  <a:lnTo>
                    <a:pt x="169133" y="333094"/>
                  </a:lnTo>
                  <a:lnTo>
                    <a:pt x="174411" y="332948"/>
                  </a:lnTo>
                  <a:lnTo>
                    <a:pt x="179681" y="332636"/>
                  </a:lnTo>
                  <a:lnTo>
                    <a:pt x="184939" y="332158"/>
                  </a:lnTo>
                  <a:lnTo>
                    <a:pt x="190179" y="331514"/>
                  </a:lnTo>
                  <a:lnTo>
                    <a:pt x="195396" y="330705"/>
                  </a:lnTo>
                  <a:lnTo>
                    <a:pt x="200585" y="329731"/>
                  </a:lnTo>
                  <a:lnTo>
                    <a:pt x="205741" y="328594"/>
                  </a:lnTo>
                  <a:lnTo>
                    <a:pt x="210858" y="327295"/>
                  </a:lnTo>
                  <a:lnTo>
                    <a:pt x="215931" y="325834"/>
                  </a:lnTo>
                  <a:lnTo>
                    <a:pt x="220956" y="324215"/>
                  </a:lnTo>
                  <a:lnTo>
                    <a:pt x="225928" y="322437"/>
                  </a:lnTo>
                  <a:lnTo>
                    <a:pt x="230840" y="320504"/>
                  </a:lnTo>
                  <a:lnTo>
                    <a:pt x="235690" y="318416"/>
                  </a:lnTo>
                  <a:lnTo>
                    <a:pt x="240470" y="316176"/>
                  </a:lnTo>
                  <a:lnTo>
                    <a:pt x="245178" y="313786"/>
                  </a:lnTo>
                  <a:lnTo>
                    <a:pt x="249808" y="311249"/>
                  </a:lnTo>
                  <a:lnTo>
                    <a:pt x="254356" y="308567"/>
                  </a:lnTo>
                  <a:lnTo>
                    <a:pt x="258816" y="305742"/>
                  </a:lnTo>
                  <a:lnTo>
                    <a:pt x="263185" y="302778"/>
                  </a:lnTo>
                  <a:lnTo>
                    <a:pt x="267458" y="299678"/>
                  </a:lnTo>
                  <a:lnTo>
                    <a:pt x="271632" y="296444"/>
                  </a:lnTo>
                  <a:lnTo>
                    <a:pt x="275701" y="293080"/>
                  </a:lnTo>
                  <a:lnTo>
                    <a:pt x="279662" y="289589"/>
                  </a:lnTo>
                  <a:lnTo>
                    <a:pt x="283510" y="285975"/>
                  </a:lnTo>
                  <a:lnTo>
                    <a:pt x="287243" y="282242"/>
                  </a:lnTo>
                  <a:lnTo>
                    <a:pt x="290856" y="278392"/>
                  </a:lnTo>
                  <a:lnTo>
                    <a:pt x="294345" y="274430"/>
                  </a:lnTo>
                  <a:lnTo>
                    <a:pt x="297708" y="270360"/>
                  </a:lnTo>
                  <a:lnTo>
                    <a:pt x="300940" y="266185"/>
                  </a:lnTo>
                  <a:lnTo>
                    <a:pt x="304039" y="261911"/>
                  </a:lnTo>
                  <a:lnTo>
                    <a:pt x="307001" y="257541"/>
                  </a:lnTo>
                  <a:lnTo>
                    <a:pt x="309824" y="253079"/>
                  </a:lnTo>
                  <a:lnTo>
                    <a:pt x="312505" y="248531"/>
                  </a:lnTo>
                  <a:lnTo>
                    <a:pt x="315040" y="243900"/>
                  </a:lnTo>
                  <a:lnTo>
                    <a:pt x="317429" y="239192"/>
                  </a:lnTo>
                  <a:lnTo>
                    <a:pt x="319667" y="234410"/>
                  </a:lnTo>
                  <a:lnTo>
                    <a:pt x="321753" y="229560"/>
                  </a:lnTo>
                  <a:lnTo>
                    <a:pt x="323685" y="224647"/>
                  </a:lnTo>
                  <a:lnTo>
                    <a:pt x="325461" y="219675"/>
                  </a:lnTo>
                  <a:lnTo>
                    <a:pt x="327079" y="214649"/>
                  </a:lnTo>
                  <a:lnTo>
                    <a:pt x="328537" y="209575"/>
                  </a:lnTo>
                  <a:lnTo>
                    <a:pt x="329835" y="204458"/>
                  </a:lnTo>
                  <a:lnTo>
                    <a:pt x="330970" y="199302"/>
                  </a:lnTo>
                  <a:lnTo>
                    <a:pt x="331942" y="194112"/>
                  </a:lnTo>
                  <a:lnTo>
                    <a:pt x="332750" y="188895"/>
                  </a:lnTo>
                  <a:lnTo>
                    <a:pt x="333392" y="183655"/>
                  </a:lnTo>
                  <a:lnTo>
                    <a:pt x="333869" y="178397"/>
                  </a:lnTo>
                  <a:lnTo>
                    <a:pt x="334179" y="173126"/>
                  </a:lnTo>
                  <a:lnTo>
                    <a:pt x="334323" y="167849"/>
                  </a:lnTo>
                  <a:lnTo>
                    <a:pt x="334299" y="162569"/>
                  </a:lnTo>
                  <a:lnTo>
                    <a:pt x="334110" y="157293"/>
                  </a:lnTo>
                  <a:lnTo>
                    <a:pt x="333753" y="152025"/>
                  </a:lnTo>
                  <a:lnTo>
                    <a:pt x="333231" y="146772"/>
                  </a:lnTo>
                  <a:lnTo>
                    <a:pt x="332543" y="141537"/>
                  </a:lnTo>
                  <a:lnTo>
                    <a:pt x="331690" y="136327"/>
                  </a:lnTo>
                  <a:lnTo>
                    <a:pt x="330673" y="131147"/>
                  </a:lnTo>
                  <a:lnTo>
                    <a:pt x="329493" y="126001"/>
                  </a:lnTo>
                  <a:lnTo>
                    <a:pt x="328151" y="120894"/>
                  </a:lnTo>
                  <a:lnTo>
                    <a:pt x="326648" y="115833"/>
                  </a:lnTo>
                  <a:lnTo>
                    <a:pt x="324986" y="110822"/>
                  </a:lnTo>
                  <a:lnTo>
                    <a:pt x="323167" y="105866"/>
                  </a:lnTo>
                  <a:lnTo>
                    <a:pt x="321192" y="100970"/>
                  </a:lnTo>
                  <a:lnTo>
                    <a:pt x="319064" y="96138"/>
                  </a:lnTo>
                  <a:lnTo>
                    <a:pt x="316784" y="91376"/>
                  </a:lnTo>
                  <a:lnTo>
                    <a:pt x="314355" y="86689"/>
                  </a:lnTo>
                  <a:lnTo>
                    <a:pt x="311779" y="82080"/>
                  </a:lnTo>
                  <a:lnTo>
                    <a:pt x="309058" y="77555"/>
                  </a:lnTo>
                  <a:lnTo>
                    <a:pt x="306197" y="73119"/>
                  </a:lnTo>
                  <a:lnTo>
                    <a:pt x="303196" y="68775"/>
                  </a:lnTo>
                  <a:lnTo>
                    <a:pt x="300060" y="64528"/>
                  </a:lnTo>
                  <a:lnTo>
                    <a:pt x="296792" y="60382"/>
                  </a:lnTo>
                  <a:lnTo>
                    <a:pt x="293394" y="56341"/>
                  </a:lnTo>
                  <a:lnTo>
                    <a:pt x="289870" y="52409"/>
                  </a:lnTo>
                  <a:lnTo>
                    <a:pt x="286223" y="48591"/>
                  </a:lnTo>
                  <a:lnTo>
                    <a:pt x="282458" y="44890"/>
                  </a:lnTo>
                  <a:lnTo>
                    <a:pt x="278578" y="41310"/>
                  </a:lnTo>
                  <a:lnTo>
                    <a:pt x="274587" y="37854"/>
                  </a:lnTo>
                  <a:lnTo>
                    <a:pt x="270489" y="34525"/>
                  </a:lnTo>
                  <a:lnTo>
                    <a:pt x="266288" y="31328"/>
                  </a:lnTo>
                  <a:lnTo>
                    <a:pt x="261988" y="28265"/>
                  </a:lnTo>
                  <a:lnTo>
                    <a:pt x="257593" y="25339"/>
                  </a:lnTo>
                  <a:lnTo>
                    <a:pt x="253108" y="22554"/>
                  </a:lnTo>
                  <a:lnTo>
                    <a:pt x="248537" y="19912"/>
                  </a:lnTo>
                  <a:lnTo>
                    <a:pt x="243885" y="17415"/>
                  </a:lnTo>
                  <a:lnTo>
                    <a:pt x="239157" y="15066"/>
                  </a:lnTo>
                  <a:lnTo>
                    <a:pt x="234357" y="12868"/>
                  </a:lnTo>
                  <a:lnTo>
                    <a:pt x="229489" y="10823"/>
                  </a:lnTo>
                  <a:lnTo>
                    <a:pt x="224560" y="8932"/>
                  </a:lnTo>
                  <a:lnTo>
                    <a:pt x="219573" y="7198"/>
                  </a:lnTo>
                  <a:lnTo>
                    <a:pt x="214535" y="5622"/>
                  </a:lnTo>
                  <a:lnTo>
                    <a:pt x="209448" y="4206"/>
                  </a:lnTo>
                  <a:lnTo>
                    <a:pt x="204320" y="2952"/>
                  </a:lnTo>
                  <a:lnTo>
                    <a:pt x="199155" y="1860"/>
                  </a:lnTo>
                  <a:lnTo>
                    <a:pt x="193957" y="931"/>
                  </a:lnTo>
                  <a:lnTo>
                    <a:pt x="188733" y="168"/>
                  </a:lnTo>
                  <a:lnTo>
                    <a:pt x="167166" y="1659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486215" y="5399291"/>
              <a:ext cx="21567" cy="167167"/>
            </a:xfrm>
            <a:custGeom>
              <a:avLst/>
              <a:pathLst>
                <a:path w="21567" h="167167">
                  <a:moveTo>
                    <a:pt x="21567" y="1397"/>
                  </a:moveTo>
                  <a:lnTo>
                    <a:pt x="14400" y="621"/>
                  </a:lnTo>
                  <a:lnTo>
                    <a:pt x="7207" y="15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856390" y="5399291"/>
              <a:ext cx="167153" cy="218431"/>
            </a:xfrm>
            <a:custGeom>
              <a:avLst/>
              <a:pathLst>
                <a:path w="167153" h="218431">
                  <a:moveTo>
                    <a:pt x="167153" y="0"/>
                  </a:moveTo>
                  <a:lnTo>
                    <a:pt x="161728" y="88"/>
                  </a:lnTo>
                  <a:lnTo>
                    <a:pt x="156309" y="352"/>
                  </a:lnTo>
                  <a:lnTo>
                    <a:pt x="150902" y="791"/>
                  </a:lnTo>
                  <a:lnTo>
                    <a:pt x="145511" y="1406"/>
                  </a:lnTo>
                  <a:lnTo>
                    <a:pt x="140144" y="2196"/>
                  </a:lnTo>
                  <a:lnTo>
                    <a:pt x="134804" y="3159"/>
                  </a:lnTo>
                  <a:lnTo>
                    <a:pt x="129499" y="4295"/>
                  </a:lnTo>
                  <a:lnTo>
                    <a:pt x="124234" y="5603"/>
                  </a:lnTo>
                  <a:lnTo>
                    <a:pt x="119013" y="7081"/>
                  </a:lnTo>
                  <a:lnTo>
                    <a:pt x="113844" y="8727"/>
                  </a:lnTo>
                  <a:lnTo>
                    <a:pt x="108730" y="10541"/>
                  </a:lnTo>
                  <a:lnTo>
                    <a:pt x="103679" y="12519"/>
                  </a:lnTo>
                  <a:lnTo>
                    <a:pt x="98694" y="14660"/>
                  </a:lnTo>
                  <a:lnTo>
                    <a:pt x="93781" y="16962"/>
                  </a:lnTo>
                  <a:lnTo>
                    <a:pt x="88945" y="19422"/>
                  </a:lnTo>
                  <a:lnTo>
                    <a:pt x="84192" y="22038"/>
                  </a:lnTo>
                  <a:lnTo>
                    <a:pt x="79526" y="24807"/>
                  </a:lnTo>
                  <a:lnTo>
                    <a:pt x="74952" y="27725"/>
                  </a:lnTo>
                  <a:lnTo>
                    <a:pt x="70476" y="30791"/>
                  </a:lnTo>
                  <a:lnTo>
                    <a:pt x="66101" y="34000"/>
                  </a:lnTo>
                  <a:lnTo>
                    <a:pt x="61833" y="37349"/>
                  </a:lnTo>
                  <a:lnTo>
                    <a:pt x="57676" y="40835"/>
                  </a:lnTo>
                  <a:lnTo>
                    <a:pt x="53634" y="44454"/>
                  </a:lnTo>
                  <a:lnTo>
                    <a:pt x="49712" y="48203"/>
                  </a:lnTo>
                  <a:lnTo>
                    <a:pt x="45913" y="52077"/>
                  </a:lnTo>
                  <a:lnTo>
                    <a:pt x="42242" y="56071"/>
                  </a:lnTo>
                  <a:lnTo>
                    <a:pt x="38703" y="60183"/>
                  </a:lnTo>
                  <a:lnTo>
                    <a:pt x="35299" y="64408"/>
                  </a:lnTo>
                  <a:lnTo>
                    <a:pt x="32034" y="68741"/>
                  </a:lnTo>
                  <a:lnTo>
                    <a:pt x="28911" y="73178"/>
                  </a:lnTo>
                  <a:lnTo>
                    <a:pt x="25933" y="77713"/>
                  </a:lnTo>
                  <a:lnTo>
                    <a:pt x="23105" y="82343"/>
                  </a:lnTo>
                  <a:lnTo>
                    <a:pt x="20428" y="87062"/>
                  </a:lnTo>
                  <a:lnTo>
                    <a:pt x="17906" y="91866"/>
                  </a:lnTo>
                  <a:lnTo>
                    <a:pt x="15541" y="96749"/>
                  </a:lnTo>
                  <a:lnTo>
                    <a:pt x="13336" y="101706"/>
                  </a:lnTo>
                  <a:lnTo>
                    <a:pt x="11293" y="106732"/>
                  </a:lnTo>
                  <a:lnTo>
                    <a:pt x="9413" y="111821"/>
                  </a:lnTo>
                  <a:lnTo>
                    <a:pt x="7700" y="116969"/>
                  </a:lnTo>
                  <a:lnTo>
                    <a:pt x="6155" y="122170"/>
                  </a:lnTo>
                  <a:lnTo>
                    <a:pt x="4780" y="127418"/>
                  </a:lnTo>
                  <a:lnTo>
                    <a:pt x="3576" y="132708"/>
                  </a:lnTo>
                  <a:lnTo>
                    <a:pt x="2544" y="138035"/>
                  </a:lnTo>
                  <a:lnTo>
                    <a:pt x="1685" y="143392"/>
                  </a:lnTo>
                  <a:lnTo>
                    <a:pt x="1001" y="148774"/>
                  </a:lnTo>
                  <a:lnTo>
                    <a:pt x="491" y="154175"/>
                  </a:lnTo>
                  <a:lnTo>
                    <a:pt x="157" y="159590"/>
                  </a:lnTo>
                  <a:lnTo>
                    <a:pt x="0" y="165014"/>
                  </a:lnTo>
                  <a:lnTo>
                    <a:pt x="18" y="170439"/>
                  </a:lnTo>
                  <a:lnTo>
                    <a:pt x="212" y="175861"/>
                  </a:lnTo>
                  <a:lnTo>
                    <a:pt x="582" y="181274"/>
                  </a:lnTo>
                  <a:lnTo>
                    <a:pt x="1127" y="186672"/>
                  </a:lnTo>
                  <a:lnTo>
                    <a:pt x="1848" y="192049"/>
                  </a:lnTo>
                  <a:lnTo>
                    <a:pt x="2742" y="197400"/>
                  </a:lnTo>
                  <a:lnTo>
                    <a:pt x="3810" y="202720"/>
                  </a:lnTo>
                  <a:lnTo>
                    <a:pt x="5050" y="208001"/>
                  </a:lnTo>
                  <a:lnTo>
                    <a:pt x="6460" y="213240"/>
                  </a:lnTo>
                  <a:lnTo>
                    <a:pt x="8040" y="218431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864431" y="5566459"/>
              <a:ext cx="159113" cy="51263"/>
            </a:xfrm>
            <a:custGeom>
              <a:avLst/>
              <a:pathLst>
                <a:path w="159113" h="51263">
                  <a:moveTo>
                    <a:pt x="0" y="51263"/>
                  </a:moveTo>
                  <a:lnTo>
                    <a:pt x="1591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864431" y="5566459"/>
              <a:ext cx="159113" cy="51263"/>
            </a:xfrm>
            <a:custGeom>
              <a:avLst/>
              <a:pathLst>
                <a:path w="159113" h="51263">
                  <a:moveTo>
                    <a:pt x="0" y="51263"/>
                  </a:moveTo>
                  <a:lnTo>
                    <a:pt x="1591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864431" y="5566459"/>
              <a:ext cx="159113" cy="51263"/>
            </a:xfrm>
            <a:custGeom>
              <a:avLst/>
              <a:pathLst>
                <a:path w="159113" h="51263">
                  <a:moveTo>
                    <a:pt x="0" y="51263"/>
                  </a:moveTo>
                  <a:lnTo>
                    <a:pt x="1591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864431" y="5566459"/>
              <a:ext cx="159113" cy="51263"/>
            </a:xfrm>
            <a:custGeom>
              <a:avLst/>
              <a:pathLst>
                <a:path w="159113" h="51263">
                  <a:moveTo>
                    <a:pt x="0" y="51263"/>
                  </a:moveTo>
                  <a:lnTo>
                    <a:pt x="15911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864431" y="5566459"/>
              <a:ext cx="159113" cy="51263"/>
            </a:xfrm>
            <a:custGeom>
              <a:avLst/>
              <a:pathLst>
                <a:path w="159113" h="51263">
                  <a:moveTo>
                    <a:pt x="0" y="51263"/>
                  </a:moveTo>
                  <a:lnTo>
                    <a:pt x="15911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864431" y="5566459"/>
              <a:ext cx="159113" cy="137691"/>
            </a:xfrm>
            <a:custGeom>
              <a:avLst/>
              <a:pathLst>
                <a:path w="159113" h="137691">
                  <a:moveTo>
                    <a:pt x="0" y="51263"/>
                  </a:moveTo>
                  <a:lnTo>
                    <a:pt x="1864" y="56727"/>
                  </a:lnTo>
                  <a:lnTo>
                    <a:pt x="3917" y="62122"/>
                  </a:lnTo>
                  <a:lnTo>
                    <a:pt x="6154" y="67444"/>
                  </a:lnTo>
                  <a:lnTo>
                    <a:pt x="8574" y="72685"/>
                  </a:lnTo>
                  <a:lnTo>
                    <a:pt x="11174" y="77840"/>
                  </a:lnTo>
                  <a:lnTo>
                    <a:pt x="13950" y="82902"/>
                  </a:lnTo>
                  <a:lnTo>
                    <a:pt x="16899" y="87864"/>
                  </a:lnTo>
                  <a:lnTo>
                    <a:pt x="20018" y="92722"/>
                  </a:lnTo>
                  <a:lnTo>
                    <a:pt x="23302" y="97470"/>
                  </a:lnTo>
                  <a:lnTo>
                    <a:pt x="26749" y="102101"/>
                  </a:lnTo>
                  <a:lnTo>
                    <a:pt x="30353" y="106611"/>
                  </a:lnTo>
                  <a:lnTo>
                    <a:pt x="34111" y="110993"/>
                  </a:lnTo>
                  <a:lnTo>
                    <a:pt x="38018" y="115243"/>
                  </a:lnTo>
                  <a:lnTo>
                    <a:pt x="42069" y="119355"/>
                  </a:lnTo>
                  <a:lnTo>
                    <a:pt x="46260" y="123326"/>
                  </a:lnTo>
                  <a:lnTo>
                    <a:pt x="50586" y="127149"/>
                  </a:lnTo>
                  <a:lnTo>
                    <a:pt x="55041" y="130820"/>
                  </a:lnTo>
                  <a:lnTo>
                    <a:pt x="59620" y="134336"/>
                  </a:lnTo>
                  <a:lnTo>
                    <a:pt x="64318" y="137691"/>
                  </a:lnTo>
                  <a:lnTo>
                    <a:pt x="15911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928749" y="5399291"/>
              <a:ext cx="261941" cy="334334"/>
            </a:xfrm>
            <a:custGeom>
              <a:avLst/>
              <a:pathLst>
                <a:path w="261941" h="334334">
                  <a:moveTo>
                    <a:pt x="0" y="304858"/>
                  </a:moveTo>
                  <a:lnTo>
                    <a:pt x="4416" y="307797"/>
                  </a:lnTo>
                  <a:lnTo>
                    <a:pt x="8923" y="310593"/>
                  </a:lnTo>
                  <a:lnTo>
                    <a:pt x="13517" y="313246"/>
                  </a:lnTo>
                  <a:lnTo>
                    <a:pt x="18193" y="315751"/>
                  </a:lnTo>
                  <a:lnTo>
                    <a:pt x="22946" y="318106"/>
                  </a:lnTo>
                  <a:lnTo>
                    <a:pt x="27771" y="320310"/>
                  </a:lnTo>
                  <a:lnTo>
                    <a:pt x="32664" y="322359"/>
                  </a:lnTo>
                  <a:lnTo>
                    <a:pt x="37619" y="324253"/>
                  </a:lnTo>
                  <a:lnTo>
                    <a:pt x="42632" y="325988"/>
                  </a:lnTo>
                  <a:lnTo>
                    <a:pt x="47697" y="327563"/>
                  </a:lnTo>
                  <a:lnTo>
                    <a:pt x="52810" y="328976"/>
                  </a:lnTo>
                  <a:lnTo>
                    <a:pt x="57965" y="330227"/>
                  </a:lnTo>
                  <a:lnTo>
                    <a:pt x="63157" y="331313"/>
                  </a:lnTo>
                  <a:lnTo>
                    <a:pt x="68381" y="332234"/>
                  </a:lnTo>
                  <a:lnTo>
                    <a:pt x="73631" y="332989"/>
                  </a:lnTo>
                  <a:lnTo>
                    <a:pt x="78903" y="333577"/>
                  </a:lnTo>
                  <a:lnTo>
                    <a:pt x="84191" y="333998"/>
                  </a:lnTo>
                  <a:lnTo>
                    <a:pt x="89490" y="334250"/>
                  </a:lnTo>
                  <a:lnTo>
                    <a:pt x="94793" y="334334"/>
                  </a:lnTo>
                  <a:lnTo>
                    <a:pt x="100097" y="334250"/>
                  </a:lnTo>
                  <a:lnTo>
                    <a:pt x="105396" y="333998"/>
                  </a:lnTo>
                  <a:lnTo>
                    <a:pt x="110684" y="333578"/>
                  </a:lnTo>
                  <a:lnTo>
                    <a:pt x="115956" y="332990"/>
                  </a:lnTo>
                  <a:lnTo>
                    <a:pt x="121206" y="332235"/>
                  </a:lnTo>
                  <a:lnTo>
                    <a:pt x="126430" y="331314"/>
                  </a:lnTo>
                  <a:lnTo>
                    <a:pt x="131622" y="330227"/>
                  </a:lnTo>
                  <a:lnTo>
                    <a:pt x="136777" y="328977"/>
                  </a:lnTo>
                  <a:lnTo>
                    <a:pt x="141890" y="327563"/>
                  </a:lnTo>
                  <a:lnTo>
                    <a:pt x="146955" y="325988"/>
                  </a:lnTo>
                  <a:lnTo>
                    <a:pt x="151968" y="324253"/>
                  </a:lnTo>
                  <a:lnTo>
                    <a:pt x="156923" y="322360"/>
                  </a:lnTo>
                  <a:lnTo>
                    <a:pt x="161816" y="320311"/>
                  </a:lnTo>
                  <a:lnTo>
                    <a:pt x="166641" y="318107"/>
                  </a:lnTo>
                  <a:lnTo>
                    <a:pt x="171394" y="315752"/>
                  </a:lnTo>
                  <a:lnTo>
                    <a:pt x="176070" y="313246"/>
                  </a:lnTo>
                  <a:lnTo>
                    <a:pt x="180664" y="310594"/>
                  </a:lnTo>
                  <a:lnTo>
                    <a:pt x="185171" y="307798"/>
                  </a:lnTo>
                  <a:lnTo>
                    <a:pt x="189588" y="304859"/>
                  </a:lnTo>
                  <a:lnTo>
                    <a:pt x="193909" y="301782"/>
                  </a:lnTo>
                  <a:lnTo>
                    <a:pt x="198130" y="298570"/>
                  </a:lnTo>
                  <a:lnTo>
                    <a:pt x="202247" y="295225"/>
                  </a:lnTo>
                  <a:lnTo>
                    <a:pt x="206256" y="291751"/>
                  </a:lnTo>
                  <a:lnTo>
                    <a:pt x="210153" y="288152"/>
                  </a:lnTo>
                  <a:lnTo>
                    <a:pt x="213933" y="284431"/>
                  </a:lnTo>
                  <a:lnTo>
                    <a:pt x="217594" y="280592"/>
                  </a:lnTo>
                  <a:lnTo>
                    <a:pt x="221131" y="276639"/>
                  </a:lnTo>
                  <a:lnTo>
                    <a:pt x="224540" y="272575"/>
                  </a:lnTo>
                  <a:lnTo>
                    <a:pt x="227819" y="268406"/>
                  </a:lnTo>
                  <a:lnTo>
                    <a:pt x="230965" y="264134"/>
                  </a:lnTo>
                  <a:lnTo>
                    <a:pt x="233973" y="259765"/>
                  </a:lnTo>
                  <a:lnTo>
                    <a:pt x="236840" y="255302"/>
                  </a:lnTo>
                  <a:lnTo>
                    <a:pt x="239565" y="250751"/>
                  </a:lnTo>
                  <a:lnTo>
                    <a:pt x="242144" y="246116"/>
                  </a:lnTo>
                  <a:lnTo>
                    <a:pt x="244575" y="241401"/>
                  </a:lnTo>
                  <a:lnTo>
                    <a:pt x="246855" y="236611"/>
                  </a:lnTo>
                  <a:lnTo>
                    <a:pt x="248982" y="231752"/>
                  </a:lnTo>
                  <a:lnTo>
                    <a:pt x="250953" y="226827"/>
                  </a:lnTo>
                  <a:lnTo>
                    <a:pt x="252768" y="221843"/>
                  </a:lnTo>
                  <a:lnTo>
                    <a:pt x="254423" y="216803"/>
                  </a:lnTo>
                  <a:lnTo>
                    <a:pt x="255917" y="211713"/>
                  </a:lnTo>
                  <a:lnTo>
                    <a:pt x="257249" y="206579"/>
                  </a:lnTo>
                  <a:lnTo>
                    <a:pt x="258418" y="201404"/>
                  </a:lnTo>
                  <a:lnTo>
                    <a:pt x="259422" y="196196"/>
                  </a:lnTo>
                  <a:lnTo>
                    <a:pt x="260260" y="190958"/>
                  </a:lnTo>
                  <a:lnTo>
                    <a:pt x="260932" y="185696"/>
                  </a:lnTo>
                  <a:lnTo>
                    <a:pt x="261436" y="180415"/>
                  </a:lnTo>
                  <a:lnTo>
                    <a:pt x="261772" y="175122"/>
                  </a:lnTo>
                  <a:lnTo>
                    <a:pt x="261941" y="169820"/>
                  </a:lnTo>
                  <a:lnTo>
                    <a:pt x="261941" y="164515"/>
                  </a:lnTo>
                  <a:lnTo>
                    <a:pt x="261772" y="159213"/>
                  </a:lnTo>
                  <a:lnTo>
                    <a:pt x="261436" y="153919"/>
                  </a:lnTo>
                  <a:lnTo>
                    <a:pt x="260932" y="148639"/>
                  </a:lnTo>
                  <a:lnTo>
                    <a:pt x="260260" y="143377"/>
                  </a:lnTo>
                  <a:lnTo>
                    <a:pt x="259422" y="138139"/>
                  </a:lnTo>
                  <a:lnTo>
                    <a:pt x="258418" y="132930"/>
                  </a:lnTo>
                  <a:lnTo>
                    <a:pt x="257250" y="127756"/>
                  </a:lnTo>
                  <a:lnTo>
                    <a:pt x="255917" y="122622"/>
                  </a:lnTo>
                  <a:lnTo>
                    <a:pt x="254423" y="117532"/>
                  </a:lnTo>
                  <a:lnTo>
                    <a:pt x="252768" y="112492"/>
                  </a:lnTo>
                  <a:lnTo>
                    <a:pt x="250954" y="107507"/>
                  </a:lnTo>
                  <a:lnTo>
                    <a:pt x="248982" y="102583"/>
                  </a:lnTo>
                  <a:lnTo>
                    <a:pt x="246855" y="97723"/>
                  </a:lnTo>
                  <a:lnTo>
                    <a:pt x="244575" y="92934"/>
                  </a:lnTo>
                  <a:lnTo>
                    <a:pt x="242145" y="88219"/>
                  </a:lnTo>
                  <a:lnTo>
                    <a:pt x="239566" y="83583"/>
                  </a:lnTo>
                  <a:lnTo>
                    <a:pt x="236841" y="79032"/>
                  </a:lnTo>
                  <a:lnTo>
                    <a:pt x="233973" y="74570"/>
                  </a:lnTo>
                  <a:lnTo>
                    <a:pt x="230965" y="70201"/>
                  </a:lnTo>
                  <a:lnTo>
                    <a:pt x="227820" y="65929"/>
                  </a:lnTo>
                  <a:lnTo>
                    <a:pt x="224541" y="61759"/>
                  </a:lnTo>
                  <a:lnTo>
                    <a:pt x="221131" y="57696"/>
                  </a:lnTo>
                  <a:lnTo>
                    <a:pt x="217594" y="53742"/>
                  </a:lnTo>
                  <a:lnTo>
                    <a:pt x="213934" y="49903"/>
                  </a:lnTo>
                  <a:lnTo>
                    <a:pt x="210153" y="46182"/>
                  </a:lnTo>
                  <a:lnTo>
                    <a:pt x="206257" y="42583"/>
                  </a:lnTo>
                  <a:lnTo>
                    <a:pt x="202248" y="39109"/>
                  </a:lnTo>
                  <a:lnTo>
                    <a:pt x="198131" y="35765"/>
                  </a:lnTo>
                  <a:lnTo>
                    <a:pt x="193909" y="32552"/>
                  </a:lnTo>
                  <a:lnTo>
                    <a:pt x="189588" y="29475"/>
                  </a:lnTo>
                  <a:lnTo>
                    <a:pt x="185172" y="26537"/>
                  </a:lnTo>
                  <a:lnTo>
                    <a:pt x="180665" y="23740"/>
                  </a:lnTo>
                  <a:lnTo>
                    <a:pt x="176071" y="21088"/>
                  </a:lnTo>
                  <a:lnTo>
                    <a:pt x="171395" y="18583"/>
                  </a:lnTo>
                  <a:lnTo>
                    <a:pt x="166642" y="16227"/>
                  </a:lnTo>
                  <a:lnTo>
                    <a:pt x="161817" y="14023"/>
                  </a:lnTo>
                  <a:lnTo>
                    <a:pt x="156924" y="11974"/>
                  </a:lnTo>
                  <a:lnTo>
                    <a:pt x="151969" y="10081"/>
                  </a:lnTo>
                  <a:lnTo>
                    <a:pt x="146956" y="8346"/>
                  </a:lnTo>
                  <a:lnTo>
                    <a:pt x="141891" y="6771"/>
                  </a:lnTo>
                  <a:lnTo>
                    <a:pt x="136778" y="5357"/>
                  </a:lnTo>
                  <a:lnTo>
                    <a:pt x="131623" y="4107"/>
                  </a:lnTo>
                  <a:lnTo>
                    <a:pt x="126431" y="3020"/>
                  </a:lnTo>
                  <a:lnTo>
                    <a:pt x="121207" y="2099"/>
                  </a:lnTo>
                  <a:lnTo>
                    <a:pt x="115956" y="1344"/>
                  </a:lnTo>
                  <a:lnTo>
                    <a:pt x="110685" y="756"/>
                  </a:lnTo>
                  <a:lnTo>
                    <a:pt x="105397" y="336"/>
                  </a:lnTo>
                  <a:lnTo>
                    <a:pt x="100098" y="84"/>
                  </a:lnTo>
                  <a:lnTo>
                    <a:pt x="94794" y="0"/>
                  </a:lnTo>
                  <a:lnTo>
                    <a:pt x="9479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392077" y="5269756"/>
              <a:ext cx="153181" cy="167167"/>
            </a:xfrm>
            <a:custGeom>
              <a:avLst/>
              <a:pathLst>
                <a:path w="153181" h="167167">
                  <a:moveTo>
                    <a:pt x="153181" y="0"/>
                  </a:moveTo>
                  <a:lnTo>
                    <a:pt x="147647" y="91"/>
                  </a:lnTo>
                  <a:lnTo>
                    <a:pt x="142119" y="366"/>
                  </a:lnTo>
                  <a:lnTo>
                    <a:pt x="136604" y="823"/>
                  </a:lnTo>
                  <a:lnTo>
                    <a:pt x="131106" y="1463"/>
                  </a:lnTo>
                  <a:lnTo>
                    <a:pt x="125633" y="2285"/>
                  </a:lnTo>
                  <a:lnTo>
                    <a:pt x="120190" y="3287"/>
                  </a:lnTo>
                  <a:lnTo>
                    <a:pt x="114783" y="4469"/>
                  </a:lnTo>
                  <a:lnTo>
                    <a:pt x="109418" y="5829"/>
                  </a:lnTo>
                  <a:lnTo>
                    <a:pt x="104101" y="7367"/>
                  </a:lnTo>
                  <a:lnTo>
                    <a:pt x="98838" y="9079"/>
                  </a:lnTo>
                  <a:lnTo>
                    <a:pt x="93635" y="10964"/>
                  </a:lnTo>
                  <a:lnTo>
                    <a:pt x="88497" y="13021"/>
                  </a:lnTo>
                  <a:lnTo>
                    <a:pt x="83429" y="15247"/>
                  </a:lnTo>
                  <a:lnTo>
                    <a:pt x="78439" y="17639"/>
                  </a:lnTo>
                  <a:lnTo>
                    <a:pt x="73530" y="20195"/>
                  </a:lnTo>
                  <a:lnTo>
                    <a:pt x="68708" y="22913"/>
                  </a:lnTo>
                  <a:lnTo>
                    <a:pt x="63979" y="25788"/>
                  </a:lnTo>
                  <a:lnTo>
                    <a:pt x="59348" y="28818"/>
                  </a:lnTo>
                  <a:lnTo>
                    <a:pt x="54820" y="32000"/>
                  </a:lnTo>
                  <a:lnTo>
                    <a:pt x="50399" y="35331"/>
                  </a:lnTo>
                  <a:lnTo>
                    <a:pt x="46091" y="38805"/>
                  </a:lnTo>
                  <a:lnTo>
                    <a:pt x="41901" y="42421"/>
                  </a:lnTo>
                  <a:lnTo>
                    <a:pt x="37832" y="46173"/>
                  </a:lnTo>
                  <a:lnTo>
                    <a:pt x="33890" y="50058"/>
                  </a:lnTo>
                  <a:lnTo>
                    <a:pt x="30079" y="54071"/>
                  </a:lnTo>
                  <a:lnTo>
                    <a:pt x="26402" y="58208"/>
                  </a:lnTo>
                  <a:lnTo>
                    <a:pt x="22865" y="62464"/>
                  </a:lnTo>
                  <a:lnTo>
                    <a:pt x="19470" y="66836"/>
                  </a:lnTo>
                  <a:lnTo>
                    <a:pt x="16222" y="71317"/>
                  </a:lnTo>
                  <a:lnTo>
                    <a:pt x="13124" y="75903"/>
                  </a:lnTo>
                  <a:lnTo>
                    <a:pt x="10180" y="80590"/>
                  </a:lnTo>
                  <a:lnTo>
                    <a:pt x="7392" y="85371"/>
                  </a:lnTo>
                  <a:lnTo>
                    <a:pt x="4764" y="90242"/>
                  </a:lnTo>
                  <a:lnTo>
                    <a:pt x="2299" y="95197"/>
                  </a:lnTo>
                  <a:lnTo>
                    <a:pt x="0" y="100231"/>
                  </a:lnTo>
                  <a:lnTo>
                    <a:pt x="1531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392077" y="5369987"/>
              <a:ext cx="153181" cy="66935"/>
            </a:xfrm>
            <a:custGeom>
              <a:avLst/>
              <a:pathLst>
                <a:path w="153181" h="66935">
                  <a:moveTo>
                    <a:pt x="0" y="0"/>
                  </a:moveTo>
                  <a:lnTo>
                    <a:pt x="153181" y="669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392077" y="5369987"/>
              <a:ext cx="153181" cy="66935"/>
            </a:xfrm>
            <a:custGeom>
              <a:avLst/>
              <a:pathLst>
                <a:path w="153181" h="66935">
                  <a:moveTo>
                    <a:pt x="0" y="0"/>
                  </a:moveTo>
                  <a:lnTo>
                    <a:pt x="153181" y="669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92077" y="5369987"/>
              <a:ext cx="153181" cy="66935"/>
            </a:xfrm>
            <a:custGeom>
              <a:avLst/>
              <a:pathLst>
                <a:path w="153181" h="66935">
                  <a:moveTo>
                    <a:pt x="0" y="0"/>
                  </a:moveTo>
                  <a:lnTo>
                    <a:pt x="153181" y="669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392077" y="5369987"/>
              <a:ext cx="153181" cy="66935"/>
            </a:xfrm>
            <a:custGeom>
              <a:avLst/>
              <a:pathLst>
                <a:path w="153181" h="66935">
                  <a:moveTo>
                    <a:pt x="0" y="0"/>
                  </a:moveTo>
                  <a:lnTo>
                    <a:pt x="153181" y="669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378091" y="5369987"/>
              <a:ext cx="167166" cy="78981"/>
            </a:xfrm>
            <a:custGeom>
              <a:avLst/>
              <a:pathLst>
                <a:path w="167166" h="78981">
                  <a:moveTo>
                    <a:pt x="13985" y="0"/>
                  </a:moveTo>
                  <a:lnTo>
                    <a:pt x="11762" y="5335"/>
                  </a:lnTo>
                  <a:lnTo>
                    <a:pt x="9726" y="10744"/>
                  </a:lnTo>
                  <a:lnTo>
                    <a:pt x="7877" y="16221"/>
                  </a:lnTo>
                  <a:lnTo>
                    <a:pt x="6219" y="21758"/>
                  </a:lnTo>
                  <a:lnTo>
                    <a:pt x="4754" y="27349"/>
                  </a:lnTo>
                  <a:lnTo>
                    <a:pt x="3482" y="32987"/>
                  </a:lnTo>
                  <a:lnTo>
                    <a:pt x="2406" y="38666"/>
                  </a:lnTo>
                  <a:lnTo>
                    <a:pt x="1528" y="44379"/>
                  </a:lnTo>
                  <a:lnTo>
                    <a:pt x="847" y="50118"/>
                  </a:lnTo>
                  <a:lnTo>
                    <a:pt x="365" y="55878"/>
                  </a:lnTo>
                  <a:lnTo>
                    <a:pt x="82" y="61651"/>
                  </a:lnTo>
                  <a:lnTo>
                    <a:pt x="0" y="67431"/>
                  </a:lnTo>
                  <a:lnTo>
                    <a:pt x="117" y="73209"/>
                  </a:lnTo>
                  <a:lnTo>
                    <a:pt x="433" y="78981"/>
                  </a:lnTo>
                  <a:lnTo>
                    <a:pt x="167166" y="669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378525" y="5269756"/>
              <a:ext cx="333885" cy="334332"/>
            </a:xfrm>
            <a:custGeom>
              <a:avLst/>
              <a:pathLst>
                <a:path w="333885" h="334332">
                  <a:moveTo>
                    <a:pt x="0" y="179212"/>
                  </a:moveTo>
                  <a:lnTo>
                    <a:pt x="466" y="184504"/>
                  </a:lnTo>
                  <a:lnTo>
                    <a:pt x="1101" y="189779"/>
                  </a:lnTo>
                  <a:lnTo>
                    <a:pt x="1904" y="195031"/>
                  </a:lnTo>
                  <a:lnTo>
                    <a:pt x="2872" y="200255"/>
                  </a:lnTo>
                  <a:lnTo>
                    <a:pt x="4006" y="205445"/>
                  </a:lnTo>
                  <a:lnTo>
                    <a:pt x="5305" y="210597"/>
                  </a:lnTo>
                  <a:lnTo>
                    <a:pt x="6767" y="215705"/>
                  </a:lnTo>
                  <a:lnTo>
                    <a:pt x="8390" y="220763"/>
                  </a:lnTo>
                  <a:lnTo>
                    <a:pt x="10173" y="225768"/>
                  </a:lnTo>
                  <a:lnTo>
                    <a:pt x="12114" y="230713"/>
                  </a:lnTo>
                  <a:lnTo>
                    <a:pt x="14212" y="235595"/>
                  </a:lnTo>
                  <a:lnTo>
                    <a:pt x="16463" y="240407"/>
                  </a:lnTo>
                  <a:lnTo>
                    <a:pt x="18866" y="245145"/>
                  </a:lnTo>
                  <a:lnTo>
                    <a:pt x="21419" y="249804"/>
                  </a:lnTo>
                  <a:lnTo>
                    <a:pt x="24118" y="254380"/>
                  </a:lnTo>
                  <a:lnTo>
                    <a:pt x="26962" y="258868"/>
                  </a:lnTo>
                  <a:lnTo>
                    <a:pt x="29946" y="263263"/>
                  </a:lnTo>
                  <a:lnTo>
                    <a:pt x="33069" y="267562"/>
                  </a:lnTo>
                  <a:lnTo>
                    <a:pt x="36327" y="271758"/>
                  </a:lnTo>
                  <a:lnTo>
                    <a:pt x="39716" y="275849"/>
                  </a:lnTo>
                  <a:lnTo>
                    <a:pt x="43234" y="279831"/>
                  </a:lnTo>
                  <a:lnTo>
                    <a:pt x="46877" y="283698"/>
                  </a:lnTo>
                  <a:lnTo>
                    <a:pt x="50640" y="287448"/>
                  </a:lnTo>
                  <a:lnTo>
                    <a:pt x="54521" y="291077"/>
                  </a:lnTo>
                  <a:lnTo>
                    <a:pt x="58515" y="294580"/>
                  </a:lnTo>
                  <a:lnTo>
                    <a:pt x="62619" y="297954"/>
                  </a:lnTo>
                  <a:lnTo>
                    <a:pt x="66828" y="301197"/>
                  </a:lnTo>
                  <a:lnTo>
                    <a:pt x="71137" y="304304"/>
                  </a:lnTo>
                  <a:lnTo>
                    <a:pt x="75543" y="307272"/>
                  </a:lnTo>
                  <a:lnTo>
                    <a:pt x="80041" y="310099"/>
                  </a:lnTo>
                  <a:lnTo>
                    <a:pt x="84627" y="312782"/>
                  </a:lnTo>
                  <a:lnTo>
                    <a:pt x="89296" y="315317"/>
                  </a:lnTo>
                  <a:lnTo>
                    <a:pt x="94043" y="317703"/>
                  </a:lnTo>
                  <a:lnTo>
                    <a:pt x="98863" y="319937"/>
                  </a:lnTo>
                  <a:lnTo>
                    <a:pt x="103752" y="322017"/>
                  </a:lnTo>
                  <a:lnTo>
                    <a:pt x="108705" y="323940"/>
                  </a:lnTo>
                  <a:lnTo>
                    <a:pt x="113716" y="325705"/>
                  </a:lnTo>
                  <a:lnTo>
                    <a:pt x="118780" y="327309"/>
                  </a:lnTo>
                  <a:lnTo>
                    <a:pt x="123894" y="328752"/>
                  </a:lnTo>
                  <a:lnTo>
                    <a:pt x="129050" y="330032"/>
                  </a:lnTo>
                  <a:lnTo>
                    <a:pt x="134244" y="331147"/>
                  </a:lnTo>
                  <a:lnTo>
                    <a:pt x="139472" y="332097"/>
                  </a:lnTo>
                  <a:lnTo>
                    <a:pt x="144726" y="332880"/>
                  </a:lnTo>
                  <a:lnTo>
                    <a:pt x="150003" y="333495"/>
                  </a:lnTo>
                  <a:lnTo>
                    <a:pt x="155297" y="333943"/>
                  </a:lnTo>
                  <a:lnTo>
                    <a:pt x="160603" y="334222"/>
                  </a:lnTo>
                  <a:lnTo>
                    <a:pt x="165914" y="334332"/>
                  </a:lnTo>
                  <a:lnTo>
                    <a:pt x="171227" y="334274"/>
                  </a:lnTo>
                  <a:lnTo>
                    <a:pt x="176535" y="334047"/>
                  </a:lnTo>
                  <a:lnTo>
                    <a:pt x="181833" y="333651"/>
                  </a:lnTo>
                  <a:lnTo>
                    <a:pt x="187116" y="333087"/>
                  </a:lnTo>
                  <a:lnTo>
                    <a:pt x="192378" y="332356"/>
                  </a:lnTo>
                  <a:lnTo>
                    <a:pt x="197614" y="331457"/>
                  </a:lnTo>
                  <a:lnTo>
                    <a:pt x="202819" y="330393"/>
                  </a:lnTo>
                  <a:lnTo>
                    <a:pt x="207988" y="329164"/>
                  </a:lnTo>
                  <a:lnTo>
                    <a:pt x="213115" y="327771"/>
                  </a:lnTo>
                  <a:lnTo>
                    <a:pt x="218195" y="326216"/>
                  </a:lnTo>
                  <a:lnTo>
                    <a:pt x="223223" y="324500"/>
                  </a:lnTo>
                  <a:lnTo>
                    <a:pt x="228194" y="322626"/>
                  </a:lnTo>
                  <a:lnTo>
                    <a:pt x="233103" y="320594"/>
                  </a:lnTo>
                  <a:lnTo>
                    <a:pt x="237945" y="318407"/>
                  </a:lnTo>
                  <a:lnTo>
                    <a:pt x="242715" y="316068"/>
                  </a:lnTo>
                  <a:lnTo>
                    <a:pt x="247409" y="313578"/>
                  </a:lnTo>
                  <a:lnTo>
                    <a:pt x="252021" y="310941"/>
                  </a:lnTo>
                  <a:lnTo>
                    <a:pt x="256546" y="308158"/>
                  </a:lnTo>
                  <a:lnTo>
                    <a:pt x="260981" y="305233"/>
                  </a:lnTo>
                  <a:lnTo>
                    <a:pt x="265321" y="302168"/>
                  </a:lnTo>
                  <a:lnTo>
                    <a:pt x="269561" y="298967"/>
                  </a:lnTo>
                  <a:lnTo>
                    <a:pt x="273697" y="295633"/>
                  </a:lnTo>
                  <a:lnTo>
                    <a:pt x="277726" y="292169"/>
                  </a:lnTo>
                  <a:lnTo>
                    <a:pt x="281642" y="288578"/>
                  </a:lnTo>
                  <a:lnTo>
                    <a:pt x="285442" y="284866"/>
                  </a:lnTo>
                  <a:lnTo>
                    <a:pt x="289122" y="281034"/>
                  </a:lnTo>
                  <a:lnTo>
                    <a:pt x="292679" y="277087"/>
                  </a:lnTo>
                  <a:lnTo>
                    <a:pt x="296108" y="273029"/>
                  </a:lnTo>
                  <a:lnTo>
                    <a:pt x="299407" y="268865"/>
                  </a:lnTo>
                  <a:lnTo>
                    <a:pt x="302572" y="264597"/>
                  </a:lnTo>
                  <a:lnTo>
                    <a:pt x="305599" y="260232"/>
                  </a:lnTo>
                  <a:lnTo>
                    <a:pt x="308486" y="255772"/>
                  </a:lnTo>
                  <a:lnTo>
                    <a:pt x="311230" y="251222"/>
                  </a:lnTo>
                  <a:lnTo>
                    <a:pt x="313828" y="246588"/>
                  </a:lnTo>
                  <a:lnTo>
                    <a:pt x="316278" y="241874"/>
                  </a:lnTo>
                  <a:lnTo>
                    <a:pt x="318576" y="237084"/>
                  </a:lnTo>
                  <a:lnTo>
                    <a:pt x="320721" y="232223"/>
                  </a:lnTo>
                  <a:lnTo>
                    <a:pt x="322711" y="227297"/>
                  </a:lnTo>
                  <a:lnTo>
                    <a:pt x="324543" y="222310"/>
                  </a:lnTo>
                  <a:lnTo>
                    <a:pt x="326216" y="217268"/>
                  </a:lnTo>
                  <a:lnTo>
                    <a:pt x="327727" y="212174"/>
                  </a:lnTo>
                  <a:lnTo>
                    <a:pt x="329076" y="207036"/>
                  </a:lnTo>
                  <a:lnTo>
                    <a:pt x="330261" y="201857"/>
                  </a:lnTo>
                  <a:lnTo>
                    <a:pt x="331281" y="196643"/>
                  </a:lnTo>
                  <a:lnTo>
                    <a:pt x="332134" y="191399"/>
                  </a:lnTo>
                  <a:lnTo>
                    <a:pt x="332821" y="186131"/>
                  </a:lnTo>
                  <a:lnTo>
                    <a:pt x="333339" y="180843"/>
                  </a:lnTo>
                  <a:lnTo>
                    <a:pt x="333690" y="175542"/>
                  </a:lnTo>
                  <a:lnTo>
                    <a:pt x="333872" y="170232"/>
                  </a:lnTo>
                  <a:lnTo>
                    <a:pt x="333885" y="164919"/>
                  </a:lnTo>
                  <a:lnTo>
                    <a:pt x="333729" y="159609"/>
                  </a:lnTo>
                  <a:lnTo>
                    <a:pt x="333404" y="154306"/>
                  </a:lnTo>
                  <a:lnTo>
                    <a:pt x="332912" y="149016"/>
                  </a:lnTo>
                  <a:lnTo>
                    <a:pt x="332251" y="143745"/>
                  </a:lnTo>
                  <a:lnTo>
                    <a:pt x="331423" y="138497"/>
                  </a:lnTo>
                  <a:lnTo>
                    <a:pt x="330429" y="133278"/>
                  </a:lnTo>
                  <a:lnTo>
                    <a:pt x="329269" y="128093"/>
                  </a:lnTo>
                  <a:lnTo>
                    <a:pt x="327945" y="122948"/>
                  </a:lnTo>
                  <a:lnTo>
                    <a:pt x="326459" y="117847"/>
                  </a:lnTo>
                  <a:lnTo>
                    <a:pt x="324811" y="112796"/>
                  </a:lnTo>
                  <a:lnTo>
                    <a:pt x="323003" y="107801"/>
                  </a:lnTo>
                  <a:lnTo>
                    <a:pt x="321038" y="102865"/>
                  </a:lnTo>
                  <a:lnTo>
                    <a:pt x="318917" y="97994"/>
                  </a:lnTo>
                  <a:lnTo>
                    <a:pt x="316642" y="93193"/>
                  </a:lnTo>
                  <a:lnTo>
                    <a:pt x="314215" y="88466"/>
                  </a:lnTo>
                  <a:lnTo>
                    <a:pt x="311640" y="83819"/>
                  </a:lnTo>
                  <a:lnTo>
                    <a:pt x="308918" y="79257"/>
                  </a:lnTo>
                  <a:lnTo>
                    <a:pt x="306053" y="74783"/>
                  </a:lnTo>
                  <a:lnTo>
                    <a:pt x="303047" y="70402"/>
                  </a:lnTo>
                  <a:lnTo>
                    <a:pt x="299903" y="66119"/>
                  </a:lnTo>
                  <a:lnTo>
                    <a:pt x="296625" y="61939"/>
                  </a:lnTo>
                  <a:lnTo>
                    <a:pt x="293215" y="57864"/>
                  </a:lnTo>
                  <a:lnTo>
                    <a:pt x="289678" y="53900"/>
                  </a:lnTo>
                  <a:lnTo>
                    <a:pt x="286016" y="50050"/>
                  </a:lnTo>
                  <a:lnTo>
                    <a:pt x="282235" y="46319"/>
                  </a:lnTo>
                  <a:lnTo>
                    <a:pt x="278336" y="42710"/>
                  </a:lnTo>
                  <a:lnTo>
                    <a:pt x="274325" y="39226"/>
                  </a:lnTo>
                  <a:lnTo>
                    <a:pt x="270205" y="35872"/>
                  </a:lnTo>
                  <a:lnTo>
                    <a:pt x="265980" y="32650"/>
                  </a:lnTo>
                  <a:lnTo>
                    <a:pt x="261656" y="29564"/>
                  </a:lnTo>
                  <a:lnTo>
                    <a:pt x="257235" y="26617"/>
                  </a:lnTo>
                  <a:lnTo>
                    <a:pt x="252723" y="23812"/>
                  </a:lnTo>
                  <a:lnTo>
                    <a:pt x="248124" y="21152"/>
                  </a:lnTo>
                  <a:lnTo>
                    <a:pt x="243443" y="18639"/>
                  </a:lnTo>
                  <a:lnTo>
                    <a:pt x="238685" y="16277"/>
                  </a:lnTo>
                  <a:lnTo>
                    <a:pt x="233853" y="14067"/>
                  </a:lnTo>
                  <a:lnTo>
                    <a:pt x="228954" y="12011"/>
                  </a:lnTo>
                  <a:lnTo>
                    <a:pt x="223992" y="10112"/>
                  </a:lnTo>
                  <a:lnTo>
                    <a:pt x="218973" y="8372"/>
                  </a:lnTo>
                  <a:lnTo>
                    <a:pt x="213900" y="6792"/>
                  </a:lnTo>
                  <a:lnTo>
                    <a:pt x="208780" y="5374"/>
                  </a:lnTo>
                  <a:lnTo>
                    <a:pt x="203618" y="4120"/>
                  </a:lnTo>
                  <a:lnTo>
                    <a:pt x="198418" y="3030"/>
                  </a:lnTo>
                  <a:lnTo>
                    <a:pt x="193186" y="2106"/>
                  </a:lnTo>
                  <a:lnTo>
                    <a:pt x="187927" y="1349"/>
                  </a:lnTo>
                  <a:lnTo>
                    <a:pt x="182647" y="759"/>
                  </a:lnTo>
                  <a:lnTo>
                    <a:pt x="177351" y="337"/>
                  </a:lnTo>
                  <a:lnTo>
                    <a:pt x="172045" y="84"/>
                  </a:lnTo>
                  <a:lnTo>
                    <a:pt x="166732" y="0"/>
                  </a:lnTo>
                  <a:lnTo>
                    <a:pt x="16673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902158" y="5018213"/>
              <a:ext cx="118880" cy="167167"/>
            </a:xfrm>
            <a:custGeom>
              <a:avLst/>
              <a:pathLst>
                <a:path w="118880" h="167167">
                  <a:moveTo>
                    <a:pt x="118880" y="0"/>
                  </a:moveTo>
                  <a:lnTo>
                    <a:pt x="113370" y="90"/>
                  </a:lnTo>
                  <a:lnTo>
                    <a:pt x="107867" y="363"/>
                  </a:lnTo>
                  <a:lnTo>
                    <a:pt x="102375" y="816"/>
                  </a:lnTo>
                  <a:lnTo>
                    <a:pt x="96902" y="1451"/>
                  </a:lnTo>
                  <a:lnTo>
                    <a:pt x="91452" y="2265"/>
                  </a:lnTo>
                  <a:lnTo>
                    <a:pt x="86032" y="3258"/>
                  </a:lnTo>
                  <a:lnTo>
                    <a:pt x="80648" y="4430"/>
                  </a:lnTo>
                  <a:lnTo>
                    <a:pt x="75305" y="5778"/>
                  </a:lnTo>
                  <a:lnTo>
                    <a:pt x="70010" y="7302"/>
                  </a:lnTo>
                  <a:lnTo>
                    <a:pt x="64768" y="9000"/>
                  </a:lnTo>
                  <a:lnTo>
                    <a:pt x="59585" y="10869"/>
                  </a:lnTo>
                  <a:lnTo>
                    <a:pt x="54466" y="12908"/>
                  </a:lnTo>
                  <a:lnTo>
                    <a:pt x="49417" y="15115"/>
                  </a:lnTo>
                  <a:lnTo>
                    <a:pt x="44443" y="17487"/>
                  </a:lnTo>
                  <a:lnTo>
                    <a:pt x="39550" y="20021"/>
                  </a:lnTo>
                  <a:lnTo>
                    <a:pt x="34744" y="22716"/>
                  </a:lnTo>
                  <a:lnTo>
                    <a:pt x="30029" y="25567"/>
                  </a:lnTo>
                  <a:lnTo>
                    <a:pt x="25410" y="28572"/>
                  </a:lnTo>
                  <a:lnTo>
                    <a:pt x="20893" y="31728"/>
                  </a:lnTo>
                  <a:lnTo>
                    <a:pt x="16483" y="35031"/>
                  </a:lnTo>
                  <a:lnTo>
                    <a:pt x="12184" y="38478"/>
                  </a:lnTo>
                  <a:lnTo>
                    <a:pt x="8000" y="42064"/>
                  </a:lnTo>
                  <a:lnTo>
                    <a:pt x="3937" y="45786"/>
                  </a:lnTo>
                  <a:lnTo>
                    <a:pt x="0" y="49640"/>
                  </a:lnTo>
                  <a:lnTo>
                    <a:pt x="1188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902158" y="5067854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902158" y="5067854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902158" y="5067854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880620" y="5067854"/>
              <a:ext cx="140418" cy="117526"/>
            </a:xfrm>
            <a:custGeom>
              <a:avLst/>
              <a:pathLst>
                <a:path w="140418" h="117526">
                  <a:moveTo>
                    <a:pt x="21538" y="0"/>
                  </a:moveTo>
                  <a:lnTo>
                    <a:pt x="16795" y="4999"/>
                  </a:lnTo>
                  <a:lnTo>
                    <a:pt x="12262" y="10190"/>
                  </a:lnTo>
                  <a:lnTo>
                    <a:pt x="7947" y="15563"/>
                  </a:lnTo>
                  <a:lnTo>
                    <a:pt x="3857" y="21110"/>
                  </a:lnTo>
                  <a:lnTo>
                    <a:pt x="0" y="26820"/>
                  </a:lnTo>
                  <a:lnTo>
                    <a:pt x="140418" y="1175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853872" y="5018213"/>
              <a:ext cx="334322" cy="334329"/>
            </a:xfrm>
            <a:custGeom>
              <a:avLst/>
              <a:pathLst>
                <a:path w="334322" h="334329">
                  <a:moveTo>
                    <a:pt x="26747" y="76461"/>
                  </a:moveTo>
                  <a:lnTo>
                    <a:pt x="23947" y="80950"/>
                  </a:lnTo>
                  <a:lnTo>
                    <a:pt x="21290" y="85526"/>
                  </a:lnTo>
                  <a:lnTo>
                    <a:pt x="18779" y="90184"/>
                  </a:lnTo>
                  <a:lnTo>
                    <a:pt x="16417" y="94918"/>
                  </a:lnTo>
                  <a:lnTo>
                    <a:pt x="14206" y="99725"/>
                  </a:lnTo>
                  <a:lnTo>
                    <a:pt x="12149" y="104599"/>
                  </a:lnTo>
                  <a:lnTo>
                    <a:pt x="10246" y="109537"/>
                  </a:lnTo>
                  <a:lnTo>
                    <a:pt x="8501" y="114531"/>
                  </a:lnTo>
                  <a:lnTo>
                    <a:pt x="6915" y="119579"/>
                  </a:lnTo>
                  <a:lnTo>
                    <a:pt x="5489" y="124674"/>
                  </a:lnTo>
                  <a:lnTo>
                    <a:pt x="4225" y="129812"/>
                  </a:lnTo>
                  <a:lnTo>
                    <a:pt x="3125" y="134988"/>
                  </a:lnTo>
                  <a:lnTo>
                    <a:pt x="2189" y="140195"/>
                  </a:lnTo>
                  <a:lnTo>
                    <a:pt x="1418" y="145430"/>
                  </a:lnTo>
                  <a:lnTo>
                    <a:pt x="813" y="150686"/>
                  </a:lnTo>
                  <a:lnTo>
                    <a:pt x="374" y="155959"/>
                  </a:lnTo>
                  <a:lnTo>
                    <a:pt x="103" y="161243"/>
                  </a:lnTo>
                  <a:lnTo>
                    <a:pt x="0" y="166533"/>
                  </a:lnTo>
                  <a:lnTo>
                    <a:pt x="63" y="171823"/>
                  </a:lnTo>
                  <a:lnTo>
                    <a:pt x="294" y="177109"/>
                  </a:lnTo>
                  <a:lnTo>
                    <a:pt x="692" y="182385"/>
                  </a:lnTo>
                  <a:lnTo>
                    <a:pt x="1257" y="187646"/>
                  </a:lnTo>
                  <a:lnTo>
                    <a:pt x="1989" y="192886"/>
                  </a:lnTo>
                  <a:lnTo>
                    <a:pt x="2885" y="198101"/>
                  </a:lnTo>
                  <a:lnTo>
                    <a:pt x="3947" y="203284"/>
                  </a:lnTo>
                  <a:lnTo>
                    <a:pt x="5171" y="208432"/>
                  </a:lnTo>
                  <a:lnTo>
                    <a:pt x="6558" y="213537"/>
                  </a:lnTo>
                  <a:lnTo>
                    <a:pt x="8106" y="218597"/>
                  </a:lnTo>
                  <a:lnTo>
                    <a:pt x="9814" y="223605"/>
                  </a:lnTo>
                  <a:lnTo>
                    <a:pt x="11678" y="228556"/>
                  </a:lnTo>
                  <a:lnTo>
                    <a:pt x="13699" y="233446"/>
                  </a:lnTo>
                  <a:lnTo>
                    <a:pt x="15874" y="238270"/>
                  </a:lnTo>
                  <a:lnTo>
                    <a:pt x="18200" y="243022"/>
                  </a:lnTo>
                  <a:lnTo>
                    <a:pt x="20675" y="247699"/>
                  </a:lnTo>
                  <a:lnTo>
                    <a:pt x="23297" y="252294"/>
                  </a:lnTo>
                  <a:lnTo>
                    <a:pt x="26063" y="256805"/>
                  </a:lnTo>
                  <a:lnTo>
                    <a:pt x="28970" y="261225"/>
                  </a:lnTo>
                  <a:lnTo>
                    <a:pt x="32016" y="265552"/>
                  </a:lnTo>
                  <a:lnTo>
                    <a:pt x="35197" y="269779"/>
                  </a:lnTo>
                  <a:lnTo>
                    <a:pt x="38511" y="273904"/>
                  </a:lnTo>
                  <a:lnTo>
                    <a:pt x="41953" y="277922"/>
                  </a:lnTo>
                  <a:lnTo>
                    <a:pt x="45521" y="281830"/>
                  </a:lnTo>
                  <a:lnTo>
                    <a:pt x="49211" y="285622"/>
                  </a:lnTo>
                  <a:lnTo>
                    <a:pt x="53018" y="289295"/>
                  </a:lnTo>
                  <a:lnTo>
                    <a:pt x="56941" y="292847"/>
                  </a:lnTo>
                  <a:lnTo>
                    <a:pt x="60973" y="296272"/>
                  </a:lnTo>
                  <a:lnTo>
                    <a:pt x="65112" y="299568"/>
                  </a:lnTo>
                  <a:lnTo>
                    <a:pt x="69353" y="302731"/>
                  </a:lnTo>
                  <a:lnTo>
                    <a:pt x="73693" y="305759"/>
                  </a:lnTo>
                  <a:lnTo>
                    <a:pt x="78125" y="308648"/>
                  </a:lnTo>
                  <a:lnTo>
                    <a:pt x="82647" y="311395"/>
                  </a:lnTo>
                  <a:lnTo>
                    <a:pt x="87254" y="313997"/>
                  </a:lnTo>
                  <a:lnTo>
                    <a:pt x="91941" y="316452"/>
                  </a:lnTo>
                  <a:lnTo>
                    <a:pt x="96703" y="318758"/>
                  </a:lnTo>
                  <a:lnTo>
                    <a:pt x="101536" y="320912"/>
                  </a:lnTo>
                  <a:lnTo>
                    <a:pt x="106434" y="322912"/>
                  </a:lnTo>
                  <a:lnTo>
                    <a:pt x="111393" y="324756"/>
                  </a:lnTo>
                  <a:lnTo>
                    <a:pt x="116409" y="326442"/>
                  </a:lnTo>
                  <a:lnTo>
                    <a:pt x="121475" y="327969"/>
                  </a:lnTo>
                  <a:lnTo>
                    <a:pt x="126586" y="329334"/>
                  </a:lnTo>
                  <a:lnTo>
                    <a:pt x="131739" y="330537"/>
                  </a:lnTo>
                  <a:lnTo>
                    <a:pt x="136927" y="331577"/>
                  </a:lnTo>
                  <a:lnTo>
                    <a:pt x="142145" y="332451"/>
                  </a:lnTo>
                  <a:lnTo>
                    <a:pt x="147388" y="333160"/>
                  </a:lnTo>
                  <a:lnTo>
                    <a:pt x="152651" y="333703"/>
                  </a:lnTo>
                  <a:lnTo>
                    <a:pt x="157929" y="334079"/>
                  </a:lnTo>
                  <a:lnTo>
                    <a:pt x="163216" y="334288"/>
                  </a:lnTo>
                  <a:lnTo>
                    <a:pt x="168507" y="334329"/>
                  </a:lnTo>
                  <a:lnTo>
                    <a:pt x="173796" y="334203"/>
                  </a:lnTo>
                  <a:lnTo>
                    <a:pt x="179079" y="333909"/>
                  </a:lnTo>
                  <a:lnTo>
                    <a:pt x="184350" y="333449"/>
                  </a:lnTo>
                  <a:lnTo>
                    <a:pt x="189604" y="332822"/>
                  </a:lnTo>
                  <a:lnTo>
                    <a:pt x="194835" y="332029"/>
                  </a:lnTo>
                  <a:lnTo>
                    <a:pt x="200038" y="331070"/>
                  </a:lnTo>
                  <a:lnTo>
                    <a:pt x="205209" y="329948"/>
                  </a:lnTo>
                  <a:lnTo>
                    <a:pt x="210341" y="328662"/>
                  </a:lnTo>
                  <a:lnTo>
                    <a:pt x="215431" y="327215"/>
                  </a:lnTo>
                  <a:lnTo>
                    <a:pt x="220472" y="325608"/>
                  </a:lnTo>
                  <a:lnTo>
                    <a:pt x="225459" y="323841"/>
                  </a:lnTo>
                  <a:lnTo>
                    <a:pt x="230388" y="321918"/>
                  </a:lnTo>
                  <a:lnTo>
                    <a:pt x="235254" y="319840"/>
                  </a:lnTo>
                  <a:lnTo>
                    <a:pt x="240051" y="317608"/>
                  </a:lnTo>
                  <a:lnTo>
                    <a:pt x="244776" y="315227"/>
                  </a:lnTo>
                  <a:lnTo>
                    <a:pt x="249423" y="312696"/>
                  </a:lnTo>
                  <a:lnTo>
                    <a:pt x="253987" y="310020"/>
                  </a:lnTo>
                  <a:lnTo>
                    <a:pt x="258464" y="307201"/>
                  </a:lnTo>
                  <a:lnTo>
                    <a:pt x="262850" y="304242"/>
                  </a:lnTo>
                  <a:lnTo>
                    <a:pt x="267140" y="301145"/>
                  </a:lnTo>
                  <a:lnTo>
                    <a:pt x="271330" y="297914"/>
                  </a:lnTo>
                  <a:lnTo>
                    <a:pt x="275416" y="294552"/>
                  </a:lnTo>
                  <a:lnTo>
                    <a:pt x="279393" y="291062"/>
                  </a:lnTo>
                  <a:lnTo>
                    <a:pt x="283258" y="287448"/>
                  </a:lnTo>
                  <a:lnTo>
                    <a:pt x="287006" y="283714"/>
                  </a:lnTo>
                  <a:lnTo>
                    <a:pt x="290634" y="279863"/>
                  </a:lnTo>
                  <a:lnTo>
                    <a:pt x="294139" y="275899"/>
                  </a:lnTo>
                  <a:lnTo>
                    <a:pt x="297516" y="271827"/>
                  </a:lnTo>
                  <a:lnTo>
                    <a:pt x="300763" y="267649"/>
                  </a:lnTo>
                  <a:lnTo>
                    <a:pt x="303876" y="263371"/>
                  </a:lnTo>
                  <a:lnTo>
                    <a:pt x="306852" y="258996"/>
                  </a:lnTo>
                  <a:lnTo>
                    <a:pt x="309689" y="254529"/>
                  </a:lnTo>
                  <a:lnTo>
                    <a:pt x="312382" y="249975"/>
                  </a:lnTo>
                  <a:lnTo>
                    <a:pt x="314930" y="245338"/>
                  </a:lnTo>
                  <a:lnTo>
                    <a:pt x="317330" y="240623"/>
                  </a:lnTo>
                  <a:lnTo>
                    <a:pt x="319579" y="235834"/>
                  </a:lnTo>
                  <a:lnTo>
                    <a:pt x="321676" y="230976"/>
                  </a:lnTo>
                  <a:lnTo>
                    <a:pt x="323618" y="226054"/>
                  </a:lnTo>
                  <a:lnTo>
                    <a:pt x="325403" y="221073"/>
                  </a:lnTo>
                  <a:lnTo>
                    <a:pt x="327030" y="216039"/>
                  </a:lnTo>
                  <a:lnTo>
                    <a:pt x="328496" y="210955"/>
                  </a:lnTo>
                  <a:lnTo>
                    <a:pt x="329801" y="205827"/>
                  </a:lnTo>
                  <a:lnTo>
                    <a:pt x="330943" y="200661"/>
                  </a:lnTo>
                  <a:lnTo>
                    <a:pt x="331921" y="195461"/>
                  </a:lnTo>
                  <a:lnTo>
                    <a:pt x="332734" y="190233"/>
                  </a:lnTo>
                  <a:lnTo>
                    <a:pt x="333381" y="184982"/>
                  </a:lnTo>
                  <a:lnTo>
                    <a:pt x="333862" y="179713"/>
                  </a:lnTo>
                  <a:lnTo>
                    <a:pt x="334175" y="174431"/>
                  </a:lnTo>
                  <a:lnTo>
                    <a:pt x="334322" y="169142"/>
                  </a:lnTo>
                  <a:lnTo>
                    <a:pt x="334300" y="163851"/>
                  </a:lnTo>
                  <a:lnTo>
                    <a:pt x="334112" y="158563"/>
                  </a:lnTo>
                  <a:lnTo>
                    <a:pt x="333756" y="153284"/>
                  </a:lnTo>
                  <a:lnTo>
                    <a:pt x="333233" y="148019"/>
                  </a:lnTo>
                  <a:lnTo>
                    <a:pt x="332544" y="142773"/>
                  </a:lnTo>
                  <a:lnTo>
                    <a:pt x="331689" y="137552"/>
                  </a:lnTo>
                  <a:lnTo>
                    <a:pt x="330669" y="132360"/>
                  </a:lnTo>
                  <a:lnTo>
                    <a:pt x="329486" y="127203"/>
                  </a:lnTo>
                  <a:lnTo>
                    <a:pt x="328140" y="122086"/>
                  </a:lnTo>
                  <a:lnTo>
                    <a:pt x="326633" y="117014"/>
                  </a:lnTo>
                  <a:lnTo>
                    <a:pt x="324966" y="111993"/>
                  </a:lnTo>
                  <a:lnTo>
                    <a:pt x="323140" y="107027"/>
                  </a:lnTo>
                  <a:lnTo>
                    <a:pt x="321159" y="102121"/>
                  </a:lnTo>
                  <a:lnTo>
                    <a:pt x="319023" y="97280"/>
                  </a:lnTo>
                  <a:lnTo>
                    <a:pt x="316736" y="92509"/>
                  </a:lnTo>
                  <a:lnTo>
                    <a:pt x="314298" y="87813"/>
                  </a:lnTo>
                  <a:lnTo>
                    <a:pt x="311713" y="83196"/>
                  </a:lnTo>
                  <a:lnTo>
                    <a:pt x="308983" y="78664"/>
                  </a:lnTo>
                  <a:lnTo>
                    <a:pt x="306111" y="74220"/>
                  </a:lnTo>
                  <a:lnTo>
                    <a:pt x="303100" y="69870"/>
                  </a:lnTo>
                  <a:lnTo>
                    <a:pt x="299953" y="65616"/>
                  </a:lnTo>
                  <a:lnTo>
                    <a:pt x="296673" y="61465"/>
                  </a:lnTo>
                  <a:lnTo>
                    <a:pt x="293263" y="57419"/>
                  </a:lnTo>
                  <a:lnTo>
                    <a:pt x="289726" y="53484"/>
                  </a:lnTo>
                  <a:lnTo>
                    <a:pt x="286067" y="49662"/>
                  </a:lnTo>
                  <a:lnTo>
                    <a:pt x="282289" y="45958"/>
                  </a:lnTo>
                  <a:lnTo>
                    <a:pt x="278395" y="42375"/>
                  </a:lnTo>
                  <a:lnTo>
                    <a:pt x="274390" y="38918"/>
                  </a:lnTo>
                  <a:lnTo>
                    <a:pt x="270278" y="35589"/>
                  </a:lnTo>
                  <a:lnTo>
                    <a:pt x="266062" y="32392"/>
                  </a:lnTo>
                  <a:lnTo>
                    <a:pt x="261748" y="29329"/>
                  </a:lnTo>
                  <a:lnTo>
                    <a:pt x="257338" y="26405"/>
                  </a:lnTo>
                  <a:lnTo>
                    <a:pt x="252838" y="23622"/>
                  </a:lnTo>
                  <a:lnTo>
                    <a:pt x="248253" y="20983"/>
                  </a:lnTo>
                  <a:lnTo>
                    <a:pt x="243586" y="18490"/>
                  </a:lnTo>
                  <a:lnTo>
                    <a:pt x="238842" y="16146"/>
                  </a:lnTo>
                  <a:lnTo>
                    <a:pt x="234027" y="13953"/>
                  </a:lnTo>
                  <a:lnTo>
                    <a:pt x="229145" y="11914"/>
                  </a:lnTo>
                  <a:lnTo>
                    <a:pt x="224200" y="10030"/>
                  </a:lnTo>
                  <a:lnTo>
                    <a:pt x="219199" y="8304"/>
                  </a:lnTo>
                  <a:lnTo>
                    <a:pt x="214145" y="6737"/>
                  </a:lnTo>
                  <a:lnTo>
                    <a:pt x="209045" y="5330"/>
                  </a:lnTo>
                  <a:lnTo>
                    <a:pt x="203902" y="4086"/>
                  </a:lnTo>
                  <a:lnTo>
                    <a:pt x="198723" y="3005"/>
                  </a:lnTo>
                  <a:lnTo>
                    <a:pt x="193512" y="2089"/>
                  </a:lnTo>
                  <a:lnTo>
                    <a:pt x="188274" y="1338"/>
                  </a:lnTo>
                  <a:lnTo>
                    <a:pt x="183016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256077" y="4659281"/>
              <a:ext cx="325852" cy="334327"/>
            </a:xfrm>
            <a:custGeom>
              <a:avLst/>
              <a:pathLst>
                <a:path w="325852" h="334327">
                  <a:moveTo>
                    <a:pt x="167157" y="0"/>
                  </a:moveTo>
                  <a:lnTo>
                    <a:pt x="161836" y="84"/>
                  </a:lnTo>
                  <a:lnTo>
                    <a:pt x="156522" y="338"/>
                  </a:lnTo>
                  <a:lnTo>
                    <a:pt x="151218" y="761"/>
                  </a:lnTo>
                  <a:lnTo>
                    <a:pt x="145930" y="1353"/>
                  </a:lnTo>
                  <a:lnTo>
                    <a:pt x="140663" y="2112"/>
                  </a:lnTo>
                  <a:lnTo>
                    <a:pt x="135424" y="3039"/>
                  </a:lnTo>
                  <a:lnTo>
                    <a:pt x="130217" y="4132"/>
                  </a:lnTo>
                  <a:lnTo>
                    <a:pt x="125047" y="5390"/>
                  </a:lnTo>
                  <a:lnTo>
                    <a:pt x="119919" y="6812"/>
                  </a:lnTo>
                  <a:lnTo>
                    <a:pt x="114840" y="8397"/>
                  </a:lnTo>
                  <a:lnTo>
                    <a:pt x="109813" y="10142"/>
                  </a:lnTo>
                  <a:lnTo>
                    <a:pt x="104845" y="12047"/>
                  </a:lnTo>
                  <a:lnTo>
                    <a:pt x="99940" y="14109"/>
                  </a:lnTo>
                  <a:lnTo>
                    <a:pt x="95103" y="16325"/>
                  </a:lnTo>
                  <a:lnTo>
                    <a:pt x="90339" y="18695"/>
                  </a:lnTo>
                  <a:lnTo>
                    <a:pt x="85652" y="21215"/>
                  </a:lnTo>
                  <a:lnTo>
                    <a:pt x="81049" y="23883"/>
                  </a:lnTo>
                  <a:lnTo>
                    <a:pt x="76532" y="26696"/>
                  </a:lnTo>
                  <a:lnTo>
                    <a:pt x="72108" y="29651"/>
                  </a:lnTo>
                  <a:lnTo>
                    <a:pt x="67779" y="32746"/>
                  </a:lnTo>
                  <a:lnTo>
                    <a:pt x="63552" y="35977"/>
                  </a:lnTo>
                  <a:lnTo>
                    <a:pt x="59429" y="39340"/>
                  </a:lnTo>
                  <a:lnTo>
                    <a:pt x="55415" y="42834"/>
                  </a:lnTo>
                  <a:lnTo>
                    <a:pt x="51515" y="46453"/>
                  </a:lnTo>
                  <a:lnTo>
                    <a:pt x="47732" y="50194"/>
                  </a:lnTo>
                  <a:lnTo>
                    <a:pt x="44069" y="54054"/>
                  </a:lnTo>
                  <a:lnTo>
                    <a:pt x="40532" y="58029"/>
                  </a:lnTo>
                  <a:lnTo>
                    <a:pt x="37123" y="62114"/>
                  </a:lnTo>
                  <a:lnTo>
                    <a:pt x="33845" y="66306"/>
                  </a:lnTo>
                  <a:lnTo>
                    <a:pt x="30703" y="70599"/>
                  </a:lnTo>
                  <a:lnTo>
                    <a:pt x="27699" y="74991"/>
                  </a:lnTo>
                  <a:lnTo>
                    <a:pt x="24836" y="79476"/>
                  </a:lnTo>
                  <a:lnTo>
                    <a:pt x="22117" y="84050"/>
                  </a:lnTo>
                  <a:lnTo>
                    <a:pt x="19545" y="88708"/>
                  </a:lnTo>
                  <a:lnTo>
                    <a:pt x="17123" y="93446"/>
                  </a:lnTo>
                  <a:lnTo>
                    <a:pt x="14853" y="98258"/>
                  </a:lnTo>
                  <a:lnTo>
                    <a:pt x="12737" y="103140"/>
                  </a:lnTo>
                  <a:lnTo>
                    <a:pt x="10777" y="108087"/>
                  </a:lnTo>
                  <a:lnTo>
                    <a:pt x="8976" y="113094"/>
                  </a:lnTo>
                  <a:lnTo>
                    <a:pt x="7336" y="118155"/>
                  </a:lnTo>
                  <a:lnTo>
                    <a:pt x="5857" y="123266"/>
                  </a:lnTo>
                  <a:lnTo>
                    <a:pt x="4541" y="128422"/>
                  </a:lnTo>
                  <a:lnTo>
                    <a:pt x="3391" y="133617"/>
                  </a:lnTo>
                  <a:lnTo>
                    <a:pt x="2406" y="138846"/>
                  </a:lnTo>
                  <a:lnTo>
                    <a:pt x="1588" y="144103"/>
                  </a:lnTo>
                  <a:lnTo>
                    <a:pt x="938" y="149384"/>
                  </a:lnTo>
                  <a:lnTo>
                    <a:pt x="456" y="154683"/>
                  </a:lnTo>
                  <a:lnTo>
                    <a:pt x="143" y="159995"/>
                  </a:lnTo>
                  <a:lnTo>
                    <a:pt x="0" y="165314"/>
                  </a:lnTo>
                  <a:lnTo>
                    <a:pt x="25" y="170635"/>
                  </a:lnTo>
                  <a:lnTo>
                    <a:pt x="220" y="175952"/>
                  </a:lnTo>
                  <a:lnTo>
                    <a:pt x="584" y="181261"/>
                  </a:lnTo>
                  <a:lnTo>
                    <a:pt x="1117" y="186555"/>
                  </a:lnTo>
                  <a:lnTo>
                    <a:pt x="1818" y="191829"/>
                  </a:lnTo>
                  <a:lnTo>
                    <a:pt x="2687" y="197079"/>
                  </a:lnTo>
                  <a:lnTo>
                    <a:pt x="3722" y="202298"/>
                  </a:lnTo>
                  <a:lnTo>
                    <a:pt x="4923" y="207481"/>
                  </a:lnTo>
                  <a:lnTo>
                    <a:pt x="6288" y="212624"/>
                  </a:lnTo>
                  <a:lnTo>
                    <a:pt x="7817" y="217721"/>
                  </a:lnTo>
                  <a:lnTo>
                    <a:pt x="9506" y="222766"/>
                  </a:lnTo>
                  <a:lnTo>
                    <a:pt x="11356" y="227755"/>
                  </a:lnTo>
                  <a:lnTo>
                    <a:pt x="13363" y="232683"/>
                  </a:lnTo>
                  <a:lnTo>
                    <a:pt x="15526" y="237544"/>
                  </a:lnTo>
                  <a:lnTo>
                    <a:pt x="17842" y="242335"/>
                  </a:lnTo>
                  <a:lnTo>
                    <a:pt x="20310" y="247048"/>
                  </a:lnTo>
                  <a:lnTo>
                    <a:pt x="22927" y="251681"/>
                  </a:lnTo>
                  <a:lnTo>
                    <a:pt x="25690" y="256229"/>
                  </a:lnTo>
                  <a:lnTo>
                    <a:pt x="28596" y="260686"/>
                  </a:lnTo>
                  <a:lnTo>
                    <a:pt x="31642" y="265048"/>
                  </a:lnTo>
                  <a:lnTo>
                    <a:pt x="34826" y="269312"/>
                  </a:lnTo>
                  <a:lnTo>
                    <a:pt x="38144" y="273471"/>
                  </a:lnTo>
                  <a:lnTo>
                    <a:pt x="41592" y="277523"/>
                  </a:lnTo>
                  <a:lnTo>
                    <a:pt x="45168" y="281464"/>
                  </a:lnTo>
                  <a:lnTo>
                    <a:pt x="48867" y="285288"/>
                  </a:lnTo>
                  <a:lnTo>
                    <a:pt x="52687" y="288993"/>
                  </a:lnTo>
                  <a:lnTo>
                    <a:pt x="56622" y="292574"/>
                  </a:lnTo>
                  <a:lnTo>
                    <a:pt x="60669" y="296029"/>
                  </a:lnTo>
                  <a:lnTo>
                    <a:pt x="64824" y="299352"/>
                  </a:lnTo>
                  <a:lnTo>
                    <a:pt x="69083" y="302542"/>
                  </a:lnTo>
                  <a:lnTo>
                    <a:pt x="73441" y="305595"/>
                  </a:lnTo>
                  <a:lnTo>
                    <a:pt x="77894" y="308507"/>
                  </a:lnTo>
                  <a:lnTo>
                    <a:pt x="82437" y="311276"/>
                  </a:lnTo>
                  <a:lnTo>
                    <a:pt x="87066" y="313900"/>
                  </a:lnTo>
                  <a:lnTo>
                    <a:pt x="91777" y="316374"/>
                  </a:lnTo>
                  <a:lnTo>
                    <a:pt x="96564" y="318698"/>
                  </a:lnTo>
                  <a:lnTo>
                    <a:pt x="101422" y="320868"/>
                  </a:lnTo>
                  <a:lnTo>
                    <a:pt x="106347" y="322882"/>
                  </a:lnTo>
                  <a:lnTo>
                    <a:pt x="111333" y="324738"/>
                  </a:lnTo>
                  <a:lnTo>
                    <a:pt x="116376" y="326435"/>
                  </a:lnTo>
                  <a:lnTo>
                    <a:pt x="121471" y="327970"/>
                  </a:lnTo>
                  <a:lnTo>
                    <a:pt x="126612" y="329343"/>
                  </a:lnTo>
                  <a:lnTo>
                    <a:pt x="131794" y="330551"/>
                  </a:lnTo>
                  <a:lnTo>
                    <a:pt x="137011" y="331594"/>
                  </a:lnTo>
                  <a:lnTo>
                    <a:pt x="142259" y="332470"/>
                  </a:lnTo>
                  <a:lnTo>
                    <a:pt x="147533" y="333179"/>
                  </a:lnTo>
                  <a:lnTo>
                    <a:pt x="152826" y="333719"/>
                  </a:lnTo>
                  <a:lnTo>
                    <a:pt x="158134" y="334091"/>
                  </a:lnTo>
                  <a:lnTo>
                    <a:pt x="163451" y="334293"/>
                  </a:lnTo>
                  <a:lnTo>
                    <a:pt x="168772" y="334327"/>
                  </a:lnTo>
                  <a:lnTo>
                    <a:pt x="174091" y="334190"/>
                  </a:lnTo>
                  <a:lnTo>
                    <a:pt x="179403" y="333885"/>
                  </a:lnTo>
                  <a:lnTo>
                    <a:pt x="184703" y="333411"/>
                  </a:lnTo>
                  <a:lnTo>
                    <a:pt x="189985" y="332768"/>
                  </a:lnTo>
                  <a:lnTo>
                    <a:pt x="195243" y="331958"/>
                  </a:lnTo>
                  <a:lnTo>
                    <a:pt x="200474" y="330981"/>
                  </a:lnTo>
                  <a:lnTo>
                    <a:pt x="205670" y="329837"/>
                  </a:lnTo>
                  <a:lnTo>
                    <a:pt x="210828" y="328529"/>
                  </a:lnTo>
                  <a:lnTo>
                    <a:pt x="215941" y="327058"/>
                  </a:lnTo>
                  <a:lnTo>
                    <a:pt x="221005" y="325424"/>
                  </a:lnTo>
                  <a:lnTo>
                    <a:pt x="226014" y="323630"/>
                  </a:lnTo>
                  <a:lnTo>
                    <a:pt x="230964" y="321678"/>
                  </a:lnTo>
                  <a:lnTo>
                    <a:pt x="235849" y="319569"/>
                  </a:lnTo>
                  <a:lnTo>
                    <a:pt x="240665" y="317305"/>
                  </a:lnTo>
                  <a:lnTo>
                    <a:pt x="245406" y="314890"/>
                  </a:lnTo>
                  <a:lnTo>
                    <a:pt x="250067" y="312325"/>
                  </a:lnTo>
                  <a:lnTo>
                    <a:pt x="254645" y="309612"/>
                  </a:lnTo>
                  <a:lnTo>
                    <a:pt x="259134" y="306756"/>
                  </a:lnTo>
                  <a:lnTo>
                    <a:pt x="263530" y="303758"/>
                  </a:lnTo>
                  <a:lnTo>
                    <a:pt x="267828" y="300622"/>
                  </a:lnTo>
                  <a:lnTo>
                    <a:pt x="272025" y="297350"/>
                  </a:lnTo>
                  <a:lnTo>
                    <a:pt x="276115" y="293947"/>
                  </a:lnTo>
                  <a:lnTo>
                    <a:pt x="280094" y="290415"/>
                  </a:lnTo>
                  <a:lnTo>
                    <a:pt x="283959" y="286758"/>
                  </a:lnTo>
                  <a:lnTo>
                    <a:pt x="287706" y="282980"/>
                  </a:lnTo>
                  <a:lnTo>
                    <a:pt x="291331" y="279085"/>
                  </a:lnTo>
                  <a:lnTo>
                    <a:pt x="294830" y="275076"/>
                  </a:lnTo>
                  <a:lnTo>
                    <a:pt x="298200" y="270959"/>
                  </a:lnTo>
                  <a:lnTo>
                    <a:pt x="301436" y="266735"/>
                  </a:lnTo>
                  <a:lnTo>
                    <a:pt x="304537" y="262412"/>
                  </a:lnTo>
                  <a:lnTo>
                    <a:pt x="307499" y="257991"/>
                  </a:lnTo>
                  <a:lnTo>
                    <a:pt x="310318" y="253479"/>
                  </a:lnTo>
                  <a:lnTo>
                    <a:pt x="312993" y="248879"/>
                  </a:lnTo>
                  <a:lnTo>
                    <a:pt x="315519" y="244196"/>
                  </a:lnTo>
                  <a:lnTo>
                    <a:pt x="317896" y="239435"/>
                  </a:lnTo>
                  <a:lnTo>
                    <a:pt x="320119" y="234601"/>
                  </a:lnTo>
                  <a:lnTo>
                    <a:pt x="322188" y="229699"/>
                  </a:lnTo>
                  <a:lnTo>
                    <a:pt x="324100" y="224733"/>
                  </a:lnTo>
                  <a:lnTo>
                    <a:pt x="325852" y="21970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423235" y="4826449"/>
              <a:ext cx="158695" cy="52542"/>
            </a:xfrm>
            <a:custGeom>
              <a:avLst/>
              <a:pathLst>
                <a:path w="158695" h="52542">
                  <a:moveTo>
                    <a:pt x="158695" y="5254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423235" y="4826449"/>
              <a:ext cx="158695" cy="52542"/>
            </a:xfrm>
            <a:custGeom>
              <a:avLst/>
              <a:pathLst>
                <a:path w="158695" h="52542">
                  <a:moveTo>
                    <a:pt x="158695" y="5254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423235" y="4745870"/>
              <a:ext cx="167160" cy="133121"/>
            </a:xfrm>
            <a:custGeom>
              <a:avLst/>
              <a:pathLst>
                <a:path w="167160" h="133121">
                  <a:moveTo>
                    <a:pt x="158695" y="133121"/>
                  </a:moveTo>
                  <a:lnTo>
                    <a:pt x="160338" y="127871"/>
                  </a:lnTo>
                  <a:lnTo>
                    <a:pt x="161807" y="122570"/>
                  </a:lnTo>
                  <a:lnTo>
                    <a:pt x="163101" y="117224"/>
                  </a:lnTo>
                  <a:lnTo>
                    <a:pt x="164218" y="111837"/>
                  </a:lnTo>
                  <a:lnTo>
                    <a:pt x="165158" y="106417"/>
                  </a:lnTo>
                  <a:lnTo>
                    <a:pt x="165919" y="100969"/>
                  </a:lnTo>
                  <a:lnTo>
                    <a:pt x="166500" y="95499"/>
                  </a:lnTo>
                  <a:lnTo>
                    <a:pt x="166900" y="90013"/>
                  </a:lnTo>
                  <a:lnTo>
                    <a:pt x="167121" y="84517"/>
                  </a:lnTo>
                  <a:lnTo>
                    <a:pt x="167160" y="79016"/>
                  </a:lnTo>
                  <a:lnTo>
                    <a:pt x="167018" y="73517"/>
                  </a:lnTo>
                  <a:lnTo>
                    <a:pt x="166695" y="68025"/>
                  </a:lnTo>
                  <a:lnTo>
                    <a:pt x="166192" y="62548"/>
                  </a:lnTo>
                  <a:lnTo>
                    <a:pt x="165508" y="57089"/>
                  </a:lnTo>
                  <a:lnTo>
                    <a:pt x="164646" y="51656"/>
                  </a:lnTo>
                  <a:lnTo>
                    <a:pt x="163605" y="46255"/>
                  </a:lnTo>
                  <a:lnTo>
                    <a:pt x="162387" y="40891"/>
                  </a:lnTo>
                  <a:lnTo>
                    <a:pt x="160994" y="35569"/>
                  </a:lnTo>
                  <a:lnTo>
                    <a:pt x="159426" y="30297"/>
                  </a:lnTo>
                  <a:lnTo>
                    <a:pt x="157685" y="25078"/>
                  </a:lnTo>
                  <a:lnTo>
                    <a:pt x="155774" y="19920"/>
                  </a:lnTo>
                  <a:lnTo>
                    <a:pt x="153693" y="14828"/>
                  </a:lnTo>
                  <a:lnTo>
                    <a:pt x="151447" y="9807"/>
                  </a:lnTo>
                  <a:lnTo>
                    <a:pt x="149036" y="4862"/>
                  </a:lnTo>
                  <a:lnTo>
                    <a:pt x="146465" y="0"/>
                  </a:lnTo>
                  <a:lnTo>
                    <a:pt x="0" y="805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423235" y="4659281"/>
              <a:ext cx="146465" cy="167167"/>
            </a:xfrm>
            <a:custGeom>
              <a:avLst/>
              <a:pathLst>
                <a:path w="146465" h="167167">
                  <a:moveTo>
                    <a:pt x="146465" y="86588"/>
                  </a:moveTo>
                  <a:lnTo>
                    <a:pt x="143695" y="81746"/>
                  </a:lnTo>
                  <a:lnTo>
                    <a:pt x="140765" y="77000"/>
                  </a:lnTo>
                  <a:lnTo>
                    <a:pt x="137678" y="72353"/>
                  </a:lnTo>
                  <a:lnTo>
                    <a:pt x="134438" y="67813"/>
                  </a:lnTo>
                  <a:lnTo>
                    <a:pt x="131048" y="63383"/>
                  </a:lnTo>
                  <a:lnTo>
                    <a:pt x="127513" y="59068"/>
                  </a:lnTo>
                  <a:lnTo>
                    <a:pt x="123835" y="54874"/>
                  </a:lnTo>
                  <a:lnTo>
                    <a:pt x="120020" y="50805"/>
                  </a:lnTo>
                  <a:lnTo>
                    <a:pt x="116071" y="46866"/>
                  </a:lnTo>
                  <a:lnTo>
                    <a:pt x="111992" y="43060"/>
                  </a:lnTo>
                  <a:lnTo>
                    <a:pt x="107789" y="39393"/>
                  </a:lnTo>
                  <a:lnTo>
                    <a:pt x="103466" y="35868"/>
                  </a:lnTo>
                  <a:lnTo>
                    <a:pt x="99028" y="32489"/>
                  </a:lnTo>
                  <a:lnTo>
                    <a:pt x="94480" y="29260"/>
                  </a:lnTo>
                  <a:lnTo>
                    <a:pt x="89826" y="26184"/>
                  </a:lnTo>
                  <a:lnTo>
                    <a:pt x="85072" y="23266"/>
                  </a:lnTo>
                  <a:lnTo>
                    <a:pt x="80224" y="20508"/>
                  </a:lnTo>
                  <a:lnTo>
                    <a:pt x="75286" y="17913"/>
                  </a:lnTo>
                  <a:lnTo>
                    <a:pt x="70265" y="15484"/>
                  </a:lnTo>
                  <a:lnTo>
                    <a:pt x="65165" y="13224"/>
                  </a:lnTo>
                  <a:lnTo>
                    <a:pt x="59992" y="11136"/>
                  </a:lnTo>
                  <a:lnTo>
                    <a:pt x="54753" y="9221"/>
                  </a:lnTo>
                  <a:lnTo>
                    <a:pt x="49453" y="7482"/>
                  </a:lnTo>
                  <a:lnTo>
                    <a:pt x="44098" y="5921"/>
                  </a:lnTo>
                  <a:lnTo>
                    <a:pt x="38694" y="4539"/>
                  </a:lnTo>
                  <a:lnTo>
                    <a:pt x="33246" y="3339"/>
                  </a:lnTo>
                  <a:lnTo>
                    <a:pt x="27762" y="2321"/>
                  </a:lnTo>
                  <a:lnTo>
                    <a:pt x="22247" y="1486"/>
                  </a:lnTo>
                  <a:lnTo>
                    <a:pt x="16707" y="836"/>
                  </a:lnTo>
                  <a:lnTo>
                    <a:pt x="11148" y="372"/>
                  </a:lnTo>
                  <a:lnTo>
                    <a:pt x="5577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561305" y="4213821"/>
              <a:ext cx="167166" cy="278973"/>
            </a:xfrm>
            <a:custGeom>
              <a:avLst/>
              <a:pathLst>
                <a:path w="167166" h="278973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7" y="769"/>
                  </a:lnTo>
                  <a:lnTo>
                    <a:pt x="145832" y="1366"/>
                  </a:lnTo>
                  <a:lnTo>
                    <a:pt x="140540" y="2134"/>
                  </a:lnTo>
                  <a:lnTo>
                    <a:pt x="135275" y="3070"/>
                  </a:lnTo>
                  <a:lnTo>
                    <a:pt x="130042" y="4174"/>
                  </a:lnTo>
                  <a:lnTo>
                    <a:pt x="124848" y="5445"/>
                  </a:lnTo>
                  <a:lnTo>
                    <a:pt x="119696" y="6881"/>
                  </a:lnTo>
                  <a:lnTo>
                    <a:pt x="114594" y="8481"/>
                  </a:lnTo>
                  <a:lnTo>
                    <a:pt x="109545" y="10244"/>
                  </a:lnTo>
                  <a:lnTo>
                    <a:pt x="104555" y="12168"/>
                  </a:lnTo>
                  <a:lnTo>
                    <a:pt x="99629" y="14250"/>
                  </a:lnTo>
                  <a:lnTo>
                    <a:pt x="94772" y="16488"/>
                  </a:lnTo>
                  <a:lnTo>
                    <a:pt x="89990" y="18881"/>
                  </a:lnTo>
                  <a:lnTo>
                    <a:pt x="85286" y="21425"/>
                  </a:lnTo>
                  <a:lnTo>
                    <a:pt x="80666" y="24119"/>
                  </a:lnTo>
                  <a:lnTo>
                    <a:pt x="76135" y="26959"/>
                  </a:lnTo>
                  <a:lnTo>
                    <a:pt x="71696" y="29943"/>
                  </a:lnTo>
                  <a:lnTo>
                    <a:pt x="67356" y="33067"/>
                  </a:lnTo>
                  <a:lnTo>
                    <a:pt x="63118" y="36328"/>
                  </a:lnTo>
                  <a:lnTo>
                    <a:pt x="58986" y="39723"/>
                  </a:lnTo>
                  <a:lnTo>
                    <a:pt x="54965" y="43248"/>
                  </a:lnTo>
                  <a:lnTo>
                    <a:pt x="51058" y="46901"/>
                  </a:lnTo>
                  <a:lnTo>
                    <a:pt x="47271" y="50676"/>
                  </a:lnTo>
                  <a:lnTo>
                    <a:pt x="43606" y="54571"/>
                  </a:lnTo>
                  <a:lnTo>
                    <a:pt x="40068" y="58581"/>
                  </a:lnTo>
                  <a:lnTo>
                    <a:pt x="36660" y="62702"/>
                  </a:lnTo>
                  <a:lnTo>
                    <a:pt x="33385" y="66930"/>
                  </a:lnTo>
                  <a:lnTo>
                    <a:pt x="30247" y="71260"/>
                  </a:lnTo>
                  <a:lnTo>
                    <a:pt x="27249" y="75689"/>
                  </a:lnTo>
                  <a:lnTo>
                    <a:pt x="24395" y="80211"/>
                  </a:lnTo>
                  <a:lnTo>
                    <a:pt x="21687" y="84822"/>
                  </a:lnTo>
                  <a:lnTo>
                    <a:pt x="19127" y="89518"/>
                  </a:lnTo>
                  <a:lnTo>
                    <a:pt x="16719" y="94293"/>
                  </a:lnTo>
                  <a:lnTo>
                    <a:pt x="14465" y="99142"/>
                  </a:lnTo>
                  <a:lnTo>
                    <a:pt x="12367" y="104061"/>
                  </a:lnTo>
                  <a:lnTo>
                    <a:pt x="10428" y="109045"/>
                  </a:lnTo>
                  <a:lnTo>
                    <a:pt x="8649" y="114088"/>
                  </a:lnTo>
                  <a:lnTo>
                    <a:pt x="7032" y="119186"/>
                  </a:lnTo>
                  <a:lnTo>
                    <a:pt x="5580" y="124333"/>
                  </a:lnTo>
                  <a:lnTo>
                    <a:pt x="4292" y="129523"/>
                  </a:lnTo>
                  <a:lnTo>
                    <a:pt x="3171" y="134752"/>
                  </a:lnTo>
                  <a:lnTo>
                    <a:pt x="2219" y="140014"/>
                  </a:lnTo>
                  <a:lnTo>
                    <a:pt x="1434" y="145304"/>
                  </a:lnTo>
                  <a:lnTo>
                    <a:pt x="820" y="150617"/>
                  </a:lnTo>
                  <a:lnTo>
                    <a:pt x="376" y="155946"/>
                  </a:lnTo>
                  <a:lnTo>
                    <a:pt x="102" y="161287"/>
                  </a:lnTo>
                  <a:lnTo>
                    <a:pt x="0" y="166634"/>
                  </a:lnTo>
                  <a:lnTo>
                    <a:pt x="68" y="171981"/>
                  </a:lnTo>
                  <a:lnTo>
                    <a:pt x="307" y="177323"/>
                  </a:lnTo>
                  <a:lnTo>
                    <a:pt x="718" y="182656"/>
                  </a:lnTo>
                  <a:lnTo>
                    <a:pt x="1298" y="187972"/>
                  </a:lnTo>
                  <a:lnTo>
                    <a:pt x="2049" y="193267"/>
                  </a:lnTo>
                  <a:lnTo>
                    <a:pt x="2968" y="198535"/>
                  </a:lnTo>
                  <a:lnTo>
                    <a:pt x="4055" y="203771"/>
                  </a:lnTo>
                  <a:lnTo>
                    <a:pt x="5310" y="208969"/>
                  </a:lnTo>
                  <a:lnTo>
                    <a:pt x="6730" y="214125"/>
                  </a:lnTo>
                  <a:lnTo>
                    <a:pt x="8314" y="219233"/>
                  </a:lnTo>
                  <a:lnTo>
                    <a:pt x="10060" y="224288"/>
                  </a:lnTo>
                  <a:lnTo>
                    <a:pt x="11968" y="229284"/>
                  </a:lnTo>
                  <a:lnTo>
                    <a:pt x="14034" y="234216"/>
                  </a:lnTo>
                  <a:lnTo>
                    <a:pt x="16257" y="239080"/>
                  </a:lnTo>
                  <a:lnTo>
                    <a:pt x="18635" y="243870"/>
                  </a:lnTo>
                  <a:lnTo>
                    <a:pt x="21164" y="248582"/>
                  </a:lnTo>
                  <a:lnTo>
                    <a:pt x="23843" y="253210"/>
                  </a:lnTo>
                  <a:lnTo>
                    <a:pt x="26669" y="257751"/>
                  </a:lnTo>
                  <a:lnTo>
                    <a:pt x="29638" y="262198"/>
                  </a:lnTo>
                  <a:lnTo>
                    <a:pt x="32748" y="266549"/>
                  </a:lnTo>
                  <a:lnTo>
                    <a:pt x="35996" y="270798"/>
                  </a:lnTo>
                  <a:lnTo>
                    <a:pt x="39378" y="274940"/>
                  </a:lnTo>
                  <a:lnTo>
                    <a:pt x="42890" y="278973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604196" y="4380988"/>
              <a:ext cx="124275" cy="111805"/>
            </a:xfrm>
            <a:custGeom>
              <a:avLst/>
              <a:pathLst>
                <a:path w="124275" h="111805">
                  <a:moveTo>
                    <a:pt x="0" y="111805"/>
                  </a:moveTo>
                  <a:lnTo>
                    <a:pt x="12427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604196" y="4380988"/>
              <a:ext cx="124275" cy="155198"/>
            </a:xfrm>
            <a:custGeom>
              <a:avLst/>
              <a:pathLst>
                <a:path w="124275" h="155198">
                  <a:moveTo>
                    <a:pt x="0" y="111805"/>
                  </a:moveTo>
                  <a:lnTo>
                    <a:pt x="4010" y="116108"/>
                  </a:lnTo>
                  <a:lnTo>
                    <a:pt x="8169" y="120268"/>
                  </a:lnTo>
                  <a:lnTo>
                    <a:pt x="12473" y="124278"/>
                  </a:lnTo>
                  <a:lnTo>
                    <a:pt x="16914" y="128134"/>
                  </a:lnTo>
                  <a:lnTo>
                    <a:pt x="21489" y="131832"/>
                  </a:lnTo>
                  <a:lnTo>
                    <a:pt x="26191" y="135367"/>
                  </a:lnTo>
                  <a:lnTo>
                    <a:pt x="31014" y="138734"/>
                  </a:lnTo>
                  <a:lnTo>
                    <a:pt x="35953" y="141929"/>
                  </a:lnTo>
                  <a:lnTo>
                    <a:pt x="41001" y="144949"/>
                  </a:lnTo>
                  <a:lnTo>
                    <a:pt x="46152" y="147789"/>
                  </a:lnTo>
                  <a:lnTo>
                    <a:pt x="51400" y="150446"/>
                  </a:lnTo>
                  <a:lnTo>
                    <a:pt x="56738" y="152917"/>
                  </a:lnTo>
                  <a:lnTo>
                    <a:pt x="62160" y="155198"/>
                  </a:lnTo>
                  <a:lnTo>
                    <a:pt x="12427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666356" y="4213821"/>
              <a:ext cx="229261" cy="334334"/>
            </a:xfrm>
            <a:custGeom>
              <a:avLst/>
              <a:pathLst>
                <a:path w="229261" h="334334">
                  <a:moveTo>
                    <a:pt x="0" y="322366"/>
                  </a:moveTo>
                  <a:lnTo>
                    <a:pt x="4955" y="324258"/>
                  </a:lnTo>
                  <a:lnTo>
                    <a:pt x="9968" y="325993"/>
                  </a:lnTo>
                  <a:lnTo>
                    <a:pt x="15033" y="327567"/>
                  </a:lnTo>
                  <a:lnTo>
                    <a:pt x="20146" y="328980"/>
                  </a:lnTo>
                  <a:lnTo>
                    <a:pt x="25301" y="330230"/>
                  </a:lnTo>
                  <a:lnTo>
                    <a:pt x="30493" y="331316"/>
                  </a:lnTo>
                  <a:lnTo>
                    <a:pt x="35717" y="332237"/>
                  </a:lnTo>
                  <a:lnTo>
                    <a:pt x="40967" y="332991"/>
                  </a:lnTo>
                  <a:lnTo>
                    <a:pt x="46239" y="333579"/>
                  </a:lnTo>
                  <a:lnTo>
                    <a:pt x="51527" y="333999"/>
                  </a:lnTo>
                  <a:lnTo>
                    <a:pt x="56825" y="334251"/>
                  </a:lnTo>
                  <a:lnTo>
                    <a:pt x="62129" y="334334"/>
                  </a:lnTo>
                  <a:lnTo>
                    <a:pt x="67433" y="334250"/>
                  </a:lnTo>
                  <a:lnTo>
                    <a:pt x="72731" y="333997"/>
                  </a:lnTo>
                  <a:lnTo>
                    <a:pt x="78019" y="333576"/>
                  </a:lnTo>
                  <a:lnTo>
                    <a:pt x="83290" y="332988"/>
                  </a:lnTo>
                  <a:lnTo>
                    <a:pt x="88541" y="332232"/>
                  </a:lnTo>
                  <a:lnTo>
                    <a:pt x="93764" y="331311"/>
                  </a:lnTo>
                  <a:lnTo>
                    <a:pt x="98956" y="330224"/>
                  </a:lnTo>
                  <a:lnTo>
                    <a:pt x="104111" y="328973"/>
                  </a:lnTo>
                  <a:lnTo>
                    <a:pt x="109224" y="327559"/>
                  </a:lnTo>
                  <a:lnTo>
                    <a:pt x="114289" y="325984"/>
                  </a:lnTo>
                  <a:lnTo>
                    <a:pt x="119301" y="324249"/>
                  </a:lnTo>
                  <a:lnTo>
                    <a:pt x="124256" y="322355"/>
                  </a:lnTo>
                  <a:lnTo>
                    <a:pt x="129148" y="320306"/>
                  </a:lnTo>
                  <a:lnTo>
                    <a:pt x="133973" y="318102"/>
                  </a:lnTo>
                  <a:lnTo>
                    <a:pt x="138726" y="315746"/>
                  </a:lnTo>
                  <a:lnTo>
                    <a:pt x="143401" y="313240"/>
                  </a:lnTo>
                  <a:lnTo>
                    <a:pt x="147995" y="310588"/>
                  </a:lnTo>
                  <a:lnTo>
                    <a:pt x="152502" y="307791"/>
                  </a:lnTo>
                  <a:lnTo>
                    <a:pt x="156918" y="304852"/>
                  </a:lnTo>
                  <a:lnTo>
                    <a:pt x="161239" y="301775"/>
                  </a:lnTo>
                  <a:lnTo>
                    <a:pt x="165460" y="298563"/>
                  </a:lnTo>
                  <a:lnTo>
                    <a:pt x="169576" y="295218"/>
                  </a:lnTo>
                  <a:lnTo>
                    <a:pt x="173585" y="291744"/>
                  </a:lnTo>
                  <a:lnTo>
                    <a:pt x="177481" y="288144"/>
                  </a:lnTo>
                  <a:lnTo>
                    <a:pt x="181261" y="284423"/>
                  </a:lnTo>
                  <a:lnTo>
                    <a:pt x="184922" y="280584"/>
                  </a:lnTo>
                  <a:lnTo>
                    <a:pt x="188458" y="276631"/>
                  </a:lnTo>
                  <a:lnTo>
                    <a:pt x="191868" y="272567"/>
                  </a:lnTo>
                  <a:lnTo>
                    <a:pt x="195146" y="268397"/>
                  </a:lnTo>
                  <a:lnTo>
                    <a:pt x="198291" y="264126"/>
                  </a:lnTo>
                  <a:lnTo>
                    <a:pt x="201299" y="259756"/>
                  </a:lnTo>
                  <a:lnTo>
                    <a:pt x="204166" y="255294"/>
                  </a:lnTo>
                  <a:lnTo>
                    <a:pt x="206891" y="250743"/>
                  </a:lnTo>
                  <a:lnTo>
                    <a:pt x="209469" y="246107"/>
                  </a:lnTo>
                  <a:lnTo>
                    <a:pt x="211900" y="241392"/>
                  </a:lnTo>
                  <a:lnTo>
                    <a:pt x="214179" y="236603"/>
                  </a:lnTo>
                  <a:lnTo>
                    <a:pt x="216306" y="231743"/>
                  </a:lnTo>
                  <a:lnTo>
                    <a:pt x="218277" y="226819"/>
                  </a:lnTo>
                  <a:lnTo>
                    <a:pt x="220091" y="221834"/>
                  </a:lnTo>
                  <a:lnTo>
                    <a:pt x="221746" y="216794"/>
                  </a:lnTo>
                  <a:lnTo>
                    <a:pt x="223240" y="211705"/>
                  </a:lnTo>
                  <a:lnTo>
                    <a:pt x="224572" y="206570"/>
                  </a:lnTo>
                  <a:lnTo>
                    <a:pt x="225740" y="201396"/>
                  </a:lnTo>
                  <a:lnTo>
                    <a:pt x="226744" y="196188"/>
                  </a:lnTo>
                  <a:lnTo>
                    <a:pt x="227582" y="190950"/>
                  </a:lnTo>
                  <a:lnTo>
                    <a:pt x="228253" y="185688"/>
                  </a:lnTo>
                  <a:lnTo>
                    <a:pt x="228757" y="180408"/>
                  </a:lnTo>
                  <a:lnTo>
                    <a:pt x="229093" y="175114"/>
                  </a:lnTo>
                  <a:lnTo>
                    <a:pt x="229261" y="169812"/>
                  </a:lnTo>
                  <a:lnTo>
                    <a:pt x="229261" y="164508"/>
                  </a:lnTo>
                  <a:lnTo>
                    <a:pt x="229093" y="159206"/>
                  </a:lnTo>
                  <a:lnTo>
                    <a:pt x="228756" y="153912"/>
                  </a:lnTo>
                  <a:lnTo>
                    <a:pt x="228252" y="148632"/>
                  </a:lnTo>
                  <a:lnTo>
                    <a:pt x="227580" y="143370"/>
                  </a:lnTo>
                  <a:lnTo>
                    <a:pt x="226742" y="138132"/>
                  </a:lnTo>
                  <a:lnTo>
                    <a:pt x="225737" y="132924"/>
                  </a:lnTo>
                  <a:lnTo>
                    <a:pt x="224569" y="127750"/>
                  </a:lnTo>
                  <a:lnTo>
                    <a:pt x="223236" y="122616"/>
                  </a:lnTo>
                  <a:lnTo>
                    <a:pt x="221742" y="117526"/>
                  </a:lnTo>
                  <a:lnTo>
                    <a:pt x="220086" y="112487"/>
                  </a:lnTo>
                  <a:lnTo>
                    <a:pt x="218272" y="107502"/>
                  </a:lnTo>
                  <a:lnTo>
                    <a:pt x="216300" y="102578"/>
                  </a:lnTo>
                  <a:lnTo>
                    <a:pt x="214174" y="97718"/>
                  </a:lnTo>
                  <a:lnTo>
                    <a:pt x="211894" y="92929"/>
                  </a:lnTo>
                  <a:lnTo>
                    <a:pt x="209463" y="88214"/>
                  </a:lnTo>
                  <a:lnTo>
                    <a:pt x="206884" y="83579"/>
                  </a:lnTo>
                  <a:lnTo>
                    <a:pt x="204159" y="79028"/>
                  </a:lnTo>
                  <a:lnTo>
                    <a:pt x="201291" y="74566"/>
                  </a:lnTo>
                  <a:lnTo>
                    <a:pt x="198283" y="70197"/>
                  </a:lnTo>
                  <a:lnTo>
                    <a:pt x="195138" y="65925"/>
                  </a:lnTo>
                  <a:lnTo>
                    <a:pt x="191859" y="61756"/>
                  </a:lnTo>
                  <a:lnTo>
                    <a:pt x="188449" y="57693"/>
                  </a:lnTo>
                  <a:lnTo>
                    <a:pt x="184912" y="53740"/>
                  </a:lnTo>
                  <a:lnTo>
                    <a:pt x="181252" y="49901"/>
                  </a:lnTo>
                  <a:lnTo>
                    <a:pt x="177471" y="46180"/>
                  </a:lnTo>
                  <a:lnTo>
                    <a:pt x="173574" y="42581"/>
                  </a:lnTo>
                  <a:lnTo>
                    <a:pt x="169566" y="39107"/>
                  </a:lnTo>
                  <a:lnTo>
                    <a:pt x="165449" y="35763"/>
                  </a:lnTo>
                  <a:lnTo>
                    <a:pt x="161227" y="32550"/>
                  </a:lnTo>
                  <a:lnTo>
                    <a:pt x="156907" y="29474"/>
                  </a:lnTo>
                  <a:lnTo>
                    <a:pt x="152490" y="26535"/>
                  </a:lnTo>
                  <a:lnTo>
                    <a:pt x="147983" y="23739"/>
                  </a:lnTo>
                  <a:lnTo>
                    <a:pt x="143389" y="21087"/>
                  </a:lnTo>
                  <a:lnTo>
                    <a:pt x="138713" y="18582"/>
                  </a:lnTo>
                  <a:lnTo>
                    <a:pt x="133961" y="16226"/>
                  </a:lnTo>
                  <a:lnTo>
                    <a:pt x="129136" y="14023"/>
                  </a:lnTo>
                  <a:lnTo>
                    <a:pt x="124243" y="11973"/>
                  </a:lnTo>
                  <a:lnTo>
                    <a:pt x="119288" y="10080"/>
                  </a:lnTo>
                  <a:lnTo>
                    <a:pt x="114275" y="8346"/>
                  </a:lnTo>
                  <a:lnTo>
                    <a:pt x="109210" y="6771"/>
                  </a:lnTo>
                  <a:lnTo>
                    <a:pt x="104097" y="5357"/>
                  </a:lnTo>
                  <a:lnTo>
                    <a:pt x="98943" y="4107"/>
                  </a:lnTo>
                  <a:lnTo>
                    <a:pt x="93751" y="3020"/>
                  </a:lnTo>
                  <a:lnTo>
                    <a:pt x="88527" y="2099"/>
                  </a:lnTo>
                  <a:lnTo>
                    <a:pt x="83276" y="1344"/>
                  </a:lnTo>
                  <a:lnTo>
                    <a:pt x="78005" y="756"/>
                  </a:lnTo>
                  <a:lnTo>
                    <a:pt x="72717" y="336"/>
                  </a:lnTo>
                  <a:lnTo>
                    <a:pt x="67419" y="84"/>
                  </a:lnTo>
                  <a:lnTo>
                    <a:pt x="62115" y="0"/>
                  </a:lnTo>
                  <a:lnTo>
                    <a:pt x="6211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751845" y="3707720"/>
              <a:ext cx="181841" cy="334329"/>
            </a:xfrm>
            <a:custGeom>
              <a:avLst/>
              <a:pathLst>
                <a:path w="181841" h="334329">
                  <a:moveTo>
                    <a:pt x="167166" y="0"/>
                  </a:moveTo>
                  <a:lnTo>
                    <a:pt x="161821" y="85"/>
                  </a:lnTo>
                  <a:lnTo>
                    <a:pt x="156482" y="341"/>
                  </a:lnTo>
                  <a:lnTo>
                    <a:pt x="151155" y="768"/>
                  </a:lnTo>
                  <a:lnTo>
                    <a:pt x="145843" y="1365"/>
                  </a:lnTo>
                  <a:lnTo>
                    <a:pt x="140553" y="2131"/>
                  </a:lnTo>
                  <a:lnTo>
                    <a:pt x="135291" y="3067"/>
                  </a:lnTo>
                  <a:lnTo>
                    <a:pt x="130061" y="4169"/>
                  </a:lnTo>
                  <a:lnTo>
                    <a:pt x="124869" y="5439"/>
                  </a:lnTo>
                  <a:lnTo>
                    <a:pt x="119720" y="6874"/>
                  </a:lnTo>
                  <a:lnTo>
                    <a:pt x="114620" y="8473"/>
                  </a:lnTo>
                  <a:lnTo>
                    <a:pt x="109573" y="10234"/>
                  </a:lnTo>
                  <a:lnTo>
                    <a:pt x="104585" y="12155"/>
                  </a:lnTo>
                  <a:lnTo>
                    <a:pt x="99662" y="14235"/>
                  </a:lnTo>
                  <a:lnTo>
                    <a:pt x="94807" y="16471"/>
                  </a:lnTo>
                  <a:lnTo>
                    <a:pt x="90026" y="18862"/>
                  </a:lnTo>
                  <a:lnTo>
                    <a:pt x="85324" y="21403"/>
                  </a:lnTo>
                  <a:lnTo>
                    <a:pt x="80706" y="24094"/>
                  </a:lnTo>
                  <a:lnTo>
                    <a:pt x="76176" y="26932"/>
                  </a:lnTo>
                  <a:lnTo>
                    <a:pt x="71740" y="29912"/>
                  </a:lnTo>
                  <a:lnTo>
                    <a:pt x="67400" y="33033"/>
                  </a:lnTo>
                  <a:lnTo>
                    <a:pt x="63163" y="36291"/>
                  </a:lnTo>
                  <a:lnTo>
                    <a:pt x="59032" y="39683"/>
                  </a:lnTo>
                  <a:lnTo>
                    <a:pt x="55012" y="43205"/>
                  </a:lnTo>
                  <a:lnTo>
                    <a:pt x="51106" y="46854"/>
                  </a:lnTo>
                  <a:lnTo>
                    <a:pt x="47319" y="50626"/>
                  </a:lnTo>
                  <a:lnTo>
                    <a:pt x="43655" y="54517"/>
                  </a:lnTo>
                  <a:lnTo>
                    <a:pt x="40116" y="58523"/>
                  </a:lnTo>
                  <a:lnTo>
                    <a:pt x="36708" y="62640"/>
                  </a:lnTo>
                  <a:lnTo>
                    <a:pt x="33433" y="66865"/>
                  </a:lnTo>
                  <a:lnTo>
                    <a:pt x="30295" y="71191"/>
                  </a:lnTo>
                  <a:lnTo>
                    <a:pt x="27296" y="75616"/>
                  </a:lnTo>
                  <a:lnTo>
                    <a:pt x="24441" y="80134"/>
                  </a:lnTo>
                  <a:lnTo>
                    <a:pt x="21732" y="84742"/>
                  </a:lnTo>
                  <a:lnTo>
                    <a:pt x="19171" y="89433"/>
                  </a:lnTo>
                  <a:lnTo>
                    <a:pt x="16761" y="94204"/>
                  </a:lnTo>
                  <a:lnTo>
                    <a:pt x="14506" y="99050"/>
                  </a:lnTo>
                  <a:lnTo>
                    <a:pt x="12406" y="103965"/>
                  </a:lnTo>
                  <a:lnTo>
                    <a:pt x="10465" y="108945"/>
                  </a:lnTo>
                  <a:lnTo>
                    <a:pt x="8683" y="113985"/>
                  </a:lnTo>
                  <a:lnTo>
                    <a:pt x="7064" y="119079"/>
                  </a:lnTo>
                  <a:lnTo>
                    <a:pt x="5609" y="124222"/>
                  </a:lnTo>
                  <a:lnTo>
                    <a:pt x="4318" y="129409"/>
                  </a:lnTo>
                  <a:lnTo>
                    <a:pt x="3194" y="134634"/>
                  </a:lnTo>
                  <a:lnTo>
                    <a:pt x="2238" y="139893"/>
                  </a:lnTo>
                  <a:lnTo>
                    <a:pt x="1450" y="145179"/>
                  </a:lnTo>
                  <a:lnTo>
                    <a:pt x="832" y="150489"/>
                  </a:lnTo>
                  <a:lnTo>
                    <a:pt x="384" y="155815"/>
                  </a:lnTo>
                  <a:lnTo>
                    <a:pt x="106" y="161152"/>
                  </a:lnTo>
                  <a:lnTo>
                    <a:pt x="0" y="166496"/>
                  </a:lnTo>
                  <a:lnTo>
                    <a:pt x="64" y="171841"/>
                  </a:lnTo>
                  <a:lnTo>
                    <a:pt x="298" y="177181"/>
                  </a:lnTo>
                  <a:lnTo>
                    <a:pt x="704" y="182510"/>
                  </a:lnTo>
                  <a:lnTo>
                    <a:pt x="1279" y="187824"/>
                  </a:lnTo>
                  <a:lnTo>
                    <a:pt x="2025" y="193117"/>
                  </a:lnTo>
                  <a:lnTo>
                    <a:pt x="2939" y="198383"/>
                  </a:lnTo>
                  <a:lnTo>
                    <a:pt x="4021" y="203618"/>
                  </a:lnTo>
                  <a:lnTo>
                    <a:pt x="5269" y="208815"/>
                  </a:lnTo>
                  <a:lnTo>
                    <a:pt x="6684" y="213969"/>
                  </a:lnTo>
                  <a:lnTo>
                    <a:pt x="8262" y="219076"/>
                  </a:lnTo>
                  <a:lnTo>
                    <a:pt x="10003" y="224129"/>
                  </a:lnTo>
                  <a:lnTo>
                    <a:pt x="11904" y="229125"/>
                  </a:lnTo>
                  <a:lnTo>
                    <a:pt x="13964" y="234057"/>
                  </a:lnTo>
                  <a:lnTo>
                    <a:pt x="16181" y="238920"/>
                  </a:lnTo>
                  <a:lnTo>
                    <a:pt x="18552" y="243711"/>
                  </a:lnTo>
                  <a:lnTo>
                    <a:pt x="21075" y="248423"/>
                  </a:lnTo>
                  <a:lnTo>
                    <a:pt x="23747" y="253052"/>
                  </a:lnTo>
                  <a:lnTo>
                    <a:pt x="26566" y="257593"/>
                  </a:lnTo>
                  <a:lnTo>
                    <a:pt x="29529" y="262041"/>
                  </a:lnTo>
                  <a:lnTo>
                    <a:pt x="32633" y="266393"/>
                  </a:lnTo>
                  <a:lnTo>
                    <a:pt x="35874" y="270643"/>
                  </a:lnTo>
                  <a:lnTo>
                    <a:pt x="39249" y="274788"/>
                  </a:lnTo>
                  <a:lnTo>
                    <a:pt x="42755" y="278822"/>
                  </a:lnTo>
                  <a:lnTo>
                    <a:pt x="46388" y="282743"/>
                  </a:lnTo>
                  <a:lnTo>
                    <a:pt x="50145" y="286545"/>
                  </a:lnTo>
                  <a:lnTo>
                    <a:pt x="54021" y="290225"/>
                  </a:lnTo>
                  <a:lnTo>
                    <a:pt x="58013" y="293779"/>
                  </a:lnTo>
                  <a:lnTo>
                    <a:pt x="62117" y="297204"/>
                  </a:lnTo>
                  <a:lnTo>
                    <a:pt x="66328" y="300496"/>
                  </a:lnTo>
                  <a:lnTo>
                    <a:pt x="70642" y="303652"/>
                  </a:lnTo>
                  <a:lnTo>
                    <a:pt x="75054" y="306668"/>
                  </a:lnTo>
                  <a:lnTo>
                    <a:pt x="79561" y="309541"/>
                  </a:lnTo>
                  <a:lnTo>
                    <a:pt x="84158" y="312269"/>
                  </a:lnTo>
                  <a:lnTo>
                    <a:pt x="88839" y="314849"/>
                  </a:lnTo>
                  <a:lnTo>
                    <a:pt x="93600" y="317277"/>
                  </a:lnTo>
                  <a:lnTo>
                    <a:pt x="98437" y="319552"/>
                  </a:lnTo>
                  <a:lnTo>
                    <a:pt x="103344" y="321672"/>
                  </a:lnTo>
                  <a:lnTo>
                    <a:pt x="108316" y="323633"/>
                  </a:lnTo>
                  <a:lnTo>
                    <a:pt x="113348" y="325435"/>
                  </a:lnTo>
                  <a:lnTo>
                    <a:pt x="118435" y="327074"/>
                  </a:lnTo>
                  <a:lnTo>
                    <a:pt x="123573" y="328550"/>
                  </a:lnTo>
                  <a:lnTo>
                    <a:pt x="128754" y="329862"/>
                  </a:lnTo>
                  <a:lnTo>
                    <a:pt x="133975" y="331006"/>
                  </a:lnTo>
                  <a:lnTo>
                    <a:pt x="139230" y="331984"/>
                  </a:lnTo>
                  <a:lnTo>
                    <a:pt x="144513" y="332793"/>
                  </a:lnTo>
                  <a:lnTo>
                    <a:pt x="149820" y="333432"/>
                  </a:lnTo>
                  <a:lnTo>
                    <a:pt x="155144" y="333902"/>
                  </a:lnTo>
                  <a:lnTo>
                    <a:pt x="160481" y="334201"/>
                  </a:lnTo>
                  <a:lnTo>
                    <a:pt x="165824" y="334329"/>
                  </a:lnTo>
                  <a:lnTo>
                    <a:pt x="171169" y="334286"/>
                  </a:lnTo>
                  <a:lnTo>
                    <a:pt x="176510" y="334073"/>
                  </a:lnTo>
                  <a:lnTo>
                    <a:pt x="181841" y="33368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919011" y="3707734"/>
              <a:ext cx="167158" cy="333675"/>
            </a:xfrm>
            <a:custGeom>
              <a:avLst/>
              <a:pathLst>
                <a:path w="167158" h="333675">
                  <a:moveTo>
                    <a:pt x="14675" y="333675"/>
                  </a:moveTo>
                  <a:lnTo>
                    <a:pt x="19997" y="333120"/>
                  </a:lnTo>
                  <a:lnTo>
                    <a:pt x="25298" y="332395"/>
                  </a:lnTo>
                  <a:lnTo>
                    <a:pt x="30573" y="331501"/>
                  </a:lnTo>
                  <a:lnTo>
                    <a:pt x="35816" y="330438"/>
                  </a:lnTo>
                  <a:lnTo>
                    <a:pt x="41023" y="329208"/>
                  </a:lnTo>
                  <a:lnTo>
                    <a:pt x="46189" y="327812"/>
                  </a:lnTo>
                  <a:lnTo>
                    <a:pt x="51306" y="326252"/>
                  </a:lnTo>
                  <a:lnTo>
                    <a:pt x="56371" y="324529"/>
                  </a:lnTo>
                  <a:lnTo>
                    <a:pt x="61379" y="322644"/>
                  </a:lnTo>
                  <a:lnTo>
                    <a:pt x="66323" y="320600"/>
                  </a:lnTo>
                  <a:lnTo>
                    <a:pt x="71200" y="318399"/>
                  </a:lnTo>
                  <a:lnTo>
                    <a:pt x="76004" y="316043"/>
                  </a:lnTo>
                  <a:lnTo>
                    <a:pt x="80730" y="313535"/>
                  </a:lnTo>
                  <a:lnTo>
                    <a:pt x="85373" y="310876"/>
                  </a:lnTo>
                  <a:lnTo>
                    <a:pt x="89928" y="308070"/>
                  </a:lnTo>
                  <a:lnTo>
                    <a:pt x="94392" y="305120"/>
                  </a:lnTo>
                  <a:lnTo>
                    <a:pt x="98759" y="302029"/>
                  </a:lnTo>
                  <a:lnTo>
                    <a:pt x="103025" y="298799"/>
                  </a:lnTo>
                  <a:lnTo>
                    <a:pt x="107185" y="295435"/>
                  </a:lnTo>
                  <a:lnTo>
                    <a:pt x="111235" y="291939"/>
                  </a:lnTo>
                  <a:lnTo>
                    <a:pt x="115171" y="288315"/>
                  </a:lnTo>
                  <a:lnTo>
                    <a:pt x="118990" y="284568"/>
                  </a:lnTo>
                  <a:lnTo>
                    <a:pt x="122686" y="280700"/>
                  </a:lnTo>
                  <a:lnTo>
                    <a:pt x="126257" y="276715"/>
                  </a:lnTo>
                  <a:lnTo>
                    <a:pt x="129699" y="272619"/>
                  </a:lnTo>
                  <a:lnTo>
                    <a:pt x="133007" y="268414"/>
                  </a:lnTo>
                  <a:lnTo>
                    <a:pt x="136180" y="264106"/>
                  </a:lnTo>
                  <a:lnTo>
                    <a:pt x="139213" y="259698"/>
                  </a:lnTo>
                  <a:lnTo>
                    <a:pt x="142103" y="255196"/>
                  </a:lnTo>
                  <a:lnTo>
                    <a:pt x="144848" y="250603"/>
                  </a:lnTo>
                  <a:lnTo>
                    <a:pt x="147444" y="245925"/>
                  </a:lnTo>
                  <a:lnTo>
                    <a:pt x="149890" y="241166"/>
                  </a:lnTo>
                  <a:lnTo>
                    <a:pt x="152181" y="236331"/>
                  </a:lnTo>
                  <a:lnTo>
                    <a:pt x="154317" y="231426"/>
                  </a:lnTo>
                  <a:lnTo>
                    <a:pt x="156295" y="226454"/>
                  </a:lnTo>
                  <a:lnTo>
                    <a:pt x="158113" y="221422"/>
                  </a:lnTo>
                  <a:lnTo>
                    <a:pt x="159768" y="216335"/>
                  </a:lnTo>
                  <a:lnTo>
                    <a:pt x="161261" y="211196"/>
                  </a:lnTo>
                  <a:lnTo>
                    <a:pt x="162587" y="206013"/>
                  </a:lnTo>
                  <a:lnTo>
                    <a:pt x="163748" y="200790"/>
                  </a:lnTo>
                  <a:lnTo>
                    <a:pt x="164740" y="195533"/>
                  </a:lnTo>
                  <a:lnTo>
                    <a:pt x="165564" y="190246"/>
                  </a:lnTo>
                  <a:lnTo>
                    <a:pt x="166218" y="184936"/>
                  </a:lnTo>
                  <a:lnTo>
                    <a:pt x="166702" y="179608"/>
                  </a:lnTo>
                  <a:lnTo>
                    <a:pt x="167016" y="174266"/>
                  </a:lnTo>
                  <a:lnTo>
                    <a:pt x="167158" y="168918"/>
                  </a:lnTo>
                  <a:lnTo>
                    <a:pt x="167128" y="163568"/>
                  </a:lnTo>
                  <a:lnTo>
                    <a:pt x="166928" y="158221"/>
                  </a:lnTo>
                  <a:lnTo>
                    <a:pt x="166557" y="152884"/>
                  </a:lnTo>
                  <a:lnTo>
                    <a:pt x="166015" y="147561"/>
                  </a:lnTo>
                  <a:lnTo>
                    <a:pt x="165303" y="142258"/>
                  </a:lnTo>
                  <a:lnTo>
                    <a:pt x="164422" y="136981"/>
                  </a:lnTo>
                  <a:lnTo>
                    <a:pt x="163372" y="131734"/>
                  </a:lnTo>
                  <a:lnTo>
                    <a:pt x="162155" y="126524"/>
                  </a:lnTo>
                  <a:lnTo>
                    <a:pt x="160771" y="121356"/>
                  </a:lnTo>
                  <a:lnTo>
                    <a:pt x="159223" y="116234"/>
                  </a:lnTo>
                  <a:lnTo>
                    <a:pt x="157512" y="111165"/>
                  </a:lnTo>
                  <a:lnTo>
                    <a:pt x="155640" y="106153"/>
                  </a:lnTo>
                  <a:lnTo>
                    <a:pt x="153608" y="101204"/>
                  </a:lnTo>
                  <a:lnTo>
                    <a:pt x="151419" y="96322"/>
                  </a:lnTo>
                  <a:lnTo>
                    <a:pt x="149075" y="91512"/>
                  </a:lnTo>
                  <a:lnTo>
                    <a:pt x="146578" y="86780"/>
                  </a:lnTo>
                  <a:lnTo>
                    <a:pt x="143931" y="82131"/>
                  </a:lnTo>
                  <a:lnTo>
                    <a:pt x="141136" y="77568"/>
                  </a:lnTo>
                  <a:lnTo>
                    <a:pt x="138197" y="73097"/>
                  </a:lnTo>
                  <a:lnTo>
                    <a:pt x="135116" y="68723"/>
                  </a:lnTo>
                  <a:lnTo>
                    <a:pt x="131897" y="64449"/>
                  </a:lnTo>
                  <a:lnTo>
                    <a:pt x="128543" y="60281"/>
                  </a:lnTo>
                  <a:lnTo>
                    <a:pt x="125057" y="56222"/>
                  </a:lnTo>
                  <a:lnTo>
                    <a:pt x="121443" y="52277"/>
                  </a:lnTo>
                  <a:lnTo>
                    <a:pt x="117704" y="48449"/>
                  </a:lnTo>
                  <a:lnTo>
                    <a:pt x="113845" y="44743"/>
                  </a:lnTo>
                  <a:lnTo>
                    <a:pt x="109870" y="41163"/>
                  </a:lnTo>
                  <a:lnTo>
                    <a:pt x="105782" y="37711"/>
                  </a:lnTo>
                  <a:lnTo>
                    <a:pt x="101585" y="34392"/>
                  </a:lnTo>
                  <a:lnTo>
                    <a:pt x="97284" y="31209"/>
                  </a:lnTo>
                  <a:lnTo>
                    <a:pt x="92884" y="28166"/>
                  </a:lnTo>
                  <a:lnTo>
                    <a:pt x="88389" y="25264"/>
                  </a:lnTo>
                  <a:lnTo>
                    <a:pt x="83803" y="22509"/>
                  </a:lnTo>
                  <a:lnTo>
                    <a:pt x="79131" y="19901"/>
                  </a:lnTo>
                  <a:lnTo>
                    <a:pt x="74378" y="17444"/>
                  </a:lnTo>
                  <a:lnTo>
                    <a:pt x="69549" y="15140"/>
                  </a:lnTo>
                  <a:lnTo>
                    <a:pt x="64649" y="12992"/>
                  </a:lnTo>
                  <a:lnTo>
                    <a:pt x="59682" y="11002"/>
                  </a:lnTo>
                  <a:lnTo>
                    <a:pt x="54655" y="9173"/>
                  </a:lnTo>
                  <a:lnTo>
                    <a:pt x="49571" y="7504"/>
                  </a:lnTo>
                  <a:lnTo>
                    <a:pt x="44436" y="6000"/>
                  </a:lnTo>
                  <a:lnTo>
                    <a:pt x="39257" y="4660"/>
                  </a:lnTo>
                  <a:lnTo>
                    <a:pt x="34036" y="3487"/>
                  </a:lnTo>
                  <a:lnTo>
                    <a:pt x="28781" y="2482"/>
                  </a:lnTo>
                  <a:lnTo>
                    <a:pt x="23497" y="1645"/>
                  </a:lnTo>
                  <a:lnTo>
                    <a:pt x="18188" y="978"/>
                  </a:lnTo>
                  <a:lnTo>
                    <a:pt x="12861" y="481"/>
                  </a:lnTo>
                  <a:lnTo>
                    <a:pt x="7521" y="155"/>
                  </a:lnTo>
                  <a:lnTo>
                    <a:pt x="2173" y="0"/>
                  </a:lnTo>
                  <a:lnTo>
                    <a:pt x="0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919011" y="3707720"/>
              <a:ext cx="2173" cy="167167"/>
            </a:xfrm>
            <a:custGeom>
              <a:avLst/>
              <a:pathLst>
                <a:path w="2173" h="167167">
                  <a:moveTo>
                    <a:pt x="2173" y="1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tx90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6" name="tx92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2025-06-24T19:42:38Z</dcterms:modified>
  <cp:category/>
</cp:coreProperties>
</file>