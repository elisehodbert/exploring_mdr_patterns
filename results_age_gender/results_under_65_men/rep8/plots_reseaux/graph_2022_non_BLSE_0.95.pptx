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083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107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9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8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66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6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1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1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989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88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2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477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755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23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3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8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518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566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58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1292" y="3170392"/>
              <a:ext cx="2486" cy="167167"/>
            </a:xfrm>
            <a:custGeom>
              <a:avLst/>
              <a:pathLst>
                <a:path w="2486" h="167167">
                  <a:moveTo>
                    <a:pt x="2486" y="0"/>
                  </a:moveTo>
                  <a:lnTo>
                    <a:pt x="0" y="18"/>
                  </a:lnTo>
                  <a:lnTo>
                    <a:pt x="24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11" y="3170411"/>
              <a:ext cx="334334" cy="334297"/>
            </a:xfrm>
            <a:custGeom>
              <a:avLst/>
              <a:pathLst>
                <a:path w="334334" h="334297">
                  <a:moveTo>
                    <a:pt x="164680" y="0"/>
                  </a:moveTo>
                  <a:lnTo>
                    <a:pt x="159378" y="163"/>
                  </a:lnTo>
                  <a:lnTo>
                    <a:pt x="154084" y="494"/>
                  </a:lnTo>
                  <a:lnTo>
                    <a:pt x="148803" y="993"/>
                  </a:lnTo>
                  <a:lnTo>
                    <a:pt x="143540" y="1659"/>
                  </a:lnTo>
                  <a:lnTo>
                    <a:pt x="138302" y="2492"/>
                  </a:lnTo>
                  <a:lnTo>
                    <a:pt x="133092" y="3491"/>
                  </a:lnTo>
                  <a:lnTo>
                    <a:pt x="127916" y="4654"/>
                  </a:lnTo>
                  <a:lnTo>
                    <a:pt x="122781" y="5981"/>
                  </a:lnTo>
                  <a:lnTo>
                    <a:pt x="117689" y="7471"/>
                  </a:lnTo>
                  <a:lnTo>
                    <a:pt x="112648" y="9121"/>
                  </a:lnTo>
                  <a:lnTo>
                    <a:pt x="107662" y="10930"/>
                  </a:lnTo>
                  <a:lnTo>
                    <a:pt x="102735" y="12897"/>
                  </a:lnTo>
                  <a:lnTo>
                    <a:pt x="97874" y="15019"/>
                  </a:lnTo>
                  <a:lnTo>
                    <a:pt x="93082" y="17294"/>
                  </a:lnTo>
                  <a:lnTo>
                    <a:pt x="88364" y="19720"/>
                  </a:lnTo>
                  <a:lnTo>
                    <a:pt x="83726" y="22295"/>
                  </a:lnTo>
                  <a:lnTo>
                    <a:pt x="79173" y="25015"/>
                  </a:lnTo>
                  <a:lnTo>
                    <a:pt x="74707" y="27878"/>
                  </a:lnTo>
                  <a:lnTo>
                    <a:pt x="70335" y="30882"/>
                  </a:lnTo>
                  <a:lnTo>
                    <a:pt x="66060" y="34023"/>
                  </a:lnTo>
                  <a:lnTo>
                    <a:pt x="61887" y="37298"/>
                  </a:lnTo>
                  <a:lnTo>
                    <a:pt x="57821" y="40703"/>
                  </a:lnTo>
                  <a:lnTo>
                    <a:pt x="53864" y="44236"/>
                  </a:lnTo>
                  <a:lnTo>
                    <a:pt x="50021" y="47893"/>
                  </a:lnTo>
                  <a:lnTo>
                    <a:pt x="46296" y="51670"/>
                  </a:lnTo>
                  <a:lnTo>
                    <a:pt x="42693" y="55563"/>
                  </a:lnTo>
                  <a:lnTo>
                    <a:pt x="39216" y="59569"/>
                  </a:lnTo>
                  <a:lnTo>
                    <a:pt x="35867" y="63682"/>
                  </a:lnTo>
                  <a:lnTo>
                    <a:pt x="32650" y="67900"/>
                  </a:lnTo>
                  <a:lnTo>
                    <a:pt x="29569" y="72218"/>
                  </a:lnTo>
                  <a:lnTo>
                    <a:pt x="26626" y="76632"/>
                  </a:lnTo>
                  <a:lnTo>
                    <a:pt x="23825" y="81137"/>
                  </a:lnTo>
                  <a:lnTo>
                    <a:pt x="21168" y="85728"/>
                  </a:lnTo>
                  <a:lnTo>
                    <a:pt x="18658" y="90401"/>
                  </a:lnTo>
                  <a:lnTo>
                    <a:pt x="16298" y="95152"/>
                  </a:lnTo>
                  <a:lnTo>
                    <a:pt x="14090" y="99975"/>
                  </a:lnTo>
                  <a:lnTo>
                    <a:pt x="12035" y="104865"/>
                  </a:lnTo>
                  <a:lnTo>
                    <a:pt x="10137" y="109819"/>
                  </a:lnTo>
                  <a:lnTo>
                    <a:pt x="8398" y="114830"/>
                  </a:lnTo>
                  <a:lnTo>
                    <a:pt x="6818" y="119893"/>
                  </a:lnTo>
                  <a:lnTo>
                    <a:pt x="5399" y="125005"/>
                  </a:lnTo>
                  <a:lnTo>
                    <a:pt x="4143" y="130159"/>
                  </a:lnTo>
                  <a:lnTo>
                    <a:pt x="3052" y="135350"/>
                  </a:lnTo>
                  <a:lnTo>
                    <a:pt x="2125" y="140573"/>
                  </a:lnTo>
                  <a:lnTo>
                    <a:pt x="1365" y="145822"/>
                  </a:lnTo>
                  <a:lnTo>
                    <a:pt x="772" y="151094"/>
                  </a:lnTo>
                  <a:lnTo>
                    <a:pt x="347" y="156381"/>
                  </a:lnTo>
                  <a:lnTo>
                    <a:pt x="89" y="161679"/>
                  </a:lnTo>
                  <a:lnTo>
                    <a:pt x="0" y="166983"/>
                  </a:lnTo>
                  <a:lnTo>
                    <a:pt x="78" y="172287"/>
                  </a:lnTo>
                  <a:lnTo>
                    <a:pt x="326" y="177586"/>
                  </a:lnTo>
                  <a:lnTo>
                    <a:pt x="741" y="182874"/>
                  </a:lnTo>
                  <a:lnTo>
                    <a:pt x="1323" y="188147"/>
                  </a:lnTo>
                  <a:lnTo>
                    <a:pt x="2073" y="193398"/>
                  </a:lnTo>
                  <a:lnTo>
                    <a:pt x="2989" y="198623"/>
                  </a:lnTo>
                  <a:lnTo>
                    <a:pt x="4070" y="203816"/>
                  </a:lnTo>
                  <a:lnTo>
                    <a:pt x="5316" y="208972"/>
                  </a:lnTo>
                  <a:lnTo>
                    <a:pt x="6724" y="214087"/>
                  </a:lnTo>
                  <a:lnTo>
                    <a:pt x="8294" y="219153"/>
                  </a:lnTo>
                  <a:lnTo>
                    <a:pt x="10024" y="224168"/>
                  </a:lnTo>
                  <a:lnTo>
                    <a:pt x="11913" y="229125"/>
                  </a:lnTo>
                  <a:lnTo>
                    <a:pt x="13957" y="234020"/>
                  </a:lnTo>
                  <a:lnTo>
                    <a:pt x="16156" y="238847"/>
                  </a:lnTo>
                  <a:lnTo>
                    <a:pt x="18507" y="243602"/>
                  </a:lnTo>
                  <a:lnTo>
                    <a:pt x="21008" y="248280"/>
                  </a:lnTo>
                  <a:lnTo>
                    <a:pt x="23655" y="252877"/>
                  </a:lnTo>
                  <a:lnTo>
                    <a:pt x="26448" y="257387"/>
                  </a:lnTo>
                  <a:lnTo>
                    <a:pt x="29381" y="261806"/>
                  </a:lnTo>
                  <a:lnTo>
                    <a:pt x="32454" y="266130"/>
                  </a:lnTo>
                  <a:lnTo>
                    <a:pt x="35662" y="270355"/>
                  </a:lnTo>
                  <a:lnTo>
                    <a:pt x="39003" y="274475"/>
                  </a:lnTo>
                  <a:lnTo>
                    <a:pt x="42473" y="278487"/>
                  </a:lnTo>
                  <a:lnTo>
                    <a:pt x="46068" y="282388"/>
                  </a:lnTo>
                  <a:lnTo>
                    <a:pt x="49786" y="286172"/>
                  </a:lnTo>
                  <a:lnTo>
                    <a:pt x="53621" y="289836"/>
                  </a:lnTo>
                  <a:lnTo>
                    <a:pt x="57571" y="293377"/>
                  </a:lnTo>
                  <a:lnTo>
                    <a:pt x="61631" y="296791"/>
                  </a:lnTo>
                  <a:lnTo>
                    <a:pt x="65797" y="300074"/>
                  </a:lnTo>
                  <a:lnTo>
                    <a:pt x="70066" y="303223"/>
                  </a:lnTo>
                  <a:lnTo>
                    <a:pt x="74432" y="306236"/>
                  </a:lnTo>
                  <a:lnTo>
                    <a:pt x="78892" y="309108"/>
                  </a:lnTo>
                  <a:lnTo>
                    <a:pt x="83440" y="311837"/>
                  </a:lnTo>
                  <a:lnTo>
                    <a:pt x="88073" y="314421"/>
                  </a:lnTo>
                  <a:lnTo>
                    <a:pt x="92786" y="316856"/>
                  </a:lnTo>
                  <a:lnTo>
                    <a:pt x="97573" y="319141"/>
                  </a:lnTo>
                  <a:lnTo>
                    <a:pt x="102430" y="321272"/>
                  </a:lnTo>
                  <a:lnTo>
                    <a:pt x="107353" y="323249"/>
                  </a:lnTo>
                  <a:lnTo>
                    <a:pt x="112336" y="325068"/>
                  </a:lnTo>
                  <a:lnTo>
                    <a:pt x="117374" y="326728"/>
                  </a:lnTo>
                  <a:lnTo>
                    <a:pt x="122462" y="328227"/>
                  </a:lnTo>
                  <a:lnTo>
                    <a:pt x="127595" y="329565"/>
                  </a:lnTo>
                  <a:lnTo>
                    <a:pt x="132769" y="330739"/>
                  </a:lnTo>
                  <a:lnTo>
                    <a:pt x="137976" y="331748"/>
                  </a:lnTo>
                  <a:lnTo>
                    <a:pt x="143213" y="332591"/>
                  </a:lnTo>
                  <a:lnTo>
                    <a:pt x="148475" y="333268"/>
                  </a:lnTo>
                  <a:lnTo>
                    <a:pt x="153755" y="333777"/>
                  </a:lnTo>
                  <a:lnTo>
                    <a:pt x="159048" y="334119"/>
                  </a:lnTo>
                  <a:lnTo>
                    <a:pt x="164350" y="334292"/>
                  </a:lnTo>
                  <a:lnTo>
                    <a:pt x="169654" y="334297"/>
                  </a:lnTo>
                  <a:lnTo>
                    <a:pt x="174956" y="334134"/>
                  </a:lnTo>
                  <a:lnTo>
                    <a:pt x="180251" y="333803"/>
                  </a:lnTo>
                  <a:lnTo>
                    <a:pt x="185532" y="333304"/>
                  </a:lnTo>
                  <a:lnTo>
                    <a:pt x="190794" y="332638"/>
                  </a:lnTo>
                  <a:lnTo>
                    <a:pt x="196033" y="331805"/>
                  </a:lnTo>
                  <a:lnTo>
                    <a:pt x="201243" y="330806"/>
                  </a:lnTo>
                  <a:lnTo>
                    <a:pt x="206418" y="329642"/>
                  </a:lnTo>
                  <a:lnTo>
                    <a:pt x="211554" y="328315"/>
                  </a:lnTo>
                  <a:lnTo>
                    <a:pt x="216645" y="326826"/>
                  </a:lnTo>
                  <a:lnTo>
                    <a:pt x="221686" y="325176"/>
                  </a:lnTo>
                  <a:lnTo>
                    <a:pt x="226673" y="323366"/>
                  </a:lnTo>
                  <a:lnTo>
                    <a:pt x="231599" y="321400"/>
                  </a:lnTo>
                  <a:lnTo>
                    <a:pt x="236461" y="319278"/>
                  </a:lnTo>
                  <a:lnTo>
                    <a:pt x="241253" y="317002"/>
                  </a:lnTo>
                  <a:lnTo>
                    <a:pt x="245970" y="314576"/>
                  </a:lnTo>
                  <a:lnTo>
                    <a:pt x="250608" y="312002"/>
                  </a:lnTo>
                  <a:lnTo>
                    <a:pt x="255162" y="309282"/>
                  </a:lnTo>
                  <a:lnTo>
                    <a:pt x="259627" y="306418"/>
                  </a:lnTo>
                  <a:lnTo>
                    <a:pt x="263999" y="303414"/>
                  </a:lnTo>
                  <a:lnTo>
                    <a:pt x="268274" y="300274"/>
                  </a:lnTo>
                  <a:lnTo>
                    <a:pt x="272447" y="296999"/>
                  </a:lnTo>
                  <a:lnTo>
                    <a:pt x="276514" y="293593"/>
                  </a:lnTo>
                  <a:lnTo>
                    <a:pt x="280471" y="290060"/>
                  </a:lnTo>
                  <a:lnTo>
                    <a:pt x="284313" y="286403"/>
                  </a:lnTo>
                  <a:lnTo>
                    <a:pt x="288038" y="282626"/>
                  </a:lnTo>
                  <a:lnTo>
                    <a:pt x="291641" y="278733"/>
                  </a:lnTo>
                  <a:lnTo>
                    <a:pt x="295119" y="274728"/>
                  </a:lnTo>
                  <a:lnTo>
                    <a:pt x="298468" y="270614"/>
                  </a:lnTo>
                  <a:lnTo>
                    <a:pt x="301684" y="266396"/>
                  </a:lnTo>
                  <a:lnTo>
                    <a:pt x="304765" y="262078"/>
                  </a:lnTo>
                  <a:lnTo>
                    <a:pt x="307708" y="257664"/>
                  </a:lnTo>
                  <a:lnTo>
                    <a:pt x="310509" y="253160"/>
                  </a:lnTo>
                  <a:lnTo>
                    <a:pt x="313166" y="248568"/>
                  </a:lnTo>
                  <a:lnTo>
                    <a:pt x="315676" y="243895"/>
                  </a:lnTo>
                  <a:lnTo>
                    <a:pt x="318036" y="239145"/>
                  </a:lnTo>
                  <a:lnTo>
                    <a:pt x="320244" y="234322"/>
                  </a:lnTo>
                  <a:lnTo>
                    <a:pt x="322299" y="229431"/>
                  </a:lnTo>
                  <a:lnTo>
                    <a:pt x="324197" y="224478"/>
                  </a:lnTo>
                  <a:lnTo>
                    <a:pt x="325936" y="219467"/>
                  </a:lnTo>
                  <a:lnTo>
                    <a:pt x="327516" y="214403"/>
                  </a:lnTo>
                  <a:lnTo>
                    <a:pt x="328935" y="209291"/>
                  </a:lnTo>
                  <a:lnTo>
                    <a:pt x="330191" y="204138"/>
                  </a:lnTo>
                  <a:lnTo>
                    <a:pt x="331282" y="198947"/>
                  </a:lnTo>
                  <a:lnTo>
                    <a:pt x="332208" y="193724"/>
                  </a:lnTo>
                  <a:lnTo>
                    <a:pt x="332969" y="188474"/>
                  </a:lnTo>
                  <a:lnTo>
                    <a:pt x="333562" y="183202"/>
                  </a:lnTo>
                  <a:lnTo>
                    <a:pt x="333987" y="177915"/>
                  </a:lnTo>
                  <a:lnTo>
                    <a:pt x="334245" y="172617"/>
                  </a:lnTo>
                  <a:lnTo>
                    <a:pt x="334334" y="167313"/>
                  </a:lnTo>
                  <a:lnTo>
                    <a:pt x="334255" y="162009"/>
                  </a:lnTo>
                  <a:lnTo>
                    <a:pt x="334008" y="156710"/>
                  </a:lnTo>
                  <a:lnTo>
                    <a:pt x="333593" y="151422"/>
                  </a:lnTo>
                  <a:lnTo>
                    <a:pt x="333010" y="146149"/>
                  </a:lnTo>
                  <a:lnTo>
                    <a:pt x="332260" y="140898"/>
                  </a:lnTo>
                  <a:lnTo>
                    <a:pt x="331344" y="135673"/>
                  </a:lnTo>
                  <a:lnTo>
                    <a:pt x="330263" y="130480"/>
                  </a:lnTo>
                  <a:lnTo>
                    <a:pt x="329018" y="125324"/>
                  </a:lnTo>
                  <a:lnTo>
                    <a:pt x="327609" y="120210"/>
                  </a:lnTo>
                  <a:lnTo>
                    <a:pt x="326039" y="115143"/>
                  </a:lnTo>
                  <a:lnTo>
                    <a:pt x="324309" y="110128"/>
                  </a:lnTo>
                  <a:lnTo>
                    <a:pt x="322421" y="105171"/>
                  </a:lnTo>
                  <a:lnTo>
                    <a:pt x="320376" y="100276"/>
                  </a:lnTo>
                  <a:lnTo>
                    <a:pt x="318177" y="95449"/>
                  </a:lnTo>
                  <a:lnTo>
                    <a:pt x="315826" y="90694"/>
                  </a:lnTo>
                  <a:lnTo>
                    <a:pt x="313326" y="86016"/>
                  </a:lnTo>
                  <a:lnTo>
                    <a:pt x="310678" y="81419"/>
                  </a:lnTo>
                  <a:lnTo>
                    <a:pt x="307886" y="76909"/>
                  </a:lnTo>
                  <a:lnTo>
                    <a:pt x="304952" y="72490"/>
                  </a:lnTo>
                  <a:lnTo>
                    <a:pt x="301879" y="68166"/>
                  </a:lnTo>
                  <a:lnTo>
                    <a:pt x="298671" y="63942"/>
                  </a:lnTo>
                  <a:lnTo>
                    <a:pt x="295330" y="59821"/>
                  </a:lnTo>
                  <a:lnTo>
                    <a:pt x="291860" y="55809"/>
                  </a:lnTo>
                  <a:lnTo>
                    <a:pt x="288265" y="51909"/>
                  </a:lnTo>
                  <a:lnTo>
                    <a:pt x="284548" y="48124"/>
                  </a:lnTo>
                  <a:lnTo>
                    <a:pt x="280712" y="44460"/>
                  </a:lnTo>
                  <a:lnTo>
                    <a:pt x="276762" y="40919"/>
                  </a:lnTo>
                  <a:lnTo>
                    <a:pt x="272702" y="37506"/>
                  </a:lnTo>
                  <a:lnTo>
                    <a:pt x="268536" y="34222"/>
                  </a:lnTo>
                  <a:lnTo>
                    <a:pt x="264267" y="31073"/>
                  </a:lnTo>
                  <a:lnTo>
                    <a:pt x="259901" y="28061"/>
                  </a:lnTo>
                  <a:lnTo>
                    <a:pt x="255441" y="25189"/>
                  </a:lnTo>
                  <a:lnTo>
                    <a:pt x="250893" y="22459"/>
                  </a:lnTo>
                  <a:lnTo>
                    <a:pt x="246260" y="19876"/>
                  </a:lnTo>
                  <a:lnTo>
                    <a:pt x="241547" y="17440"/>
                  </a:lnTo>
                  <a:lnTo>
                    <a:pt x="236760" y="15156"/>
                  </a:lnTo>
                  <a:lnTo>
                    <a:pt x="231903" y="13024"/>
                  </a:lnTo>
                  <a:lnTo>
                    <a:pt x="226980" y="11048"/>
                  </a:lnTo>
                  <a:lnTo>
                    <a:pt x="221997" y="9229"/>
                  </a:lnTo>
                  <a:lnTo>
                    <a:pt x="216959" y="7569"/>
                  </a:lnTo>
                  <a:lnTo>
                    <a:pt x="211871" y="6069"/>
                  </a:lnTo>
                  <a:lnTo>
                    <a:pt x="206738" y="4732"/>
                  </a:lnTo>
                  <a:lnTo>
                    <a:pt x="201564" y="3558"/>
                  </a:lnTo>
                  <a:lnTo>
                    <a:pt x="196357" y="2549"/>
                  </a:lnTo>
                  <a:lnTo>
                    <a:pt x="191120" y="1706"/>
                  </a:lnTo>
                  <a:lnTo>
                    <a:pt x="185858" y="1029"/>
                  </a:lnTo>
                  <a:lnTo>
                    <a:pt x="180578" y="520"/>
                  </a:lnTo>
                  <a:lnTo>
                    <a:pt x="175285" y="178"/>
                  </a:lnTo>
                  <a:lnTo>
                    <a:pt x="169983" y="5"/>
                  </a:lnTo>
                  <a:lnTo>
                    <a:pt x="167167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2816" cy="167167"/>
            </a:xfrm>
            <a:custGeom>
              <a:avLst/>
              <a:pathLst>
                <a:path w="2816" h="167167">
                  <a:moveTo>
                    <a:pt x="2816" y="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88826" y="2633064"/>
              <a:ext cx="30184" cy="167167"/>
            </a:xfrm>
            <a:custGeom>
              <a:avLst/>
              <a:pathLst>
                <a:path w="30184" h="167167">
                  <a:moveTo>
                    <a:pt x="30184" y="0"/>
                  </a:moveTo>
                  <a:lnTo>
                    <a:pt x="22599" y="172"/>
                  </a:lnTo>
                  <a:lnTo>
                    <a:pt x="15030" y="688"/>
                  </a:lnTo>
                  <a:lnTo>
                    <a:pt x="7491" y="1547"/>
                  </a:lnTo>
                  <a:lnTo>
                    <a:pt x="0" y="2747"/>
                  </a:lnTo>
                  <a:lnTo>
                    <a:pt x="3018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8826" y="2635812"/>
              <a:ext cx="30184" cy="164419"/>
            </a:xfrm>
            <a:custGeom>
              <a:avLst/>
              <a:pathLst>
                <a:path w="30184" h="164419">
                  <a:moveTo>
                    <a:pt x="0" y="0"/>
                  </a:moveTo>
                  <a:lnTo>
                    <a:pt x="30184" y="1644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46" y="2635812"/>
              <a:ext cx="334332" cy="331573"/>
            </a:xfrm>
            <a:custGeom>
              <a:avLst/>
              <a:pathLst>
                <a:path w="334332" h="331573">
                  <a:moveTo>
                    <a:pt x="136980" y="0"/>
                  </a:moveTo>
                  <a:lnTo>
                    <a:pt x="131785" y="1039"/>
                  </a:lnTo>
                  <a:lnTo>
                    <a:pt x="126626" y="2242"/>
                  </a:lnTo>
                  <a:lnTo>
                    <a:pt x="121508" y="3608"/>
                  </a:lnTo>
                  <a:lnTo>
                    <a:pt x="116435" y="5135"/>
                  </a:lnTo>
                  <a:lnTo>
                    <a:pt x="111413" y="6822"/>
                  </a:lnTo>
                  <a:lnTo>
                    <a:pt x="106448" y="8668"/>
                  </a:lnTo>
                  <a:lnTo>
                    <a:pt x="101543" y="10670"/>
                  </a:lnTo>
                  <a:lnTo>
                    <a:pt x="96704" y="12827"/>
                  </a:lnTo>
                  <a:lnTo>
                    <a:pt x="91936" y="15135"/>
                  </a:lnTo>
                  <a:lnTo>
                    <a:pt x="87244" y="17594"/>
                  </a:lnTo>
                  <a:lnTo>
                    <a:pt x="82632" y="20200"/>
                  </a:lnTo>
                  <a:lnTo>
                    <a:pt x="78104" y="22951"/>
                  </a:lnTo>
                  <a:lnTo>
                    <a:pt x="73666" y="25844"/>
                  </a:lnTo>
                  <a:lnTo>
                    <a:pt x="69323" y="28876"/>
                  </a:lnTo>
                  <a:lnTo>
                    <a:pt x="65077" y="32045"/>
                  </a:lnTo>
                  <a:lnTo>
                    <a:pt x="60934" y="35346"/>
                  </a:lnTo>
                  <a:lnTo>
                    <a:pt x="56897" y="38777"/>
                  </a:lnTo>
                  <a:lnTo>
                    <a:pt x="52971" y="42334"/>
                  </a:lnTo>
                  <a:lnTo>
                    <a:pt x="49160" y="46013"/>
                  </a:lnTo>
                  <a:lnTo>
                    <a:pt x="45468" y="49812"/>
                  </a:lnTo>
                  <a:lnTo>
                    <a:pt x="41897" y="53726"/>
                  </a:lnTo>
                  <a:lnTo>
                    <a:pt x="38453" y="57750"/>
                  </a:lnTo>
                  <a:lnTo>
                    <a:pt x="35138" y="61882"/>
                  </a:lnTo>
                  <a:lnTo>
                    <a:pt x="31955" y="66117"/>
                  </a:lnTo>
                  <a:lnTo>
                    <a:pt x="28908" y="70451"/>
                  </a:lnTo>
                  <a:lnTo>
                    <a:pt x="26000" y="74879"/>
                  </a:lnTo>
                  <a:lnTo>
                    <a:pt x="23234" y="79397"/>
                  </a:lnTo>
                  <a:lnTo>
                    <a:pt x="20612" y="84000"/>
                  </a:lnTo>
                  <a:lnTo>
                    <a:pt x="18137" y="88684"/>
                  </a:lnTo>
                  <a:lnTo>
                    <a:pt x="15812" y="93444"/>
                  </a:lnTo>
                  <a:lnTo>
                    <a:pt x="13639" y="98276"/>
                  </a:lnTo>
                  <a:lnTo>
                    <a:pt x="11621" y="103174"/>
                  </a:lnTo>
                  <a:lnTo>
                    <a:pt x="9758" y="108133"/>
                  </a:lnTo>
                  <a:lnTo>
                    <a:pt x="8054" y="113149"/>
                  </a:lnTo>
                  <a:lnTo>
                    <a:pt x="6509" y="118216"/>
                  </a:lnTo>
                  <a:lnTo>
                    <a:pt x="5126" y="123330"/>
                  </a:lnTo>
                  <a:lnTo>
                    <a:pt x="3905" y="128485"/>
                  </a:lnTo>
                  <a:lnTo>
                    <a:pt x="2848" y="133676"/>
                  </a:lnTo>
                  <a:lnTo>
                    <a:pt x="1957" y="138898"/>
                  </a:lnTo>
                  <a:lnTo>
                    <a:pt x="1231" y="144146"/>
                  </a:lnTo>
                  <a:lnTo>
                    <a:pt x="672" y="149414"/>
                  </a:lnTo>
                  <a:lnTo>
                    <a:pt x="280" y="154697"/>
                  </a:lnTo>
                  <a:lnTo>
                    <a:pt x="56" y="159990"/>
                  </a:lnTo>
                  <a:lnTo>
                    <a:pt x="0" y="165287"/>
                  </a:lnTo>
                  <a:lnTo>
                    <a:pt x="111" y="170583"/>
                  </a:lnTo>
                  <a:lnTo>
                    <a:pt x="390" y="175873"/>
                  </a:lnTo>
                  <a:lnTo>
                    <a:pt x="837" y="181152"/>
                  </a:lnTo>
                  <a:lnTo>
                    <a:pt x="1451" y="186414"/>
                  </a:lnTo>
                  <a:lnTo>
                    <a:pt x="2231" y="191654"/>
                  </a:lnTo>
                  <a:lnTo>
                    <a:pt x="3176" y="196866"/>
                  </a:lnTo>
                  <a:lnTo>
                    <a:pt x="4287" y="202046"/>
                  </a:lnTo>
                  <a:lnTo>
                    <a:pt x="5561" y="207188"/>
                  </a:lnTo>
                  <a:lnTo>
                    <a:pt x="6997" y="212287"/>
                  </a:lnTo>
                  <a:lnTo>
                    <a:pt x="8594" y="217338"/>
                  </a:lnTo>
                  <a:lnTo>
                    <a:pt x="10351" y="222336"/>
                  </a:lnTo>
                  <a:lnTo>
                    <a:pt x="12265" y="227276"/>
                  </a:lnTo>
                  <a:lnTo>
                    <a:pt x="14334" y="232153"/>
                  </a:lnTo>
                  <a:lnTo>
                    <a:pt x="16557" y="236961"/>
                  </a:lnTo>
                  <a:lnTo>
                    <a:pt x="18931" y="241697"/>
                  </a:lnTo>
                  <a:lnTo>
                    <a:pt x="21454" y="246355"/>
                  </a:lnTo>
                  <a:lnTo>
                    <a:pt x="24124" y="250931"/>
                  </a:lnTo>
                  <a:lnTo>
                    <a:pt x="26937" y="255420"/>
                  </a:lnTo>
                  <a:lnTo>
                    <a:pt x="29891" y="259817"/>
                  </a:lnTo>
                  <a:lnTo>
                    <a:pt x="32983" y="264119"/>
                  </a:lnTo>
                  <a:lnTo>
                    <a:pt x="36209" y="268321"/>
                  </a:lnTo>
                  <a:lnTo>
                    <a:pt x="39567" y="272418"/>
                  </a:lnTo>
                  <a:lnTo>
                    <a:pt x="43053" y="276407"/>
                  </a:lnTo>
                  <a:lnTo>
                    <a:pt x="46664" y="280283"/>
                  </a:lnTo>
                  <a:lnTo>
                    <a:pt x="50396" y="284043"/>
                  </a:lnTo>
                  <a:lnTo>
                    <a:pt x="54245" y="287683"/>
                  </a:lnTo>
                  <a:lnTo>
                    <a:pt x="58207" y="291199"/>
                  </a:lnTo>
                  <a:lnTo>
                    <a:pt x="62279" y="294588"/>
                  </a:lnTo>
                  <a:lnTo>
                    <a:pt x="66456" y="297846"/>
                  </a:lnTo>
                  <a:lnTo>
                    <a:pt x="70735" y="300970"/>
                  </a:lnTo>
                  <a:lnTo>
                    <a:pt x="75110" y="303957"/>
                  </a:lnTo>
                  <a:lnTo>
                    <a:pt x="79578" y="306804"/>
                  </a:lnTo>
                  <a:lnTo>
                    <a:pt x="84133" y="309508"/>
                  </a:lnTo>
                  <a:lnTo>
                    <a:pt x="88772" y="312066"/>
                  </a:lnTo>
                  <a:lnTo>
                    <a:pt x="93490" y="314476"/>
                  </a:lnTo>
                  <a:lnTo>
                    <a:pt x="98282" y="316735"/>
                  </a:lnTo>
                  <a:lnTo>
                    <a:pt x="103142" y="318841"/>
                  </a:lnTo>
                  <a:lnTo>
                    <a:pt x="108068" y="320792"/>
                  </a:lnTo>
                  <a:lnTo>
                    <a:pt x="113052" y="322586"/>
                  </a:lnTo>
                  <a:lnTo>
                    <a:pt x="118091" y="324221"/>
                  </a:lnTo>
                  <a:lnTo>
                    <a:pt x="123179" y="325696"/>
                  </a:lnTo>
                  <a:lnTo>
                    <a:pt x="128312" y="327009"/>
                  </a:lnTo>
                  <a:lnTo>
                    <a:pt x="133483" y="328158"/>
                  </a:lnTo>
                  <a:lnTo>
                    <a:pt x="138688" y="329143"/>
                  </a:lnTo>
                  <a:lnTo>
                    <a:pt x="143922" y="329963"/>
                  </a:lnTo>
                  <a:lnTo>
                    <a:pt x="149179" y="330616"/>
                  </a:lnTo>
                  <a:lnTo>
                    <a:pt x="154454" y="331103"/>
                  </a:lnTo>
                  <a:lnTo>
                    <a:pt x="159742" y="331422"/>
                  </a:lnTo>
                  <a:lnTo>
                    <a:pt x="165037" y="331573"/>
                  </a:lnTo>
                  <a:lnTo>
                    <a:pt x="170335" y="331557"/>
                  </a:lnTo>
                  <a:lnTo>
                    <a:pt x="175629" y="331372"/>
                  </a:lnTo>
                  <a:lnTo>
                    <a:pt x="180915" y="331020"/>
                  </a:lnTo>
                  <a:lnTo>
                    <a:pt x="186187" y="330501"/>
                  </a:lnTo>
                  <a:lnTo>
                    <a:pt x="191440" y="329815"/>
                  </a:lnTo>
                  <a:lnTo>
                    <a:pt x="196669" y="328962"/>
                  </a:lnTo>
                  <a:lnTo>
                    <a:pt x="201868" y="327945"/>
                  </a:lnTo>
                  <a:lnTo>
                    <a:pt x="207032" y="326763"/>
                  </a:lnTo>
                  <a:lnTo>
                    <a:pt x="212156" y="325418"/>
                  </a:lnTo>
                  <a:lnTo>
                    <a:pt x="217235" y="323912"/>
                  </a:lnTo>
                  <a:lnTo>
                    <a:pt x="222263" y="322245"/>
                  </a:lnTo>
                  <a:lnTo>
                    <a:pt x="227236" y="320420"/>
                  </a:lnTo>
                  <a:lnTo>
                    <a:pt x="232149" y="318438"/>
                  </a:lnTo>
                  <a:lnTo>
                    <a:pt x="236997" y="316302"/>
                  </a:lnTo>
                  <a:lnTo>
                    <a:pt x="241774" y="314013"/>
                  </a:lnTo>
                  <a:lnTo>
                    <a:pt x="246477" y="311574"/>
                  </a:lnTo>
                  <a:lnTo>
                    <a:pt x="251100" y="308987"/>
                  </a:lnTo>
                  <a:lnTo>
                    <a:pt x="255639" y="306255"/>
                  </a:lnTo>
                  <a:lnTo>
                    <a:pt x="260088" y="303380"/>
                  </a:lnTo>
                  <a:lnTo>
                    <a:pt x="264445" y="300366"/>
                  </a:lnTo>
                  <a:lnTo>
                    <a:pt x="268704" y="297215"/>
                  </a:lnTo>
                  <a:lnTo>
                    <a:pt x="272860" y="293931"/>
                  </a:lnTo>
                  <a:lnTo>
                    <a:pt x="276911" y="290517"/>
                  </a:lnTo>
                  <a:lnTo>
                    <a:pt x="280852" y="286976"/>
                  </a:lnTo>
                  <a:lnTo>
                    <a:pt x="284678" y="283312"/>
                  </a:lnTo>
                  <a:lnTo>
                    <a:pt x="288386" y="279529"/>
                  </a:lnTo>
                  <a:lnTo>
                    <a:pt x="291973" y="275630"/>
                  </a:lnTo>
                  <a:lnTo>
                    <a:pt x="295434" y="271620"/>
                  </a:lnTo>
                  <a:lnTo>
                    <a:pt x="298766" y="267502"/>
                  </a:lnTo>
                  <a:lnTo>
                    <a:pt x="301966" y="263280"/>
                  </a:lnTo>
                  <a:lnTo>
                    <a:pt x="305031" y="258959"/>
                  </a:lnTo>
                  <a:lnTo>
                    <a:pt x="307958" y="254543"/>
                  </a:lnTo>
                  <a:lnTo>
                    <a:pt x="310743" y="250037"/>
                  </a:lnTo>
                  <a:lnTo>
                    <a:pt x="313383" y="245444"/>
                  </a:lnTo>
                  <a:lnTo>
                    <a:pt x="315877" y="240770"/>
                  </a:lnTo>
                  <a:lnTo>
                    <a:pt x="318222" y="236020"/>
                  </a:lnTo>
                  <a:lnTo>
                    <a:pt x="320415" y="231198"/>
                  </a:lnTo>
                  <a:lnTo>
                    <a:pt x="322454" y="226308"/>
                  </a:lnTo>
                  <a:lnTo>
                    <a:pt x="324337" y="221356"/>
                  </a:lnTo>
                  <a:lnTo>
                    <a:pt x="326062" y="216348"/>
                  </a:lnTo>
                  <a:lnTo>
                    <a:pt x="327628" y="211287"/>
                  </a:lnTo>
                  <a:lnTo>
                    <a:pt x="329032" y="206179"/>
                  </a:lnTo>
                  <a:lnTo>
                    <a:pt x="330274" y="201029"/>
                  </a:lnTo>
                  <a:lnTo>
                    <a:pt x="331352" y="195842"/>
                  </a:lnTo>
                  <a:lnTo>
                    <a:pt x="332265" y="190624"/>
                  </a:lnTo>
                  <a:lnTo>
                    <a:pt x="333013" y="185379"/>
                  </a:lnTo>
                  <a:lnTo>
                    <a:pt x="333594" y="180114"/>
                  </a:lnTo>
                  <a:lnTo>
                    <a:pt x="334007" y="174832"/>
                  </a:lnTo>
                  <a:lnTo>
                    <a:pt x="334254" y="169541"/>
                  </a:lnTo>
                  <a:lnTo>
                    <a:pt x="334332" y="164244"/>
                  </a:lnTo>
                  <a:lnTo>
                    <a:pt x="334243" y="158947"/>
                  </a:lnTo>
                  <a:lnTo>
                    <a:pt x="333985" y="153655"/>
                  </a:lnTo>
                  <a:lnTo>
                    <a:pt x="333560" y="148375"/>
                  </a:lnTo>
                  <a:lnTo>
                    <a:pt x="332968" y="143111"/>
                  </a:lnTo>
                  <a:lnTo>
                    <a:pt x="332210" y="137868"/>
                  </a:lnTo>
                  <a:lnTo>
                    <a:pt x="331286" y="132651"/>
                  </a:lnTo>
                  <a:lnTo>
                    <a:pt x="330197" y="127467"/>
                  </a:lnTo>
                  <a:lnTo>
                    <a:pt x="328944" y="122320"/>
                  </a:lnTo>
                  <a:lnTo>
                    <a:pt x="327529" y="117215"/>
                  </a:lnTo>
                  <a:lnTo>
                    <a:pt x="325953" y="112157"/>
                  </a:lnTo>
                  <a:lnTo>
                    <a:pt x="324217" y="107152"/>
                  </a:lnTo>
                  <a:lnTo>
                    <a:pt x="322323" y="102204"/>
                  </a:lnTo>
                  <a:lnTo>
                    <a:pt x="320274" y="97319"/>
                  </a:lnTo>
                  <a:lnTo>
                    <a:pt x="318071" y="92501"/>
                  </a:lnTo>
                  <a:lnTo>
                    <a:pt x="315717" y="87756"/>
                  </a:lnTo>
                  <a:lnTo>
                    <a:pt x="313213" y="83087"/>
                  </a:lnTo>
                  <a:lnTo>
                    <a:pt x="310562" y="78500"/>
                  </a:lnTo>
                  <a:lnTo>
                    <a:pt x="307768" y="74000"/>
                  </a:lnTo>
                  <a:lnTo>
                    <a:pt x="304832" y="69590"/>
                  </a:lnTo>
                  <a:lnTo>
                    <a:pt x="301758" y="65275"/>
                  </a:lnTo>
                  <a:lnTo>
                    <a:pt x="298549" y="61060"/>
                  </a:lnTo>
                  <a:lnTo>
                    <a:pt x="295208" y="56949"/>
                  </a:lnTo>
                  <a:lnTo>
                    <a:pt x="291739" y="52946"/>
                  </a:lnTo>
                  <a:lnTo>
                    <a:pt x="288144" y="49055"/>
                  </a:lnTo>
                  <a:lnTo>
                    <a:pt x="284428" y="45279"/>
                  </a:lnTo>
                  <a:lnTo>
                    <a:pt x="280594" y="41624"/>
                  </a:lnTo>
                  <a:lnTo>
                    <a:pt x="276646" y="38091"/>
                  </a:lnTo>
                  <a:lnTo>
                    <a:pt x="272588" y="34685"/>
                  </a:lnTo>
                  <a:lnTo>
                    <a:pt x="268425" y="31410"/>
                  </a:lnTo>
                  <a:lnTo>
                    <a:pt x="264159" y="28268"/>
                  </a:lnTo>
                  <a:lnTo>
                    <a:pt x="259796" y="25263"/>
                  </a:lnTo>
                  <a:lnTo>
                    <a:pt x="255340" y="22398"/>
                  </a:lnTo>
                  <a:lnTo>
                    <a:pt x="250796" y="19675"/>
                  </a:lnTo>
                  <a:lnTo>
                    <a:pt x="246168" y="17098"/>
                  </a:lnTo>
                  <a:lnTo>
                    <a:pt x="241460" y="14669"/>
                  </a:lnTo>
                  <a:lnTo>
                    <a:pt x="236678" y="12390"/>
                  </a:lnTo>
                  <a:lnTo>
                    <a:pt x="231826" y="10264"/>
                  </a:lnTo>
                  <a:lnTo>
                    <a:pt x="226909" y="8292"/>
                  </a:lnTo>
                  <a:lnTo>
                    <a:pt x="221931" y="6478"/>
                  </a:lnTo>
                  <a:lnTo>
                    <a:pt x="216899" y="4822"/>
                  </a:lnTo>
                  <a:lnTo>
                    <a:pt x="211817" y="3326"/>
                  </a:lnTo>
                  <a:lnTo>
                    <a:pt x="206691" y="1992"/>
                  </a:lnTo>
                  <a:lnTo>
                    <a:pt x="201524" y="821"/>
                  </a:lnTo>
                  <a:lnTo>
                    <a:pt x="167165" y="1644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34359" cy="167167"/>
            </a:xfrm>
            <a:custGeom>
              <a:avLst/>
              <a:pathLst>
                <a:path w="34359" h="167167">
                  <a:moveTo>
                    <a:pt x="34359" y="3569"/>
                  </a:moveTo>
                  <a:lnTo>
                    <a:pt x="27558" y="2287"/>
                  </a:lnTo>
                  <a:lnTo>
                    <a:pt x="20710" y="1287"/>
                  </a:lnTo>
                  <a:lnTo>
                    <a:pt x="13826" y="572"/>
                  </a:lnTo>
                  <a:lnTo>
                    <a:pt x="6919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2870" y="2126963"/>
              <a:ext cx="5601" cy="167167"/>
            </a:xfrm>
            <a:custGeom>
              <a:avLst/>
              <a:pathLst>
                <a:path w="5601" h="167167">
                  <a:moveTo>
                    <a:pt x="5601" y="0"/>
                  </a:moveTo>
                  <a:lnTo>
                    <a:pt x="0" y="93"/>
                  </a:lnTo>
                  <a:lnTo>
                    <a:pt x="560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870" y="2127057"/>
              <a:ext cx="5601" cy="167073"/>
            </a:xfrm>
            <a:custGeom>
              <a:avLst/>
              <a:pathLst>
                <a:path w="5601" h="167073">
                  <a:moveTo>
                    <a:pt x="0" y="0"/>
                  </a:moveTo>
                  <a:lnTo>
                    <a:pt x="5601" y="1670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15" y="2127057"/>
              <a:ext cx="167156" cy="333972"/>
            </a:xfrm>
            <a:custGeom>
              <a:avLst/>
              <a:pathLst>
                <a:path w="167156" h="333972">
                  <a:moveTo>
                    <a:pt x="161554" y="0"/>
                  </a:moveTo>
                  <a:lnTo>
                    <a:pt x="156247" y="262"/>
                  </a:lnTo>
                  <a:lnTo>
                    <a:pt x="150951" y="693"/>
                  </a:lnTo>
                  <a:lnTo>
                    <a:pt x="145672" y="1292"/>
                  </a:lnTo>
                  <a:lnTo>
                    <a:pt x="140414" y="2058"/>
                  </a:lnTo>
                  <a:lnTo>
                    <a:pt x="135183" y="2992"/>
                  </a:lnTo>
                  <a:lnTo>
                    <a:pt x="129985" y="4091"/>
                  </a:lnTo>
                  <a:lnTo>
                    <a:pt x="124824" y="5354"/>
                  </a:lnTo>
                  <a:lnTo>
                    <a:pt x="119706" y="6781"/>
                  </a:lnTo>
                  <a:lnTo>
                    <a:pt x="114636" y="8370"/>
                  </a:lnTo>
                  <a:lnTo>
                    <a:pt x="109619" y="10119"/>
                  </a:lnTo>
                  <a:lnTo>
                    <a:pt x="104660" y="12027"/>
                  </a:lnTo>
                  <a:lnTo>
                    <a:pt x="99764" y="14092"/>
                  </a:lnTo>
                  <a:lnTo>
                    <a:pt x="94936" y="16311"/>
                  </a:lnTo>
                  <a:lnTo>
                    <a:pt x="90181" y="18682"/>
                  </a:lnTo>
                  <a:lnTo>
                    <a:pt x="85504" y="21203"/>
                  </a:lnTo>
                  <a:lnTo>
                    <a:pt x="80910" y="23872"/>
                  </a:lnTo>
                  <a:lnTo>
                    <a:pt x="76402" y="26685"/>
                  </a:lnTo>
                  <a:lnTo>
                    <a:pt x="71986" y="29640"/>
                  </a:lnTo>
                  <a:lnTo>
                    <a:pt x="67667" y="32734"/>
                  </a:lnTo>
                  <a:lnTo>
                    <a:pt x="63448" y="35964"/>
                  </a:lnTo>
                  <a:lnTo>
                    <a:pt x="59333" y="39326"/>
                  </a:lnTo>
                  <a:lnTo>
                    <a:pt x="55328" y="42817"/>
                  </a:lnTo>
                  <a:lnTo>
                    <a:pt x="51436" y="46434"/>
                  </a:lnTo>
                  <a:lnTo>
                    <a:pt x="47660" y="50173"/>
                  </a:lnTo>
                  <a:lnTo>
                    <a:pt x="44005" y="54029"/>
                  </a:lnTo>
                  <a:lnTo>
                    <a:pt x="40475" y="58000"/>
                  </a:lnTo>
                  <a:lnTo>
                    <a:pt x="37072" y="62081"/>
                  </a:lnTo>
                  <a:lnTo>
                    <a:pt x="33801" y="66268"/>
                  </a:lnTo>
                  <a:lnTo>
                    <a:pt x="30665" y="70557"/>
                  </a:lnTo>
                  <a:lnTo>
                    <a:pt x="27667" y="74944"/>
                  </a:lnTo>
                  <a:lnTo>
                    <a:pt x="24809" y="79423"/>
                  </a:lnTo>
                  <a:lnTo>
                    <a:pt x="22096" y="83991"/>
                  </a:lnTo>
                  <a:lnTo>
                    <a:pt x="19529" y="88644"/>
                  </a:lnTo>
                  <a:lnTo>
                    <a:pt x="17111" y="93375"/>
                  </a:lnTo>
                  <a:lnTo>
                    <a:pt x="14844" y="98181"/>
                  </a:lnTo>
                  <a:lnTo>
                    <a:pt x="12732" y="103056"/>
                  </a:lnTo>
                  <a:lnTo>
                    <a:pt x="10775" y="107996"/>
                  </a:lnTo>
                  <a:lnTo>
                    <a:pt x="8977" y="112996"/>
                  </a:lnTo>
                  <a:lnTo>
                    <a:pt x="7338" y="118050"/>
                  </a:lnTo>
                  <a:lnTo>
                    <a:pt x="5861" y="123154"/>
                  </a:lnTo>
                  <a:lnTo>
                    <a:pt x="4547" y="128302"/>
                  </a:lnTo>
                  <a:lnTo>
                    <a:pt x="3397" y="133489"/>
                  </a:lnTo>
                  <a:lnTo>
                    <a:pt x="2412" y="138711"/>
                  </a:lnTo>
                  <a:lnTo>
                    <a:pt x="1594" y="143961"/>
                  </a:lnTo>
                  <a:lnTo>
                    <a:pt x="943" y="149234"/>
                  </a:lnTo>
                  <a:lnTo>
                    <a:pt x="460" y="154525"/>
                  </a:lnTo>
                  <a:lnTo>
                    <a:pt x="145" y="159829"/>
                  </a:lnTo>
                  <a:lnTo>
                    <a:pt x="0" y="165141"/>
                  </a:lnTo>
                  <a:lnTo>
                    <a:pt x="23" y="170454"/>
                  </a:lnTo>
                  <a:lnTo>
                    <a:pt x="214" y="175764"/>
                  </a:lnTo>
                  <a:lnTo>
                    <a:pt x="575" y="181065"/>
                  </a:lnTo>
                  <a:lnTo>
                    <a:pt x="1104" y="186352"/>
                  </a:lnTo>
                  <a:lnTo>
                    <a:pt x="1800" y="191619"/>
                  </a:lnTo>
                  <a:lnTo>
                    <a:pt x="2664" y="196862"/>
                  </a:lnTo>
                  <a:lnTo>
                    <a:pt x="3694" y="202074"/>
                  </a:lnTo>
                  <a:lnTo>
                    <a:pt x="4889" y="207252"/>
                  </a:lnTo>
                  <a:lnTo>
                    <a:pt x="6247" y="212388"/>
                  </a:lnTo>
                  <a:lnTo>
                    <a:pt x="7769" y="217479"/>
                  </a:lnTo>
                  <a:lnTo>
                    <a:pt x="9451" y="222519"/>
                  </a:lnTo>
                  <a:lnTo>
                    <a:pt x="11293" y="227503"/>
                  </a:lnTo>
                  <a:lnTo>
                    <a:pt x="13292" y="232426"/>
                  </a:lnTo>
                  <a:lnTo>
                    <a:pt x="15447" y="237283"/>
                  </a:lnTo>
                  <a:lnTo>
                    <a:pt x="17755" y="242069"/>
                  </a:lnTo>
                  <a:lnTo>
                    <a:pt x="20214" y="246779"/>
                  </a:lnTo>
                  <a:lnTo>
                    <a:pt x="22821" y="251408"/>
                  </a:lnTo>
                  <a:lnTo>
                    <a:pt x="25574" y="255953"/>
                  </a:lnTo>
                  <a:lnTo>
                    <a:pt x="28470" y="260407"/>
                  </a:lnTo>
                  <a:lnTo>
                    <a:pt x="31507" y="264768"/>
                  </a:lnTo>
                  <a:lnTo>
                    <a:pt x="34680" y="269029"/>
                  </a:lnTo>
                  <a:lnTo>
                    <a:pt x="37987" y="273188"/>
                  </a:lnTo>
                  <a:lnTo>
                    <a:pt x="41425" y="277240"/>
                  </a:lnTo>
                  <a:lnTo>
                    <a:pt x="44989" y="281180"/>
                  </a:lnTo>
                  <a:lnTo>
                    <a:pt x="48677" y="285005"/>
                  </a:lnTo>
                  <a:lnTo>
                    <a:pt x="52485" y="288710"/>
                  </a:lnTo>
                  <a:lnTo>
                    <a:pt x="56409" y="292293"/>
                  </a:lnTo>
                  <a:lnTo>
                    <a:pt x="60444" y="295749"/>
                  </a:lnTo>
                  <a:lnTo>
                    <a:pt x="64588" y="299076"/>
                  </a:lnTo>
                  <a:lnTo>
                    <a:pt x="68835" y="302269"/>
                  </a:lnTo>
                  <a:lnTo>
                    <a:pt x="73181" y="305325"/>
                  </a:lnTo>
                  <a:lnTo>
                    <a:pt x="77622" y="308242"/>
                  </a:lnTo>
                  <a:lnTo>
                    <a:pt x="82154" y="311016"/>
                  </a:lnTo>
                  <a:lnTo>
                    <a:pt x="86771" y="313645"/>
                  </a:lnTo>
                  <a:lnTo>
                    <a:pt x="91470" y="316125"/>
                  </a:lnTo>
                  <a:lnTo>
                    <a:pt x="96245" y="318455"/>
                  </a:lnTo>
                  <a:lnTo>
                    <a:pt x="101092" y="320633"/>
                  </a:lnTo>
                  <a:lnTo>
                    <a:pt x="106005" y="322654"/>
                  </a:lnTo>
                  <a:lnTo>
                    <a:pt x="110981" y="324519"/>
                  </a:lnTo>
                  <a:lnTo>
                    <a:pt x="116013" y="326225"/>
                  </a:lnTo>
                  <a:lnTo>
                    <a:pt x="121097" y="327770"/>
                  </a:lnTo>
                  <a:lnTo>
                    <a:pt x="126227" y="329153"/>
                  </a:lnTo>
                  <a:lnTo>
                    <a:pt x="131398" y="330371"/>
                  </a:lnTo>
                  <a:lnTo>
                    <a:pt x="136606" y="331425"/>
                  </a:lnTo>
                  <a:lnTo>
                    <a:pt x="141845" y="332313"/>
                  </a:lnTo>
                  <a:lnTo>
                    <a:pt x="147109" y="333034"/>
                  </a:lnTo>
                  <a:lnTo>
                    <a:pt x="152394" y="333587"/>
                  </a:lnTo>
                  <a:lnTo>
                    <a:pt x="157693" y="333972"/>
                  </a:lnTo>
                  <a:lnTo>
                    <a:pt x="167156" y="1670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19009" y="2126963"/>
              <a:ext cx="176629" cy="334330"/>
            </a:xfrm>
            <a:custGeom>
              <a:avLst/>
              <a:pathLst>
                <a:path w="176629" h="334330">
                  <a:moveTo>
                    <a:pt x="0" y="334066"/>
                  </a:moveTo>
                  <a:lnTo>
                    <a:pt x="5341" y="334284"/>
                  </a:lnTo>
                  <a:lnTo>
                    <a:pt x="10687" y="334330"/>
                  </a:lnTo>
                  <a:lnTo>
                    <a:pt x="16032" y="334205"/>
                  </a:lnTo>
                  <a:lnTo>
                    <a:pt x="21370" y="333910"/>
                  </a:lnTo>
                  <a:lnTo>
                    <a:pt x="26696" y="333444"/>
                  </a:lnTo>
                  <a:lnTo>
                    <a:pt x="32004" y="332808"/>
                  </a:lnTo>
                  <a:lnTo>
                    <a:pt x="37289" y="332002"/>
                  </a:lnTo>
                  <a:lnTo>
                    <a:pt x="42546" y="331028"/>
                  </a:lnTo>
                  <a:lnTo>
                    <a:pt x="47769" y="329886"/>
                  </a:lnTo>
                  <a:lnTo>
                    <a:pt x="52952" y="328578"/>
                  </a:lnTo>
                  <a:lnTo>
                    <a:pt x="58091" y="327105"/>
                  </a:lnTo>
                  <a:lnTo>
                    <a:pt x="63181" y="325468"/>
                  </a:lnTo>
                  <a:lnTo>
                    <a:pt x="68215" y="323669"/>
                  </a:lnTo>
                  <a:lnTo>
                    <a:pt x="73190" y="321711"/>
                  </a:lnTo>
                  <a:lnTo>
                    <a:pt x="78099" y="319594"/>
                  </a:lnTo>
                  <a:lnTo>
                    <a:pt x="82938" y="317321"/>
                  </a:lnTo>
                  <a:lnTo>
                    <a:pt x="87702" y="314895"/>
                  </a:lnTo>
                  <a:lnTo>
                    <a:pt x="92386" y="312317"/>
                  </a:lnTo>
                  <a:lnTo>
                    <a:pt x="96985" y="309592"/>
                  </a:lnTo>
                  <a:lnTo>
                    <a:pt x="101494" y="306720"/>
                  </a:lnTo>
                  <a:lnTo>
                    <a:pt x="105910" y="303706"/>
                  </a:lnTo>
                  <a:lnTo>
                    <a:pt x="110227" y="300552"/>
                  </a:lnTo>
                  <a:lnTo>
                    <a:pt x="114440" y="297262"/>
                  </a:lnTo>
                  <a:lnTo>
                    <a:pt x="118547" y="293838"/>
                  </a:lnTo>
                  <a:lnTo>
                    <a:pt x="122541" y="290285"/>
                  </a:lnTo>
                  <a:lnTo>
                    <a:pt x="126420" y="286606"/>
                  </a:lnTo>
                  <a:lnTo>
                    <a:pt x="130180" y="282805"/>
                  </a:lnTo>
                  <a:lnTo>
                    <a:pt x="133816" y="278886"/>
                  </a:lnTo>
                  <a:lnTo>
                    <a:pt x="137325" y="274852"/>
                  </a:lnTo>
                  <a:lnTo>
                    <a:pt x="140703" y="270709"/>
                  </a:lnTo>
                  <a:lnTo>
                    <a:pt x="143947" y="266459"/>
                  </a:lnTo>
                  <a:lnTo>
                    <a:pt x="147053" y="262108"/>
                  </a:lnTo>
                  <a:lnTo>
                    <a:pt x="150019" y="257660"/>
                  </a:lnTo>
                  <a:lnTo>
                    <a:pt x="152840" y="253119"/>
                  </a:lnTo>
                  <a:lnTo>
                    <a:pt x="155515" y="248490"/>
                  </a:lnTo>
                  <a:lnTo>
                    <a:pt x="158041" y="243778"/>
                  </a:lnTo>
                  <a:lnTo>
                    <a:pt x="160415" y="238988"/>
                  </a:lnTo>
                  <a:lnTo>
                    <a:pt x="162634" y="234124"/>
                  </a:lnTo>
                  <a:lnTo>
                    <a:pt x="164697" y="229192"/>
                  </a:lnTo>
                  <a:lnTo>
                    <a:pt x="166601" y="224196"/>
                  </a:lnTo>
                  <a:lnTo>
                    <a:pt x="168344" y="219142"/>
                  </a:lnTo>
                  <a:lnTo>
                    <a:pt x="169925" y="214035"/>
                  </a:lnTo>
                  <a:lnTo>
                    <a:pt x="171342" y="208880"/>
                  </a:lnTo>
                  <a:lnTo>
                    <a:pt x="172593" y="203683"/>
                  </a:lnTo>
                  <a:lnTo>
                    <a:pt x="173677" y="198447"/>
                  </a:lnTo>
                  <a:lnTo>
                    <a:pt x="174593" y="193180"/>
                  </a:lnTo>
                  <a:lnTo>
                    <a:pt x="175341" y="187887"/>
                  </a:lnTo>
                  <a:lnTo>
                    <a:pt x="175919" y="182572"/>
                  </a:lnTo>
                  <a:lnTo>
                    <a:pt x="176326" y="177241"/>
                  </a:lnTo>
                  <a:lnTo>
                    <a:pt x="176563" y="171900"/>
                  </a:lnTo>
                  <a:lnTo>
                    <a:pt x="176629" y="166555"/>
                  </a:lnTo>
                  <a:lnTo>
                    <a:pt x="176524" y="161209"/>
                  </a:lnTo>
                  <a:lnTo>
                    <a:pt x="176248" y="155870"/>
                  </a:lnTo>
                  <a:lnTo>
                    <a:pt x="175801" y="150543"/>
                  </a:lnTo>
                  <a:lnTo>
                    <a:pt x="175185" y="145232"/>
                  </a:lnTo>
                  <a:lnTo>
                    <a:pt x="174398" y="139944"/>
                  </a:lnTo>
                  <a:lnTo>
                    <a:pt x="173444" y="134684"/>
                  </a:lnTo>
                  <a:lnTo>
                    <a:pt x="172321" y="129457"/>
                  </a:lnTo>
                  <a:lnTo>
                    <a:pt x="171032" y="124269"/>
                  </a:lnTo>
                  <a:lnTo>
                    <a:pt x="169577" y="119124"/>
                  </a:lnTo>
                  <a:lnTo>
                    <a:pt x="167959" y="114029"/>
                  </a:lnTo>
                  <a:lnTo>
                    <a:pt x="166179" y="108988"/>
                  </a:lnTo>
                  <a:lnTo>
                    <a:pt x="164239" y="104006"/>
                  </a:lnTo>
                  <a:lnTo>
                    <a:pt x="162140" y="99089"/>
                  </a:lnTo>
                  <a:lnTo>
                    <a:pt x="159885" y="94242"/>
                  </a:lnTo>
                  <a:lnTo>
                    <a:pt x="157476" y="89469"/>
                  </a:lnTo>
                  <a:lnTo>
                    <a:pt x="154916" y="84776"/>
                  </a:lnTo>
                  <a:lnTo>
                    <a:pt x="152207" y="80167"/>
                  </a:lnTo>
                  <a:lnTo>
                    <a:pt x="149352" y="75647"/>
                  </a:lnTo>
                  <a:lnTo>
                    <a:pt x="146354" y="71220"/>
                  </a:lnTo>
                  <a:lnTo>
                    <a:pt x="143216" y="66892"/>
                  </a:lnTo>
                  <a:lnTo>
                    <a:pt x="139941" y="62666"/>
                  </a:lnTo>
                  <a:lnTo>
                    <a:pt x="136532" y="58548"/>
                  </a:lnTo>
                  <a:lnTo>
                    <a:pt x="132994" y="54540"/>
                  </a:lnTo>
                  <a:lnTo>
                    <a:pt x="129329" y="50647"/>
                  </a:lnTo>
                  <a:lnTo>
                    <a:pt x="125542" y="46874"/>
                  </a:lnTo>
                  <a:lnTo>
                    <a:pt x="121636" y="43223"/>
                  </a:lnTo>
                  <a:lnTo>
                    <a:pt x="117616" y="39700"/>
                  </a:lnTo>
                  <a:lnTo>
                    <a:pt x="113484" y="36307"/>
                  </a:lnTo>
                  <a:lnTo>
                    <a:pt x="109247" y="33047"/>
                  </a:lnTo>
                  <a:lnTo>
                    <a:pt x="104907" y="29925"/>
                  </a:lnTo>
                  <a:lnTo>
                    <a:pt x="100469" y="26943"/>
                  </a:lnTo>
                  <a:lnTo>
                    <a:pt x="95939" y="24105"/>
                  </a:lnTo>
                  <a:lnTo>
                    <a:pt x="91320" y="21413"/>
                  </a:lnTo>
                  <a:lnTo>
                    <a:pt x="86617" y="18870"/>
                  </a:lnTo>
                  <a:lnTo>
                    <a:pt x="81836" y="16478"/>
                  </a:lnTo>
                  <a:lnTo>
                    <a:pt x="76980" y="14241"/>
                  </a:lnTo>
                  <a:lnTo>
                    <a:pt x="72056" y="12160"/>
                  </a:lnTo>
                  <a:lnTo>
                    <a:pt x="67067" y="10238"/>
                  </a:lnTo>
                  <a:lnTo>
                    <a:pt x="62020" y="8476"/>
                  </a:lnTo>
                  <a:lnTo>
                    <a:pt x="56918" y="6877"/>
                  </a:lnTo>
                  <a:lnTo>
                    <a:pt x="51768" y="5441"/>
                  </a:lnTo>
                  <a:lnTo>
                    <a:pt x="46575" y="4171"/>
                  </a:lnTo>
                  <a:lnTo>
                    <a:pt x="41344" y="3068"/>
                  </a:lnTo>
                  <a:lnTo>
                    <a:pt x="36081" y="2132"/>
                  </a:lnTo>
                  <a:lnTo>
                    <a:pt x="30790" y="1366"/>
                  </a:lnTo>
                  <a:lnTo>
                    <a:pt x="25477" y="768"/>
                  </a:lnTo>
                  <a:lnTo>
                    <a:pt x="20148" y="341"/>
                  </a:lnTo>
                  <a:lnTo>
                    <a:pt x="14808" y="85"/>
                  </a:lnTo>
                  <a:lnTo>
                    <a:pt x="9462" y="0"/>
                  </a:lnTo>
                  <a:lnTo>
                    <a:pt x="94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0184" y="1681503"/>
              <a:ext cx="13050" cy="167167"/>
            </a:xfrm>
            <a:custGeom>
              <a:avLst/>
              <a:pathLst>
                <a:path w="13050" h="167167">
                  <a:moveTo>
                    <a:pt x="13050" y="0"/>
                  </a:moveTo>
                  <a:lnTo>
                    <a:pt x="0" y="510"/>
                  </a:lnTo>
                  <a:lnTo>
                    <a:pt x="1305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184" y="1682013"/>
              <a:ext cx="13050" cy="166657"/>
            </a:xfrm>
            <a:custGeom>
              <a:avLst/>
              <a:pathLst>
                <a:path w="13050" h="166657">
                  <a:moveTo>
                    <a:pt x="0" y="0"/>
                  </a:moveTo>
                  <a:lnTo>
                    <a:pt x="13050" y="1666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68" y="1682013"/>
              <a:ext cx="334332" cy="333812"/>
            </a:xfrm>
            <a:custGeom>
              <a:avLst/>
              <a:pathLst>
                <a:path w="334332" h="333812">
                  <a:moveTo>
                    <a:pt x="154116" y="0"/>
                  </a:moveTo>
                  <a:lnTo>
                    <a:pt x="148840" y="497"/>
                  </a:lnTo>
                  <a:lnTo>
                    <a:pt x="143582" y="1161"/>
                  </a:lnTo>
                  <a:lnTo>
                    <a:pt x="138347" y="1992"/>
                  </a:lnTo>
                  <a:lnTo>
                    <a:pt x="133142" y="2989"/>
                  </a:lnTo>
                  <a:lnTo>
                    <a:pt x="127970" y="4150"/>
                  </a:lnTo>
                  <a:lnTo>
                    <a:pt x="122838" y="5474"/>
                  </a:lnTo>
                  <a:lnTo>
                    <a:pt x="117751" y="6960"/>
                  </a:lnTo>
                  <a:lnTo>
                    <a:pt x="112713" y="8607"/>
                  </a:lnTo>
                  <a:lnTo>
                    <a:pt x="107730" y="10412"/>
                  </a:lnTo>
                  <a:lnTo>
                    <a:pt x="102807" y="12375"/>
                  </a:lnTo>
                  <a:lnTo>
                    <a:pt x="97949" y="14493"/>
                  </a:lnTo>
                  <a:lnTo>
                    <a:pt x="93160" y="16764"/>
                  </a:lnTo>
                  <a:lnTo>
                    <a:pt x="88445" y="19185"/>
                  </a:lnTo>
                  <a:lnTo>
                    <a:pt x="83810" y="21755"/>
                  </a:lnTo>
                  <a:lnTo>
                    <a:pt x="79258" y="24470"/>
                  </a:lnTo>
                  <a:lnTo>
                    <a:pt x="74795" y="27328"/>
                  </a:lnTo>
                  <a:lnTo>
                    <a:pt x="70424" y="30327"/>
                  </a:lnTo>
                  <a:lnTo>
                    <a:pt x="66151" y="33462"/>
                  </a:lnTo>
                  <a:lnTo>
                    <a:pt x="61980" y="36731"/>
                  </a:lnTo>
                  <a:lnTo>
                    <a:pt x="57914" y="40131"/>
                  </a:lnTo>
                  <a:lnTo>
                    <a:pt x="53958" y="43658"/>
                  </a:lnTo>
                  <a:lnTo>
                    <a:pt x="50115" y="47309"/>
                  </a:lnTo>
                  <a:lnTo>
                    <a:pt x="46391" y="51079"/>
                  </a:lnTo>
                  <a:lnTo>
                    <a:pt x="42787" y="54966"/>
                  </a:lnTo>
                  <a:lnTo>
                    <a:pt x="39309" y="58965"/>
                  </a:lnTo>
                  <a:lnTo>
                    <a:pt x="35960" y="63072"/>
                  </a:lnTo>
                  <a:lnTo>
                    <a:pt x="32742" y="67284"/>
                  </a:lnTo>
                  <a:lnTo>
                    <a:pt x="29659" y="71595"/>
                  </a:lnTo>
                  <a:lnTo>
                    <a:pt x="26715" y="76002"/>
                  </a:lnTo>
                  <a:lnTo>
                    <a:pt x="23912" y="80500"/>
                  </a:lnTo>
                  <a:lnTo>
                    <a:pt x="21252" y="85085"/>
                  </a:lnTo>
                  <a:lnTo>
                    <a:pt x="18740" y="89751"/>
                  </a:lnTo>
                  <a:lnTo>
                    <a:pt x="16376" y="94495"/>
                  </a:lnTo>
                  <a:lnTo>
                    <a:pt x="14165" y="99312"/>
                  </a:lnTo>
                  <a:lnTo>
                    <a:pt x="12107" y="104196"/>
                  </a:lnTo>
                  <a:lnTo>
                    <a:pt x="10204" y="109143"/>
                  </a:lnTo>
                  <a:lnTo>
                    <a:pt x="8460" y="114147"/>
                  </a:lnTo>
                  <a:lnTo>
                    <a:pt x="6875" y="119205"/>
                  </a:lnTo>
                  <a:lnTo>
                    <a:pt x="5452" y="124310"/>
                  </a:lnTo>
                  <a:lnTo>
                    <a:pt x="4190" y="129458"/>
                  </a:lnTo>
                  <a:lnTo>
                    <a:pt x="3093" y="134643"/>
                  </a:lnTo>
                  <a:lnTo>
                    <a:pt x="2161" y="139860"/>
                  </a:lnTo>
                  <a:lnTo>
                    <a:pt x="1394" y="145105"/>
                  </a:lnTo>
                  <a:lnTo>
                    <a:pt x="794" y="150371"/>
                  </a:lnTo>
                  <a:lnTo>
                    <a:pt x="362" y="155653"/>
                  </a:lnTo>
                  <a:lnTo>
                    <a:pt x="97" y="160946"/>
                  </a:lnTo>
                  <a:lnTo>
                    <a:pt x="0" y="166246"/>
                  </a:lnTo>
                  <a:lnTo>
                    <a:pt x="70" y="171545"/>
                  </a:lnTo>
                  <a:lnTo>
                    <a:pt x="309" y="176840"/>
                  </a:lnTo>
                  <a:lnTo>
                    <a:pt x="716" y="182124"/>
                  </a:lnTo>
                  <a:lnTo>
                    <a:pt x="1290" y="187393"/>
                  </a:lnTo>
                  <a:lnTo>
                    <a:pt x="2031" y="192641"/>
                  </a:lnTo>
                  <a:lnTo>
                    <a:pt x="2938" y="197863"/>
                  </a:lnTo>
                  <a:lnTo>
                    <a:pt x="4009" y="203053"/>
                  </a:lnTo>
                  <a:lnTo>
                    <a:pt x="5245" y="208207"/>
                  </a:lnTo>
                  <a:lnTo>
                    <a:pt x="6644" y="213319"/>
                  </a:lnTo>
                  <a:lnTo>
                    <a:pt x="8204" y="218385"/>
                  </a:lnTo>
                  <a:lnTo>
                    <a:pt x="9923" y="223398"/>
                  </a:lnTo>
                  <a:lnTo>
                    <a:pt x="11801" y="228354"/>
                  </a:lnTo>
                  <a:lnTo>
                    <a:pt x="13835" y="233248"/>
                  </a:lnTo>
                  <a:lnTo>
                    <a:pt x="16023" y="238076"/>
                  </a:lnTo>
                  <a:lnTo>
                    <a:pt x="18363" y="242831"/>
                  </a:lnTo>
                  <a:lnTo>
                    <a:pt x="20853" y="247510"/>
                  </a:lnTo>
                  <a:lnTo>
                    <a:pt x="23489" y="252108"/>
                  </a:lnTo>
                  <a:lnTo>
                    <a:pt x="26270" y="256619"/>
                  </a:lnTo>
                  <a:lnTo>
                    <a:pt x="29193" y="261041"/>
                  </a:lnTo>
                  <a:lnTo>
                    <a:pt x="32255" y="265367"/>
                  </a:lnTo>
                  <a:lnTo>
                    <a:pt x="35452" y="269594"/>
                  </a:lnTo>
                  <a:lnTo>
                    <a:pt x="38781" y="273718"/>
                  </a:lnTo>
                  <a:lnTo>
                    <a:pt x="42239" y="277734"/>
                  </a:lnTo>
                  <a:lnTo>
                    <a:pt x="45824" y="281639"/>
                  </a:lnTo>
                  <a:lnTo>
                    <a:pt x="49530" y="285428"/>
                  </a:lnTo>
                  <a:lnTo>
                    <a:pt x="53354" y="289097"/>
                  </a:lnTo>
                  <a:lnTo>
                    <a:pt x="57292" y="292644"/>
                  </a:lnTo>
                  <a:lnTo>
                    <a:pt x="61342" y="296063"/>
                  </a:lnTo>
                  <a:lnTo>
                    <a:pt x="65497" y="299353"/>
                  </a:lnTo>
                  <a:lnTo>
                    <a:pt x="69755" y="302509"/>
                  </a:lnTo>
                  <a:lnTo>
                    <a:pt x="74110" y="305529"/>
                  </a:lnTo>
                  <a:lnTo>
                    <a:pt x="78560" y="308409"/>
                  </a:lnTo>
                  <a:lnTo>
                    <a:pt x="83098" y="311147"/>
                  </a:lnTo>
                  <a:lnTo>
                    <a:pt x="87720" y="313739"/>
                  </a:lnTo>
                  <a:lnTo>
                    <a:pt x="92423" y="316184"/>
                  </a:lnTo>
                  <a:lnTo>
                    <a:pt x="97201" y="318478"/>
                  </a:lnTo>
                  <a:lnTo>
                    <a:pt x="102049" y="320620"/>
                  </a:lnTo>
                  <a:lnTo>
                    <a:pt x="106962" y="322607"/>
                  </a:lnTo>
                  <a:lnTo>
                    <a:pt x="111936" y="324437"/>
                  </a:lnTo>
                  <a:lnTo>
                    <a:pt x="116966" y="326108"/>
                  </a:lnTo>
                  <a:lnTo>
                    <a:pt x="122046" y="327620"/>
                  </a:lnTo>
                  <a:lnTo>
                    <a:pt x="127171" y="328969"/>
                  </a:lnTo>
                  <a:lnTo>
                    <a:pt x="132337" y="330156"/>
                  </a:lnTo>
                  <a:lnTo>
                    <a:pt x="137537" y="331177"/>
                  </a:lnTo>
                  <a:lnTo>
                    <a:pt x="142768" y="332034"/>
                  </a:lnTo>
                  <a:lnTo>
                    <a:pt x="148022" y="332724"/>
                  </a:lnTo>
                  <a:lnTo>
                    <a:pt x="153297" y="333248"/>
                  </a:lnTo>
                  <a:lnTo>
                    <a:pt x="158585" y="333604"/>
                  </a:lnTo>
                  <a:lnTo>
                    <a:pt x="163881" y="333792"/>
                  </a:lnTo>
                  <a:lnTo>
                    <a:pt x="169181" y="333812"/>
                  </a:lnTo>
                  <a:lnTo>
                    <a:pt x="174479" y="333664"/>
                  </a:lnTo>
                  <a:lnTo>
                    <a:pt x="179770" y="333348"/>
                  </a:lnTo>
                  <a:lnTo>
                    <a:pt x="185048" y="332865"/>
                  </a:lnTo>
                  <a:lnTo>
                    <a:pt x="190308" y="332215"/>
                  </a:lnTo>
                  <a:lnTo>
                    <a:pt x="195544" y="331398"/>
                  </a:lnTo>
                  <a:lnTo>
                    <a:pt x="200753" y="330416"/>
                  </a:lnTo>
                  <a:lnTo>
                    <a:pt x="205927" y="329268"/>
                  </a:lnTo>
                  <a:lnTo>
                    <a:pt x="211062" y="327958"/>
                  </a:lnTo>
                  <a:lnTo>
                    <a:pt x="216154" y="326485"/>
                  </a:lnTo>
                  <a:lnTo>
                    <a:pt x="221196" y="324852"/>
                  </a:lnTo>
                  <a:lnTo>
                    <a:pt x="226184" y="323060"/>
                  </a:lnTo>
                  <a:lnTo>
                    <a:pt x="231112" y="321110"/>
                  </a:lnTo>
                  <a:lnTo>
                    <a:pt x="235976" y="319006"/>
                  </a:lnTo>
                  <a:lnTo>
                    <a:pt x="240771" y="316748"/>
                  </a:lnTo>
                  <a:lnTo>
                    <a:pt x="245492" y="314339"/>
                  </a:lnTo>
                  <a:lnTo>
                    <a:pt x="250135" y="311782"/>
                  </a:lnTo>
                  <a:lnTo>
                    <a:pt x="254694" y="309079"/>
                  </a:lnTo>
                  <a:lnTo>
                    <a:pt x="259164" y="306232"/>
                  </a:lnTo>
                  <a:lnTo>
                    <a:pt x="263543" y="303246"/>
                  </a:lnTo>
                  <a:lnTo>
                    <a:pt x="267824" y="300122"/>
                  </a:lnTo>
                  <a:lnTo>
                    <a:pt x="272005" y="296864"/>
                  </a:lnTo>
                  <a:lnTo>
                    <a:pt x="276080" y="293475"/>
                  </a:lnTo>
                  <a:lnTo>
                    <a:pt x="280045" y="289959"/>
                  </a:lnTo>
                  <a:lnTo>
                    <a:pt x="283897" y="286318"/>
                  </a:lnTo>
                  <a:lnTo>
                    <a:pt x="287632" y="282558"/>
                  </a:lnTo>
                  <a:lnTo>
                    <a:pt x="291246" y="278680"/>
                  </a:lnTo>
                  <a:lnTo>
                    <a:pt x="294734" y="274691"/>
                  </a:lnTo>
                  <a:lnTo>
                    <a:pt x="298095" y="270592"/>
                  </a:lnTo>
                  <a:lnTo>
                    <a:pt x="301324" y="266390"/>
                  </a:lnTo>
                  <a:lnTo>
                    <a:pt x="304418" y="262087"/>
                  </a:lnTo>
                  <a:lnTo>
                    <a:pt x="307375" y="257688"/>
                  </a:lnTo>
                  <a:lnTo>
                    <a:pt x="310190" y="253197"/>
                  </a:lnTo>
                  <a:lnTo>
                    <a:pt x="312861" y="248620"/>
                  </a:lnTo>
                  <a:lnTo>
                    <a:pt x="315387" y="243960"/>
                  </a:lnTo>
                  <a:lnTo>
                    <a:pt x="317763" y="239222"/>
                  </a:lnTo>
                  <a:lnTo>
                    <a:pt x="319987" y="234412"/>
                  </a:lnTo>
                  <a:lnTo>
                    <a:pt x="322058" y="229533"/>
                  </a:lnTo>
                  <a:lnTo>
                    <a:pt x="323974" y="224591"/>
                  </a:lnTo>
                  <a:lnTo>
                    <a:pt x="325732" y="219591"/>
                  </a:lnTo>
                  <a:lnTo>
                    <a:pt x="327330" y="214538"/>
                  </a:lnTo>
                  <a:lnTo>
                    <a:pt x="328767" y="209437"/>
                  </a:lnTo>
                  <a:lnTo>
                    <a:pt x="330042" y="204292"/>
                  </a:lnTo>
                  <a:lnTo>
                    <a:pt x="331153" y="199110"/>
                  </a:lnTo>
                  <a:lnTo>
                    <a:pt x="332100" y="193895"/>
                  </a:lnTo>
                  <a:lnTo>
                    <a:pt x="332880" y="188653"/>
                  </a:lnTo>
                  <a:lnTo>
                    <a:pt x="333494" y="183389"/>
                  </a:lnTo>
                  <a:lnTo>
                    <a:pt x="333941" y="178108"/>
                  </a:lnTo>
                  <a:lnTo>
                    <a:pt x="334220" y="172815"/>
                  </a:lnTo>
                  <a:lnTo>
                    <a:pt x="334332" y="167516"/>
                  </a:lnTo>
                  <a:lnTo>
                    <a:pt x="334275" y="162216"/>
                  </a:lnTo>
                  <a:lnTo>
                    <a:pt x="334050" y="156921"/>
                  </a:lnTo>
                  <a:lnTo>
                    <a:pt x="333658" y="151636"/>
                  </a:lnTo>
                  <a:lnTo>
                    <a:pt x="333098" y="146365"/>
                  </a:lnTo>
                  <a:lnTo>
                    <a:pt x="332371" y="141115"/>
                  </a:lnTo>
                  <a:lnTo>
                    <a:pt x="331478" y="135891"/>
                  </a:lnTo>
                  <a:lnTo>
                    <a:pt x="330420" y="130698"/>
                  </a:lnTo>
                  <a:lnTo>
                    <a:pt x="329199" y="125540"/>
                  </a:lnTo>
                  <a:lnTo>
                    <a:pt x="327814" y="120424"/>
                  </a:lnTo>
                  <a:lnTo>
                    <a:pt x="326267" y="115355"/>
                  </a:lnTo>
                  <a:lnTo>
                    <a:pt x="324561" y="110337"/>
                  </a:lnTo>
                  <a:lnTo>
                    <a:pt x="322697" y="105376"/>
                  </a:lnTo>
                  <a:lnTo>
                    <a:pt x="320676" y="100476"/>
                  </a:lnTo>
                  <a:lnTo>
                    <a:pt x="318501" y="95643"/>
                  </a:lnTo>
                  <a:lnTo>
                    <a:pt x="316173" y="90881"/>
                  </a:lnTo>
                  <a:lnTo>
                    <a:pt x="313696" y="86196"/>
                  </a:lnTo>
                  <a:lnTo>
                    <a:pt x="311072" y="81591"/>
                  </a:lnTo>
                  <a:lnTo>
                    <a:pt x="308303" y="77072"/>
                  </a:lnTo>
                  <a:lnTo>
                    <a:pt x="305392" y="72643"/>
                  </a:lnTo>
                  <a:lnTo>
                    <a:pt x="302342" y="68308"/>
                  </a:lnTo>
                  <a:lnTo>
                    <a:pt x="299157" y="64072"/>
                  </a:lnTo>
                  <a:lnTo>
                    <a:pt x="295838" y="59940"/>
                  </a:lnTo>
                  <a:lnTo>
                    <a:pt x="292391" y="55914"/>
                  </a:lnTo>
                  <a:lnTo>
                    <a:pt x="288817" y="52000"/>
                  </a:lnTo>
                  <a:lnTo>
                    <a:pt x="285121" y="48202"/>
                  </a:lnTo>
                  <a:lnTo>
                    <a:pt x="281307" y="44522"/>
                  </a:lnTo>
                  <a:lnTo>
                    <a:pt x="277378" y="40965"/>
                  </a:lnTo>
                  <a:lnTo>
                    <a:pt x="273338" y="37534"/>
                  </a:lnTo>
                  <a:lnTo>
                    <a:pt x="269191" y="34233"/>
                  </a:lnTo>
                  <a:lnTo>
                    <a:pt x="264942" y="31066"/>
                  </a:lnTo>
                  <a:lnTo>
                    <a:pt x="260594" y="28034"/>
                  </a:lnTo>
                  <a:lnTo>
                    <a:pt x="256153" y="25142"/>
                  </a:lnTo>
                  <a:lnTo>
                    <a:pt x="251622" y="22392"/>
                  </a:lnTo>
                  <a:lnTo>
                    <a:pt x="247006" y="19788"/>
                  </a:lnTo>
                  <a:lnTo>
                    <a:pt x="242310" y="17330"/>
                  </a:lnTo>
                  <a:lnTo>
                    <a:pt x="237539" y="15023"/>
                  </a:lnTo>
                  <a:lnTo>
                    <a:pt x="232696" y="12869"/>
                  </a:lnTo>
                  <a:lnTo>
                    <a:pt x="227788" y="10869"/>
                  </a:lnTo>
                  <a:lnTo>
                    <a:pt x="222819" y="9025"/>
                  </a:lnTo>
                  <a:lnTo>
                    <a:pt x="217794" y="7340"/>
                  </a:lnTo>
                  <a:lnTo>
                    <a:pt x="212718" y="5815"/>
                  </a:lnTo>
                  <a:lnTo>
                    <a:pt x="207597" y="4452"/>
                  </a:lnTo>
                  <a:lnTo>
                    <a:pt x="202434" y="3252"/>
                  </a:lnTo>
                  <a:lnTo>
                    <a:pt x="167166" y="1666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35267" cy="167167"/>
            </a:xfrm>
            <a:custGeom>
              <a:avLst/>
              <a:pathLst>
                <a:path w="35267" h="167167">
                  <a:moveTo>
                    <a:pt x="35267" y="3762"/>
                  </a:moveTo>
                  <a:lnTo>
                    <a:pt x="28291" y="2411"/>
                  </a:lnTo>
                  <a:lnTo>
                    <a:pt x="21263" y="1357"/>
                  </a:lnTo>
                  <a:lnTo>
                    <a:pt x="14196" y="603"/>
                  </a:lnTo>
                  <a:lnTo>
                    <a:pt x="7104" y="15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75" y="1322571"/>
              <a:ext cx="167163" cy="326857"/>
            </a:xfrm>
            <a:custGeom>
              <a:avLst/>
              <a:pathLst>
                <a:path w="167163" h="326857">
                  <a:moveTo>
                    <a:pt x="167163" y="0"/>
                  </a:moveTo>
                  <a:lnTo>
                    <a:pt x="161827" y="85"/>
                  </a:lnTo>
                  <a:lnTo>
                    <a:pt x="156497" y="340"/>
                  </a:lnTo>
                  <a:lnTo>
                    <a:pt x="151177" y="766"/>
                  </a:lnTo>
                  <a:lnTo>
                    <a:pt x="145874" y="1361"/>
                  </a:lnTo>
                  <a:lnTo>
                    <a:pt x="140592" y="2125"/>
                  </a:lnTo>
                  <a:lnTo>
                    <a:pt x="135337" y="3057"/>
                  </a:lnTo>
                  <a:lnTo>
                    <a:pt x="130115" y="4157"/>
                  </a:lnTo>
                  <a:lnTo>
                    <a:pt x="124931" y="5422"/>
                  </a:lnTo>
                  <a:lnTo>
                    <a:pt x="119789" y="6853"/>
                  </a:lnTo>
                  <a:lnTo>
                    <a:pt x="114696" y="8447"/>
                  </a:lnTo>
                  <a:lnTo>
                    <a:pt x="109657" y="10202"/>
                  </a:lnTo>
                  <a:lnTo>
                    <a:pt x="104676" y="12118"/>
                  </a:lnTo>
                  <a:lnTo>
                    <a:pt x="99758" y="14191"/>
                  </a:lnTo>
                  <a:lnTo>
                    <a:pt x="94910" y="16421"/>
                  </a:lnTo>
                  <a:lnTo>
                    <a:pt x="90135" y="18804"/>
                  </a:lnTo>
                  <a:lnTo>
                    <a:pt x="85438" y="21339"/>
                  </a:lnTo>
                  <a:lnTo>
                    <a:pt x="80825" y="24022"/>
                  </a:lnTo>
                  <a:lnTo>
                    <a:pt x="76300" y="26850"/>
                  </a:lnTo>
                  <a:lnTo>
                    <a:pt x="71867" y="29822"/>
                  </a:lnTo>
                  <a:lnTo>
                    <a:pt x="67531" y="32934"/>
                  </a:lnTo>
                  <a:lnTo>
                    <a:pt x="63298" y="36183"/>
                  </a:lnTo>
                  <a:lnTo>
                    <a:pt x="59169" y="39565"/>
                  </a:lnTo>
                  <a:lnTo>
                    <a:pt x="55151" y="43077"/>
                  </a:lnTo>
                  <a:lnTo>
                    <a:pt x="51247" y="46716"/>
                  </a:lnTo>
                  <a:lnTo>
                    <a:pt x="47462" y="50477"/>
                  </a:lnTo>
                  <a:lnTo>
                    <a:pt x="43798" y="54358"/>
                  </a:lnTo>
                  <a:lnTo>
                    <a:pt x="40260" y="58353"/>
                  </a:lnTo>
                  <a:lnTo>
                    <a:pt x="36851" y="62459"/>
                  </a:lnTo>
                  <a:lnTo>
                    <a:pt x="33575" y="66672"/>
                  </a:lnTo>
                  <a:lnTo>
                    <a:pt x="30436" y="70988"/>
                  </a:lnTo>
                  <a:lnTo>
                    <a:pt x="27435" y="75401"/>
                  </a:lnTo>
                  <a:lnTo>
                    <a:pt x="24577" y="79908"/>
                  </a:lnTo>
                  <a:lnTo>
                    <a:pt x="21865" y="84504"/>
                  </a:lnTo>
                  <a:lnTo>
                    <a:pt x="19300" y="89184"/>
                  </a:lnTo>
                  <a:lnTo>
                    <a:pt x="16886" y="93943"/>
                  </a:lnTo>
                  <a:lnTo>
                    <a:pt x="14625" y="98778"/>
                  </a:lnTo>
                  <a:lnTo>
                    <a:pt x="12520" y="103681"/>
                  </a:lnTo>
                  <a:lnTo>
                    <a:pt x="10573" y="108650"/>
                  </a:lnTo>
                  <a:lnTo>
                    <a:pt x="8784" y="113678"/>
                  </a:lnTo>
                  <a:lnTo>
                    <a:pt x="7158" y="118761"/>
                  </a:lnTo>
                  <a:lnTo>
                    <a:pt x="5694" y="123893"/>
                  </a:lnTo>
                  <a:lnTo>
                    <a:pt x="4395" y="129069"/>
                  </a:lnTo>
                  <a:lnTo>
                    <a:pt x="3262" y="134284"/>
                  </a:lnTo>
                  <a:lnTo>
                    <a:pt x="2296" y="139533"/>
                  </a:lnTo>
                  <a:lnTo>
                    <a:pt x="1498" y="144810"/>
                  </a:lnTo>
                  <a:lnTo>
                    <a:pt x="869" y="150109"/>
                  </a:lnTo>
                  <a:lnTo>
                    <a:pt x="409" y="155426"/>
                  </a:lnTo>
                  <a:lnTo>
                    <a:pt x="119" y="160755"/>
                  </a:lnTo>
                  <a:lnTo>
                    <a:pt x="0" y="166090"/>
                  </a:lnTo>
                  <a:lnTo>
                    <a:pt x="50" y="171426"/>
                  </a:lnTo>
                  <a:lnTo>
                    <a:pt x="271" y="176759"/>
                  </a:lnTo>
                  <a:lnTo>
                    <a:pt x="663" y="182081"/>
                  </a:lnTo>
                  <a:lnTo>
                    <a:pt x="1224" y="187388"/>
                  </a:lnTo>
                  <a:lnTo>
                    <a:pt x="1954" y="192675"/>
                  </a:lnTo>
                  <a:lnTo>
                    <a:pt x="2852" y="197935"/>
                  </a:lnTo>
                  <a:lnTo>
                    <a:pt x="3918" y="203164"/>
                  </a:lnTo>
                  <a:lnTo>
                    <a:pt x="5150" y="208357"/>
                  </a:lnTo>
                  <a:lnTo>
                    <a:pt x="6547" y="213507"/>
                  </a:lnTo>
                  <a:lnTo>
                    <a:pt x="8108" y="218611"/>
                  </a:lnTo>
                  <a:lnTo>
                    <a:pt x="9832" y="223661"/>
                  </a:lnTo>
                  <a:lnTo>
                    <a:pt x="11715" y="228655"/>
                  </a:lnTo>
                  <a:lnTo>
                    <a:pt x="13757" y="233585"/>
                  </a:lnTo>
                  <a:lnTo>
                    <a:pt x="15955" y="238448"/>
                  </a:lnTo>
                  <a:lnTo>
                    <a:pt x="18308" y="243238"/>
                  </a:lnTo>
                  <a:lnTo>
                    <a:pt x="20812" y="247951"/>
                  </a:lnTo>
                  <a:lnTo>
                    <a:pt x="23465" y="252582"/>
                  </a:lnTo>
                  <a:lnTo>
                    <a:pt x="26265" y="257125"/>
                  </a:lnTo>
                  <a:lnTo>
                    <a:pt x="29208" y="261577"/>
                  </a:lnTo>
                  <a:lnTo>
                    <a:pt x="32292" y="265932"/>
                  </a:lnTo>
                  <a:lnTo>
                    <a:pt x="35513" y="270187"/>
                  </a:lnTo>
                  <a:lnTo>
                    <a:pt x="38869" y="274337"/>
                  </a:lnTo>
                  <a:lnTo>
                    <a:pt x="42355" y="278377"/>
                  </a:lnTo>
                  <a:lnTo>
                    <a:pt x="45968" y="282305"/>
                  </a:lnTo>
                  <a:lnTo>
                    <a:pt x="49705" y="286114"/>
                  </a:lnTo>
                  <a:lnTo>
                    <a:pt x="53562" y="289803"/>
                  </a:lnTo>
                  <a:lnTo>
                    <a:pt x="57534" y="293367"/>
                  </a:lnTo>
                  <a:lnTo>
                    <a:pt x="61619" y="296802"/>
                  </a:lnTo>
                  <a:lnTo>
                    <a:pt x="65810" y="300105"/>
                  </a:lnTo>
                  <a:lnTo>
                    <a:pt x="70105" y="303272"/>
                  </a:lnTo>
                  <a:lnTo>
                    <a:pt x="74499" y="306301"/>
                  </a:lnTo>
                  <a:lnTo>
                    <a:pt x="78988" y="309188"/>
                  </a:lnTo>
                  <a:lnTo>
                    <a:pt x="83566" y="311930"/>
                  </a:lnTo>
                  <a:lnTo>
                    <a:pt x="88229" y="314525"/>
                  </a:lnTo>
                  <a:lnTo>
                    <a:pt x="92973" y="316969"/>
                  </a:lnTo>
                  <a:lnTo>
                    <a:pt x="97793" y="319261"/>
                  </a:lnTo>
                  <a:lnTo>
                    <a:pt x="102683" y="321398"/>
                  </a:lnTo>
                  <a:lnTo>
                    <a:pt x="107639" y="323378"/>
                  </a:lnTo>
                  <a:lnTo>
                    <a:pt x="112656" y="325198"/>
                  </a:lnTo>
                  <a:lnTo>
                    <a:pt x="117728" y="326857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71603" y="1489739"/>
              <a:ext cx="49435" cy="159690"/>
            </a:xfrm>
            <a:custGeom>
              <a:avLst/>
              <a:pathLst>
                <a:path w="49435" h="159690">
                  <a:moveTo>
                    <a:pt x="0" y="159690"/>
                  </a:moveTo>
                  <a:lnTo>
                    <a:pt x="4943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71603" y="1324968"/>
              <a:ext cx="216602" cy="331920"/>
            </a:xfrm>
            <a:custGeom>
              <a:avLst/>
              <a:pathLst>
                <a:path w="216602" h="331920">
                  <a:moveTo>
                    <a:pt x="0" y="324460"/>
                  </a:moveTo>
                  <a:lnTo>
                    <a:pt x="5097" y="325950"/>
                  </a:lnTo>
                  <a:lnTo>
                    <a:pt x="10239" y="327277"/>
                  </a:lnTo>
                  <a:lnTo>
                    <a:pt x="15421" y="328440"/>
                  </a:lnTo>
                  <a:lnTo>
                    <a:pt x="20637" y="329438"/>
                  </a:lnTo>
                  <a:lnTo>
                    <a:pt x="25882" y="330270"/>
                  </a:lnTo>
                  <a:lnTo>
                    <a:pt x="31151" y="330934"/>
                  </a:lnTo>
                  <a:lnTo>
                    <a:pt x="36438" y="331431"/>
                  </a:lnTo>
                  <a:lnTo>
                    <a:pt x="41738" y="331760"/>
                  </a:lnTo>
                  <a:lnTo>
                    <a:pt x="47046" y="331920"/>
                  </a:lnTo>
                  <a:lnTo>
                    <a:pt x="52357" y="331912"/>
                  </a:lnTo>
                  <a:lnTo>
                    <a:pt x="57665" y="331735"/>
                  </a:lnTo>
                  <a:lnTo>
                    <a:pt x="62964" y="331389"/>
                  </a:lnTo>
                  <a:lnTo>
                    <a:pt x="68250" y="330875"/>
                  </a:lnTo>
                  <a:lnTo>
                    <a:pt x="73516" y="330194"/>
                  </a:lnTo>
                  <a:lnTo>
                    <a:pt x="78759" y="329345"/>
                  </a:lnTo>
                  <a:lnTo>
                    <a:pt x="83972" y="328331"/>
                  </a:lnTo>
                  <a:lnTo>
                    <a:pt x="89150" y="327151"/>
                  </a:lnTo>
                  <a:lnTo>
                    <a:pt x="94287" y="325808"/>
                  </a:lnTo>
                  <a:lnTo>
                    <a:pt x="99380" y="324302"/>
                  </a:lnTo>
                  <a:lnTo>
                    <a:pt x="104422" y="322635"/>
                  </a:lnTo>
                  <a:lnTo>
                    <a:pt x="109409" y="320809"/>
                  </a:lnTo>
                  <a:lnTo>
                    <a:pt x="114335" y="318825"/>
                  </a:lnTo>
                  <a:lnTo>
                    <a:pt x="119196" y="316686"/>
                  </a:lnTo>
                  <a:lnTo>
                    <a:pt x="123986" y="314393"/>
                  </a:lnTo>
                  <a:lnTo>
                    <a:pt x="128701" y="311950"/>
                  </a:lnTo>
                  <a:lnTo>
                    <a:pt x="133336" y="309357"/>
                  </a:lnTo>
                  <a:lnTo>
                    <a:pt x="137886" y="306619"/>
                  </a:lnTo>
                  <a:lnTo>
                    <a:pt x="142347" y="303738"/>
                  </a:lnTo>
                  <a:lnTo>
                    <a:pt x="146715" y="300717"/>
                  </a:lnTo>
                  <a:lnTo>
                    <a:pt x="150984" y="297558"/>
                  </a:lnTo>
                  <a:lnTo>
                    <a:pt x="155151" y="294266"/>
                  </a:lnTo>
                  <a:lnTo>
                    <a:pt x="159211" y="290842"/>
                  </a:lnTo>
                  <a:lnTo>
                    <a:pt x="163160" y="287292"/>
                  </a:lnTo>
                  <a:lnTo>
                    <a:pt x="166994" y="283618"/>
                  </a:lnTo>
                  <a:lnTo>
                    <a:pt x="170710" y="279824"/>
                  </a:lnTo>
                  <a:lnTo>
                    <a:pt x="174303" y="275913"/>
                  </a:lnTo>
                  <a:lnTo>
                    <a:pt x="177771" y="271891"/>
                  </a:lnTo>
                  <a:lnTo>
                    <a:pt x="181109" y="267760"/>
                  </a:lnTo>
                  <a:lnTo>
                    <a:pt x="184314" y="263526"/>
                  </a:lnTo>
                  <a:lnTo>
                    <a:pt x="187382" y="259192"/>
                  </a:lnTo>
                  <a:lnTo>
                    <a:pt x="190312" y="254762"/>
                  </a:lnTo>
                  <a:lnTo>
                    <a:pt x="193099" y="250242"/>
                  </a:lnTo>
                  <a:lnTo>
                    <a:pt x="195742" y="245636"/>
                  </a:lnTo>
                  <a:lnTo>
                    <a:pt x="198237" y="240948"/>
                  </a:lnTo>
                  <a:lnTo>
                    <a:pt x="200581" y="236183"/>
                  </a:lnTo>
                  <a:lnTo>
                    <a:pt x="202773" y="231345"/>
                  </a:lnTo>
                  <a:lnTo>
                    <a:pt x="204811" y="226441"/>
                  </a:lnTo>
                  <a:lnTo>
                    <a:pt x="206691" y="221475"/>
                  </a:lnTo>
                  <a:lnTo>
                    <a:pt x="208413" y="216451"/>
                  </a:lnTo>
                  <a:lnTo>
                    <a:pt x="209975" y="211375"/>
                  </a:lnTo>
                  <a:lnTo>
                    <a:pt x="211374" y="206252"/>
                  </a:lnTo>
                  <a:lnTo>
                    <a:pt x="212610" y="201087"/>
                  </a:lnTo>
                  <a:lnTo>
                    <a:pt x="213681" y="195886"/>
                  </a:lnTo>
                  <a:lnTo>
                    <a:pt x="214587" y="190653"/>
                  </a:lnTo>
                  <a:lnTo>
                    <a:pt x="215325" y="185394"/>
                  </a:lnTo>
                  <a:lnTo>
                    <a:pt x="215897" y="180115"/>
                  </a:lnTo>
                  <a:lnTo>
                    <a:pt x="216300" y="174819"/>
                  </a:lnTo>
                  <a:lnTo>
                    <a:pt x="216535" y="169514"/>
                  </a:lnTo>
                  <a:lnTo>
                    <a:pt x="216602" y="164204"/>
                  </a:lnTo>
                  <a:lnTo>
                    <a:pt x="216499" y="158894"/>
                  </a:lnTo>
                  <a:lnTo>
                    <a:pt x="216228" y="153590"/>
                  </a:lnTo>
                  <a:lnTo>
                    <a:pt x="215789" y="148298"/>
                  </a:lnTo>
                  <a:lnTo>
                    <a:pt x="215182" y="143022"/>
                  </a:lnTo>
                  <a:lnTo>
                    <a:pt x="214408" y="137768"/>
                  </a:lnTo>
                  <a:lnTo>
                    <a:pt x="213467" y="132542"/>
                  </a:lnTo>
                  <a:lnTo>
                    <a:pt x="212360" y="127348"/>
                  </a:lnTo>
                  <a:lnTo>
                    <a:pt x="211089" y="122192"/>
                  </a:lnTo>
                  <a:lnTo>
                    <a:pt x="209655" y="117078"/>
                  </a:lnTo>
                  <a:lnTo>
                    <a:pt x="208060" y="112013"/>
                  </a:lnTo>
                  <a:lnTo>
                    <a:pt x="206304" y="107001"/>
                  </a:lnTo>
                  <a:lnTo>
                    <a:pt x="204390" y="102047"/>
                  </a:lnTo>
                  <a:lnTo>
                    <a:pt x="202319" y="97157"/>
                  </a:lnTo>
                  <a:lnTo>
                    <a:pt x="200094" y="92335"/>
                  </a:lnTo>
                  <a:lnTo>
                    <a:pt x="197717" y="87586"/>
                  </a:lnTo>
                  <a:lnTo>
                    <a:pt x="195191" y="82915"/>
                  </a:lnTo>
                  <a:lnTo>
                    <a:pt x="192517" y="78326"/>
                  </a:lnTo>
                  <a:lnTo>
                    <a:pt x="189699" y="73825"/>
                  </a:lnTo>
                  <a:lnTo>
                    <a:pt x="186740" y="69416"/>
                  </a:lnTo>
                  <a:lnTo>
                    <a:pt x="183642" y="65102"/>
                  </a:lnTo>
                  <a:lnTo>
                    <a:pt x="180408" y="60890"/>
                  </a:lnTo>
                  <a:lnTo>
                    <a:pt x="177042" y="56782"/>
                  </a:lnTo>
                  <a:lnTo>
                    <a:pt x="173548" y="52783"/>
                  </a:lnTo>
                  <a:lnTo>
                    <a:pt x="169928" y="48897"/>
                  </a:lnTo>
                  <a:lnTo>
                    <a:pt x="166187" y="45128"/>
                  </a:lnTo>
                  <a:lnTo>
                    <a:pt x="162327" y="41480"/>
                  </a:lnTo>
                  <a:lnTo>
                    <a:pt x="158354" y="37957"/>
                  </a:lnTo>
                  <a:lnTo>
                    <a:pt x="154271" y="34561"/>
                  </a:lnTo>
                  <a:lnTo>
                    <a:pt x="150082" y="31297"/>
                  </a:lnTo>
                  <a:lnTo>
                    <a:pt x="145792" y="28167"/>
                  </a:lnTo>
                  <a:lnTo>
                    <a:pt x="141404" y="25175"/>
                  </a:lnTo>
                  <a:lnTo>
                    <a:pt x="136924" y="22324"/>
                  </a:lnTo>
                  <a:lnTo>
                    <a:pt x="132355" y="19617"/>
                  </a:lnTo>
                  <a:lnTo>
                    <a:pt x="127702" y="17057"/>
                  </a:lnTo>
                  <a:lnTo>
                    <a:pt x="122971" y="14645"/>
                  </a:lnTo>
                  <a:lnTo>
                    <a:pt x="118165" y="12385"/>
                  </a:lnTo>
                  <a:lnTo>
                    <a:pt x="113290" y="10279"/>
                  </a:lnTo>
                  <a:lnTo>
                    <a:pt x="108351" y="8328"/>
                  </a:lnTo>
                  <a:lnTo>
                    <a:pt x="103352" y="6536"/>
                  </a:lnTo>
                  <a:lnTo>
                    <a:pt x="98298" y="4903"/>
                  </a:lnTo>
                  <a:lnTo>
                    <a:pt x="93196" y="3432"/>
                  </a:lnTo>
                  <a:lnTo>
                    <a:pt x="88049" y="2123"/>
                  </a:lnTo>
                  <a:lnTo>
                    <a:pt x="82863" y="979"/>
                  </a:lnTo>
                  <a:lnTo>
                    <a:pt x="77644" y="0"/>
                  </a:lnTo>
                  <a:lnTo>
                    <a:pt x="49435" y="164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28208" cy="167167"/>
            </a:xfrm>
            <a:custGeom>
              <a:avLst/>
              <a:pathLst>
                <a:path w="28208" h="167167">
                  <a:moveTo>
                    <a:pt x="28208" y="2397"/>
                  </a:moveTo>
                  <a:lnTo>
                    <a:pt x="21200" y="1349"/>
                  </a:lnTo>
                  <a:lnTo>
                    <a:pt x="14155" y="600"/>
                  </a:lnTo>
                  <a:lnTo>
                    <a:pt x="7083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091" y="1071028"/>
              <a:ext cx="167167" cy="304038"/>
            </a:xfrm>
            <a:custGeom>
              <a:avLst/>
              <a:pathLst>
                <a:path w="167167" h="304038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0" y="770"/>
                  </a:lnTo>
                  <a:lnTo>
                    <a:pt x="145810" y="1369"/>
                  </a:lnTo>
                  <a:lnTo>
                    <a:pt x="140513" y="2138"/>
                  </a:lnTo>
                  <a:lnTo>
                    <a:pt x="135242" y="3076"/>
                  </a:lnTo>
                  <a:lnTo>
                    <a:pt x="130004" y="4183"/>
                  </a:lnTo>
                  <a:lnTo>
                    <a:pt x="124804" y="5456"/>
                  </a:lnTo>
                  <a:lnTo>
                    <a:pt x="119648" y="6896"/>
                  </a:lnTo>
                  <a:lnTo>
                    <a:pt x="114540" y="8499"/>
                  </a:lnTo>
                  <a:lnTo>
                    <a:pt x="109487" y="10266"/>
                  </a:lnTo>
                  <a:lnTo>
                    <a:pt x="104492" y="12193"/>
                  </a:lnTo>
                  <a:lnTo>
                    <a:pt x="99562" y="14280"/>
                  </a:lnTo>
                  <a:lnTo>
                    <a:pt x="94701" y="16523"/>
                  </a:lnTo>
                  <a:lnTo>
                    <a:pt x="89915" y="18920"/>
                  </a:lnTo>
                  <a:lnTo>
                    <a:pt x="85207" y="21470"/>
                  </a:lnTo>
                  <a:lnTo>
                    <a:pt x="80584" y="24169"/>
                  </a:lnTo>
                  <a:lnTo>
                    <a:pt x="76050" y="27015"/>
                  </a:lnTo>
                  <a:lnTo>
                    <a:pt x="71609" y="30004"/>
                  </a:lnTo>
                  <a:lnTo>
                    <a:pt x="67266" y="33134"/>
                  </a:lnTo>
                  <a:lnTo>
                    <a:pt x="63025" y="36402"/>
                  </a:lnTo>
                  <a:lnTo>
                    <a:pt x="58891" y="39804"/>
                  </a:lnTo>
                  <a:lnTo>
                    <a:pt x="54869" y="43336"/>
                  </a:lnTo>
                  <a:lnTo>
                    <a:pt x="50961" y="46996"/>
                  </a:lnTo>
                  <a:lnTo>
                    <a:pt x="47173" y="50778"/>
                  </a:lnTo>
                  <a:lnTo>
                    <a:pt x="43507" y="54680"/>
                  </a:lnTo>
                  <a:lnTo>
                    <a:pt x="39969" y="58697"/>
                  </a:lnTo>
                  <a:lnTo>
                    <a:pt x="36561" y="62826"/>
                  </a:lnTo>
                  <a:lnTo>
                    <a:pt x="33287" y="67061"/>
                  </a:lnTo>
                  <a:lnTo>
                    <a:pt x="30150" y="71400"/>
                  </a:lnTo>
                  <a:lnTo>
                    <a:pt x="27154" y="75836"/>
                  </a:lnTo>
                  <a:lnTo>
                    <a:pt x="24301" y="80366"/>
                  </a:lnTo>
                  <a:lnTo>
                    <a:pt x="21595" y="84985"/>
                  </a:lnTo>
                  <a:lnTo>
                    <a:pt x="19038" y="89689"/>
                  </a:lnTo>
                  <a:lnTo>
                    <a:pt x="16633" y="94472"/>
                  </a:lnTo>
                  <a:lnTo>
                    <a:pt x="14383" y="99329"/>
                  </a:lnTo>
                  <a:lnTo>
                    <a:pt x="12289" y="104256"/>
                  </a:lnTo>
                  <a:lnTo>
                    <a:pt x="10354" y="109248"/>
                  </a:lnTo>
                  <a:lnTo>
                    <a:pt x="8580" y="114299"/>
                  </a:lnTo>
                  <a:lnTo>
                    <a:pt x="6968" y="119404"/>
                  </a:lnTo>
                  <a:lnTo>
                    <a:pt x="5521" y="124558"/>
                  </a:lnTo>
                  <a:lnTo>
                    <a:pt x="4239" y="129756"/>
                  </a:lnTo>
                  <a:lnTo>
                    <a:pt x="3125" y="134992"/>
                  </a:lnTo>
                  <a:lnTo>
                    <a:pt x="2179" y="140261"/>
                  </a:lnTo>
                  <a:lnTo>
                    <a:pt x="1402" y="145558"/>
                  </a:lnTo>
                  <a:lnTo>
                    <a:pt x="795" y="150877"/>
                  </a:lnTo>
                  <a:lnTo>
                    <a:pt x="359" y="156213"/>
                  </a:lnTo>
                  <a:lnTo>
                    <a:pt x="93" y="161559"/>
                  </a:lnTo>
                  <a:lnTo>
                    <a:pt x="0" y="166912"/>
                  </a:lnTo>
                  <a:lnTo>
                    <a:pt x="77" y="172265"/>
                  </a:lnTo>
                  <a:lnTo>
                    <a:pt x="326" y="177613"/>
                  </a:lnTo>
                  <a:lnTo>
                    <a:pt x="746" y="182950"/>
                  </a:lnTo>
                  <a:lnTo>
                    <a:pt x="1337" y="188270"/>
                  </a:lnTo>
                  <a:lnTo>
                    <a:pt x="2097" y="193570"/>
                  </a:lnTo>
                  <a:lnTo>
                    <a:pt x="3028" y="198842"/>
                  </a:lnTo>
                  <a:lnTo>
                    <a:pt x="4126" y="204081"/>
                  </a:lnTo>
                  <a:lnTo>
                    <a:pt x="5392" y="209283"/>
                  </a:lnTo>
                  <a:lnTo>
                    <a:pt x="6823" y="214441"/>
                  </a:lnTo>
                  <a:lnTo>
                    <a:pt x="8419" y="219551"/>
                  </a:lnTo>
                  <a:lnTo>
                    <a:pt x="10178" y="224608"/>
                  </a:lnTo>
                  <a:lnTo>
                    <a:pt x="12098" y="229605"/>
                  </a:lnTo>
                  <a:lnTo>
                    <a:pt x="14176" y="234539"/>
                  </a:lnTo>
                  <a:lnTo>
                    <a:pt x="16412" y="239403"/>
                  </a:lnTo>
                  <a:lnTo>
                    <a:pt x="18803" y="244193"/>
                  </a:lnTo>
                  <a:lnTo>
                    <a:pt x="21345" y="248904"/>
                  </a:lnTo>
                  <a:lnTo>
                    <a:pt x="24037" y="253532"/>
                  </a:lnTo>
                  <a:lnTo>
                    <a:pt x="26876" y="258070"/>
                  </a:lnTo>
                  <a:lnTo>
                    <a:pt x="29859" y="262516"/>
                  </a:lnTo>
                  <a:lnTo>
                    <a:pt x="32982" y="266864"/>
                  </a:lnTo>
                  <a:lnTo>
                    <a:pt x="36243" y="271109"/>
                  </a:lnTo>
                  <a:lnTo>
                    <a:pt x="39639" y="275248"/>
                  </a:lnTo>
                  <a:lnTo>
                    <a:pt x="43165" y="279276"/>
                  </a:lnTo>
                  <a:lnTo>
                    <a:pt x="46818" y="283189"/>
                  </a:lnTo>
                  <a:lnTo>
                    <a:pt x="50595" y="286983"/>
                  </a:lnTo>
                  <a:lnTo>
                    <a:pt x="54491" y="290655"/>
                  </a:lnTo>
                  <a:lnTo>
                    <a:pt x="58503" y="294199"/>
                  </a:lnTo>
                  <a:lnTo>
                    <a:pt x="62627" y="297614"/>
                  </a:lnTo>
                  <a:lnTo>
                    <a:pt x="66857" y="300894"/>
                  </a:lnTo>
                  <a:lnTo>
                    <a:pt x="71191" y="30403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9282" y="1238196"/>
              <a:ext cx="95976" cy="136870"/>
            </a:xfrm>
            <a:custGeom>
              <a:avLst/>
              <a:pathLst>
                <a:path w="95976" h="136870">
                  <a:moveTo>
                    <a:pt x="0" y="136870"/>
                  </a:moveTo>
                  <a:lnTo>
                    <a:pt x="9597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9282" y="1107145"/>
              <a:ext cx="263133" cy="298213"/>
            </a:xfrm>
            <a:custGeom>
              <a:avLst/>
              <a:pathLst>
                <a:path w="263133" h="298213">
                  <a:moveTo>
                    <a:pt x="0" y="267921"/>
                  </a:moveTo>
                  <a:lnTo>
                    <a:pt x="4398" y="270902"/>
                  </a:lnTo>
                  <a:lnTo>
                    <a:pt x="8889" y="273742"/>
                  </a:lnTo>
                  <a:lnTo>
                    <a:pt x="13468" y="276438"/>
                  </a:lnTo>
                  <a:lnTo>
                    <a:pt x="18130" y="278986"/>
                  </a:lnTo>
                  <a:lnTo>
                    <a:pt x="22871" y="281386"/>
                  </a:lnTo>
                  <a:lnTo>
                    <a:pt x="27686" y="283633"/>
                  </a:lnTo>
                  <a:lnTo>
                    <a:pt x="32570" y="285727"/>
                  </a:lnTo>
                  <a:lnTo>
                    <a:pt x="37518" y="287664"/>
                  </a:lnTo>
                  <a:lnTo>
                    <a:pt x="42525" y="289442"/>
                  </a:lnTo>
                  <a:lnTo>
                    <a:pt x="47586" y="291061"/>
                  </a:lnTo>
                  <a:lnTo>
                    <a:pt x="52696" y="292518"/>
                  </a:lnTo>
                  <a:lnTo>
                    <a:pt x="57849" y="293812"/>
                  </a:lnTo>
                  <a:lnTo>
                    <a:pt x="63041" y="294942"/>
                  </a:lnTo>
                  <a:lnTo>
                    <a:pt x="68267" y="295905"/>
                  </a:lnTo>
                  <a:lnTo>
                    <a:pt x="73520" y="296703"/>
                  </a:lnTo>
                  <a:lnTo>
                    <a:pt x="78796" y="297333"/>
                  </a:lnTo>
                  <a:lnTo>
                    <a:pt x="84089" y="297795"/>
                  </a:lnTo>
                  <a:lnTo>
                    <a:pt x="89395" y="298088"/>
                  </a:lnTo>
                  <a:lnTo>
                    <a:pt x="94707" y="298213"/>
                  </a:lnTo>
                  <a:lnTo>
                    <a:pt x="100020" y="298169"/>
                  </a:lnTo>
                  <a:lnTo>
                    <a:pt x="105330" y="297956"/>
                  </a:lnTo>
                  <a:lnTo>
                    <a:pt x="110629" y="297574"/>
                  </a:lnTo>
                  <a:lnTo>
                    <a:pt x="115914" y="297025"/>
                  </a:lnTo>
                  <a:lnTo>
                    <a:pt x="121179" y="296307"/>
                  </a:lnTo>
                  <a:lnTo>
                    <a:pt x="126419" y="295422"/>
                  </a:lnTo>
                  <a:lnTo>
                    <a:pt x="131627" y="294372"/>
                  </a:lnTo>
                  <a:lnTo>
                    <a:pt x="136800" y="293156"/>
                  </a:lnTo>
                  <a:lnTo>
                    <a:pt x="141931" y="291777"/>
                  </a:lnTo>
                  <a:lnTo>
                    <a:pt x="147016" y="290235"/>
                  </a:lnTo>
                  <a:lnTo>
                    <a:pt x="152050" y="288533"/>
                  </a:lnTo>
                  <a:lnTo>
                    <a:pt x="157026" y="286671"/>
                  </a:lnTo>
                  <a:lnTo>
                    <a:pt x="161941" y="284652"/>
                  </a:lnTo>
                  <a:lnTo>
                    <a:pt x="166790" y="282478"/>
                  </a:lnTo>
                  <a:lnTo>
                    <a:pt x="171567" y="280151"/>
                  </a:lnTo>
                  <a:lnTo>
                    <a:pt x="176267" y="277673"/>
                  </a:lnTo>
                  <a:lnTo>
                    <a:pt x="180886" y="275047"/>
                  </a:lnTo>
                  <a:lnTo>
                    <a:pt x="185420" y="272276"/>
                  </a:lnTo>
                  <a:lnTo>
                    <a:pt x="189863" y="269362"/>
                  </a:lnTo>
                  <a:lnTo>
                    <a:pt x="194212" y="266308"/>
                  </a:lnTo>
                  <a:lnTo>
                    <a:pt x="198461" y="263118"/>
                  </a:lnTo>
                  <a:lnTo>
                    <a:pt x="202606" y="259794"/>
                  </a:lnTo>
                  <a:lnTo>
                    <a:pt x="206644" y="256340"/>
                  </a:lnTo>
                  <a:lnTo>
                    <a:pt x="210570" y="252759"/>
                  </a:lnTo>
                  <a:lnTo>
                    <a:pt x="214380" y="249056"/>
                  </a:lnTo>
                  <a:lnTo>
                    <a:pt x="218071" y="245233"/>
                  </a:lnTo>
                  <a:lnTo>
                    <a:pt x="221638" y="241295"/>
                  </a:lnTo>
                  <a:lnTo>
                    <a:pt x="225078" y="237246"/>
                  </a:lnTo>
                  <a:lnTo>
                    <a:pt x="228388" y="233089"/>
                  </a:lnTo>
                  <a:lnTo>
                    <a:pt x="231564" y="228829"/>
                  </a:lnTo>
                  <a:lnTo>
                    <a:pt x="234603" y="224470"/>
                  </a:lnTo>
                  <a:lnTo>
                    <a:pt x="237502" y="220017"/>
                  </a:lnTo>
                  <a:lnTo>
                    <a:pt x="240258" y="215474"/>
                  </a:lnTo>
                  <a:lnTo>
                    <a:pt x="242869" y="210846"/>
                  </a:lnTo>
                  <a:lnTo>
                    <a:pt x="245330" y="206137"/>
                  </a:lnTo>
                  <a:lnTo>
                    <a:pt x="247641" y="201353"/>
                  </a:lnTo>
                  <a:lnTo>
                    <a:pt x="249799" y="196497"/>
                  </a:lnTo>
                  <a:lnTo>
                    <a:pt x="251801" y="191575"/>
                  </a:lnTo>
                  <a:lnTo>
                    <a:pt x="253646" y="186592"/>
                  </a:lnTo>
                  <a:lnTo>
                    <a:pt x="255332" y="181553"/>
                  </a:lnTo>
                  <a:lnTo>
                    <a:pt x="256856" y="176463"/>
                  </a:lnTo>
                  <a:lnTo>
                    <a:pt x="258218" y="171327"/>
                  </a:lnTo>
                  <a:lnTo>
                    <a:pt x="259416" y="166150"/>
                  </a:lnTo>
                  <a:lnTo>
                    <a:pt x="260449" y="160938"/>
                  </a:lnTo>
                  <a:lnTo>
                    <a:pt x="261316" y="155696"/>
                  </a:lnTo>
                  <a:lnTo>
                    <a:pt x="262016" y="150429"/>
                  </a:lnTo>
                  <a:lnTo>
                    <a:pt x="262548" y="145142"/>
                  </a:lnTo>
                  <a:lnTo>
                    <a:pt x="262912" y="139841"/>
                  </a:lnTo>
                  <a:lnTo>
                    <a:pt x="263107" y="134531"/>
                  </a:lnTo>
                  <a:lnTo>
                    <a:pt x="263133" y="129217"/>
                  </a:lnTo>
                  <a:lnTo>
                    <a:pt x="262990" y="123906"/>
                  </a:lnTo>
                  <a:lnTo>
                    <a:pt x="262679" y="118601"/>
                  </a:lnTo>
                  <a:lnTo>
                    <a:pt x="262199" y="113309"/>
                  </a:lnTo>
                  <a:lnTo>
                    <a:pt x="261551" y="108036"/>
                  </a:lnTo>
                  <a:lnTo>
                    <a:pt x="260736" y="102785"/>
                  </a:lnTo>
                  <a:lnTo>
                    <a:pt x="259754" y="97563"/>
                  </a:lnTo>
                  <a:lnTo>
                    <a:pt x="258607" y="92375"/>
                  </a:lnTo>
                  <a:lnTo>
                    <a:pt x="257296" y="87225"/>
                  </a:lnTo>
                  <a:lnTo>
                    <a:pt x="255822" y="82120"/>
                  </a:lnTo>
                  <a:lnTo>
                    <a:pt x="254186" y="77065"/>
                  </a:lnTo>
                  <a:lnTo>
                    <a:pt x="252390" y="72064"/>
                  </a:lnTo>
                  <a:lnTo>
                    <a:pt x="250437" y="67123"/>
                  </a:lnTo>
                  <a:lnTo>
                    <a:pt x="248327" y="62246"/>
                  </a:lnTo>
                  <a:lnTo>
                    <a:pt x="246063" y="57439"/>
                  </a:lnTo>
                  <a:lnTo>
                    <a:pt x="243648" y="52706"/>
                  </a:lnTo>
                  <a:lnTo>
                    <a:pt x="241083" y="48052"/>
                  </a:lnTo>
                  <a:lnTo>
                    <a:pt x="238372" y="43482"/>
                  </a:lnTo>
                  <a:lnTo>
                    <a:pt x="235517" y="39001"/>
                  </a:lnTo>
                  <a:lnTo>
                    <a:pt x="232521" y="34613"/>
                  </a:lnTo>
                  <a:lnTo>
                    <a:pt x="229387" y="30322"/>
                  </a:lnTo>
                  <a:lnTo>
                    <a:pt x="226118" y="26133"/>
                  </a:lnTo>
                  <a:lnTo>
                    <a:pt x="222718" y="22049"/>
                  </a:lnTo>
                  <a:lnTo>
                    <a:pt x="219190" y="18076"/>
                  </a:lnTo>
                  <a:lnTo>
                    <a:pt x="215537" y="14217"/>
                  </a:lnTo>
                  <a:lnTo>
                    <a:pt x="211764" y="10477"/>
                  </a:lnTo>
                  <a:lnTo>
                    <a:pt x="207873" y="6858"/>
                  </a:lnTo>
                  <a:lnTo>
                    <a:pt x="203870" y="3364"/>
                  </a:lnTo>
                  <a:lnTo>
                    <a:pt x="199757" y="0"/>
                  </a:lnTo>
                  <a:lnTo>
                    <a:pt x="95976" y="1310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03781" cy="167167"/>
            </a:xfrm>
            <a:custGeom>
              <a:avLst/>
              <a:pathLst>
                <a:path w="103781" h="167167">
                  <a:moveTo>
                    <a:pt x="103781" y="36116"/>
                  </a:moveTo>
                  <a:lnTo>
                    <a:pt x="99335" y="32715"/>
                  </a:lnTo>
                  <a:lnTo>
                    <a:pt x="94777" y="29464"/>
                  </a:lnTo>
                  <a:lnTo>
                    <a:pt x="90113" y="26368"/>
                  </a:lnTo>
                  <a:lnTo>
                    <a:pt x="85348" y="23429"/>
                  </a:lnTo>
                  <a:lnTo>
                    <a:pt x="80488" y="20652"/>
                  </a:lnTo>
                  <a:lnTo>
                    <a:pt x="75537" y="18039"/>
                  </a:lnTo>
                  <a:lnTo>
                    <a:pt x="70501" y="15594"/>
                  </a:lnTo>
                  <a:lnTo>
                    <a:pt x="65386" y="13318"/>
                  </a:lnTo>
                  <a:lnTo>
                    <a:pt x="60198" y="11215"/>
                  </a:lnTo>
                  <a:lnTo>
                    <a:pt x="54943" y="9287"/>
                  </a:lnTo>
                  <a:lnTo>
                    <a:pt x="49625" y="7535"/>
                  </a:lnTo>
                  <a:lnTo>
                    <a:pt x="44253" y="5963"/>
                  </a:lnTo>
                  <a:lnTo>
                    <a:pt x="38830" y="4572"/>
                  </a:lnTo>
                  <a:lnTo>
                    <a:pt x="33364" y="3363"/>
                  </a:lnTo>
                  <a:lnTo>
                    <a:pt x="27861" y="2338"/>
                  </a:lnTo>
                  <a:lnTo>
                    <a:pt x="22326" y="1497"/>
                  </a:lnTo>
                  <a:lnTo>
                    <a:pt x="16766" y="842"/>
                  </a:lnTo>
                  <a:lnTo>
                    <a:pt x="11188" y="374"/>
                  </a:lnTo>
                  <a:lnTo>
                    <a:pt x="5597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1452" y="941493"/>
              <a:ext cx="82091" cy="167167"/>
            </a:xfrm>
            <a:custGeom>
              <a:avLst/>
              <a:pathLst>
                <a:path w="82091" h="167167">
                  <a:moveTo>
                    <a:pt x="82091" y="0"/>
                  </a:moveTo>
                  <a:lnTo>
                    <a:pt x="76372" y="97"/>
                  </a:lnTo>
                  <a:lnTo>
                    <a:pt x="70659" y="391"/>
                  </a:lnTo>
                  <a:lnTo>
                    <a:pt x="64959" y="880"/>
                  </a:lnTo>
                  <a:lnTo>
                    <a:pt x="59280" y="1563"/>
                  </a:lnTo>
                  <a:lnTo>
                    <a:pt x="53627" y="2441"/>
                  </a:lnTo>
                  <a:lnTo>
                    <a:pt x="48007" y="3511"/>
                  </a:lnTo>
                  <a:lnTo>
                    <a:pt x="42428" y="4773"/>
                  </a:lnTo>
                  <a:lnTo>
                    <a:pt x="36895" y="6225"/>
                  </a:lnTo>
                  <a:lnTo>
                    <a:pt x="31415" y="7866"/>
                  </a:lnTo>
                  <a:lnTo>
                    <a:pt x="25994" y="9693"/>
                  </a:lnTo>
                  <a:lnTo>
                    <a:pt x="20639" y="11704"/>
                  </a:lnTo>
                  <a:lnTo>
                    <a:pt x="15356" y="13898"/>
                  </a:lnTo>
                  <a:lnTo>
                    <a:pt x="10151" y="16271"/>
                  </a:lnTo>
                  <a:lnTo>
                    <a:pt x="5030" y="18821"/>
                  </a:lnTo>
                  <a:lnTo>
                    <a:pt x="0" y="21544"/>
                  </a:lnTo>
                  <a:lnTo>
                    <a:pt x="8209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1452" y="963038"/>
              <a:ext cx="82091" cy="145622"/>
            </a:xfrm>
            <a:custGeom>
              <a:avLst/>
              <a:pathLst>
                <a:path w="82091" h="145622">
                  <a:moveTo>
                    <a:pt x="0" y="0"/>
                  </a:moveTo>
                  <a:lnTo>
                    <a:pt x="82091" y="1456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88" y="951682"/>
              <a:ext cx="334302" cy="324145"/>
            </a:xfrm>
            <a:custGeom>
              <a:avLst/>
              <a:pathLst>
                <a:path w="334302" h="324145">
                  <a:moveTo>
                    <a:pt x="85064" y="11356"/>
                  </a:moveTo>
                  <a:lnTo>
                    <a:pt x="80491" y="14030"/>
                  </a:lnTo>
                  <a:lnTo>
                    <a:pt x="76005" y="16848"/>
                  </a:lnTo>
                  <a:lnTo>
                    <a:pt x="71611" y="19806"/>
                  </a:lnTo>
                  <a:lnTo>
                    <a:pt x="67313" y="22902"/>
                  </a:lnTo>
                  <a:lnTo>
                    <a:pt x="63115" y="26133"/>
                  </a:lnTo>
                  <a:lnTo>
                    <a:pt x="59021" y="29495"/>
                  </a:lnTo>
                  <a:lnTo>
                    <a:pt x="55037" y="32985"/>
                  </a:lnTo>
                  <a:lnTo>
                    <a:pt x="51164" y="36600"/>
                  </a:lnTo>
                  <a:lnTo>
                    <a:pt x="47408" y="40335"/>
                  </a:lnTo>
                  <a:lnTo>
                    <a:pt x="43773" y="44188"/>
                  </a:lnTo>
                  <a:lnTo>
                    <a:pt x="40261" y="48154"/>
                  </a:lnTo>
                  <a:lnTo>
                    <a:pt x="36877" y="52229"/>
                  </a:lnTo>
                  <a:lnTo>
                    <a:pt x="33623" y="56409"/>
                  </a:lnTo>
                  <a:lnTo>
                    <a:pt x="30504" y="60691"/>
                  </a:lnTo>
                  <a:lnTo>
                    <a:pt x="27522" y="65069"/>
                  </a:lnTo>
                  <a:lnTo>
                    <a:pt x="24680" y="69539"/>
                  </a:lnTo>
                  <a:lnTo>
                    <a:pt x="21981" y="74097"/>
                  </a:lnTo>
                  <a:lnTo>
                    <a:pt x="19428" y="78739"/>
                  </a:lnTo>
                  <a:lnTo>
                    <a:pt x="17023" y="83459"/>
                  </a:lnTo>
                  <a:lnTo>
                    <a:pt x="14769" y="88253"/>
                  </a:lnTo>
                  <a:lnTo>
                    <a:pt x="12668" y="93115"/>
                  </a:lnTo>
                  <a:lnTo>
                    <a:pt x="10722" y="98042"/>
                  </a:lnTo>
                  <a:lnTo>
                    <a:pt x="8933" y="103028"/>
                  </a:lnTo>
                  <a:lnTo>
                    <a:pt x="7303" y="108069"/>
                  </a:lnTo>
                  <a:lnTo>
                    <a:pt x="5834" y="113158"/>
                  </a:lnTo>
                  <a:lnTo>
                    <a:pt x="4526" y="118291"/>
                  </a:lnTo>
                  <a:lnTo>
                    <a:pt x="3382" y="123463"/>
                  </a:lnTo>
                  <a:lnTo>
                    <a:pt x="2402" y="128669"/>
                  </a:lnTo>
                  <a:lnTo>
                    <a:pt x="1588" y="133904"/>
                  </a:lnTo>
                  <a:lnTo>
                    <a:pt x="940" y="139161"/>
                  </a:lnTo>
                  <a:lnTo>
                    <a:pt x="459" y="144436"/>
                  </a:lnTo>
                  <a:lnTo>
                    <a:pt x="145" y="149724"/>
                  </a:lnTo>
                  <a:lnTo>
                    <a:pt x="0" y="155020"/>
                  </a:lnTo>
                  <a:lnTo>
                    <a:pt x="21" y="160317"/>
                  </a:lnTo>
                  <a:lnTo>
                    <a:pt x="211" y="165611"/>
                  </a:lnTo>
                  <a:lnTo>
                    <a:pt x="568" y="170896"/>
                  </a:lnTo>
                  <a:lnTo>
                    <a:pt x="1093" y="176167"/>
                  </a:lnTo>
                  <a:lnTo>
                    <a:pt x="1784" y="181419"/>
                  </a:lnTo>
                  <a:lnTo>
                    <a:pt x="2642" y="186646"/>
                  </a:lnTo>
                  <a:lnTo>
                    <a:pt x="3664" y="191844"/>
                  </a:lnTo>
                  <a:lnTo>
                    <a:pt x="4851" y="197007"/>
                  </a:lnTo>
                  <a:lnTo>
                    <a:pt x="6201" y="202129"/>
                  </a:lnTo>
                  <a:lnTo>
                    <a:pt x="7712" y="207206"/>
                  </a:lnTo>
                  <a:lnTo>
                    <a:pt x="9384" y="212233"/>
                  </a:lnTo>
                  <a:lnTo>
                    <a:pt x="11214" y="217204"/>
                  </a:lnTo>
                  <a:lnTo>
                    <a:pt x="13200" y="222115"/>
                  </a:lnTo>
                  <a:lnTo>
                    <a:pt x="15341" y="226960"/>
                  </a:lnTo>
                  <a:lnTo>
                    <a:pt x="17635" y="231735"/>
                  </a:lnTo>
                  <a:lnTo>
                    <a:pt x="20079" y="236435"/>
                  </a:lnTo>
                  <a:lnTo>
                    <a:pt x="22670" y="241055"/>
                  </a:lnTo>
                  <a:lnTo>
                    <a:pt x="25406" y="245591"/>
                  </a:lnTo>
                  <a:lnTo>
                    <a:pt x="28285" y="250037"/>
                  </a:lnTo>
                  <a:lnTo>
                    <a:pt x="31303" y="254391"/>
                  </a:lnTo>
                  <a:lnTo>
                    <a:pt x="34458" y="258646"/>
                  </a:lnTo>
                  <a:lnTo>
                    <a:pt x="37746" y="262799"/>
                  </a:lnTo>
                  <a:lnTo>
                    <a:pt x="41164" y="266847"/>
                  </a:lnTo>
                  <a:lnTo>
                    <a:pt x="44708" y="270783"/>
                  </a:lnTo>
                  <a:lnTo>
                    <a:pt x="48376" y="274606"/>
                  </a:lnTo>
                  <a:lnTo>
                    <a:pt x="52162" y="278310"/>
                  </a:lnTo>
                  <a:lnTo>
                    <a:pt x="56064" y="281893"/>
                  </a:lnTo>
                  <a:lnTo>
                    <a:pt x="60078" y="285350"/>
                  </a:lnTo>
                  <a:lnTo>
                    <a:pt x="64199" y="288678"/>
                  </a:lnTo>
                  <a:lnTo>
                    <a:pt x="68423" y="291874"/>
                  </a:lnTo>
                  <a:lnTo>
                    <a:pt x="72747" y="294935"/>
                  </a:lnTo>
                  <a:lnTo>
                    <a:pt x="77166" y="297857"/>
                  </a:lnTo>
                  <a:lnTo>
                    <a:pt x="81674" y="300637"/>
                  </a:lnTo>
                  <a:lnTo>
                    <a:pt x="86269" y="303274"/>
                  </a:lnTo>
                  <a:lnTo>
                    <a:pt x="90945" y="305763"/>
                  </a:lnTo>
                  <a:lnTo>
                    <a:pt x="95697" y="308103"/>
                  </a:lnTo>
                  <a:lnTo>
                    <a:pt x="100521" y="310291"/>
                  </a:lnTo>
                  <a:lnTo>
                    <a:pt x="105413" y="312325"/>
                  </a:lnTo>
                  <a:lnTo>
                    <a:pt x="110366" y="314204"/>
                  </a:lnTo>
                  <a:lnTo>
                    <a:pt x="115376" y="315924"/>
                  </a:lnTo>
                  <a:lnTo>
                    <a:pt x="120438" y="317485"/>
                  </a:lnTo>
                  <a:lnTo>
                    <a:pt x="125547" y="318885"/>
                  </a:lnTo>
                  <a:lnTo>
                    <a:pt x="130698" y="320122"/>
                  </a:lnTo>
                  <a:lnTo>
                    <a:pt x="135885" y="321195"/>
                  </a:lnTo>
                  <a:lnTo>
                    <a:pt x="141104" y="322103"/>
                  </a:lnTo>
                  <a:lnTo>
                    <a:pt x="146349" y="322846"/>
                  </a:lnTo>
                  <a:lnTo>
                    <a:pt x="151615" y="323422"/>
                  </a:lnTo>
                  <a:lnTo>
                    <a:pt x="156896" y="323831"/>
                  </a:lnTo>
                  <a:lnTo>
                    <a:pt x="162188" y="324072"/>
                  </a:lnTo>
                  <a:lnTo>
                    <a:pt x="167485" y="324145"/>
                  </a:lnTo>
                  <a:lnTo>
                    <a:pt x="172781" y="324051"/>
                  </a:lnTo>
                  <a:lnTo>
                    <a:pt x="178072" y="323789"/>
                  </a:lnTo>
                  <a:lnTo>
                    <a:pt x="183351" y="323359"/>
                  </a:lnTo>
                  <a:lnTo>
                    <a:pt x="188615" y="322763"/>
                  </a:lnTo>
                  <a:lnTo>
                    <a:pt x="193857" y="321999"/>
                  </a:lnTo>
                  <a:lnTo>
                    <a:pt x="199072" y="321070"/>
                  </a:lnTo>
                  <a:lnTo>
                    <a:pt x="204255" y="319977"/>
                  </a:lnTo>
                  <a:lnTo>
                    <a:pt x="209401" y="318720"/>
                  </a:lnTo>
                  <a:lnTo>
                    <a:pt x="214505" y="317300"/>
                  </a:lnTo>
                  <a:lnTo>
                    <a:pt x="219561" y="315719"/>
                  </a:lnTo>
                  <a:lnTo>
                    <a:pt x="224564" y="313979"/>
                  </a:lnTo>
                  <a:lnTo>
                    <a:pt x="229509" y="312081"/>
                  </a:lnTo>
                  <a:lnTo>
                    <a:pt x="234393" y="310028"/>
                  </a:lnTo>
                  <a:lnTo>
                    <a:pt x="239208" y="307820"/>
                  </a:lnTo>
                  <a:lnTo>
                    <a:pt x="243951" y="305462"/>
                  </a:lnTo>
                  <a:lnTo>
                    <a:pt x="248617" y="302954"/>
                  </a:lnTo>
                  <a:lnTo>
                    <a:pt x="253201" y="300300"/>
                  </a:lnTo>
                  <a:lnTo>
                    <a:pt x="257699" y="297501"/>
                  </a:lnTo>
                  <a:lnTo>
                    <a:pt x="262106" y="294562"/>
                  </a:lnTo>
                  <a:lnTo>
                    <a:pt x="266418" y="291485"/>
                  </a:lnTo>
                  <a:lnTo>
                    <a:pt x="270630" y="288272"/>
                  </a:lnTo>
                  <a:lnTo>
                    <a:pt x="274738" y="284927"/>
                  </a:lnTo>
                  <a:lnTo>
                    <a:pt x="278738" y="281455"/>
                  </a:lnTo>
                  <a:lnTo>
                    <a:pt x="282626" y="277857"/>
                  </a:lnTo>
                  <a:lnTo>
                    <a:pt x="286398" y="274137"/>
                  </a:lnTo>
                  <a:lnTo>
                    <a:pt x="290050" y="270300"/>
                  </a:lnTo>
                  <a:lnTo>
                    <a:pt x="293579" y="266350"/>
                  </a:lnTo>
                  <a:lnTo>
                    <a:pt x="296981" y="262289"/>
                  </a:lnTo>
                  <a:lnTo>
                    <a:pt x="300252" y="258123"/>
                  </a:lnTo>
                  <a:lnTo>
                    <a:pt x="303390" y="253855"/>
                  </a:lnTo>
                  <a:lnTo>
                    <a:pt x="306391" y="249490"/>
                  </a:lnTo>
                  <a:lnTo>
                    <a:pt x="309252" y="245032"/>
                  </a:lnTo>
                  <a:lnTo>
                    <a:pt x="311971" y="240485"/>
                  </a:lnTo>
                  <a:lnTo>
                    <a:pt x="314544" y="235855"/>
                  </a:lnTo>
                  <a:lnTo>
                    <a:pt x="316969" y="231146"/>
                  </a:lnTo>
                  <a:lnTo>
                    <a:pt x="319244" y="226362"/>
                  </a:lnTo>
                  <a:lnTo>
                    <a:pt x="321366" y="221508"/>
                  </a:lnTo>
                  <a:lnTo>
                    <a:pt x="323333" y="216590"/>
                  </a:lnTo>
                  <a:lnTo>
                    <a:pt x="325143" y="211611"/>
                  </a:lnTo>
                  <a:lnTo>
                    <a:pt x="326795" y="206578"/>
                  </a:lnTo>
                  <a:lnTo>
                    <a:pt x="328286" y="201495"/>
                  </a:lnTo>
                  <a:lnTo>
                    <a:pt x="329616" y="196367"/>
                  </a:lnTo>
                  <a:lnTo>
                    <a:pt x="330783" y="191200"/>
                  </a:lnTo>
                  <a:lnTo>
                    <a:pt x="331785" y="185999"/>
                  </a:lnTo>
                  <a:lnTo>
                    <a:pt x="332621" y="180768"/>
                  </a:lnTo>
                  <a:lnTo>
                    <a:pt x="333292" y="175513"/>
                  </a:lnTo>
                  <a:lnTo>
                    <a:pt x="333796" y="170240"/>
                  </a:lnTo>
                  <a:lnTo>
                    <a:pt x="334133" y="164953"/>
                  </a:lnTo>
                  <a:lnTo>
                    <a:pt x="334301" y="159659"/>
                  </a:lnTo>
                  <a:lnTo>
                    <a:pt x="334302" y="154362"/>
                  </a:lnTo>
                  <a:lnTo>
                    <a:pt x="334136" y="149067"/>
                  </a:lnTo>
                  <a:lnTo>
                    <a:pt x="333801" y="143780"/>
                  </a:lnTo>
                  <a:lnTo>
                    <a:pt x="333299" y="138507"/>
                  </a:lnTo>
                  <a:lnTo>
                    <a:pt x="332631" y="133252"/>
                  </a:lnTo>
                  <a:lnTo>
                    <a:pt x="331796" y="128021"/>
                  </a:lnTo>
                  <a:lnTo>
                    <a:pt x="330796" y="122819"/>
                  </a:lnTo>
                  <a:lnTo>
                    <a:pt x="329631" y="117651"/>
                  </a:lnTo>
                  <a:lnTo>
                    <a:pt x="328304" y="112523"/>
                  </a:lnTo>
                  <a:lnTo>
                    <a:pt x="326814" y="107440"/>
                  </a:lnTo>
                  <a:lnTo>
                    <a:pt x="325164" y="102406"/>
                  </a:lnTo>
                  <a:lnTo>
                    <a:pt x="323356" y="97427"/>
                  </a:lnTo>
                  <a:lnTo>
                    <a:pt x="321391" y="92508"/>
                  </a:lnTo>
                  <a:lnTo>
                    <a:pt x="319271" y="87653"/>
                  </a:lnTo>
                  <a:lnTo>
                    <a:pt x="316998" y="82868"/>
                  </a:lnTo>
                  <a:lnTo>
                    <a:pt x="314574" y="78158"/>
                  </a:lnTo>
                  <a:lnTo>
                    <a:pt x="312003" y="73527"/>
                  </a:lnTo>
                  <a:lnTo>
                    <a:pt x="309286" y="68979"/>
                  </a:lnTo>
                  <a:lnTo>
                    <a:pt x="306426" y="64520"/>
                  </a:lnTo>
                  <a:lnTo>
                    <a:pt x="303427" y="60154"/>
                  </a:lnTo>
                  <a:lnTo>
                    <a:pt x="300291" y="55885"/>
                  </a:lnTo>
                  <a:lnTo>
                    <a:pt x="297021" y="51717"/>
                  </a:lnTo>
                  <a:lnTo>
                    <a:pt x="293621" y="47655"/>
                  </a:lnTo>
                  <a:lnTo>
                    <a:pt x="290093" y="43703"/>
                  </a:lnTo>
                  <a:lnTo>
                    <a:pt x="286443" y="39865"/>
                  </a:lnTo>
                  <a:lnTo>
                    <a:pt x="282672" y="36144"/>
                  </a:lnTo>
                  <a:lnTo>
                    <a:pt x="278785" y="32545"/>
                  </a:lnTo>
                  <a:lnTo>
                    <a:pt x="274787" y="29070"/>
                  </a:lnTo>
                  <a:lnTo>
                    <a:pt x="270680" y="25724"/>
                  </a:lnTo>
                  <a:lnTo>
                    <a:pt x="266469" y="22510"/>
                  </a:lnTo>
                  <a:lnTo>
                    <a:pt x="262159" y="19431"/>
                  </a:lnTo>
                  <a:lnTo>
                    <a:pt x="257753" y="16490"/>
                  </a:lnTo>
                  <a:lnTo>
                    <a:pt x="253256" y="13690"/>
                  </a:lnTo>
                  <a:lnTo>
                    <a:pt x="248673" y="11034"/>
                  </a:lnTo>
                  <a:lnTo>
                    <a:pt x="244008" y="8524"/>
                  </a:lnTo>
                  <a:lnTo>
                    <a:pt x="239266" y="6164"/>
                  </a:lnTo>
                  <a:lnTo>
                    <a:pt x="234451" y="3955"/>
                  </a:lnTo>
                  <a:lnTo>
                    <a:pt x="229569" y="1899"/>
                  </a:lnTo>
                  <a:lnTo>
                    <a:pt x="224624" y="0"/>
                  </a:lnTo>
                  <a:lnTo>
                    <a:pt x="167155" y="1569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57468" cy="167167"/>
            </a:xfrm>
            <a:custGeom>
              <a:avLst/>
              <a:pathLst>
                <a:path w="57468" h="167167">
                  <a:moveTo>
                    <a:pt x="57468" y="10188"/>
                  </a:moveTo>
                  <a:lnTo>
                    <a:pt x="51925" y="8269"/>
                  </a:lnTo>
                  <a:lnTo>
                    <a:pt x="46318" y="6544"/>
                  </a:lnTo>
                  <a:lnTo>
                    <a:pt x="40653" y="5018"/>
                  </a:lnTo>
                  <a:lnTo>
                    <a:pt x="34939" y="3692"/>
                  </a:lnTo>
                  <a:lnTo>
                    <a:pt x="29182" y="2566"/>
                  </a:lnTo>
                  <a:lnTo>
                    <a:pt x="23389" y="1644"/>
                  </a:lnTo>
                  <a:lnTo>
                    <a:pt x="17567" y="925"/>
                  </a:lnTo>
                  <a:lnTo>
                    <a:pt x="11723" y="411"/>
                  </a:lnTo>
                  <a:lnTo>
                    <a:pt x="5865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319508" y="941493"/>
              <a:ext cx="166707" cy="167167"/>
            </a:xfrm>
            <a:custGeom>
              <a:avLst/>
              <a:pathLst>
                <a:path w="166707" h="167167">
                  <a:moveTo>
                    <a:pt x="166707" y="0"/>
                  </a:moveTo>
                  <a:lnTo>
                    <a:pt x="161269" y="88"/>
                  </a:lnTo>
                  <a:lnTo>
                    <a:pt x="155837" y="353"/>
                  </a:lnTo>
                  <a:lnTo>
                    <a:pt x="150417" y="795"/>
                  </a:lnTo>
                  <a:lnTo>
                    <a:pt x="145013" y="1413"/>
                  </a:lnTo>
                  <a:lnTo>
                    <a:pt x="139633" y="2206"/>
                  </a:lnTo>
                  <a:lnTo>
                    <a:pt x="134281" y="3174"/>
                  </a:lnTo>
                  <a:lnTo>
                    <a:pt x="128964" y="4316"/>
                  </a:lnTo>
                  <a:lnTo>
                    <a:pt x="123687" y="5630"/>
                  </a:lnTo>
                  <a:lnTo>
                    <a:pt x="118455" y="7115"/>
                  </a:lnTo>
                  <a:lnTo>
                    <a:pt x="113274" y="8769"/>
                  </a:lnTo>
                  <a:lnTo>
                    <a:pt x="108150" y="10591"/>
                  </a:lnTo>
                  <a:lnTo>
                    <a:pt x="103088" y="12579"/>
                  </a:lnTo>
                  <a:lnTo>
                    <a:pt x="98093" y="14730"/>
                  </a:lnTo>
                  <a:lnTo>
                    <a:pt x="93170" y="17043"/>
                  </a:lnTo>
                  <a:lnTo>
                    <a:pt x="88326" y="19514"/>
                  </a:lnTo>
                  <a:lnTo>
                    <a:pt x="83564" y="22142"/>
                  </a:lnTo>
                  <a:lnTo>
                    <a:pt x="78891" y="24923"/>
                  </a:lnTo>
                  <a:lnTo>
                    <a:pt x="74310" y="27855"/>
                  </a:lnTo>
                  <a:lnTo>
                    <a:pt x="69828" y="30934"/>
                  </a:lnTo>
                  <a:lnTo>
                    <a:pt x="65447" y="34158"/>
                  </a:lnTo>
                  <a:lnTo>
                    <a:pt x="61174" y="37522"/>
                  </a:lnTo>
                  <a:lnTo>
                    <a:pt x="57013" y="41024"/>
                  </a:lnTo>
                  <a:lnTo>
                    <a:pt x="52968" y="44659"/>
                  </a:lnTo>
                  <a:lnTo>
                    <a:pt x="49043" y="48423"/>
                  </a:lnTo>
                  <a:lnTo>
                    <a:pt x="45242" y="52313"/>
                  </a:lnTo>
                  <a:lnTo>
                    <a:pt x="41571" y="56325"/>
                  </a:lnTo>
                  <a:lnTo>
                    <a:pt x="38031" y="60455"/>
                  </a:lnTo>
                  <a:lnTo>
                    <a:pt x="34628" y="64697"/>
                  </a:lnTo>
                  <a:lnTo>
                    <a:pt x="31365" y="69047"/>
                  </a:lnTo>
                  <a:lnTo>
                    <a:pt x="28245" y="73502"/>
                  </a:lnTo>
                  <a:lnTo>
                    <a:pt x="25271" y="78055"/>
                  </a:lnTo>
                  <a:lnTo>
                    <a:pt x="22447" y="82703"/>
                  </a:lnTo>
                  <a:lnTo>
                    <a:pt x="19776" y="87441"/>
                  </a:lnTo>
                  <a:lnTo>
                    <a:pt x="17260" y="92262"/>
                  </a:lnTo>
                  <a:lnTo>
                    <a:pt x="14903" y="97163"/>
                  </a:lnTo>
                  <a:lnTo>
                    <a:pt x="12706" y="102138"/>
                  </a:lnTo>
                  <a:lnTo>
                    <a:pt x="10672" y="107182"/>
                  </a:lnTo>
                  <a:lnTo>
                    <a:pt x="8804" y="112290"/>
                  </a:lnTo>
                  <a:lnTo>
                    <a:pt x="7102" y="117455"/>
                  </a:lnTo>
                  <a:lnTo>
                    <a:pt x="5570" y="122673"/>
                  </a:lnTo>
                  <a:lnTo>
                    <a:pt x="4207" y="127938"/>
                  </a:lnTo>
                  <a:lnTo>
                    <a:pt x="3017" y="133245"/>
                  </a:lnTo>
                  <a:lnTo>
                    <a:pt x="2001" y="138588"/>
                  </a:lnTo>
                  <a:lnTo>
                    <a:pt x="1158" y="143960"/>
                  </a:lnTo>
                  <a:lnTo>
                    <a:pt x="491" y="149358"/>
                  </a:lnTo>
                  <a:lnTo>
                    <a:pt x="0" y="154774"/>
                  </a:lnTo>
                  <a:lnTo>
                    <a:pt x="1667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508" y="1096267"/>
              <a:ext cx="166707" cy="12392"/>
            </a:xfrm>
            <a:custGeom>
              <a:avLst/>
              <a:pathLst>
                <a:path w="166707" h="12392">
                  <a:moveTo>
                    <a:pt x="0" y="0"/>
                  </a:moveTo>
                  <a:lnTo>
                    <a:pt x="166707" y="123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56" y="1096267"/>
              <a:ext cx="167818" cy="179558"/>
            </a:xfrm>
            <a:custGeom>
              <a:avLst/>
              <a:pathLst>
                <a:path w="167818" h="179558">
                  <a:moveTo>
                    <a:pt x="452" y="0"/>
                  </a:moveTo>
                  <a:lnTo>
                    <a:pt x="138" y="5395"/>
                  </a:lnTo>
                  <a:lnTo>
                    <a:pt x="0" y="10798"/>
                  </a:lnTo>
                  <a:lnTo>
                    <a:pt x="35" y="16202"/>
                  </a:lnTo>
                  <a:lnTo>
                    <a:pt x="246" y="21603"/>
                  </a:lnTo>
                  <a:lnTo>
                    <a:pt x="631" y="26994"/>
                  </a:lnTo>
                  <a:lnTo>
                    <a:pt x="1190" y="32370"/>
                  </a:lnTo>
                  <a:lnTo>
                    <a:pt x="1922" y="37724"/>
                  </a:lnTo>
                  <a:lnTo>
                    <a:pt x="2828" y="43053"/>
                  </a:lnTo>
                  <a:lnTo>
                    <a:pt x="3905" y="48349"/>
                  </a:lnTo>
                  <a:lnTo>
                    <a:pt x="5152" y="53608"/>
                  </a:lnTo>
                  <a:lnTo>
                    <a:pt x="6569" y="58823"/>
                  </a:lnTo>
                  <a:lnTo>
                    <a:pt x="8154" y="63990"/>
                  </a:lnTo>
                  <a:lnTo>
                    <a:pt x="9905" y="69103"/>
                  </a:lnTo>
                  <a:lnTo>
                    <a:pt x="11821" y="74157"/>
                  </a:lnTo>
                  <a:lnTo>
                    <a:pt x="13899" y="79146"/>
                  </a:lnTo>
                  <a:lnTo>
                    <a:pt x="16137" y="84066"/>
                  </a:lnTo>
                  <a:lnTo>
                    <a:pt x="18533" y="88911"/>
                  </a:lnTo>
                  <a:lnTo>
                    <a:pt x="21084" y="93675"/>
                  </a:lnTo>
                  <a:lnTo>
                    <a:pt x="23788" y="98355"/>
                  </a:lnTo>
                  <a:lnTo>
                    <a:pt x="26642" y="102945"/>
                  </a:lnTo>
                  <a:lnTo>
                    <a:pt x="29642" y="107440"/>
                  </a:lnTo>
                  <a:lnTo>
                    <a:pt x="32787" y="111836"/>
                  </a:lnTo>
                  <a:lnTo>
                    <a:pt x="36072" y="116127"/>
                  </a:lnTo>
                  <a:lnTo>
                    <a:pt x="39493" y="120311"/>
                  </a:lnTo>
                  <a:lnTo>
                    <a:pt x="43049" y="124381"/>
                  </a:lnTo>
                  <a:lnTo>
                    <a:pt x="46734" y="128335"/>
                  </a:lnTo>
                  <a:lnTo>
                    <a:pt x="50545" y="132167"/>
                  </a:lnTo>
                  <a:lnTo>
                    <a:pt x="54478" y="135874"/>
                  </a:lnTo>
                  <a:lnTo>
                    <a:pt x="58528" y="139452"/>
                  </a:lnTo>
                  <a:lnTo>
                    <a:pt x="62693" y="142898"/>
                  </a:lnTo>
                  <a:lnTo>
                    <a:pt x="66966" y="146207"/>
                  </a:lnTo>
                  <a:lnTo>
                    <a:pt x="71344" y="149376"/>
                  </a:lnTo>
                  <a:lnTo>
                    <a:pt x="75822" y="152401"/>
                  </a:lnTo>
                  <a:lnTo>
                    <a:pt x="80396" y="155281"/>
                  </a:lnTo>
                  <a:lnTo>
                    <a:pt x="85061" y="158011"/>
                  </a:lnTo>
                  <a:lnTo>
                    <a:pt x="89811" y="160589"/>
                  </a:lnTo>
                  <a:lnTo>
                    <a:pt x="94642" y="163012"/>
                  </a:lnTo>
                  <a:lnTo>
                    <a:pt x="99549" y="165277"/>
                  </a:lnTo>
                  <a:lnTo>
                    <a:pt x="104526" y="167383"/>
                  </a:lnTo>
                  <a:lnTo>
                    <a:pt x="109569" y="169327"/>
                  </a:lnTo>
                  <a:lnTo>
                    <a:pt x="114673" y="171106"/>
                  </a:lnTo>
                  <a:lnTo>
                    <a:pt x="119831" y="172720"/>
                  </a:lnTo>
                  <a:lnTo>
                    <a:pt x="125038" y="174166"/>
                  </a:lnTo>
                  <a:lnTo>
                    <a:pt x="130290" y="175443"/>
                  </a:lnTo>
                  <a:lnTo>
                    <a:pt x="135580" y="176550"/>
                  </a:lnTo>
                  <a:lnTo>
                    <a:pt x="140903" y="177485"/>
                  </a:lnTo>
                  <a:lnTo>
                    <a:pt x="146254" y="178247"/>
                  </a:lnTo>
                  <a:lnTo>
                    <a:pt x="151626" y="178837"/>
                  </a:lnTo>
                  <a:lnTo>
                    <a:pt x="157015" y="179252"/>
                  </a:lnTo>
                  <a:lnTo>
                    <a:pt x="162414" y="179492"/>
                  </a:lnTo>
                  <a:lnTo>
                    <a:pt x="167818" y="179558"/>
                  </a:lnTo>
                  <a:lnTo>
                    <a:pt x="167159" y="123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86215" y="941493"/>
              <a:ext cx="167167" cy="334333"/>
            </a:xfrm>
            <a:custGeom>
              <a:avLst/>
              <a:pathLst>
                <a:path w="167167" h="334333">
                  <a:moveTo>
                    <a:pt x="659" y="334333"/>
                  </a:moveTo>
                  <a:lnTo>
                    <a:pt x="6010" y="334226"/>
                  </a:lnTo>
                  <a:lnTo>
                    <a:pt x="11354" y="333948"/>
                  </a:lnTo>
                  <a:lnTo>
                    <a:pt x="16687" y="333499"/>
                  </a:lnTo>
                  <a:lnTo>
                    <a:pt x="22003" y="332880"/>
                  </a:lnTo>
                  <a:lnTo>
                    <a:pt x="27297" y="332091"/>
                  </a:lnTo>
                  <a:lnTo>
                    <a:pt x="32562" y="331132"/>
                  </a:lnTo>
                  <a:lnTo>
                    <a:pt x="37794" y="330006"/>
                  </a:lnTo>
                  <a:lnTo>
                    <a:pt x="42988" y="328713"/>
                  </a:lnTo>
                  <a:lnTo>
                    <a:pt x="48137" y="327254"/>
                  </a:lnTo>
                  <a:lnTo>
                    <a:pt x="53237" y="325631"/>
                  </a:lnTo>
                  <a:lnTo>
                    <a:pt x="58282" y="323845"/>
                  </a:lnTo>
                  <a:lnTo>
                    <a:pt x="63268" y="321899"/>
                  </a:lnTo>
                  <a:lnTo>
                    <a:pt x="68188" y="319795"/>
                  </a:lnTo>
                  <a:lnTo>
                    <a:pt x="73039" y="317534"/>
                  </a:lnTo>
                  <a:lnTo>
                    <a:pt x="77815" y="315118"/>
                  </a:lnTo>
                  <a:lnTo>
                    <a:pt x="82512" y="312552"/>
                  </a:lnTo>
                  <a:lnTo>
                    <a:pt x="87123" y="309836"/>
                  </a:lnTo>
                  <a:lnTo>
                    <a:pt x="91646" y="306974"/>
                  </a:lnTo>
                  <a:lnTo>
                    <a:pt x="96074" y="303968"/>
                  </a:lnTo>
                  <a:lnTo>
                    <a:pt x="100404" y="300823"/>
                  </a:lnTo>
                  <a:lnTo>
                    <a:pt x="104631" y="297540"/>
                  </a:lnTo>
                  <a:lnTo>
                    <a:pt x="108751" y="294124"/>
                  </a:lnTo>
                  <a:lnTo>
                    <a:pt x="112759" y="290578"/>
                  </a:lnTo>
                  <a:lnTo>
                    <a:pt x="116652" y="286905"/>
                  </a:lnTo>
                  <a:lnTo>
                    <a:pt x="120425" y="283109"/>
                  </a:lnTo>
                  <a:lnTo>
                    <a:pt x="124075" y="279195"/>
                  </a:lnTo>
                  <a:lnTo>
                    <a:pt x="127598" y="275166"/>
                  </a:lnTo>
                  <a:lnTo>
                    <a:pt x="130989" y="271026"/>
                  </a:lnTo>
                  <a:lnTo>
                    <a:pt x="134247" y="266779"/>
                  </a:lnTo>
                  <a:lnTo>
                    <a:pt x="137367" y="262431"/>
                  </a:lnTo>
                  <a:lnTo>
                    <a:pt x="140346" y="257985"/>
                  </a:lnTo>
                  <a:lnTo>
                    <a:pt x="143181" y="253445"/>
                  </a:lnTo>
                  <a:lnTo>
                    <a:pt x="145870" y="248818"/>
                  </a:lnTo>
                  <a:lnTo>
                    <a:pt x="148409" y="244106"/>
                  </a:lnTo>
                  <a:lnTo>
                    <a:pt x="150796" y="239316"/>
                  </a:lnTo>
                  <a:lnTo>
                    <a:pt x="153028" y="234452"/>
                  </a:lnTo>
                  <a:lnTo>
                    <a:pt x="155103" y="229519"/>
                  </a:lnTo>
                  <a:lnTo>
                    <a:pt x="157020" y="224522"/>
                  </a:lnTo>
                  <a:lnTo>
                    <a:pt x="158775" y="219466"/>
                  </a:lnTo>
                  <a:lnTo>
                    <a:pt x="160368" y="214357"/>
                  </a:lnTo>
                  <a:lnTo>
                    <a:pt x="161797" y="209199"/>
                  </a:lnTo>
                  <a:lnTo>
                    <a:pt x="163059" y="203998"/>
                  </a:lnTo>
                  <a:lnTo>
                    <a:pt x="164155" y="198759"/>
                  </a:lnTo>
                  <a:lnTo>
                    <a:pt x="165082" y="193488"/>
                  </a:lnTo>
                  <a:lnTo>
                    <a:pt x="165840" y="188190"/>
                  </a:lnTo>
                  <a:lnTo>
                    <a:pt x="166428" y="182871"/>
                  </a:lnTo>
                  <a:lnTo>
                    <a:pt x="166845" y="177535"/>
                  </a:lnTo>
                  <a:lnTo>
                    <a:pt x="167091" y="172189"/>
                  </a:lnTo>
                  <a:lnTo>
                    <a:pt x="167167" y="166837"/>
                  </a:lnTo>
                  <a:lnTo>
                    <a:pt x="167070" y="161486"/>
                  </a:lnTo>
                  <a:lnTo>
                    <a:pt x="166803" y="156141"/>
                  </a:lnTo>
                  <a:lnTo>
                    <a:pt x="166364" y="150807"/>
                  </a:lnTo>
                  <a:lnTo>
                    <a:pt x="165756" y="145490"/>
                  </a:lnTo>
                  <a:lnTo>
                    <a:pt x="164977" y="140195"/>
                  </a:lnTo>
                  <a:lnTo>
                    <a:pt x="164029" y="134928"/>
                  </a:lnTo>
                  <a:lnTo>
                    <a:pt x="162913" y="129693"/>
                  </a:lnTo>
                  <a:lnTo>
                    <a:pt x="161630" y="124497"/>
                  </a:lnTo>
                  <a:lnTo>
                    <a:pt x="160181" y="119345"/>
                  </a:lnTo>
                  <a:lnTo>
                    <a:pt x="158568" y="114242"/>
                  </a:lnTo>
                  <a:lnTo>
                    <a:pt x="156792" y="109193"/>
                  </a:lnTo>
                  <a:lnTo>
                    <a:pt x="154856" y="104204"/>
                  </a:lnTo>
                  <a:lnTo>
                    <a:pt x="152761" y="99279"/>
                  </a:lnTo>
                  <a:lnTo>
                    <a:pt x="150510" y="94424"/>
                  </a:lnTo>
                  <a:lnTo>
                    <a:pt x="148104" y="89643"/>
                  </a:lnTo>
                  <a:lnTo>
                    <a:pt x="145547" y="84942"/>
                  </a:lnTo>
                  <a:lnTo>
                    <a:pt x="142840" y="80325"/>
                  </a:lnTo>
                  <a:lnTo>
                    <a:pt x="139987" y="75797"/>
                  </a:lnTo>
                  <a:lnTo>
                    <a:pt x="136990" y="71362"/>
                  </a:lnTo>
                  <a:lnTo>
                    <a:pt x="133853" y="67026"/>
                  </a:lnTo>
                  <a:lnTo>
                    <a:pt x="130579" y="62793"/>
                  </a:lnTo>
                  <a:lnTo>
                    <a:pt x="127171" y="58666"/>
                  </a:lnTo>
                  <a:lnTo>
                    <a:pt x="123632" y="54651"/>
                  </a:lnTo>
                  <a:lnTo>
                    <a:pt x="119967" y="50751"/>
                  </a:lnTo>
                  <a:lnTo>
                    <a:pt x="116179" y="46970"/>
                  </a:lnTo>
                  <a:lnTo>
                    <a:pt x="112272" y="43313"/>
                  </a:lnTo>
                  <a:lnTo>
                    <a:pt x="108249" y="39782"/>
                  </a:lnTo>
                  <a:lnTo>
                    <a:pt x="104116" y="36382"/>
                  </a:lnTo>
                  <a:lnTo>
                    <a:pt x="99876" y="33116"/>
                  </a:lnTo>
                  <a:lnTo>
                    <a:pt x="95534" y="29988"/>
                  </a:lnTo>
                  <a:lnTo>
                    <a:pt x="91094" y="27000"/>
                  </a:lnTo>
                  <a:lnTo>
                    <a:pt x="86560" y="24156"/>
                  </a:lnTo>
                  <a:lnTo>
                    <a:pt x="81938" y="21458"/>
                  </a:lnTo>
                  <a:lnTo>
                    <a:pt x="77231" y="18910"/>
                  </a:lnTo>
                  <a:lnTo>
                    <a:pt x="72446" y="16513"/>
                  </a:lnTo>
                  <a:lnTo>
                    <a:pt x="67586" y="14272"/>
                  </a:lnTo>
                  <a:lnTo>
                    <a:pt x="62657" y="12186"/>
                  </a:lnTo>
                  <a:lnTo>
                    <a:pt x="57664" y="10260"/>
                  </a:lnTo>
                  <a:lnTo>
                    <a:pt x="52611" y="8495"/>
                  </a:lnTo>
                  <a:lnTo>
                    <a:pt x="47505" y="6892"/>
                  </a:lnTo>
                  <a:lnTo>
                    <a:pt x="42350" y="5453"/>
                  </a:lnTo>
                  <a:lnTo>
                    <a:pt x="37152" y="4180"/>
                  </a:lnTo>
                  <a:lnTo>
                    <a:pt x="31915" y="3074"/>
                  </a:lnTo>
                  <a:lnTo>
                    <a:pt x="26646" y="2137"/>
                  </a:lnTo>
                  <a:lnTo>
                    <a:pt x="21350" y="1369"/>
                  </a:lnTo>
                  <a:lnTo>
                    <a:pt x="16031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797349" y="1071028"/>
              <a:ext cx="167152" cy="186568"/>
            </a:xfrm>
            <a:custGeom>
              <a:avLst/>
              <a:pathLst>
                <a:path w="167152" h="186568">
                  <a:moveTo>
                    <a:pt x="167152" y="0"/>
                  </a:moveTo>
                  <a:lnTo>
                    <a:pt x="161729" y="87"/>
                  </a:lnTo>
                  <a:lnTo>
                    <a:pt x="156312" y="351"/>
                  </a:lnTo>
                  <a:lnTo>
                    <a:pt x="150906" y="791"/>
                  </a:lnTo>
                  <a:lnTo>
                    <a:pt x="145518" y="1405"/>
                  </a:lnTo>
                  <a:lnTo>
                    <a:pt x="140152" y="2194"/>
                  </a:lnTo>
                  <a:lnTo>
                    <a:pt x="134815" y="3157"/>
                  </a:lnTo>
                  <a:lnTo>
                    <a:pt x="129512" y="4292"/>
                  </a:lnTo>
                  <a:lnTo>
                    <a:pt x="124248" y="5599"/>
                  </a:lnTo>
                  <a:lnTo>
                    <a:pt x="119029" y="7076"/>
                  </a:lnTo>
                  <a:lnTo>
                    <a:pt x="113862" y="8721"/>
                  </a:lnTo>
                  <a:lnTo>
                    <a:pt x="108750" y="10533"/>
                  </a:lnTo>
                  <a:lnTo>
                    <a:pt x="103700" y="12510"/>
                  </a:lnTo>
                  <a:lnTo>
                    <a:pt x="98716" y="14650"/>
                  </a:lnTo>
                  <a:lnTo>
                    <a:pt x="93805" y="16950"/>
                  </a:lnTo>
                  <a:lnTo>
                    <a:pt x="88970" y="19408"/>
                  </a:lnTo>
                  <a:lnTo>
                    <a:pt x="84218" y="22022"/>
                  </a:lnTo>
                  <a:lnTo>
                    <a:pt x="79554" y="24789"/>
                  </a:lnTo>
                  <a:lnTo>
                    <a:pt x="74981" y="27705"/>
                  </a:lnTo>
                  <a:lnTo>
                    <a:pt x="70506" y="30769"/>
                  </a:lnTo>
                  <a:lnTo>
                    <a:pt x="66132" y="33976"/>
                  </a:lnTo>
                  <a:lnTo>
                    <a:pt x="61864" y="37323"/>
                  </a:lnTo>
                  <a:lnTo>
                    <a:pt x="57708" y="40806"/>
                  </a:lnTo>
                  <a:lnTo>
                    <a:pt x="53666" y="44423"/>
                  </a:lnTo>
                  <a:lnTo>
                    <a:pt x="49745" y="48169"/>
                  </a:lnTo>
                  <a:lnTo>
                    <a:pt x="45946" y="52040"/>
                  </a:lnTo>
                  <a:lnTo>
                    <a:pt x="42275" y="56033"/>
                  </a:lnTo>
                  <a:lnTo>
                    <a:pt x="38736" y="60142"/>
                  </a:lnTo>
                  <a:lnTo>
                    <a:pt x="35332" y="64364"/>
                  </a:lnTo>
                  <a:lnTo>
                    <a:pt x="32066" y="68694"/>
                  </a:lnTo>
                  <a:lnTo>
                    <a:pt x="28943" y="73128"/>
                  </a:lnTo>
                  <a:lnTo>
                    <a:pt x="25965" y="77661"/>
                  </a:lnTo>
                  <a:lnTo>
                    <a:pt x="23136" y="82288"/>
                  </a:lnTo>
                  <a:lnTo>
                    <a:pt x="20459" y="87004"/>
                  </a:lnTo>
                  <a:lnTo>
                    <a:pt x="17935" y="91805"/>
                  </a:lnTo>
                  <a:lnTo>
                    <a:pt x="15569" y="96685"/>
                  </a:lnTo>
                  <a:lnTo>
                    <a:pt x="13363" y="101639"/>
                  </a:lnTo>
                  <a:lnTo>
                    <a:pt x="11318" y="106663"/>
                  </a:lnTo>
                  <a:lnTo>
                    <a:pt x="9437" y="111750"/>
                  </a:lnTo>
                  <a:lnTo>
                    <a:pt x="7723" y="116895"/>
                  </a:lnTo>
                  <a:lnTo>
                    <a:pt x="6176" y="122093"/>
                  </a:lnTo>
                  <a:lnTo>
                    <a:pt x="4798" y="127339"/>
                  </a:lnTo>
                  <a:lnTo>
                    <a:pt x="3592" y="132626"/>
                  </a:lnTo>
                  <a:lnTo>
                    <a:pt x="2557" y="137950"/>
                  </a:lnTo>
                  <a:lnTo>
                    <a:pt x="1696" y="143305"/>
                  </a:lnTo>
                  <a:lnTo>
                    <a:pt x="1009" y="148684"/>
                  </a:lnTo>
                  <a:lnTo>
                    <a:pt x="497" y="154084"/>
                  </a:lnTo>
                  <a:lnTo>
                    <a:pt x="160" y="159497"/>
                  </a:lnTo>
                  <a:lnTo>
                    <a:pt x="0" y="164918"/>
                  </a:lnTo>
                  <a:lnTo>
                    <a:pt x="15" y="170341"/>
                  </a:lnTo>
                  <a:lnTo>
                    <a:pt x="205" y="175761"/>
                  </a:lnTo>
                  <a:lnTo>
                    <a:pt x="572" y="181172"/>
                  </a:lnTo>
                  <a:lnTo>
                    <a:pt x="1114" y="186568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463" y="1238196"/>
              <a:ext cx="166037" cy="19401"/>
            </a:xfrm>
            <a:custGeom>
              <a:avLst/>
              <a:pathLst>
                <a:path w="166037" h="19401">
                  <a:moveTo>
                    <a:pt x="0" y="19401"/>
                  </a:moveTo>
                  <a:lnTo>
                    <a:pt x="1660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463" y="1071298"/>
              <a:ext cx="333197" cy="334062"/>
            </a:xfrm>
            <a:custGeom>
              <a:avLst/>
              <a:pathLst>
                <a:path w="333197" h="334062">
                  <a:moveTo>
                    <a:pt x="0" y="186299"/>
                  </a:moveTo>
                  <a:lnTo>
                    <a:pt x="699" y="191559"/>
                  </a:lnTo>
                  <a:lnTo>
                    <a:pt x="1565" y="196794"/>
                  </a:lnTo>
                  <a:lnTo>
                    <a:pt x="2597" y="201998"/>
                  </a:lnTo>
                  <a:lnTo>
                    <a:pt x="3793" y="207168"/>
                  </a:lnTo>
                  <a:lnTo>
                    <a:pt x="5153" y="212297"/>
                  </a:lnTo>
                  <a:lnTo>
                    <a:pt x="6675" y="217380"/>
                  </a:lnTo>
                  <a:lnTo>
                    <a:pt x="8357" y="222413"/>
                  </a:lnTo>
                  <a:lnTo>
                    <a:pt x="10199" y="227389"/>
                  </a:lnTo>
                  <a:lnTo>
                    <a:pt x="12197" y="232304"/>
                  </a:lnTo>
                  <a:lnTo>
                    <a:pt x="14350" y="237154"/>
                  </a:lnTo>
                  <a:lnTo>
                    <a:pt x="16657" y="241933"/>
                  </a:lnTo>
                  <a:lnTo>
                    <a:pt x="19113" y="246636"/>
                  </a:lnTo>
                  <a:lnTo>
                    <a:pt x="21718" y="251259"/>
                  </a:lnTo>
                  <a:lnTo>
                    <a:pt x="24468" y="255797"/>
                  </a:lnTo>
                  <a:lnTo>
                    <a:pt x="27361" y="260245"/>
                  </a:lnTo>
                  <a:lnTo>
                    <a:pt x="30393" y="264599"/>
                  </a:lnTo>
                  <a:lnTo>
                    <a:pt x="33563" y="268855"/>
                  </a:lnTo>
                  <a:lnTo>
                    <a:pt x="36865" y="273008"/>
                  </a:lnTo>
                  <a:lnTo>
                    <a:pt x="40298" y="277054"/>
                  </a:lnTo>
                  <a:lnTo>
                    <a:pt x="43858" y="280990"/>
                  </a:lnTo>
                  <a:lnTo>
                    <a:pt x="47540" y="284810"/>
                  </a:lnTo>
                  <a:lnTo>
                    <a:pt x="51342" y="288511"/>
                  </a:lnTo>
                  <a:lnTo>
                    <a:pt x="55260" y="292090"/>
                  </a:lnTo>
                  <a:lnTo>
                    <a:pt x="59289" y="295543"/>
                  </a:lnTo>
                  <a:lnTo>
                    <a:pt x="63425" y="298866"/>
                  </a:lnTo>
                  <a:lnTo>
                    <a:pt x="67665" y="302056"/>
                  </a:lnTo>
                  <a:lnTo>
                    <a:pt x="72005" y="305110"/>
                  </a:lnTo>
                  <a:lnTo>
                    <a:pt x="76439" y="308025"/>
                  </a:lnTo>
                  <a:lnTo>
                    <a:pt x="80963" y="310797"/>
                  </a:lnTo>
                  <a:lnTo>
                    <a:pt x="85573" y="313425"/>
                  </a:lnTo>
                  <a:lnTo>
                    <a:pt x="90264" y="315905"/>
                  </a:lnTo>
                  <a:lnTo>
                    <a:pt x="95031" y="318235"/>
                  </a:lnTo>
                  <a:lnTo>
                    <a:pt x="99870" y="320412"/>
                  </a:lnTo>
                  <a:lnTo>
                    <a:pt x="104775" y="322435"/>
                  </a:lnTo>
                  <a:lnTo>
                    <a:pt x="109743" y="324301"/>
                  </a:lnTo>
                  <a:lnTo>
                    <a:pt x="114767" y="326008"/>
                  </a:lnTo>
                  <a:lnTo>
                    <a:pt x="119842" y="327555"/>
                  </a:lnTo>
                  <a:lnTo>
                    <a:pt x="124965" y="328940"/>
                  </a:lnTo>
                  <a:lnTo>
                    <a:pt x="130128" y="330162"/>
                  </a:lnTo>
                  <a:lnTo>
                    <a:pt x="135328" y="331220"/>
                  </a:lnTo>
                  <a:lnTo>
                    <a:pt x="140559" y="332112"/>
                  </a:lnTo>
                  <a:lnTo>
                    <a:pt x="145815" y="332837"/>
                  </a:lnTo>
                  <a:lnTo>
                    <a:pt x="151092" y="333395"/>
                  </a:lnTo>
                  <a:lnTo>
                    <a:pt x="156383" y="333786"/>
                  </a:lnTo>
                  <a:lnTo>
                    <a:pt x="161685" y="334008"/>
                  </a:lnTo>
                  <a:lnTo>
                    <a:pt x="166991" y="334062"/>
                  </a:lnTo>
                  <a:lnTo>
                    <a:pt x="172296" y="333947"/>
                  </a:lnTo>
                  <a:lnTo>
                    <a:pt x="177594" y="333665"/>
                  </a:lnTo>
                  <a:lnTo>
                    <a:pt x="182881" y="333214"/>
                  </a:lnTo>
                  <a:lnTo>
                    <a:pt x="188151" y="332595"/>
                  </a:lnTo>
                  <a:lnTo>
                    <a:pt x="193399" y="331810"/>
                  </a:lnTo>
                  <a:lnTo>
                    <a:pt x="198619" y="330859"/>
                  </a:lnTo>
                  <a:lnTo>
                    <a:pt x="203807" y="329742"/>
                  </a:lnTo>
                  <a:lnTo>
                    <a:pt x="208956" y="328461"/>
                  </a:lnTo>
                  <a:lnTo>
                    <a:pt x="214062" y="327018"/>
                  </a:lnTo>
                  <a:lnTo>
                    <a:pt x="219120" y="325413"/>
                  </a:lnTo>
                  <a:lnTo>
                    <a:pt x="224124" y="323648"/>
                  </a:lnTo>
                  <a:lnTo>
                    <a:pt x="229069" y="321726"/>
                  </a:lnTo>
                  <a:lnTo>
                    <a:pt x="233952" y="319647"/>
                  </a:lnTo>
                  <a:lnTo>
                    <a:pt x="238765" y="317415"/>
                  </a:lnTo>
                  <a:lnTo>
                    <a:pt x="243506" y="315031"/>
                  </a:lnTo>
                  <a:lnTo>
                    <a:pt x="248168" y="312498"/>
                  </a:lnTo>
                  <a:lnTo>
                    <a:pt x="252748" y="309818"/>
                  </a:lnTo>
                  <a:lnTo>
                    <a:pt x="257240" y="306994"/>
                  </a:lnTo>
                  <a:lnTo>
                    <a:pt x="261640" y="304028"/>
                  </a:lnTo>
                  <a:lnTo>
                    <a:pt x="265945" y="300925"/>
                  </a:lnTo>
                  <a:lnTo>
                    <a:pt x="270148" y="297687"/>
                  </a:lnTo>
                  <a:lnTo>
                    <a:pt x="274246" y="294317"/>
                  </a:lnTo>
                  <a:lnTo>
                    <a:pt x="278236" y="290818"/>
                  </a:lnTo>
                  <a:lnTo>
                    <a:pt x="282112" y="287195"/>
                  </a:lnTo>
                  <a:lnTo>
                    <a:pt x="285872" y="283450"/>
                  </a:lnTo>
                  <a:lnTo>
                    <a:pt x="289511" y="279588"/>
                  </a:lnTo>
                  <a:lnTo>
                    <a:pt x="293025" y="275613"/>
                  </a:lnTo>
                  <a:lnTo>
                    <a:pt x="296411" y="271528"/>
                  </a:lnTo>
                  <a:lnTo>
                    <a:pt x="299666" y="267337"/>
                  </a:lnTo>
                  <a:lnTo>
                    <a:pt x="302787" y="263046"/>
                  </a:lnTo>
                  <a:lnTo>
                    <a:pt x="305769" y="258657"/>
                  </a:lnTo>
                  <a:lnTo>
                    <a:pt x="308611" y="254176"/>
                  </a:lnTo>
                  <a:lnTo>
                    <a:pt x="311310" y="249607"/>
                  </a:lnTo>
                  <a:lnTo>
                    <a:pt x="313861" y="244955"/>
                  </a:lnTo>
                  <a:lnTo>
                    <a:pt x="316264" y="240224"/>
                  </a:lnTo>
                  <a:lnTo>
                    <a:pt x="318516" y="235419"/>
                  </a:lnTo>
                  <a:lnTo>
                    <a:pt x="320614" y="230545"/>
                  </a:lnTo>
                  <a:lnTo>
                    <a:pt x="322556" y="225607"/>
                  </a:lnTo>
                  <a:lnTo>
                    <a:pt x="324340" y="220610"/>
                  </a:lnTo>
                  <a:lnTo>
                    <a:pt x="325965" y="215559"/>
                  </a:lnTo>
                  <a:lnTo>
                    <a:pt x="327429" y="210459"/>
                  </a:lnTo>
                  <a:lnTo>
                    <a:pt x="328730" y="205315"/>
                  </a:lnTo>
                  <a:lnTo>
                    <a:pt x="329868" y="200132"/>
                  </a:lnTo>
                  <a:lnTo>
                    <a:pt x="330840" y="194915"/>
                  </a:lnTo>
                  <a:lnTo>
                    <a:pt x="331646" y="189671"/>
                  </a:lnTo>
                  <a:lnTo>
                    <a:pt x="332286" y="184403"/>
                  </a:lnTo>
                  <a:lnTo>
                    <a:pt x="332757" y="179118"/>
                  </a:lnTo>
                  <a:lnTo>
                    <a:pt x="333061" y="173821"/>
                  </a:lnTo>
                  <a:lnTo>
                    <a:pt x="333197" y="168516"/>
                  </a:lnTo>
                  <a:lnTo>
                    <a:pt x="333164" y="163210"/>
                  </a:lnTo>
                  <a:lnTo>
                    <a:pt x="332963" y="157908"/>
                  </a:lnTo>
                  <a:lnTo>
                    <a:pt x="332593" y="152614"/>
                  </a:lnTo>
                  <a:lnTo>
                    <a:pt x="332056" y="147336"/>
                  </a:lnTo>
                  <a:lnTo>
                    <a:pt x="331352" y="142076"/>
                  </a:lnTo>
                  <a:lnTo>
                    <a:pt x="330481" y="136842"/>
                  </a:lnTo>
                  <a:lnTo>
                    <a:pt x="329444" y="131638"/>
                  </a:lnTo>
                  <a:lnTo>
                    <a:pt x="328243" y="126470"/>
                  </a:lnTo>
                  <a:lnTo>
                    <a:pt x="326878" y="121342"/>
                  </a:lnTo>
                  <a:lnTo>
                    <a:pt x="325351" y="116260"/>
                  </a:lnTo>
                  <a:lnTo>
                    <a:pt x="323664" y="111230"/>
                  </a:lnTo>
                  <a:lnTo>
                    <a:pt x="321817" y="106255"/>
                  </a:lnTo>
                  <a:lnTo>
                    <a:pt x="319814" y="101341"/>
                  </a:lnTo>
                  <a:lnTo>
                    <a:pt x="317656" y="96494"/>
                  </a:lnTo>
                  <a:lnTo>
                    <a:pt x="315346" y="91717"/>
                  </a:lnTo>
                  <a:lnTo>
                    <a:pt x="312884" y="87017"/>
                  </a:lnTo>
                  <a:lnTo>
                    <a:pt x="310275" y="82396"/>
                  </a:lnTo>
                  <a:lnTo>
                    <a:pt x="307521" y="77861"/>
                  </a:lnTo>
                  <a:lnTo>
                    <a:pt x="304623" y="73416"/>
                  </a:lnTo>
                  <a:lnTo>
                    <a:pt x="301587" y="69064"/>
                  </a:lnTo>
                  <a:lnTo>
                    <a:pt x="298413" y="64811"/>
                  </a:lnTo>
                  <a:lnTo>
                    <a:pt x="295107" y="60662"/>
                  </a:lnTo>
                  <a:lnTo>
                    <a:pt x="291670" y="56619"/>
                  </a:lnTo>
                  <a:lnTo>
                    <a:pt x="288107" y="52687"/>
                  </a:lnTo>
                  <a:lnTo>
                    <a:pt x="284421" y="48870"/>
                  </a:lnTo>
                  <a:lnTo>
                    <a:pt x="280615" y="45173"/>
                  </a:lnTo>
                  <a:lnTo>
                    <a:pt x="276694" y="41597"/>
                  </a:lnTo>
                  <a:lnTo>
                    <a:pt x="272662" y="38149"/>
                  </a:lnTo>
                  <a:lnTo>
                    <a:pt x="268522" y="34829"/>
                  </a:lnTo>
                  <a:lnTo>
                    <a:pt x="264279" y="31643"/>
                  </a:lnTo>
                  <a:lnTo>
                    <a:pt x="259936" y="28594"/>
                  </a:lnTo>
                  <a:lnTo>
                    <a:pt x="255500" y="25683"/>
                  </a:lnTo>
                  <a:lnTo>
                    <a:pt x="250973" y="22915"/>
                  </a:lnTo>
                  <a:lnTo>
                    <a:pt x="246360" y="20292"/>
                  </a:lnTo>
                  <a:lnTo>
                    <a:pt x="241667" y="17816"/>
                  </a:lnTo>
                  <a:lnTo>
                    <a:pt x="236897" y="15491"/>
                  </a:lnTo>
                  <a:lnTo>
                    <a:pt x="232056" y="13318"/>
                  </a:lnTo>
                  <a:lnTo>
                    <a:pt x="227149" y="11301"/>
                  </a:lnTo>
                  <a:lnTo>
                    <a:pt x="222180" y="9439"/>
                  </a:lnTo>
                  <a:lnTo>
                    <a:pt x="217154" y="7737"/>
                  </a:lnTo>
                  <a:lnTo>
                    <a:pt x="212077" y="6195"/>
                  </a:lnTo>
                  <a:lnTo>
                    <a:pt x="206954" y="4814"/>
                  </a:lnTo>
                  <a:lnTo>
                    <a:pt x="201789" y="3598"/>
                  </a:lnTo>
                  <a:lnTo>
                    <a:pt x="196588" y="2545"/>
                  </a:lnTo>
                  <a:lnTo>
                    <a:pt x="191357" y="1658"/>
                  </a:lnTo>
                  <a:lnTo>
                    <a:pt x="186099" y="938"/>
                  </a:lnTo>
                  <a:lnTo>
                    <a:pt x="180822" y="385"/>
                  </a:lnTo>
                  <a:lnTo>
                    <a:pt x="175530" y="0"/>
                  </a:lnTo>
                  <a:lnTo>
                    <a:pt x="166037" y="1668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9492" cy="167167"/>
            </a:xfrm>
            <a:custGeom>
              <a:avLst/>
              <a:pathLst>
                <a:path w="9492" h="167167">
                  <a:moveTo>
                    <a:pt x="9492" y="26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7257" y="1322571"/>
              <a:ext cx="51463" cy="167167"/>
            </a:xfrm>
            <a:custGeom>
              <a:avLst/>
              <a:pathLst>
                <a:path w="51463" h="167167">
                  <a:moveTo>
                    <a:pt x="51463" y="0"/>
                  </a:moveTo>
                  <a:lnTo>
                    <a:pt x="44926" y="127"/>
                  </a:lnTo>
                  <a:lnTo>
                    <a:pt x="38398" y="511"/>
                  </a:lnTo>
                  <a:lnTo>
                    <a:pt x="31891" y="1149"/>
                  </a:lnTo>
                  <a:lnTo>
                    <a:pt x="25413" y="2042"/>
                  </a:lnTo>
                  <a:lnTo>
                    <a:pt x="18975" y="3187"/>
                  </a:lnTo>
                  <a:lnTo>
                    <a:pt x="12587" y="4583"/>
                  </a:lnTo>
                  <a:lnTo>
                    <a:pt x="6259" y="6227"/>
                  </a:lnTo>
                  <a:lnTo>
                    <a:pt x="0" y="8118"/>
                  </a:lnTo>
                  <a:lnTo>
                    <a:pt x="514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7257" y="1330690"/>
              <a:ext cx="51463" cy="159048"/>
            </a:xfrm>
            <a:custGeom>
              <a:avLst/>
              <a:pathLst>
                <a:path w="51463" h="159048">
                  <a:moveTo>
                    <a:pt x="0" y="0"/>
                  </a:moveTo>
                  <a:lnTo>
                    <a:pt x="51463" y="159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65" y="1330690"/>
              <a:ext cx="334310" cy="326214"/>
            </a:xfrm>
            <a:custGeom>
              <a:avLst/>
              <a:pathLst>
                <a:path w="334310" h="326214">
                  <a:moveTo>
                    <a:pt x="115692" y="0"/>
                  </a:moveTo>
                  <a:lnTo>
                    <a:pt x="110670" y="1713"/>
                  </a:lnTo>
                  <a:lnTo>
                    <a:pt x="105706" y="3585"/>
                  </a:lnTo>
                  <a:lnTo>
                    <a:pt x="100803" y="5613"/>
                  </a:lnTo>
                  <a:lnTo>
                    <a:pt x="95967" y="7796"/>
                  </a:lnTo>
                  <a:lnTo>
                    <a:pt x="91203" y="10131"/>
                  </a:lnTo>
                  <a:lnTo>
                    <a:pt x="86515" y="12617"/>
                  </a:lnTo>
                  <a:lnTo>
                    <a:pt x="81909" y="15250"/>
                  </a:lnTo>
                  <a:lnTo>
                    <a:pt x="77388" y="18027"/>
                  </a:lnTo>
                  <a:lnTo>
                    <a:pt x="72958" y="20947"/>
                  </a:lnTo>
                  <a:lnTo>
                    <a:pt x="68623" y="24006"/>
                  </a:lnTo>
                  <a:lnTo>
                    <a:pt x="64387" y="27201"/>
                  </a:lnTo>
                  <a:lnTo>
                    <a:pt x="60255" y="30529"/>
                  </a:lnTo>
                  <a:lnTo>
                    <a:pt x="56230" y="33986"/>
                  </a:lnTo>
                  <a:lnTo>
                    <a:pt x="52317" y="37569"/>
                  </a:lnTo>
                  <a:lnTo>
                    <a:pt x="48520" y="41275"/>
                  </a:lnTo>
                  <a:lnTo>
                    <a:pt x="44842" y="45099"/>
                  </a:lnTo>
                  <a:lnTo>
                    <a:pt x="41287" y="49038"/>
                  </a:lnTo>
                  <a:lnTo>
                    <a:pt x="37860" y="53088"/>
                  </a:lnTo>
                  <a:lnTo>
                    <a:pt x="34562" y="57244"/>
                  </a:lnTo>
                  <a:lnTo>
                    <a:pt x="31398" y="61503"/>
                  </a:lnTo>
                  <a:lnTo>
                    <a:pt x="28371" y="65861"/>
                  </a:lnTo>
                  <a:lnTo>
                    <a:pt x="25484" y="70312"/>
                  </a:lnTo>
                  <a:lnTo>
                    <a:pt x="22739" y="74853"/>
                  </a:lnTo>
                  <a:lnTo>
                    <a:pt x="20140" y="79478"/>
                  </a:lnTo>
                  <a:lnTo>
                    <a:pt x="17689" y="84184"/>
                  </a:lnTo>
                  <a:lnTo>
                    <a:pt x="15388" y="88965"/>
                  </a:lnTo>
                  <a:lnTo>
                    <a:pt x="13240" y="93816"/>
                  </a:lnTo>
                  <a:lnTo>
                    <a:pt x="11248" y="98734"/>
                  </a:lnTo>
                  <a:lnTo>
                    <a:pt x="9412" y="103712"/>
                  </a:lnTo>
                  <a:lnTo>
                    <a:pt x="7736" y="108746"/>
                  </a:lnTo>
                  <a:lnTo>
                    <a:pt x="6220" y="113830"/>
                  </a:lnTo>
                  <a:lnTo>
                    <a:pt x="4866" y="118960"/>
                  </a:lnTo>
                  <a:lnTo>
                    <a:pt x="3675" y="124131"/>
                  </a:lnTo>
                  <a:lnTo>
                    <a:pt x="2650" y="129336"/>
                  </a:lnTo>
                  <a:lnTo>
                    <a:pt x="1790" y="134572"/>
                  </a:lnTo>
                  <a:lnTo>
                    <a:pt x="1096" y="139832"/>
                  </a:lnTo>
                  <a:lnTo>
                    <a:pt x="570" y="145112"/>
                  </a:lnTo>
                  <a:lnTo>
                    <a:pt x="212" y="150405"/>
                  </a:lnTo>
                  <a:lnTo>
                    <a:pt x="21" y="155708"/>
                  </a:lnTo>
                  <a:lnTo>
                    <a:pt x="0" y="161013"/>
                  </a:lnTo>
                  <a:lnTo>
                    <a:pt x="146" y="166317"/>
                  </a:lnTo>
                  <a:lnTo>
                    <a:pt x="461" y="171613"/>
                  </a:lnTo>
                  <a:lnTo>
                    <a:pt x="944" y="176897"/>
                  </a:lnTo>
                  <a:lnTo>
                    <a:pt x="1594" y="182163"/>
                  </a:lnTo>
                  <a:lnTo>
                    <a:pt x="2411" y="187405"/>
                  </a:lnTo>
                  <a:lnTo>
                    <a:pt x="3394" y="192619"/>
                  </a:lnTo>
                  <a:lnTo>
                    <a:pt x="4541" y="197799"/>
                  </a:lnTo>
                  <a:lnTo>
                    <a:pt x="5853" y="202940"/>
                  </a:lnTo>
                  <a:lnTo>
                    <a:pt x="7327" y="208037"/>
                  </a:lnTo>
                  <a:lnTo>
                    <a:pt x="8962" y="213085"/>
                  </a:lnTo>
                  <a:lnTo>
                    <a:pt x="10757" y="218078"/>
                  </a:lnTo>
                  <a:lnTo>
                    <a:pt x="12709" y="223011"/>
                  </a:lnTo>
                  <a:lnTo>
                    <a:pt x="14817" y="227880"/>
                  </a:lnTo>
                  <a:lnTo>
                    <a:pt x="17078" y="232680"/>
                  </a:lnTo>
                  <a:lnTo>
                    <a:pt x="19490" y="237406"/>
                  </a:lnTo>
                  <a:lnTo>
                    <a:pt x="22051" y="242052"/>
                  </a:lnTo>
                  <a:lnTo>
                    <a:pt x="24758" y="246616"/>
                  </a:lnTo>
                  <a:lnTo>
                    <a:pt x="27609" y="251090"/>
                  </a:lnTo>
                  <a:lnTo>
                    <a:pt x="30600" y="255473"/>
                  </a:lnTo>
                  <a:lnTo>
                    <a:pt x="33729" y="259758"/>
                  </a:lnTo>
                  <a:lnTo>
                    <a:pt x="36992" y="263941"/>
                  </a:lnTo>
                  <a:lnTo>
                    <a:pt x="40387" y="268019"/>
                  </a:lnTo>
                  <a:lnTo>
                    <a:pt x="43909" y="271987"/>
                  </a:lnTo>
                  <a:lnTo>
                    <a:pt x="47555" y="275841"/>
                  </a:lnTo>
                  <a:lnTo>
                    <a:pt x="51322" y="279578"/>
                  </a:lnTo>
                  <a:lnTo>
                    <a:pt x="55205" y="283193"/>
                  </a:lnTo>
                  <a:lnTo>
                    <a:pt x="59201" y="286684"/>
                  </a:lnTo>
                  <a:lnTo>
                    <a:pt x="63306" y="290045"/>
                  </a:lnTo>
                  <a:lnTo>
                    <a:pt x="67516" y="293275"/>
                  </a:lnTo>
                  <a:lnTo>
                    <a:pt x="71825" y="296369"/>
                  </a:lnTo>
                  <a:lnTo>
                    <a:pt x="76231" y="299326"/>
                  </a:lnTo>
                  <a:lnTo>
                    <a:pt x="80729" y="302140"/>
                  </a:lnTo>
                  <a:lnTo>
                    <a:pt x="85313" y="304811"/>
                  </a:lnTo>
                  <a:lnTo>
                    <a:pt x="89980" y="307335"/>
                  </a:lnTo>
                  <a:lnTo>
                    <a:pt x="94725" y="309709"/>
                  </a:lnTo>
                  <a:lnTo>
                    <a:pt x="99543" y="311932"/>
                  </a:lnTo>
                  <a:lnTo>
                    <a:pt x="104429" y="314001"/>
                  </a:lnTo>
                  <a:lnTo>
                    <a:pt x="109378" y="315913"/>
                  </a:lnTo>
                  <a:lnTo>
                    <a:pt x="114385" y="317668"/>
                  </a:lnTo>
                  <a:lnTo>
                    <a:pt x="119445" y="319263"/>
                  </a:lnTo>
                  <a:lnTo>
                    <a:pt x="124554" y="320696"/>
                  </a:lnTo>
                  <a:lnTo>
                    <a:pt x="129705" y="321967"/>
                  </a:lnTo>
                  <a:lnTo>
                    <a:pt x="134894" y="323073"/>
                  </a:lnTo>
                  <a:lnTo>
                    <a:pt x="140116" y="324014"/>
                  </a:lnTo>
                  <a:lnTo>
                    <a:pt x="145365" y="324789"/>
                  </a:lnTo>
                  <a:lnTo>
                    <a:pt x="150635" y="325397"/>
                  </a:lnTo>
                  <a:lnTo>
                    <a:pt x="155923" y="325838"/>
                  </a:lnTo>
                  <a:lnTo>
                    <a:pt x="161221" y="326110"/>
                  </a:lnTo>
                  <a:lnTo>
                    <a:pt x="166526" y="326214"/>
                  </a:lnTo>
                  <a:lnTo>
                    <a:pt x="171832" y="326150"/>
                  </a:lnTo>
                  <a:lnTo>
                    <a:pt x="177132" y="325917"/>
                  </a:lnTo>
                  <a:lnTo>
                    <a:pt x="182423" y="325517"/>
                  </a:lnTo>
                  <a:lnTo>
                    <a:pt x="187698" y="324948"/>
                  </a:lnTo>
                  <a:lnTo>
                    <a:pt x="192952" y="324213"/>
                  </a:lnTo>
                  <a:lnTo>
                    <a:pt x="198181" y="323311"/>
                  </a:lnTo>
                  <a:lnTo>
                    <a:pt x="203378" y="322244"/>
                  </a:lnTo>
                  <a:lnTo>
                    <a:pt x="208539" y="321012"/>
                  </a:lnTo>
                  <a:lnTo>
                    <a:pt x="213658" y="319617"/>
                  </a:lnTo>
                  <a:lnTo>
                    <a:pt x="218730" y="318061"/>
                  </a:lnTo>
                  <a:lnTo>
                    <a:pt x="223751" y="316344"/>
                  </a:lnTo>
                  <a:lnTo>
                    <a:pt x="228714" y="314468"/>
                  </a:lnTo>
                  <a:lnTo>
                    <a:pt x="233615" y="312437"/>
                  </a:lnTo>
                  <a:lnTo>
                    <a:pt x="238449" y="310250"/>
                  </a:lnTo>
                  <a:lnTo>
                    <a:pt x="243212" y="307912"/>
                  </a:lnTo>
                  <a:lnTo>
                    <a:pt x="247898" y="305423"/>
                  </a:lnTo>
                  <a:lnTo>
                    <a:pt x="252502" y="302787"/>
                  </a:lnTo>
                  <a:lnTo>
                    <a:pt x="257021" y="300006"/>
                  </a:lnTo>
                  <a:lnTo>
                    <a:pt x="261449" y="297083"/>
                  </a:lnTo>
                  <a:lnTo>
                    <a:pt x="265782" y="294021"/>
                  </a:lnTo>
                  <a:lnTo>
                    <a:pt x="270016" y="290823"/>
                  </a:lnTo>
                  <a:lnTo>
                    <a:pt x="274146" y="287493"/>
                  </a:lnTo>
                  <a:lnTo>
                    <a:pt x="278168" y="284033"/>
                  </a:lnTo>
                  <a:lnTo>
                    <a:pt x="282079" y="280447"/>
                  </a:lnTo>
                  <a:lnTo>
                    <a:pt x="285873" y="276738"/>
                  </a:lnTo>
                  <a:lnTo>
                    <a:pt x="289548" y="272912"/>
                  </a:lnTo>
                  <a:lnTo>
                    <a:pt x="293100" y="268970"/>
                  </a:lnTo>
                  <a:lnTo>
                    <a:pt x="296525" y="264918"/>
                  </a:lnTo>
                  <a:lnTo>
                    <a:pt x="299820" y="260759"/>
                  </a:lnTo>
                  <a:lnTo>
                    <a:pt x="302981" y="256498"/>
                  </a:lnTo>
                  <a:lnTo>
                    <a:pt x="306005" y="252138"/>
                  </a:lnTo>
                  <a:lnTo>
                    <a:pt x="308889" y="247685"/>
                  </a:lnTo>
                  <a:lnTo>
                    <a:pt x="311631" y="243142"/>
                  </a:lnTo>
                  <a:lnTo>
                    <a:pt x="314227" y="238515"/>
                  </a:lnTo>
                  <a:lnTo>
                    <a:pt x="316674" y="233808"/>
                  </a:lnTo>
                  <a:lnTo>
                    <a:pt x="318972" y="229025"/>
                  </a:lnTo>
                  <a:lnTo>
                    <a:pt x="321116" y="224172"/>
                  </a:lnTo>
                  <a:lnTo>
                    <a:pt x="323105" y="219253"/>
                  </a:lnTo>
                  <a:lnTo>
                    <a:pt x="324937" y="214274"/>
                  </a:lnTo>
                  <a:lnTo>
                    <a:pt x="326610" y="209239"/>
                  </a:lnTo>
                  <a:lnTo>
                    <a:pt x="328123" y="204153"/>
                  </a:lnTo>
                  <a:lnTo>
                    <a:pt x="329473" y="199022"/>
                  </a:lnTo>
                  <a:lnTo>
                    <a:pt x="330660" y="193851"/>
                  </a:lnTo>
                  <a:lnTo>
                    <a:pt x="331682" y="188645"/>
                  </a:lnTo>
                  <a:lnTo>
                    <a:pt x="332538" y="183409"/>
                  </a:lnTo>
                  <a:lnTo>
                    <a:pt x="333228" y="178148"/>
                  </a:lnTo>
                  <a:lnTo>
                    <a:pt x="333751" y="172868"/>
                  </a:lnTo>
                  <a:lnTo>
                    <a:pt x="334105" y="167574"/>
                  </a:lnTo>
                  <a:lnTo>
                    <a:pt x="334292" y="162272"/>
                  </a:lnTo>
                  <a:lnTo>
                    <a:pt x="334310" y="156966"/>
                  </a:lnTo>
                  <a:lnTo>
                    <a:pt x="334160" y="151662"/>
                  </a:lnTo>
                  <a:lnTo>
                    <a:pt x="333841" y="146366"/>
                  </a:lnTo>
                  <a:lnTo>
                    <a:pt x="333355" y="141083"/>
                  </a:lnTo>
                  <a:lnTo>
                    <a:pt x="332701" y="135817"/>
                  </a:lnTo>
                  <a:lnTo>
                    <a:pt x="331880" y="130576"/>
                  </a:lnTo>
                  <a:lnTo>
                    <a:pt x="330894" y="125362"/>
                  </a:lnTo>
                  <a:lnTo>
                    <a:pt x="329742" y="120183"/>
                  </a:lnTo>
                  <a:lnTo>
                    <a:pt x="328427" y="115043"/>
                  </a:lnTo>
                  <a:lnTo>
                    <a:pt x="326949" y="109947"/>
                  </a:lnTo>
                  <a:lnTo>
                    <a:pt x="325311" y="104901"/>
                  </a:lnTo>
                  <a:lnTo>
                    <a:pt x="323512" y="99909"/>
                  </a:lnTo>
                  <a:lnTo>
                    <a:pt x="321557" y="94977"/>
                  </a:lnTo>
                  <a:lnTo>
                    <a:pt x="319446" y="90109"/>
                  </a:lnTo>
                  <a:lnTo>
                    <a:pt x="317181" y="85311"/>
                  </a:lnTo>
                  <a:lnTo>
                    <a:pt x="314766" y="80587"/>
                  </a:lnTo>
                  <a:lnTo>
                    <a:pt x="312202" y="75942"/>
                  </a:lnTo>
                  <a:lnTo>
                    <a:pt x="309491" y="71381"/>
                  </a:lnTo>
                  <a:lnTo>
                    <a:pt x="306637" y="66908"/>
                  </a:lnTo>
                  <a:lnTo>
                    <a:pt x="303643" y="62528"/>
                  </a:lnTo>
                  <a:lnTo>
                    <a:pt x="300511" y="58245"/>
                  </a:lnTo>
                  <a:lnTo>
                    <a:pt x="297245" y="54064"/>
                  </a:lnTo>
                  <a:lnTo>
                    <a:pt x="293848" y="49989"/>
                  </a:lnTo>
                  <a:lnTo>
                    <a:pt x="290323" y="46023"/>
                  </a:lnTo>
                  <a:lnTo>
                    <a:pt x="286674" y="42171"/>
                  </a:lnTo>
                  <a:lnTo>
                    <a:pt x="282905" y="38437"/>
                  </a:lnTo>
                  <a:lnTo>
                    <a:pt x="279019" y="34824"/>
                  </a:lnTo>
                  <a:lnTo>
                    <a:pt x="275020" y="31337"/>
                  </a:lnTo>
                  <a:lnTo>
                    <a:pt x="270913" y="27978"/>
                  </a:lnTo>
                  <a:lnTo>
                    <a:pt x="266701" y="24752"/>
                  </a:lnTo>
                  <a:lnTo>
                    <a:pt x="262389" y="21660"/>
                  </a:lnTo>
                  <a:lnTo>
                    <a:pt x="257981" y="18707"/>
                  </a:lnTo>
                  <a:lnTo>
                    <a:pt x="253482" y="15895"/>
                  </a:lnTo>
                  <a:lnTo>
                    <a:pt x="248895" y="13228"/>
                  </a:lnTo>
                  <a:lnTo>
                    <a:pt x="244227" y="10707"/>
                  </a:lnTo>
                  <a:lnTo>
                    <a:pt x="239480" y="8336"/>
                  </a:lnTo>
                  <a:lnTo>
                    <a:pt x="234661" y="6117"/>
                  </a:lnTo>
                  <a:lnTo>
                    <a:pt x="229774" y="4052"/>
                  </a:lnTo>
                  <a:lnTo>
                    <a:pt x="224823" y="2142"/>
                  </a:lnTo>
                  <a:lnTo>
                    <a:pt x="219815" y="391"/>
                  </a:lnTo>
                  <a:lnTo>
                    <a:pt x="167155" y="159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52659" cy="167167"/>
            </a:xfrm>
            <a:custGeom>
              <a:avLst/>
              <a:pathLst>
                <a:path w="52659" h="167167">
                  <a:moveTo>
                    <a:pt x="52659" y="8510"/>
                  </a:moveTo>
                  <a:lnTo>
                    <a:pt x="46978" y="6736"/>
                  </a:lnTo>
                  <a:lnTo>
                    <a:pt x="41236" y="5165"/>
                  </a:lnTo>
                  <a:lnTo>
                    <a:pt x="35443" y="3800"/>
                  </a:lnTo>
                  <a:lnTo>
                    <a:pt x="29605" y="2642"/>
                  </a:lnTo>
                  <a:lnTo>
                    <a:pt x="23729" y="1692"/>
                  </a:lnTo>
                  <a:lnTo>
                    <a:pt x="17823" y="952"/>
                  </a:lnTo>
                  <a:lnTo>
                    <a:pt x="11894" y="423"/>
                  </a:lnTo>
                  <a:lnTo>
                    <a:pt x="595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52899" y="1681503"/>
              <a:ext cx="33625" cy="167167"/>
            </a:xfrm>
            <a:custGeom>
              <a:avLst/>
              <a:pathLst>
                <a:path w="33625" h="167167">
                  <a:moveTo>
                    <a:pt x="33625" y="0"/>
                  </a:moveTo>
                  <a:lnTo>
                    <a:pt x="26856" y="137"/>
                  </a:lnTo>
                  <a:lnTo>
                    <a:pt x="20097" y="548"/>
                  </a:lnTo>
                  <a:lnTo>
                    <a:pt x="13361" y="1232"/>
                  </a:lnTo>
                  <a:lnTo>
                    <a:pt x="6658" y="2189"/>
                  </a:lnTo>
                  <a:lnTo>
                    <a:pt x="0" y="3416"/>
                  </a:lnTo>
                  <a:lnTo>
                    <a:pt x="3362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2899" y="1684920"/>
              <a:ext cx="33625" cy="163750"/>
            </a:xfrm>
            <a:custGeom>
              <a:avLst/>
              <a:pathLst>
                <a:path w="33625" h="163750">
                  <a:moveTo>
                    <a:pt x="0" y="0"/>
                  </a:moveTo>
                  <a:lnTo>
                    <a:pt x="33625" y="1637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96397" y="1684920"/>
              <a:ext cx="90127" cy="163750"/>
            </a:xfrm>
            <a:custGeom>
              <a:avLst/>
              <a:pathLst>
                <a:path w="90127" h="163750">
                  <a:moveTo>
                    <a:pt x="56501" y="0"/>
                  </a:moveTo>
                  <a:lnTo>
                    <a:pt x="50517" y="1343"/>
                  </a:lnTo>
                  <a:lnTo>
                    <a:pt x="44587" y="2905"/>
                  </a:lnTo>
                  <a:lnTo>
                    <a:pt x="38718" y="4684"/>
                  </a:lnTo>
                  <a:lnTo>
                    <a:pt x="32917" y="6677"/>
                  </a:lnTo>
                  <a:lnTo>
                    <a:pt x="27194" y="8881"/>
                  </a:lnTo>
                  <a:lnTo>
                    <a:pt x="21556" y="11294"/>
                  </a:lnTo>
                  <a:lnTo>
                    <a:pt x="16010" y="13911"/>
                  </a:lnTo>
                  <a:lnTo>
                    <a:pt x="10564" y="16731"/>
                  </a:lnTo>
                  <a:lnTo>
                    <a:pt x="5224" y="19748"/>
                  </a:lnTo>
                  <a:lnTo>
                    <a:pt x="0" y="22960"/>
                  </a:lnTo>
                  <a:lnTo>
                    <a:pt x="90127" y="163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74" y="1681503"/>
              <a:ext cx="334297" cy="334334"/>
            </a:xfrm>
            <a:custGeom>
              <a:avLst/>
              <a:pathLst>
                <a:path w="334297" h="334334">
                  <a:moveTo>
                    <a:pt x="77022" y="26376"/>
                  </a:moveTo>
                  <a:lnTo>
                    <a:pt x="72599" y="29308"/>
                  </a:lnTo>
                  <a:lnTo>
                    <a:pt x="68271" y="32378"/>
                  </a:lnTo>
                  <a:lnTo>
                    <a:pt x="64043" y="35584"/>
                  </a:lnTo>
                  <a:lnTo>
                    <a:pt x="59919" y="38923"/>
                  </a:lnTo>
                  <a:lnTo>
                    <a:pt x="55903" y="42391"/>
                  </a:lnTo>
                  <a:lnTo>
                    <a:pt x="51999" y="45984"/>
                  </a:lnTo>
                  <a:lnTo>
                    <a:pt x="48211" y="49700"/>
                  </a:lnTo>
                  <a:lnTo>
                    <a:pt x="44542" y="53534"/>
                  </a:lnTo>
                  <a:lnTo>
                    <a:pt x="40998" y="57483"/>
                  </a:lnTo>
                  <a:lnTo>
                    <a:pt x="37580" y="61542"/>
                  </a:lnTo>
                  <a:lnTo>
                    <a:pt x="34293" y="65707"/>
                  </a:lnTo>
                  <a:lnTo>
                    <a:pt x="31140" y="69975"/>
                  </a:lnTo>
                  <a:lnTo>
                    <a:pt x="28124" y="74340"/>
                  </a:lnTo>
                  <a:lnTo>
                    <a:pt x="25248" y="78799"/>
                  </a:lnTo>
                  <a:lnTo>
                    <a:pt x="22515" y="83348"/>
                  </a:lnTo>
                  <a:lnTo>
                    <a:pt x="19927" y="87980"/>
                  </a:lnTo>
                  <a:lnTo>
                    <a:pt x="17488" y="92693"/>
                  </a:lnTo>
                  <a:lnTo>
                    <a:pt x="15200" y="97480"/>
                  </a:lnTo>
                  <a:lnTo>
                    <a:pt x="13065" y="102338"/>
                  </a:lnTo>
                  <a:lnTo>
                    <a:pt x="11085" y="107261"/>
                  </a:lnTo>
                  <a:lnTo>
                    <a:pt x="9262" y="112244"/>
                  </a:lnTo>
                  <a:lnTo>
                    <a:pt x="7599" y="117283"/>
                  </a:lnTo>
                  <a:lnTo>
                    <a:pt x="6096" y="122372"/>
                  </a:lnTo>
                  <a:lnTo>
                    <a:pt x="4755" y="127506"/>
                  </a:lnTo>
                  <a:lnTo>
                    <a:pt x="3578" y="132680"/>
                  </a:lnTo>
                  <a:lnTo>
                    <a:pt x="2566" y="137889"/>
                  </a:lnTo>
                  <a:lnTo>
                    <a:pt x="1720" y="143127"/>
                  </a:lnTo>
                  <a:lnTo>
                    <a:pt x="1040" y="148389"/>
                  </a:lnTo>
                  <a:lnTo>
                    <a:pt x="528" y="153671"/>
                  </a:lnTo>
                  <a:lnTo>
                    <a:pt x="183" y="158966"/>
                  </a:lnTo>
                  <a:lnTo>
                    <a:pt x="7" y="164269"/>
                  </a:lnTo>
                  <a:lnTo>
                    <a:pt x="0" y="169575"/>
                  </a:lnTo>
                  <a:lnTo>
                    <a:pt x="160" y="174879"/>
                  </a:lnTo>
                  <a:lnTo>
                    <a:pt x="489" y="180175"/>
                  </a:lnTo>
                  <a:lnTo>
                    <a:pt x="986" y="185458"/>
                  </a:lnTo>
                  <a:lnTo>
                    <a:pt x="1650" y="190722"/>
                  </a:lnTo>
                  <a:lnTo>
                    <a:pt x="2481" y="195963"/>
                  </a:lnTo>
                  <a:lnTo>
                    <a:pt x="3478" y="201175"/>
                  </a:lnTo>
                  <a:lnTo>
                    <a:pt x="4640" y="206352"/>
                  </a:lnTo>
                  <a:lnTo>
                    <a:pt x="5965" y="211490"/>
                  </a:lnTo>
                  <a:lnTo>
                    <a:pt x="7453" y="216583"/>
                  </a:lnTo>
                  <a:lnTo>
                    <a:pt x="9102" y="221627"/>
                  </a:lnTo>
                  <a:lnTo>
                    <a:pt x="10910" y="226616"/>
                  </a:lnTo>
                  <a:lnTo>
                    <a:pt x="12875" y="231544"/>
                  </a:lnTo>
                  <a:lnTo>
                    <a:pt x="14996" y="236408"/>
                  </a:lnTo>
                  <a:lnTo>
                    <a:pt x="17271" y="241202"/>
                  </a:lnTo>
                  <a:lnTo>
                    <a:pt x="19696" y="245922"/>
                  </a:lnTo>
                  <a:lnTo>
                    <a:pt x="22270" y="250562"/>
                  </a:lnTo>
                  <a:lnTo>
                    <a:pt x="24989" y="255118"/>
                  </a:lnTo>
                  <a:lnTo>
                    <a:pt x="27852" y="259586"/>
                  </a:lnTo>
                  <a:lnTo>
                    <a:pt x="30856" y="263960"/>
                  </a:lnTo>
                  <a:lnTo>
                    <a:pt x="33996" y="268237"/>
                  </a:lnTo>
                  <a:lnTo>
                    <a:pt x="37271" y="272412"/>
                  </a:lnTo>
                  <a:lnTo>
                    <a:pt x="40677" y="276481"/>
                  </a:lnTo>
                  <a:lnTo>
                    <a:pt x="44210" y="280440"/>
                  </a:lnTo>
                  <a:lnTo>
                    <a:pt x="47867" y="284285"/>
                  </a:lnTo>
                  <a:lnTo>
                    <a:pt x="51644" y="288012"/>
                  </a:lnTo>
                  <a:lnTo>
                    <a:pt x="55538" y="291617"/>
                  </a:lnTo>
                  <a:lnTo>
                    <a:pt x="59544" y="295096"/>
                  </a:lnTo>
                  <a:lnTo>
                    <a:pt x="63658" y="298447"/>
                  </a:lnTo>
                  <a:lnTo>
                    <a:pt x="67877" y="301665"/>
                  </a:lnTo>
                  <a:lnTo>
                    <a:pt x="72195" y="304748"/>
                  </a:lnTo>
                  <a:lnTo>
                    <a:pt x="76610" y="307693"/>
                  </a:lnTo>
                  <a:lnTo>
                    <a:pt x="81115" y="310495"/>
                  </a:lnTo>
                  <a:lnTo>
                    <a:pt x="85708" y="313154"/>
                  </a:lnTo>
                  <a:lnTo>
                    <a:pt x="90382" y="315665"/>
                  </a:lnTo>
                  <a:lnTo>
                    <a:pt x="95134" y="318027"/>
                  </a:lnTo>
                  <a:lnTo>
                    <a:pt x="99958" y="320236"/>
                  </a:lnTo>
                  <a:lnTo>
                    <a:pt x="104850" y="322292"/>
                  </a:lnTo>
                  <a:lnTo>
                    <a:pt x="109805" y="324191"/>
                  </a:lnTo>
                  <a:lnTo>
                    <a:pt x="114817" y="325932"/>
                  </a:lnTo>
                  <a:lnTo>
                    <a:pt x="119882" y="327513"/>
                  </a:lnTo>
                  <a:lnTo>
                    <a:pt x="124995" y="328932"/>
                  </a:lnTo>
                  <a:lnTo>
                    <a:pt x="130150" y="330188"/>
                  </a:lnTo>
                  <a:lnTo>
                    <a:pt x="135343" y="331281"/>
                  </a:lnTo>
                  <a:lnTo>
                    <a:pt x="140568" y="332207"/>
                  </a:lnTo>
                  <a:lnTo>
                    <a:pt x="145819" y="332968"/>
                  </a:lnTo>
                  <a:lnTo>
                    <a:pt x="151092" y="333561"/>
                  </a:lnTo>
                  <a:lnTo>
                    <a:pt x="156381" y="333987"/>
                  </a:lnTo>
                  <a:lnTo>
                    <a:pt x="161681" y="334245"/>
                  </a:lnTo>
                  <a:lnTo>
                    <a:pt x="166986" y="334334"/>
                  </a:lnTo>
                  <a:lnTo>
                    <a:pt x="172292" y="334255"/>
                  </a:lnTo>
                  <a:lnTo>
                    <a:pt x="177592" y="334008"/>
                  </a:lnTo>
                  <a:lnTo>
                    <a:pt x="182882" y="333592"/>
                  </a:lnTo>
                  <a:lnTo>
                    <a:pt x="188156" y="333009"/>
                  </a:lnTo>
                  <a:lnTo>
                    <a:pt x="193409" y="332259"/>
                  </a:lnTo>
                  <a:lnTo>
                    <a:pt x="198636" y="331342"/>
                  </a:lnTo>
                  <a:lnTo>
                    <a:pt x="203830" y="330260"/>
                  </a:lnTo>
                  <a:lnTo>
                    <a:pt x="208988" y="329014"/>
                  </a:lnTo>
                  <a:lnTo>
                    <a:pt x="214104" y="327605"/>
                  </a:lnTo>
                  <a:lnTo>
                    <a:pt x="219172" y="326034"/>
                  </a:lnTo>
                  <a:lnTo>
                    <a:pt x="224188" y="324303"/>
                  </a:lnTo>
                  <a:lnTo>
                    <a:pt x="229146" y="322413"/>
                  </a:lnTo>
                  <a:lnTo>
                    <a:pt x="234042" y="320367"/>
                  </a:lnTo>
                  <a:lnTo>
                    <a:pt x="238871" y="318167"/>
                  </a:lnTo>
                  <a:lnTo>
                    <a:pt x="243627" y="315815"/>
                  </a:lnTo>
                  <a:lnTo>
                    <a:pt x="248306" y="313313"/>
                  </a:lnTo>
                  <a:lnTo>
                    <a:pt x="252904" y="310663"/>
                  </a:lnTo>
                  <a:lnTo>
                    <a:pt x="257415" y="307869"/>
                  </a:lnTo>
                  <a:lnTo>
                    <a:pt x="261835" y="304934"/>
                  </a:lnTo>
                  <a:lnTo>
                    <a:pt x="266160" y="301859"/>
                  </a:lnTo>
                  <a:lnTo>
                    <a:pt x="270384" y="298649"/>
                  </a:lnTo>
                  <a:lnTo>
                    <a:pt x="274505" y="295306"/>
                  </a:lnTo>
                  <a:lnTo>
                    <a:pt x="278518" y="291834"/>
                  </a:lnTo>
                  <a:lnTo>
                    <a:pt x="282419" y="288237"/>
                  </a:lnTo>
                  <a:lnTo>
                    <a:pt x="286203" y="284518"/>
                  </a:lnTo>
                  <a:lnTo>
                    <a:pt x="289868" y="280680"/>
                  </a:lnTo>
                  <a:lnTo>
                    <a:pt x="293409" y="276728"/>
                  </a:lnTo>
                  <a:lnTo>
                    <a:pt x="296822" y="272666"/>
                  </a:lnTo>
                  <a:lnTo>
                    <a:pt x="300105" y="268497"/>
                  </a:lnTo>
                  <a:lnTo>
                    <a:pt x="303254" y="264226"/>
                  </a:lnTo>
                  <a:lnTo>
                    <a:pt x="306266" y="259858"/>
                  </a:lnTo>
                  <a:lnTo>
                    <a:pt x="309138" y="255396"/>
                  </a:lnTo>
                  <a:lnTo>
                    <a:pt x="311866" y="250845"/>
                  </a:lnTo>
                  <a:lnTo>
                    <a:pt x="314449" y="246210"/>
                  </a:lnTo>
                  <a:lnTo>
                    <a:pt x="316884" y="241495"/>
                  </a:lnTo>
                  <a:lnTo>
                    <a:pt x="319167" y="236705"/>
                  </a:lnTo>
                  <a:lnTo>
                    <a:pt x="321298" y="231846"/>
                  </a:lnTo>
                  <a:lnTo>
                    <a:pt x="323273" y="226921"/>
                  </a:lnTo>
                  <a:lnTo>
                    <a:pt x="325091" y="221936"/>
                  </a:lnTo>
                  <a:lnTo>
                    <a:pt x="326749" y="216895"/>
                  </a:lnTo>
                  <a:lnTo>
                    <a:pt x="328247" y="211805"/>
                  </a:lnTo>
                  <a:lnTo>
                    <a:pt x="329583" y="206670"/>
                  </a:lnTo>
                  <a:lnTo>
                    <a:pt x="330755" y="201494"/>
                  </a:lnTo>
                  <a:lnTo>
                    <a:pt x="331762" y="196285"/>
                  </a:lnTo>
                  <a:lnTo>
                    <a:pt x="332603" y="191046"/>
                  </a:lnTo>
                  <a:lnTo>
                    <a:pt x="333277" y="185782"/>
                  </a:lnTo>
                  <a:lnTo>
                    <a:pt x="333784" y="180500"/>
                  </a:lnTo>
                  <a:lnTo>
                    <a:pt x="334124" y="175205"/>
                  </a:lnTo>
                  <a:lnTo>
                    <a:pt x="334295" y="169902"/>
                  </a:lnTo>
                  <a:lnTo>
                    <a:pt x="334297" y="164595"/>
                  </a:lnTo>
                  <a:lnTo>
                    <a:pt x="334131" y="159292"/>
                  </a:lnTo>
                  <a:lnTo>
                    <a:pt x="333797" y="153996"/>
                  </a:lnTo>
                  <a:lnTo>
                    <a:pt x="333295" y="148714"/>
                  </a:lnTo>
                  <a:lnTo>
                    <a:pt x="332626" y="143450"/>
                  </a:lnTo>
                  <a:lnTo>
                    <a:pt x="331790" y="138210"/>
                  </a:lnTo>
                  <a:lnTo>
                    <a:pt x="330788" y="132999"/>
                  </a:lnTo>
                  <a:lnTo>
                    <a:pt x="329621" y="127823"/>
                  </a:lnTo>
                  <a:lnTo>
                    <a:pt x="328291" y="122686"/>
                  </a:lnTo>
                  <a:lnTo>
                    <a:pt x="326798" y="117595"/>
                  </a:lnTo>
                  <a:lnTo>
                    <a:pt x="325144" y="112553"/>
                  </a:lnTo>
                  <a:lnTo>
                    <a:pt x="323331" y="107566"/>
                  </a:lnTo>
                  <a:lnTo>
                    <a:pt x="321361" y="102639"/>
                  </a:lnTo>
                  <a:lnTo>
                    <a:pt x="319235" y="97777"/>
                  </a:lnTo>
                  <a:lnTo>
                    <a:pt x="316956" y="92985"/>
                  </a:lnTo>
                  <a:lnTo>
                    <a:pt x="314526" y="88268"/>
                  </a:lnTo>
                  <a:lnTo>
                    <a:pt x="311948" y="83630"/>
                  </a:lnTo>
                  <a:lnTo>
                    <a:pt x="309224" y="79077"/>
                  </a:lnTo>
                  <a:lnTo>
                    <a:pt x="306356" y="74612"/>
                  </a:lnTo>
                  <a:lnTo>
                    <a:pt x="303349" y="70241"/>
                  </a:lnTo>
                  <a:lnTo>
                    <a:pt x="300204" y="65967"/>
                  </a:lnTo>
                  <a:lnTo>
                    <a:pt x="296925" y="61795"/>
                  </a:lnTo>
                  <a:lnTo>
                    <a:pt x="293515" y="57729"/>
                  </a:lnTo>
                  <a:lnTo>
                    <a:pt x="289979" y="53774"/>
                  </a:lnTo>
                  <a:lnTo>
                    <a:pt x="286318" y="49933"/>
                  </a:lnTo>
                  <a:lnTo>
                    <a:pt x="282537" y="46209"/>
                  </a:lnTo>
                  <a:lnTo>
                    <a:pt x="278640" y="42608"/>
                  </a:lnTo>
                  <a:lnTo>
                    <a:pt x="274631" y="39133"/>
                  </a:lnTo>
                  <a:lnTo>
                    <a:pt x="270513" y="35786"/>
                  </a:lnTo>
                  <a:lnTo>
                    <a:pt x="266291" y="32572"/>
                  </a:lnTo>
                  <a:lnTo>
                    <a:pt x="261969" y="29493"/>
                  </a:lnTo>
                  <a:lnTo>
                    <a:pt x="257552" y="26553"/>
                  </a:lnTo>
                  <a:lnTo>
                    <a:pt x="253044" y="23754"/>
                  </a:lnTo>
                  <a:lnTo>
                    <a:pt x="248449" y="21101"/>
                  </a:lnTo>
                  <a:lnTo>
                    <a:pt x="243772" y="18594"/>
                  </a:lnTo>
                  <a:lnTo>
                    <a:pt x="239018" y="16237"/>
                  </a:lnTo>
                  <a:lnTo>
                    <a:pt x="234192" y="14032"/>
                  </a:lnTo>
                  <a:lnTo>
                    <a:pt x="229298" y="11981"/>
                  </a:lnTo>
                  <a:lnTo>
                    <a:pt x="224341" y="10087"/>
                  </a:lnTo>
                  <a:lnTo>
                    <a:pt x="219327" y="8351"/>
                  </a:lnTo>
                  <a:lnTo>
                    <a:pt x="214260" y="6775"/>
                  </a:lnTo>
                  <a:lnTo>
                    <a:pt x="209146" y="5361"/>
                  </a:lnTo>
                  <a:lnTo>
                    <a:pt x="203990" y="4109"/>
                  </a:lnTo>
                  <a:lnTo>
                    <a:pt x="198796" y="3022"/>
                  </a:lnTo>
                  <a:lnTo>
                    <a:pt x="193570" y="2101"/>
                  </a:lnTo>
                  <a:lnTo>
                    <a:pt x="188318" y="1345"/>
                  </a:lnTo>
                  <a:lnTo>
                    <a:pt x="183045" y="757"/>
                  </a:lnTo>
                  <a:lnTo>
                    <a:pt x="177755" y="336"/>
                  </a:lnTo>
                  <a:lnTo>
                    <a:pt x="172455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388" y="2126963"/>
              <a:ext cx="21898" cy="167167"/>
            </a:xfrm>
            <a:custGeom>
              <a:avLst/>
              <a:pathLst>
                <a:path w="21898" h="167167">
                  <a:moveTo>
                    <a:pt x="21898" y="0"/>
                  </a:moveTo>
                  <a:lnTo>
                    <a:pt x="14580" y="160"/>
                  </a:lnTo>
                  <a:lnTo>
                    <a:pt x="7276" y="640"/>
                  </a:lnTo>
                  <a:lnTo>
                    <a:pt x="0" y="1440"/>
                  </a:lnTo>
                  <a:lnTo>
                    <a:pt x="2189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388" y="2128404"/>
              <a:ext cx="21898" cy="165726"/>
            </a:xfrm>
            <a:custGeom>
              <a:avLst/>
              <a:pathLst>
                <a:path w="21898" h="165726">
                  <a:moveTo>
                    <a:pt x="0" y="0"/>
                  </a:moveTo>
                  <a:lnTo>
                    <a:pt x="21898" y="1657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39" y="2128404"/>
              <a:ext cx="334315" cy="332890"/>
            </a:xfrm>
            <a:custGeom>
              <a:avLst/>
              <a:pathLst>
                <a:path w="334315" h="332890">
                  <a:moveTo>
                    <a:pt x="145249" y="0"/>
                  </a:moveTo>
                  <a:lnTo>
                    <a:pt x="140021" y="775"/>
                  </a:lnTo>
                  <a:lnTo>
                    <a:pt x="134820" y="1715"/>
                  </a:lnTo>
                  <a:lnTo>
                    <a:pt x="129652" y="2819"/>
                  </a:lnTo>
                  <a:lnTo>
                    <a:pt x="124520" y="4085"/>
                  </a:lnTo>
                  <a:lnTo>
                    <a:pt x="119432" y="5514"/>
                  </a:lnTo>
                  <a:lnTo>
                    <a:pt x="114391" y="7102"/>
                  </a:lnTo>
                  <a:lnTo>
                    <a:pt x="109403" y="8849"/>
                  </a:lnTo>
                  <a:lnTo>
                    <a:pt x="104472" y="10753"/>
                  </a:lnTo>
                  <a:lnTo>
                    <a:pt x="99605" y="12812"/>
                  </a:lnTo>
                  <a:lnTo>
                    <a:pt x="94805" y="15023"/>
                  </a:lnTo>
                  <a:lnTo>
                    <a:pt x="90077" y="17386"/>
                  </a:lnTo>
                  <a:lnTo>
                    <a:pt x="85426" y="19896"/>
                  </a:lnTo>
                  <a:lnTo>
                    <a:pt x="80857" y="22553"/>
                  </a:lnTo>
                  <a:lnTo>
                    <a:pt x="76374" y="25352"/>
                  </a:lnTo>
                  <a:lnTo>
                    <a:pt x="71981" y="28292"/>
                  </a:lnTo>
                  <a:lnTo>
                    <a:pt x="67684" y="31369"/>
                  </a:lnTo>
                  <a:lnTo>
                    <a:pt x="63487" y="34580"/>
                  </a:lnTo>
                  <a:lnTo>
                    <a:pt x="59393" y="37923"/>
                  </a:lnTo>
                  <a:lnTo>
                    <a:pt x="55406" y="41393"/>
                  </a:lnTo>
                  <a:lnTo>
                    <a:pt x="51532" y="44988"/>
                  </a:lnTo>
                  <a:lnTo>
                    <a:pt x="47773" y="48703"/>
                  </a:lnTo>
                  <a:lnTo>
                    <a:pt x="44133" y="52535"/>
                  </a:lnTo>
                  <a:lnTo>
                    <a:pt x="40616" y="56481"/>
                  </a:lnTo>
                  <a:lnTo>
                    <a:pt x="37226" y="60535"/>
                  </a:lnTo>
                  <a:lnTo>
                    <a:pt x="33966" y="64695"/>
                  </a:lnTo>
                  <a:lnTo>
                    <a:pt x="30838" y="68956"/>
                  </a:lnTo>
                  <a:lnTo>
                    <a:pt x="27847" y="73313"/>
                  </a:lnTo>
                  <a:lnTo>
                    <a:pt x="24996" y="77763"/>
                  </a:lnTo>
                  <a:lnTo>
                    <a:pt x="22286" y="82301"/>
                  </a:lnTo>
                  <a:lnTo>
                    <a:pt x="19721" y="86922"/>
                  </a:lnTo>
                  <a:lnTo>
                    <a:pt x="17303" y="91622"/>
                  </a:lnTo>
                  <a:lnTo>
                    <a:pt x="15036" y="96396"/>
                  </a:lnTo>
                  <a:lnTo>
                    <a:pt x="12920" y="101239"/>
                  </a:lnTo>
                  <a:lnTo>
                    <a:pt x="10958" y="106147"/>
                  </a:lnTo>
                  <a:lnTo>
                    <a:pt x="9153" y="111114"/>
                  </a:lnTo>
                  <a:lnTo>
                    <a:pt x="7506" y="116136"/>
                  </a:lnTo>
                  <a:lnTo>
                    <a:pt x="6018" y="121207"/>
                  </a:lnTo>
                  <a:lnTo>
                    <a:pt x="4691" y="126323"/>
                  </a:lnTo>
                  <a:lnTo>
                    <a:pt x="3527" y="131479"/>
                  </a:lnTo>
                  <a:lnTo>
                    <a:pt x="2526" y="136668"/>
                  </a:lnTo>
                  <a:lnTo>
                    <a:pt x="1689" y="141887"/>
                  </a:lnTo>
                  <a:lnTo>
                    <a:pt x="1018" y="147129"/>
                  </a:lnTo>
                  <a:lnTo>
                    <a:pt x="514" y="152390"/>
                  </a:lnTo>
                  <a:lnTo>
                    <a:pt x="175" y="157665"/>
                  </a:lnTo>
                  <a:lnTo>
                    <a:pt x="4" y="162947"/>
                  </a:lnTo>
                  <a:lnTo>
                    <a:pt x="0" y="168232"/>
                  </a:lnTo>
                  <a:lnTo>
                    <a:pt x="162" y="173515"/>
                  </a:lnTo>
                  <a:lnTo>
                    <a:pt x="492" y="178790"/>
                  </a:lnTo>
                  <a:lnTo>
                    <a:pt x="988" y="184052"/>
                  </a:lnTo>
                  <a:lnTo>
                    <a:pt x="1651" y="189295"/>
                  </a:lnTo>
                  <a:lnTo>
                    <a:pt x="2478" y="194515"/>
                  </a:lnTo>
                  <a:lnTo>
                    <a:pt x="3471" y="199707"/>
                  </a:lnTo>
                  <a:lnTo>
                    <a:pt x="4627" y="204864"/>
                  </a:lnTo>
                  <a:lnTo>
                    <a:pt x="5945" y="209982"/>
                  </a:lnTo>
                  <a:lnTo>
                    <a:pt x="7425" y="215056"/>
                  </a:lnTo>
                  <a:lnTo>
                    <a:pt x="9064" y="220080"/>
                  </a:lnTo>
                  <a:lnTo>
                    <a:pt x="10861" y="225051"/>
                  </a:lnTo>
                  <a:lnTo>
                    <a:pt x="12815" y="229962"/>
                  </a:lnTo>
                  <a:lnTo>
                    <a:pt x="14923" y="234808"/>
                  </a:lnTo>
                  <a:lnTo>
                    <a:pt x="17182" y="239586"/>
                  </a:lnTo>
                  <a:lnTo>
                    <a:pt x="19592" y="244290"/>
                  </a:lnTo>
                  <a:lnTo>
                    <a:pt x="22150" y="248915"/>
                  </a:lnTo>
                  <a:lnTo>
                    <a:pt x="24852" y="253457"/>
                  </a:lnTo>
                  <a:lnTo>
                    <a:pt x="27696" y="257912"/>
                  </a:lnTo>
                  <a:lnTo>
                    <a:pt x="30680" y="262274"/>
                  </a:lnTo>
                  <a:lnTo>
                    <a:pt x="33801" y="266540"/>
                  </a:lnTo>
                  <a:lnTo>
                    <a:pt x="37054" y="270705"/>
                  </a:lnTo>
                  <a:lnTo>
                    <a:pt x="40438" y="274765"/>
                  </a:lnTo>
                  <a:lnTo>
                    <a:pt x="43948" y="278716"/>
                  </a:lnTo>
                  <a:lnTo>
                    <a:pt x="47582" y="282554"/>
                  </a:lnTo>
                  <a:lnTo>
                    <a:pt x="51335" y="286276"/>
                  </a:lnTo>
                  <a:lnTo>
                    <a:pt x="55203" y="289877"/>
                  </a:lnTo>
                  <a:lnTo>
                    <a:pt x="59184" y="293353"/>
                  </a:lnTo>
                  <a:lnTo>
                    <a:pt x="63272" y="296703"/>
                  </a:lnTo>
                  <a:lnTo>
                    <a:pt x="67465" y="299921"/>
                  </a:lnTo>
                  <a:lnTo>
                    <a:pt x="71757" y="303005"/>
                  </a:lnTo>
                  <a:lnTo>
                    <a:pt x="76144" y="305952"/>
                  </a:lnTo>
                  <a:lnTo>
                    <a:pt x="80623" y="308759"/>
                  </a:lnTo>
                  <a:lnTo>
                    <a:pt x="85187" y="311423"/>
                  </a:lnTo>
                  <a:lnTo>
                    <a:pt x="89834" y="313941"/>
                  </a:lnTo>
                  <a:lnTo>
                    <a:pt x="94558" y="316311"/>
                  </a:lnTo>
                  <a:lnTo>
                    <a:pt x="99355" y="318530"/>
                  </a:lnTo>
                  <a:lnTo>
                    <a:pt x="104219" y="320597"/>
                  </a:lnTo>
                  <a:lnTo>
                    <a:pt x="109147" y="322509"/>
                  </a:lnTo>
                  <a:lnTo>
                    <a:pt x="114132" y="324264"/>
                  </a:lnTo>
                  <a:lnTo>
                    <a:pt x="119170" y="325861"/>
                  </a:lnTo>
                  <a:lnTo>
                    <a:pt x="124256" y="327297"/>
                  </a:lnTo>
                  <a:lnTo>
                    <a:pt x="129385" y="328573"/>
                  </a:lnTo>
                  <a:lnTo>
                    <a:pt x="134552" y="329685"/>
                  </a:lnTo>
                  <a:lnTo>
                    <a:pt x="139752" y="330634"/>
                  </a:lnTo>
                  <a:lnTo>
                    <a:pt x="144978" y="331417"/>
                  </a:lnTo>
                  <a:lnTo>
                    <a:pt x="150227" y="332035"/>
                  </a:lnTo>
                  <a:lnTo>
                    <a:pt x="155493" y="332487"/>
                  </a:lnTo>
                  <a:lnTo>
                    <a:pt x="160771" y="332772"/>
                  </a:lnTo>
                  <a:lnTo>
                    <a:pt x="166055" y="332890"/>
                  </a:lnTo>
                  <a:lnTo>
                    <a:pt x="171340" y="332841"/>
                  </a:lnTo>
                  <a:lnTo>
                    <a:pt x="176620" y="332625"/>
                  </a:lnTo>
                  <a:lnTo>
                    <a:pt x="181892" y="332242"/>
                  </a:lnTo>
                  <a:lnTo>
                    <a:pt x="187148" y="331693"/>
                  </a:lnTo>
                  <a:lnTo>
                    <a:pt x="192385" y="330978"/>
                  </a:lnTo>
                  <a:lnTo>
                    <a:pt x="197596" y="330097"/>
                  </a:lnTo>
                  <a:lnTo>
                    <a:pt x="202777" y="329053"/>
                  </a:lnTo>
                  <a:lnTo>
                    <a:pt x="207923" y="327845"/>
                  </a:lnTo>
                  <a:lnTo>
                    <a:pt x="213027" y="326475"/>
                  </a:lnTo>
                  <a:lnTo>
                    <a:pt x="218086" y="324944"/>
                  </a:lnTo>
                  <a:lnTo>
                    <a:pt x="223094" y="323254"/>
                  </a:lnTo>
                  <a:lnTo>
                    <a:pt x="228045" y="321407"/>
                  </a:lnTo>
                  <a:lnTo>
                    <a:pt x="232936" y="319404"/>
                  </a:lnTo>
                  <a:lnTo>
                    <a:pt x="237762" y="317248"/>
                  </a:lnTo>
                  <a:lnTo>
                    <a:pt x="242516" y="314940"/>
                  </a:lnTo>
                  <a:lnTo>
                    <a:pt x="247196" y="312482"/>
                  </a:lnTo>
                  <a:lnTo>
                    <a:pt x="251795" y="309879"/>
                  </a:lnTo>
                  <a:lnTo>
                    <a:pt x="256310" y="307131"/>
                  </a:lnTo>
                  <a:lnTo>
                    <a:pt x="260735" y="304241"/>
                  </a:lnTo>
                  <a:lnTo>
                    <a:pt x="265067" y="301214"/>
                  </a:lnTo>
                  <a:lnTo>
                    <a:pt x="269301" y="298051"/>
                  </a:lnTo>
                  <a:lnTo>
                    <a:pt x="273433" y="294755"/>
                  </a:lnTo>
                  <a:lnTo>
                    <a:pt x="277459" y="291331"/>
                  </a:lnTo>
                  <a:lnTo>
                    <a:pt x="281375" y="287781"/>
                  </a:lnTo>
                  <a:lnTo>
                    <a:pt x="285176" y="284109"/>
                  </a:lnTo>
                  <a:lnTo>
                    <a:pt x="288859" y="280318"/>
                  </a:lnTo>
                  <a:lnTo>
                    <a:pt x="292421" y="276414"/>
                  </a:lnTo>
                  <a:lnTo>
                    <a:pt x="295857" y="272398"/>
                  </a:lnTo>
                  <a:lnTo>
                    <a:pt x="299165" y="268276"/>
                  </a:lnTo>
                  <a:lnTo>
                    <a:pt x="302341" y="264051"/>
                  </a:lnTo>
                  <a:lnTo>
                    <a:pt x="305382" y="259728"/>
                  </a:lnTo>
                  <a:lnTo>
                    <a:pt x="308284" y="255312"/>
                  </a:lnTo>
                  <a:lnTo>
                    <a:pt x="311046" y="250805"/>
                  </a:lnTo>
                  <a:lnTo>
                    <a:pt x="313663" y="246214"/>
                  </a:lnTo>
                  <a:lnTo>
                    <a:pt x="316135" y="241542"/>
                  </a:lnTo>
                  <a:lnTo>
                    <a:pt x="318457" y="236794"/>
                  </a:lnTo>
                  <a:lnTo>
                    <a:pt x="320628" y="231975"/>
                  </a:lnTo>
                  <a:lnTo>
                    <a:pt x="322645" y="227090"/>
                  </a:lnTo>
                  <a:lnTo>
                    <a:pt x="324508" y="222144"/>
                  </a:lnTo>
                  <a:lnTo>
                    <a:pt x="326212" y="217141"/>
                  </a:lnTo>
                  <a:lnTo>
                    <a:pt x="327758" y="212087"/>
                  </a:lnTo>
                  <a:lnTo>
                    <a:pt x="329144" y="206987"/>
                  </a:lnTo>
                  <a:lnTo>
                    <a:pt x="330367" y="201845"/>
                  </a:lnTo>
                  <a:lnTo>
                    <a:pt x="331427" y="196667"/>
                  </a:lnTo>
                  <a:lnTo>
                    <a:pt x="332323" y="191459"/>
                  </a:lnTo>
                  <a:lnTo>
                    <a:pt x="333054" y="186224"/>
                  </a:lnTo>
                  <a:lnTo>
                    <a:pt x="333619" y="180969"/>
                  </a:lnTo>
                  <a:lnTo>
                    <a:pt x="334018" y="175699"/>
                  </a:lnTo>
                  <a:lnTo>
                    <a:pt x="334250" y="170419"/>
                  </a:lnTo>
                  <a:lnTo>
                    <a:pt x="334315" y="165134"/>
                  </a:lnTo>
                  <a:lnTo>
                    <a:pt x="334212" y="159850"/>
                  </a:lnTo>
                  <a:lnTo>
                    <a:pt x="333943" y="154572"/>
                  </a:lnTo>
                  <a:lnTo>
                    <a:pt x="333507" y="149304"/>
                  </a:lnTo>
                  <a:lnTo>
                    <a:pt x="332905" y="144054"/>
                  </a:lnTo>
                  <a:lnTo>
                    <a:pt x="332137" y="138825"/>
                  </a:lnTo>
                  <a:lnTo>
                    <a:pt x="331204" y="133622"/>
                  </a:lnTo>
                  <a:lnTo>
                    <a:pt x="330107" y="128452"/>
                  </a:lnTo>
                  <a:lnTo>
                    <a:pt x="328847" y="123319"/>
                  </a:lnTo>
                  <a:lnTo>
                    <a:pt x="327426" y="118229"/>
                  </a:lnTo>
                  <a:lnTo>
                    <a:pt x="325844" y="113186"/>
                  </a:lnTo>
                  <a:lnTo>
                    <a:pt x="324104" y="108195"/>
                  </a:lnTo>
                  <a:lnTo>
                    <a:pt x="322207" y="103262"/>
                  </a:lnTo>
                  <a:lnTo>
                    <a:pt x="320155" y="98392"/>
                  </a:lnTo>
                  <a:lnTo>
                    <a:pt x="317950" y="93588"/>
                  </a:lnTo>
                  <a:lnTo>
                    <a:pt x="315594" y="88857"/>
                  </a:lnTo>
                  <a:lnTo>
                    <a:pt x="313090" y="84203"/>
                  </a:lnTo>
                  <a:lnTo>
                    <a:pt x="310440" y="79630"/>
                  </a:lnTo>
                  <a:lnTo>
                    <a:pt x="307646" y="75144"/>
                  </a:lnTo>
                  <a:lnTo>
                    <a:pt x="304712" y="70747"/>
                  </a:lnTo>
                  <a:lnTo>
                    <a:pt x="301641" y="66446"/>
                  </a:lnTo>
                  <a:lnTo>
                    <a:pt x="298435" y="62244"/>
                  </a:lnTo>
                  <a:lnTo>
                    <a:pt x="295099" y="58145"/>
                  </a:lnTo>
                  <a:lnTo>
                    <a:pt x="291634" y="54154"/>
                  </a:lnTo>
                  <a:lnTo>
                    <a:pt x="288044" y="50275"/>
                  </a:lnTo>
                  <a:lnTo>
                    <a:pt x="284334" y="46511"/>
                  </a:lnTo>
                  <a:lnTo>
                    <a:pt x="280507" y="42866"/>
                  </a:lnTo>
                  <a:lnTo>
                    <a:pt x="276567" y="39344"/>
                  </a:lnTo>
                  <a:lnTo>
                    <a:pt x="272517" y="35948"/>
                  </a:lnTo>
                  <a:lnTo>
                    <a:pt x="268361" y="32682"/>
                  </a:lnTo>
                  <a:lnTo>
                    <a:pt x="264105" y="29549"/>
                  </a:lnTo>
                  <a:lnTo>
                    <a:pt x="259752" y="26552"/>
                  </a:lnTo>
                  <a:lnTo>
                    <a:pt x="255306" y="23694"/>
                  </a:lnTo>
                  <a:lnTo>
                    <a:pt x="250772" y="20978"/>
                  </a:lnTo>
                  <a:lnTo>
                    <a:pt x="246154" y="18407"/>
                  </a:lnTo>
                  <a:lnTo>
                    <a:pt x="241457" y="15983"/>
                  </a:lnTo>
                  <a:lnTo>
                    <a:pt x="236686" y="13709"/>
                  </a:lnTo>
                  <a:lnTo>
                    <a:pt x="231846" y="11586"/>
                  </a:lnTo>
                  <a:lnTo>
                    <a:pt x="226941" y="9618"/>
                  </a:lnTo>
                  <a:lnTo>
                    <a:pt x="221976" y="7806"/>
                  </a:lnTo>
                  <a:lnTo>
                    <a:pt x="216957" y="6152"/>
                  </a:lnTo>
                  <a:lnTo>
                    <a:pt x="211887" y="4657"/>
                  </a:lnTo>
                  <a:lnTo>
                    <a:pt x="206773" y="3323"/>
                  </a:lnTo>
                  <a:lnTo>
                    <a:pt x="201619" y="2152"/>
                  </a:lnTo>
                  <a:lnTo>
                    <a:pt x="196431" y="1144"/>
                  </a:lnTo>
                  <a:lnTo>
                    <a:pt x="191214" y="300"/>
                  </a:lnTo>
                  <a:lnTo>
                    <a:pt x="167148" y="1657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24065" cy="167167"/>
            </a:xfrm>
            <a:custGeom>
              <a:avLst/>
              <a:pathLst>
                <a:path w="24065" h="167167">
                  <a:moveTo>
                    <a:pt x="24065" y="1741"/>
                  </a:moveTo>
                  <a:lnTo>
                    <a:pt x="16074" y="774"/>
                  </a:lnTo>
                  <a:lnTo>
                    <a:pt x="8046" y="1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183" y="2633064"/>
              <a:ext cx="3565" cy="167167"/>
            </a:xfrm>
            <a:custGeom>
              <a:avLst/>
              <a:pathLst>
                <a:path w="3565" h="167167">
                  <a:moveTo>
                    <a:pt x="3565" y="0"/>
                  </a:moveTo>
                  <a:lnTo>
                    <a:pt x="0" y="38"/>
                  </a:lnTo>
                  <a:lnTo>
                    <a:pt x="356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183" y="2633102"/>
              <a:ext cx="3565" cy="167129"/>
            </a:xfrm>
            <a:custGeom>
              <a:avLst/>
              <a:pathLst>
                <a:path w="3565" h="167129">
                  <a:moveTo>
                    <a:pt x="0" y="0"/>
                  </a:moveTo>
                  <a:lnTo>
                    <a:pt x="3565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81" y="2633102"/>
              <a:ext cx="334316" cy="334291"/>
            </a:xfrm>
            <a:custGeom>
              <a:avLst/>
              <a:pathLst>
                <a:path w="334316" h="334291">
                  <a:moveTo>
                    <a:pt x="163602" y="0"/>
                  </a:moveTo>
                  <a:lnTo>
                    <a:pt x="158323" y="196"/>
                  </a:lnTo>
                  <a:lnTo>
                    <a:pt x="153054" y="558"/>
                  </a:lnTo>
                  <a:lnTo>
                    <a:pt x="147799" y="1087"/>
                  </a:lnTo>
                  <a:lnTo>
                    <a:pt x="142563" y="1782"/>
                  </a:lnTo>
                  <a:lnTo>
                    <a:pt x="137352" y="2642"/>
                  </a:lnTo>
                  <a:lnTo>
                    <a:pt x="132170" y="3666"/>
                  </a:lnTo>
                  <a:lnTo>
                    <a:pt x="127023" y="4853"/>
                  </a:lnTo>
                  <a:lnTo>
                    <a:pt x="121917" y="6202"/>
                  </a:lnTo>
                  <a:lnTo>
                    <a:pt x="116856" y="7712"/>
                  </a:lnTo>
                  <a:lnTo>
                    <a:pt x="111844" y="9381"/>
                  </a:lnTo>
                  <a:lnTo>
                    <a:pt x="106888" y="11208"/>
                  </a:lnTo>
                  <a:lnTo>
                    <a:pt x="101993" y="13190"/>
                  </a:lnTo>
                  <a:lnTo>
                    <a:pt x="97162" y="15326"/>
                  </a:lnTo>
                  <a:lnTo>
                    <a:pt x="92401" y="17613"/>
                  </a:lnTo>
                  <a:lnTo>
                    <a:pt x="87715" y="20049"/>
                  </a:lnTo>
                  <a:lnTo>
                    <a:pt x="83108" y="22633"/>
                  </a:lnTo>
                  <a:lnTo>
                    <a:pt x="78585" y="25361"/>
                  </a:lnTo>
                  <a:lnTo>
                    <a:pt x="74151" y="28230"/>
                  </a:lnTo>
                  <a:lnTo>
                    <a:pt x="69809" y="31238"/>
                  </a:lnTo>
                  <a:lnTo>
                    <a:pt x="65565" y="34381"/>
                  </a:lnTo>
                  <a:lnTo>
                    <a:pt x="61422" y="37657"/>
                  </a:lnTo>
                  <a:lnTo>
                    <a:pt x="57384" y="41063"/>
                  </a:lnTo>
                  <a:lnTo>
                    <a:pt x="53456" y="44594"/>
                  </a:lnTo>
                  <a:lnTo>
                    <a:pt x="49642" y="48247"/>
                  </a:lnTo>
                  <a:lnTo>
                    <a:pt x="45945" y="52020"/>
                  </a:lnTo>
                  <a:lnTo>
                    <a:pt x="42369" y="55907"/>
                  </a:lnTo>
                  <a:lnTo>
                    <a:pt x="38917" y="59905"/>
                  </a:lnTo>
                  <a:lnTo>
                    <a:pt x="35594" y="64010"/>
                  </a:lnTo>
                  <a:lnTo>
                    <a:pt x="32402" y="68218"/>
                  </a:lnTo>
                  <a:lnTo>
                    <a:pt x="29344" y="72525"/>
                  </a:lnTo>
                  <a:lnTo>
                    <a:pt x="26424" y="76926"/>
                  </a:lnTo>
                  <a:lnTo>
                    <a:pt x="23645" y="81417"/>
                  </a:lnTo>
                  <a:lnTo>
                    <a:pt x="21009" y="85994"/>
                  </a:lnTo>
                  <a:lnTo>
                    <a:pt x="18519" y="90652"/>
                  </a:lnTo>
                  <a:lnTo>
                    <a:pt x="16177" y="95387"/>
                  </a:lnTo>
                  <a:lnTo>
                    <a:pt x="13986" y="100192"/>
                  </a:lnTo>
                  <a:lnTo>
                    <a:pt x="11948" y="105065"/>
                  </a:lnTo>
                  <a:lnTo>
                    <a:pt x="10064" y="110000"/>
                  </a:lnTo>
                  <a:lnTo>
                    <a:pt x="8338" y="114991"/>
                  </a:lnTo>
                  <a:lnTo>
                    <a:pt x="6770" y="120035"/>
                  </a:lnTo>
                  <a:lnTo>
                    <a:pt x="5362" y="125126"/>
                  </a:lnTo>
                  <a:lnTo>
                    <a:pt x="4116" y="130259"/>
                  </a:lnTo>
                  <a:lnTo>
                    <a:pt x="3033" y="135428"/>
                  </a:lnTo>
                  <a:lnTo>
                    <a:pt x="2113" y="140629"/>
                  </a:lnTo>
                  <a:lnTo>
                    <a:pt x="1358" y="145857"/>
                  </a:lnTo>
                  <a:lnTo>
                    <a:pt x="769" y="151106"/>
                  </a:lnTo>
                  <a:lnTo>
                    <a:pt x="346" y="156370"/>
                  </a:lnTo>
                  <a:lnTo>
                    <a:pt x="89" y="161646"/>
                  </a:lnTo>
                  <a:lnTo>
                    <a:pt x="0" y="166927"/>
                  </a:lnTo>
                  <a:lnTo>
                    <a:pt x="77" y="172208"/>
                  </a:lnTo>
                  <a:lnTo>
                    <a:pt x="320" y="177484"/>
                  </a:lnTo>
                  <a:lnTo>
                    <a:pt x="731" y="182750"/>
                  </a:lnTo>
                  <a:lnTo>
                    <a:pt x="1307" y="188000"/>
                  </a:lnTo>
                  <a:lnTo>
                    <a:pt x="2050" y="193230"/>
                  </a:lnTo>
                  <a:lnTo>
                    <a:pt x="2957" y="198433"/>
                  </a:lnTo>
                  <a:lnTo>
                    <a:pt x="4028" y="203605"/>
                  </a:lnTo>
                  <a:lnTo>
                    <a:pt x="5261" y="208741"/>
                  </a:lnTo>
                  <a:lnTo>
                    <a:pt x="6657" y="213835"/>
                  </a:lnTo>
                  <a:lnTo>
                    <a:pt x="8212" y="218883"/>
                  </a:lnTo>
                  <a:lnTo>
                    <a:pt x="9927" y="223878"/>
                  </a:lnTo>
                  <a:lnTo>
                    <a:pt x="11798" y="228818"/>
                  </a:lnTo>
                  <a:lnTo>
                    <a:pt x="13824" y="233695"/>
                  </a:lnTo>
                  <a:lnTo>
                    <a:pt x="16004" y="238506"/>
                  </a:lnTo>
                  <a:lnTo>
                    <a:pt x="18334" y="243246"/>
                  </a:lnTo>
                  <a:lnTo>
                    <a:pt x="20813" y="247910"/>
                  </a:lnTo>
                  <a:lnTo>
                    <a:pt x="23438" y="252493"/>
                  </a:lnTo>
                  <a:lnTo>
                    <a:pt x="26207" y="256991"/>
                  </a:lnTo>
                  <a:lnTo>
                    <a:pt x="29116" y="261400"/>
                  </a:lnTo>
                  <a:lnTo>
                    <a:pt x="32163" y="265714"/>
                  </a:lnTo>
                  <a:lnTo>
                    <a:pt x="35345" y="269930"/>
                  </a:lnTo>
                  <a:lnTo>
                    <a:pt x="38659" y="274043"/>
                  </a:lnTo>
                  <a:lnTo>
                    <a:pt x="42100" y="278049"/>
                  </a:lnTo>
                  <a:lnTo>
                    <a:pt x="45667" y="281945"/>
                  </a:lnTo>
                  <a:lnTo>
                    <a:pt x="49355" y="285726"/>
                  </a:lnTo>
                  <a:lnTo>
                    <a:pt x="53160" y="289389"/>
                  </a:lnTo>
                  <a:lnTo>
                    <a:pt x="57080" y="292930"/>
                  </a:lnTo>
                  <a:lnTo>
                    <a:pt x="61109" y="296345"/>
                  </a:lnTo>
                  <a:lnTo>
                    <a:pt x="65244" y="299631"/>
                  </a:lnTo>
                  <a:lnTo>
                    <a:pt x="69481" y="302784"/>
                  </a:lnTo>
                  <a:lnTo>
                    <a:pt x="73815" y="305803"/>
                  </a:lnTo>
                  <a:lnTo>
                    <a:pt x="78243" y="308683"/>
                  </a:lnTo>
                  <a:lnTo>
                    <a:pt x="82759" y="311421"/>
                  </a:lnTo>
                  <a:lnTo>
                    <a:pt x="87360" y="314016"/>
                  </a:lnTo>
                  <a:lnTo>
                    <a:pt x="92040" y="316464"/>
                  </a:lnTo>
                  <a:lnTo>
                    <a:pt x="96795" y="318763"/>
                  </a:lnTo>
                  <a:lnTo>
                    <a:pt x="101621" y="320910"/>
                  </a:lnTo>
                  <a:lnTo>
                    <a:pt x="106512" y="322904"/>
                  </a:lnTo>
                  <a:lnTo>
                    <a:pt x="111463" y="324743"/>
                  </a:lnTo>
                  <a:lnTo>
                    <a:pt x="116470" y="326424"/>
                  </a:lnTo>
                  <a:lnTo>
                    <a:pt x="121528" y="327946"/>
                  </a:lnTo>
                  <a:lnTo>
                    <a:pt x="126631" y="329307"/>
                  </a:lnTo>
                  <a:lnTo>
                    <a:pt x="131775" y="330507"/>
                  </a:lnTo>
                  <a:lnTo>
                    <a:pt x="136954" y="331544"/>
                  </a:lnTo>
                  <a:lnTo>
                    <a:pt x="142164" y="332416"/>
                  </a:lnTo>
                  <a:lnTo>
                    <a:pt x="147398" y="333123"/>
                  </a:lnTo>
                  <a:lnTo>
                    <a:pt x="152652" y="333665"/>
                  </a:lnTo>
                  <a:lnTo>
                    <a:pt x="157920" y="334040"/>
                  </a:lnTo>
                  <a:lnTo>
                    <a:pt x="163198" y="334249"/>
                  </a:lnTo>
                  <a:lnTo>
                    <a:pt x="168479" y="334291"/>
                  </a:lnTo>
                  <a:lnTo>
                    <a:pt x="173760" y="334166"/>
                  </a:lnTo>
                  <a:lnTo>
                    <a:pt x="179033" y="333875"/>
                  </a:lnTo>
                  <a:lnTo>
                    <a:pt x="184295" y="333417"/>
                  </a:lnTo>
                  <a:lnTo>
                    <a:pt x="189540" y="332792"/>
                  </a:lnTo>
                  <a:lnTo>
                    <a:pt x="194763" y="332003"/>
                  </a:lnTo>
                  <a:lnTo>
                    <a:pt x="199958" y="331049"/>
                  </a:lnTo>
                  <a:lnTo>
                    <a:pt x="205120" y="329931"/>
                  </a:lnTo>
                  <a:lnTo>
                    <a:pt x="210244" y="328651"/>
                  </a:lnTo>
                  <a:lnTo>
                    <a:pt x="215325" y="327209"/>
                  </a:lnTo>
                  <a:lnTo>
                    <a:pt x="220358" y="325608"/>
                  </a:lnTo>
                  <a:lnTo>
                    <a:pt x="225339" y="323848"/>
                  </a:lnTo>
                  <a:lnTo>
                    <a:pt x="230261" y="321932"/>
                  </a:lnTo>
                  <a:lnTo>
                    <a:pt x="235120" y="319862"/>
                  </a:lnTo>
                  <a:lnTo>
                    <a:pt x="239911" y="317639"/>
                  </a:lnTo>
                  <a:lnTo>
                    <a:pt x="244629" y="315266"/>
                  </a:lnTo>
                  <a:lnTo>
                    <a:pt x="249271" y="312745"/>
                  </a:lnTo>
                  <a:lnTo>
                    <a:pt x="253830" y="310078"/>
                  </a:lnTo>
                  <a:lnTo>
                    <a:pt x="258303" y="307269"/>
                  </a:lnTo>
                  <a:lnTo>
                    <a:pt x="262684" y="304320"/>
                  </a:lnTo>
                  <a:lnTo>
                    <a:pt x="266971" y="301234"/>
                  </a:lnTo>
                  <a:lnTo>
                    <a:pt x="271158" y="298014"/>
                  </a:lnTo>
                  <a:lnTo>
                    <a:pt x="275241" y="294663"/>
                  </a:lnTo>
                  <a:lnTo>
                    <a:pt x="279216" y="291185"/>
                  </a:lnTo>
                  <a:lnTo>
                    <a:pt x="283079" y="287583"/>
                  </a:lnTo>
                  <a:lnTo>
                    <a:pt x="286827" y="283861"/>
                  </a:lnTo>
                  <a:lnTo>
                    <a:pt x="290455" y="280023"/>
                  </a:lnTo>
                  <a:lnTo>
                    <a:pt x="293960" y="276072"/>
                  </a:lnTo>
                  <a:lnTo>
                    <a:pt x="297338" y="272012"/>
                  </a:lnTo>
                  <a:lnTo>
                    <a:pt x="300587" y="267847"/>
                  </a:lnTo>
                  <a:lnTo>
                    <a:pt x="303702" y="263582"/>
                  </a:lnTo>
                  <a:lnTo>
                    <a:pt x="306681" y="259220"/>
                  </a:lnTo>
                  <a:lnTo>
                    <a:pt x="309521" y="254767"/>
                  </a:lnTo>
                  <a:lnTo>
                    <a:pt x="312218" y="250226"/>
                  </a:lnTo>
                  <a:lnTo>
                    <a:pt x="314771" y="245602"/>
                  </a:lnTo>
                  <a:lnTo>
                    <a:pt x="317176" y="240900"/>
                  </a:lnTo>
                  <a:lnTo>
                    <a:pt x="319432" y="236124"/>
                  </a:lnTo>
                  <a:lnTo>
                    <a:pt x="321536" y="231279"/>
                  </a:lnTo>
                  <a:lnTo>
                    <a:pt x="323485" y="226370"/>
                  </a:lnTo>
                  <a:lnTo>
                    <a:pt x="325279" y="221402"/>
                  </a:lnTo>
                  <a:lnTo>
                    <a:pt x="326914" y="216380"/>
                  </a:lnTo>
                  <a:lnTo>
                    <a:pt x="328391" y="211309"/>
                  </a:lnTo>
                  <a:lnTo>
                    <a:pt x="329706" y="206193"/>
                  </a:lnTo>
                  <a:lnTo>
                    <a:pt x="330859" y="201039"/>
                  </a:lnTo>
                  <a:lnTo>
                    <a:pt x="331848" y="195851"/>
                  </a:lnTo>
                  <a:lnTo>
                    <a:pt x="332674" y="190634"/>
                  </a:lnTo>
                  <a:lnTo>
                    <a:pt x="333334" y="185393"/>
                  </a:lnTo>
                  <a:lnTo>
                    <a:pt x="333828" y="180135"/>
                  </a:lnTo>
                  <a:lnTo>
                    <a:pt x="334155" y="174863"/>
                  </a:lnTo>
                  <a:lnTo>
                    <a:pt x="334316" y="169584"/>
                  </a:lnTo>
                  <a:lnTo>
                    <a:pt x="334310" y="164302"/>
                  </a:lnTo>
                  <a:lnTo>
                    <a:pt x="334138" y="159023"/>
                  </a:lnTo>
                  <a:lnTo>
                    <a:pt x="333798" y="153752"/>
                  </a:lnTo>
                  <a:lnTo>
                    <a:pt x="333292" y="148494"/>
                  </a:lnTo>
                  <a:lnTo>
                    <a:pt x="332621" y="143256"/>
                  </a:lnTo>
                  <a:lnTo>
                    <a:pt x="331784" y="138040"/>
                  </a:lnTo>
                  <a:lnTo>
                    <a:pt x="330783" y="132854"/>
                  </a:lnTo>
                  <a:lnTo>
                    <a:pt x="329618" y="127703"/>
                  </a:lnTo>
                  <a:lnTo>
                    <a:pt x="328292" y="122590"/>
                  </a:lnTo>
                  <a:lnTo>
                    <a:pt x="326804" y="117522"/>
                  </a:lnTo>
                  <a:lnTo>
                    <a:pt x="325157" y="112504"/>
                  </a:lnTo>
                  <a:lnTo>
                    <a:pt x="323353" y="107540"/>
                  </a:lnTo>
                  <a:lnTo>
                    <a:pt x="321392" y="102635"/>
                  </a:lnTo>
                  <a:lnTo>
                    <a:pt x="319278" y="97795"/>
                  </a:lnTo>
                  <a:lnTo>
                    <a:pt x="317012" y="93024"/>
                  </a:lnTo>
                  <a:lnTo>
                    <a:pt x="314596" y="88327"/>
                  </a:lnTo>
                  <a:lnTo>
                    <a:pt x="312033" y="83709"/>
                  </a:lnTo>
                  <a:lnTo>
                    <a:pt x="309325" y="79174"/>
                  </a:lnTo>
                  <a:lnTo>
                    <a:pt x="306475" y="74727"/>
                  </a:lnTo>
                  <a:lnTo>
                    <a:pt x="303487" y="70372"/>
                  </a:lnTo>
                  <a:lnTo>
                    <a:pt x="300362" y="66114"/>
                  </a:lnTo>
                  <a:lnTo>
                    <a:pt x="297104" y="61956"/>
                  </a:lnTo>
                  <a:lnTo>
                    <a:pt x="293717" y="57904"/>
                  </a:lnTo>
                  <a:lnTo>
                    <a:pt x="290203" y="53961"/>
                  </a:lnTo>
                  <a:lnTo>
                    <a:pt x="286566" y="50130"/>
                  </a:lnTo>
                  <a:lnTo>
                    <a:pt x="282810" y="46416"/>
                  </a:lnTo>
                  <a:lnTo>
                    <a:pt x="278939" y="42823"/>
                  </a:lnTo>
                  <a:lnTo>
                    <a:pt x="274956" y="39354"/>
                  </a:lnTo>
                  <a:lnTo>
                    <a:pt x="270866" y="36013"/>
                  </a:lnTo>
                  <a:lnTo>
                    <a:pt x="266672" y="32802"/>
                  </a:lnTo>
                  <a:lnTo>
                    <a:pt x="262379" y="29726"/>
                  </a:lnTo>
                  <a:lnTo>
                    <a:pt x="257990" y="26786"/>
                  </a:lnTo>
                  <a:lnTo>
                    <a:pt x="253511" y="23987"/>
                  </a:lnTo>
                  <a:lnTo>
                    <a:pt x="248946" y="21331"/>
                  </a:lnTo>
                  <a:lnTo>
                    <a:pt x="244299" y="18820"/>
                  </a:lnTo>
                  <a:lnTo>
                    <a:pt x="239575" y="16457"/>
                  </a:lnTo>
                  <a:lnTo>
                    <a:pt x="234779" y="14245"/>
                  </a:lnTo>
                  <a:lnTo>
                    <a:pt x="229916" y="12185"/>
                  </a:lnTo>
                  <a:lnTo>
                    <a:pt x="224989" y="10280"/>
                  </a:lnTo>
                  <a:lnTo>
                    <a:pt x="220005" y="8532"/>
                  </a:lnTo>
                  <a:lnTo>
                    <a:pt x="214969" y="6942"/>
                  </a:lnTo>
                  <a:lnTo>
                    <a:pt x="167167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47801" cy="167167"/>
            </a:xfrm>
            <a:custGeom>
              <a:avLst/>
              <a:pathLst>
                <a:path w="47801" h="167167">
                  <a:moveTo>
                    <a:pt x="47801" y="6980"/>
                  </a:moveTo>
                  <a:lnTo>
                    <a:pt x="41964" y="5353"/>
                  </a:lnTo>
                  <a:lnTo>
                    <a:pt x="36072" y="3938"/>
                  </a:lnTo>
                  <a:lnTo>
                    <a:pt x="30133" y="2738"/>
                  </a:lnTo>
                  <a:lnTo>
                    <a:pt x="24154" y="1754"/>
                  </a:lnTo>
                  <a:lnTo>
                    <a:pt x="18143" y="987"/>
                  </a:lnTo>
                  <a:lnTo>
                    <a:pt x="12108" y="439"/>
                  </a:lnTo>
                  <a:lnTo>
                    <a:pt x="6058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7323" y="3170392"/>
              <a:ext cx="18657" cy="167167"/>
            </a:xfrm>
            <a:custGeom>
              <a:avLst/>
              <a:pathLst>
                <a:path w="18657" h="167167">
                  <a:moveTo>
                    <a:pt x="18657" y="0"/>
                  </a:moveTo>
                  <a:lnTo>
                    <a:pt x="9314" y="261"/>
                  </a:lnTo>
                  <a:lnTo>
                    <a:pt x="0" y="1044"/>
                  </a:lnTo>
                  <a:lnTo>
                    <a:pt x="186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7323" y="3171436"/>
              <a:ext cx="18657" cy="166123"/>
            </a:xfrm>
            <a:custGeom>
              <a:avLst/>
              <a:pathLst>
                <a:path w="18657" h="166123">
                  <a:moveTo>
                    <a:pt x="0" y="0"/>
                  </a:moveTo>
                  <a:lnTo>
                    <a:pt x="18657" y="166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16" y="3171436"/>
              <a:ext cx="334321" cy="333289"/>
            </a:xfrm>
            <a:custGeom>
              <a:avLst/>
              <a:pathLst>
                <a:path w="334321" h="333289">
                  <a:moveTo>
                    <a:pt x="148507" y="0"/>
                  </a:moveTo>
                  <a:lnTo>
                    <a:pt x="143270" y="672"/>
                  </a:lnTo>
                  <a:lnTo>
                    <a:pt x="138056" y="1509"/>
                  </a:lnTo>
                  <a:lnTo>
                    <a:pt x="132872" y="2510"/>
                  </a:lnTo>
                  <a:lnTo>
                    <a:pt x="127722" y="3675"/>
                  </a:lnTo>
                  <a:lnTo>
                    <a:pt x="122611" y="5001"/>
                  </a:lnTo>
                  <a:lnTo>
                    <a:pt x="117545" y="6489"/>
                  </a:lnTo>
                  <a:lnTo>
                    <a:pt x="112528" y="8135"/>
                  </a:lnTo>
                  <a:lnTo>
                    <a:pt x="107566" y="9940"/>
                  </a:lnTo>
                  <a:lnTo>
                    <a:pt x="102663" y="11900"/>
                  </a:lnTo>
                  <a:lnTo>
                    <a:pt x="97825" y="14014"/>
                  </a:lnTo>
                  <a:lnTo>
                    <a:pt x="93056" y="16280"/>
                  </a:lnTo>
                  <a:lnTo>
                    <a:pt x="88360" y="18695"/>
                  </a:lnTo>
                  <a:lnTo>
                    <a:pt x="83744" y="21257"/>
                  </a:lnTo>
                  <a:lnTo>
                    <a:pt x="79210" y="23964"/>
                  </a:lnTo>
                  <a:lnTo>
                    <a:pt x="74764" y="26813"/>
                  </a:lnTo>
                  <a:lnTo>
                    <a:pt x="70411" y="29800"/>
                  </a:lnTo>
                  <a:lnTo>
                    <a:pt x="66154" y="32924"/>
                  </a:lnTo>
                  <a:lnTo>
                    <a:pt x="61998" y="36180"/>
                  </a:lnTo>
                  <a:lnTo>
                    <a:pt x="57946" y="39566"/>
                  </a:lnTo>
                  <a:lnTo>
                    <a:pt x="54004" y="43079"/>
                  </a:lnTo>
                  <a:lnTo>
                    <a:pt x="50174" y="46714"/>
                  </a:lnTo>
                  <a:lnTo>
                    <a:pt x="46462" y="50468"/>
                  </a:lnTo>
                  <a:lnTo>
                    <a:pt x="42869" y="54338"/>
                  </a:lnTo>
                  <a:lnTo>
                    <a:pt x="39401" y="58319"/>
                  </a:lnTo>
                  <a:lnTo>
                    <a:pt x="36060" y="62408"/>
                  </a:lnTo>
                  <a:lnTo>
                    <a:pt x="32850" y="66600"/>
                  </a:lnTo>
                  <a:lnTo>
                    <a:pt x="29774" y="70891"/>
                  </a:lnTo>
                  <a:lnTo>
                    <a:pt x="26835" y="75278"/>
                  </a:lnTo>
                  <a:lnTo>
                    <a:pt x="24036" y="79755"/>
                  </a:lnTo>
                  <a:lnTo>
                    <a:pt x="21380" y="84318"/>
                  </a:lnTo>
                  <a:lnTo>
                    <a:pt x="18869" y="88963"/>
                  </a:lnTo>
                  <a:lnTo>
                    <a:pt x="16506" y="93685"/>
                  </a:lnTo>
                  <a:lnTo>
                    <a:pt x="14294" y="98479"/>
                  </a:lnTo>
                  <a:lnTo>
                    <a:pt x="12234" y="103341"/>
                  </a:lnTo>
                  <a:lnTo>
                    <a:pt x="10328" y="108265"/>
                  </a:lnTo>
                  <a:lnTo>
                    <a:pt x="8579" y="113247"/>
                  </a:lnTo>
                  <a:lnTo>
                    <a:pt x="6988" y="118282"/>
                  </a:lnTo>
                  <a:lnTo>
                    <a:pt x="5557" y="123364"/>
                  </a:lnTo>
                  <a:lnTo>
                    <a:pt x="4288" y="128490"/>
                  </a:lnTo>
                  <a:lnTo>
                    <a:pt x="3180" y="133652"/>
                  </a:lnTo>
                  <a:lnTo>
                    <a:pt x="2237" y="138847"/>
                  </a:lnTo>
                  <a:lnTo>
                    <a:pt x="1458" y="144070"/>
                  </a:lnTo>
                  <a:lnTo>
                    <a:pt x="844" y="149314"/>
                  </a:lnTo>
                  <a:lnTo>
                    <a:pt x="396" y="154575"/>
                  </a:lnTo>
                  <a:lnTo>
                    <a:pt x="114" y="159847"/>
                  </a:lnTo>
                  <a:lnTo>
                    <a:pt x="0" y="165126"/>
                  </a:lnTo>
                  <a:lnTo>
                    <a:pt x="51" y="170406"/>
                  </a:lnTo>
                  <a:lnTo>
                    <a:pt x="270" y="175682"/>
                  </a:lnTo>
                  <a:lnTo>
                    <a:pt x="655" y="180948"/>
                  </a:lnTo>
                  <a:lnTo>
                    <a:pt x="1206" y="186199"/>
                  </a:lnTo>
                  <a:lnTo>
                    <a:pt x="1923" y="191430"/>
                  </a:lnTo>
                  <a:lnTo>
                    <a:pt x="2805" y="196636"/>
                  </a:lnTo>
                  <a:lnTo>
                    <a:pt x="3851" y="201812"/>
                  </a:lnTo>
                  <a:lnTo>
                    <a:pt x="5059" y="206951"/>
                  </a:lnTo>
                  <a:lnTo>
                    <a:pt x="6430" y="212051"/>
                  </a:lnTo>
                  <a:lnTo>
                    <a:pt x="7960" y="217104"/>
                  </a:lnTo>
                  <a:lnTo>
                    <a:pt x="9650" y="222106"/>
                  </a:lnTo>
                  <a:lnTo>
                    <a:pt x="11496" y="227053"/>
                  </a:lnTo>
                  <a:lnTo>
                    <a:pt x="13498" y="231939"/>
                  </a:lnTo>
                  <a:lnTo>
                    <a:pt x="15653" y="236759"/>
                  </a:lnTo>
                  <a:lnTo>
                    <a:pt x="17960" y="241509"/>
                  </a:lnTo>
                  <a:lnTo>
                    <a:pt x="20415" y="246183"/>
                  </a:lnTo>
                  <a:lnTo>
                    <a:pt x="23017" y="250778"/>
                  </a:lnTo>
                  <a:lnTo>
                    <a:pt x="25762" y="255288"/>
                  </a:lnTo>
                  <a:lnTo>
                    <a:pt x="28649" y="259709"/>
                  </a:lnTo>
                  <a:lnTo>
                    <a:pt x="31673" y="264037"/>
                  </a:lnTo>
                  <a:lnTo>
                    <a:pt x="34833" y="268267"/>
                  </a:lnTo>
                  <a:lnTo>
                    <a:pt x="38125" y="272396"/>
                  </a:lnTo>
                  <a:lnTo>
                    <a:pt x="41546" y="276418"/>
                  </a:lnTo>
                  <a:lnTo>
                    <a:pt x="45092" y="280330"/>
                  </a:lnTo>
                  <a:lnTo>
                    <a:pt x="48760" y="284128"/>
                  </a:lnTo>
                  <a:lnTo>
                    <a:pt x="52545" y="287809"/>
                  </a:lnTo>
                  <a:lnTo>
                    <a:pt x="56446" y="291368"/>
                  </a:lnTo>
                  <a:lnTo>
                    <a:pt x="60456" y="294802"/>
                  </a:lnTo>
                  <a:lnTo>
                    <a:pt x="64574" y="298108"/>
                  </a:lnTo>
                  <a:lnTo>
                    <a:pt x="68793" y="301282"/>
                  </a:lnTo>
                  <a:lnTo>
                    <a:pt x="73111" y="304321"/>
                  </a:lnTo>
                  <a:lnTo>
                    <a:pt x="77522" y="307223"/>
                  </a:lnTo>
                  <a:lnTo>
                    <a:pt x="82023" y="309983"/>
                  </a:lnTo>
                  <a:lnTo>
                    <a:pt x="86609" y="312601"/>
                  </a:lnTo>
                  <a:lnTo>
                    <a:pt x="91275" y="315072"/>
                  </a:lnTo>
                  <a:lnTo>
                    <a:pt x="96017" y="317394"/>
                  </a:lnTo>
                  <a:lnTo>
                    <a:pt x="100830" y="319565"/>
                  </a:lnTo>
                  <a:lnTo>
                    <a:pt x="105709" y="321584"/>
                  </a:lnTo>
                  <a:lnTo>
                    <a:pt x="110649" y="323447"/>
                  </a:lnTo>
                  <a:lnTo>
                    <a:pt x="115646" y="325153"/>
                  </a:lnTo>
                  <a:lnTo>
                    <a:pt x="120694" y="326701"/>
                  </a:lnTo>
                  <a:lnTo>
                    <a:pt x="125789" y="328089"/>
                  </a:lnTo>
                  <a:lnTo>
                    <a:pt x="130924" y="329315"/>
                  </a:lnTo>
                  <a:lnTo>
                    <a:pt x="136096" y="330378"/>
                  </a:lnTo>
                  <a:lnTo>
                    <a:pt x="141299" y="331277"/>
                  </a:lnTo>
                  <a:lnTo>
                    <a:pt x="146528" y="332011"/>
                  </a:lnTo>
                  <a:lnTo>
                    <a:pt x="151777" y="332580"/>
                  </a:lnTo>
                  <a:lnTo>
                    <a:pt x="157042" y="332983"/>
                  </a:lnTo>
                  <a:lnTo>
                    <a:pt x="162317" y="333220"/>
                  </a:lnTo>
                  <a:lnTo>
                    <a:pt x="167596" y="333289"/>
                  </a:lnTo>
                  <a:lnTo>
                    <a:pt x="172876" y="333192"/>
                  </a:lnTo>
                  <a:lnTo>
                    <a:pt x="178149" y="332929"/>
                  </a:lnTo>
                  <a:lnTo>
                    <a:pt x="183412" y="332499"/>
                  </a:lnTo>
                  <a:lnTo>
                    <a:pt x="188658" y="331902"/>
                  </a:lnTo>
                  <a:lnTo>
                    <a:pt x="193883" y="331141"/>
                  </a:lnTo>
                  <a:lnTo>
                    <a:pt x="199081" y="330215"/>
                  </a:lnTo>
                  <a:lnTo>
                    <a:pt x="204247" y="329125"/>
                  </a:lnTo>
                  <a:lnTo>
                    <a:pt x="209377" y="327872"/>
                  </a:lnTo>
                  <a:lnTo>
                    <a:pt x="214464" y="326459"/>
                  </a:lnTo>
                  <a:lnTo>
                    <a:pt x="219504" y="324885"/>
                  </a:lnTo>
                  <a:lnTo>
                    <a:pt x="224492" y="323153"/>
                  </a:lnTo>
                  <a:lnTo>
                    <a:pt x="229423" y="321264"/>
                  </a:lnTo>
                  <a:lnTo>
                    <a:pt x="234291" y="319220"/>
                  </a:lnTo>
                  <a:lnTo>
                    <a:pt x="239093" y="317024"/>
                  </a:lnTo>
                  <a:lnTo>
                    <a:pt x="243823" y="314677"/>
                  </a:lnTo>
                  <a:lnTo>
                    <a:pt x="248476" y="312182"/>
                  </a:lnTo>
                  <a:lnTo>
                    <a:pt x="253048" y="309541"/>
                  </a:lnTo>
                  <a:lnTo>
                    <a:pt x="257535" y="306757"/>
                  </a:lnTo>
                  <a:lnTo>
                    <a:pt x="261931" y="303833"/>
                  </a:lnTo>
                  <a:lnTo>
                    <a:pt x="266233" y="300771"/>
                  </a:lnTo>
                  <a:lnTo>
                    <a:pt x="270436" y="297575"/>
                  </a:lnTo>
                  <a:lnTo>
                    <a:pt x="274536" y="294248"/>
                  </a:lnTo>
                  <a:lnTo>
                    <a:pt x="278529" y="290793"/>
                  </a:lnTo>
                  <a:lnTo>
                    <a:pt x="282411" y="287214"/>
                  </a:lnTo>
                  <a:lnTo>
                    <a:pt x="286177" y="283514"/>
                  </a:lnTo>
                  <a:lnTo>
                    <a:pt x="289825" y="279697"/>
                  </a:lnTo>
                  <a:lnTo>
                    <a:pt x="293351" y="275766"/>
                  </a:lnTo>
                  <a:lnTo>
                    <a:pt x="296751" y="271726"/>
                  </a:lnTo>
                  <a:lnTo>
                    <a:pt x="300021" y="267581"/>
                  </a:lnTo>
                  <a:lnTo>
                    <a:pt x="303159" y="263335"/>
                  </a:lnTo>
                  <a:lnTo>
                    <a:pt x="306162" y="258991"/>
                  </a:lnTo>
                  <a:lnTo>
                    <a:pt x="309025" y="254555"/>
                  </a:lnTo>
                  <a:lnTo>
                    <a:pt x="311747" y="250031"/>
                  </a:lnTo>
                  <a:lnTo>
                    <a:pt x="314325" y="245423"/>
                  </a:lnTo>
                  <a:lnTo>
                    <a:pt x="316756" y="240736"/>
                  </a:lnTo>
                  <a:lnTo>
                    <a:pt x="319038" y="235974"/>
                  </a:lnTo>
                  <a:lnTo>
                    <a:pt x="321168" y="231143"/>
                  </a:lnTo>
                  <a:lnTo>
                    <a:pt x="323145" y="226247"/>
                  </a:lnTo>
                  <a:lnTo>
                    <a:pt x="324966" y="221291"/>
                  </a:lnTo>
                  <a:lnTo>
                    <a:pt x="326629" y="216279"/>
                  </a:lnTo>
                  <a:lnTo>
                    <a:pt x="328134" y="211218"/>
                  </a:lnTo>
                  <a:lnTo>
                    <a:pt x="329478" y="206112"/>
                  </a:lnTo>
                  <a:lnTo>
                    <a:pt x="330660" y="200966"/>
                  </a:lnTo>
                  <a:lnTo>
                    <a:pt x="331679" y="195785"/>
                  </a:lnTo>
                  <a:lnTo>
                    <a:pt x="332533" y="190575"/>
                  </a:lnTo>
                  <a:lnTo>
                    <a:pt x="333223" y="185340"/>
                  </a:lnTo>
                  <a:lnTo>
                    <a:pt x="333747" y="180086"/>
                  </a:lnTo>
                  <a:lnTo>
                    <a:pt x="334105" y="174818"/>
                  </a:lnTo>
                  <a:lnTo>
                    <a:pt x="334296" y="169541"/>
                  </a:lnTo>
                  <a:lnTo>
                    <a:pt x="334321" y="164261"/>
                  </a:lnTo>
                  <a:lnTo>
                    <a:pt x="334179" y="158983"/>
                  </a:lnTo>
                  <a:lnTo>
                    <a:pt x="333870" y="153712"/>
                  </a:lnTo>
                  <a:lnTo>
                    <a:pt x="333395" y="148453"/>
                  </a:lnTo>
                  <a:lnTo>
                    <a:pt x="332754" y="143212"/>
                  </a:lnTo>
                  <a:lnTo>
                    <a:pt x="331948" y="137994"/>
                  </a:lnTo>
                  <a:lnTo>
                    <a:pt x="330977" y="132804"/>
                  </a:lnTo>
                  <a:lnTo>
                    <a:pt x="329843" y="127647"/>
                  </a:lnTo>
                  <a:lnTo>
                    <a:pt x="328547" y="122529"/>
                  </a:lnTo>
                  <a:lnTo>
                    <a:pt x="327090" y="117454"/>
                  </a:lnTo>
                  <a:lnTo>
                    <a:pt x="325473" y="112427"/>
                  </a:lnTo>
                  <a:lnTo>
                    <a:pt x="323698" y="107455"/>
                  </a:lnTo>
                  <a:lnTo>
                    <a:pt x="321767" y="102540"/>
                  </a:lnTo>
                  <a:lnTo>
                    <a:pt x="319682" y="97689"/>
                  </a:lnTo>
                  <a:lnTo>
                    <a:pt x="317445" y="92907"/>
                  </a:lnTo>
                  <a:lnTo>
                    <a:pt x="315058" y="88197"/>
                  </a:lnTo>
                  <a:lnTo>
                    <a:pt x="312523" y="83565"/>
                  </a:lnTo>
                  <a:lnTo>
                    <a:pt x="309843" y="79016"/>
                  </a:lnTo>
                  <a:lnTo>
                    <a:pt x="307021" y="74553"/>
                  </a:lnTo>
                  <a:lnTo>
                    <a:pt x="304059" y="70182"/>
                  </a:lnTo>
                  <a:lnTo>
                    <a:pt x="300961" y="65906"/>
                  </a:lnTo>
                  <a:lnTo>
                    <a:pt x="297729" y="61731"/>
                  </a:lnTo>
                  <a:lnTo>
                    <a:pt x="294367" y="57659"/>
                  </a:lnTo>
                  <a:lnTo>
                    <a:pt x="290878" y="53696"/>
                  </a:lnTo>
                  <a:lnTo>
                    <a:pt x="287266" y="49845"/>
                  </a:lnTo>
                  <a:lnTo>
                    <a:pt x="283534" y="46110"/>
                  </a:lnTo>
                  <a:lnTo>
                    <a:pt x="279686" y="42495"/>
                  </a:lnTo>
                  <a:lnTo>
                    <a:pt x="275725" y="39003"/>
                  </a:lnTo>
                  <a:lnTo>
                    <a:pt x="271657" y="35638"/>
                  </a:lnTo>
                  <a:lnTo>
                    <a:pt x="267483" y="32403"/>
                  </a:lnTo>
                  <a:lnTo>
                    <a:pt x="263210" y="29301"/>
                  </a:lnTo>
                  <a:lnTo>
                    <a:pt x="258841" y="26336"/>
                  </a:lnTo>
                  <a:lnTo>
                    <a:pt x="254381" y="23511"/>
                  </a:lnTo>
                  <a:lnTo>
                    <a:pt x="249834" y="20827"/>
                  </a:lnTo>
                  <a:lnTo>
                    <a:pt x="245204" y="18289"/>
                  </a:lnTo>
                  <a:lnTo>
                    <a:pt x="240496" y="15898"/>
                  </a:lnTo>
                  <a:lnTo>
                    <a:pt x="235715" y="13657"/>
                  </a:lnTo>
                  <a:lnTo>
                    <a:pt x="230866" y="11568"/>
                  </a:lnTo>
                  <a:lnTo>
                    <a:pt x="225953" y="9633"/>
                  </a:lnTo>
                  <a:lnTo>
                    <a:pt x="167164" y="166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58788" cy="167167"/>
            </a:xfrm>
            <a:custGeom>
              <a:avLst/>
              <a:pathLst>
                <a:path w="58788" h="167167">
                  <a:moveTo>
                    <a:pt x="58788" y="10678"/>
                  </a:moveTo>
                  <a:lnTo>
                    <a:pt x="53128" y="8667"/>
                  </a:lnTo>
                  <a:lnTo>
                    <a:pt x="47399" y="6860"/>
                  </a:lnTo>
                  <a:lnTo>
                    <a:pt x="41609" y="5261"/>
                  </a:lnTo>
                  <a:lnTo>
                    <a:pt x="35765" y="3870"/>
                  </a:lnTo>
                  <a:lnTo>
                    <a:pt x="29875" y="2691"/>
                  </a:lnTo>
                  <a:lnTo>
                    <a:pt x="23946" y="1724"/>
                  </a:lnTo>
                  <a:lnTo>
                    <a:pt x="17987" y="970"/>
                  </a:lnTo>
                  <a:lnTo>
                    <a:pt x="12004" y="431"/>
                  </a:lnTo>
                  <a:lnTo>
                    <a:pt x="6006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793" y="3707720"/>
              <a:ext cx="3954" cy="167167"/>
            </a:xfrm>
            <a:custGeom>
              <a:avLst/>
              <a:pathLst>
                <a:path w="3954" h="167167">
                  <a:moveTo>
                    <a:pt x="3954" y="0"/>
                  </a:moveTo>
                  <a:lnTo>
                    <a:pt x="0" y="46"/>
                  </a:lnTo>
                  <a:lnTo>
                    <a:pt x="39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1" y="3707720"/>
              <a:ext cx="334325" cy="334323"/>
            </a:xfrm>
            <a:custGeom>
              <a:avLst/>
              <a:pathLst>
                <a:path w="334325" h="334323">
                  <a:moveTo>
                    <a:pt x="163212" y="46"/>
                  </a:moveTo>
                  <a:lnTo>
                    <a:pt x="157932" y="255"/>
                  </a:lnTo>
                  <a:lnTo>
                    <a:pt x="152661" y="630"/>
                  </a:lnTo>
                  <a:lnTo>
                    <a:pt x="147405" y="1172"/>
                  </a:lnTo>
                  <a:lnTo>
                    <a:pt x="142168" y="1879"/>
                  </a:lnTo>
                  <a:lnTo>
                    <a:pt x="136956" y="2752"/>
                  </a:lnTo>
                  <a:lnTo>
                    <a:pt x="131775" y="3789"/>
                  </a:lnTo>
                  <a:lnTo>
                    <a:pt x="126628" y="4989"/>
                  </a:lnTo>
                  <a:lnTo>
                    <a:pt x="121523" y="6352"/>
                  </a:lnTo>
                  <a:lnTo>
                    <a:pt x="116463" y="7875"/>
                  </a:lnTo>
                  <a:lnTo>
                    <a:pt x="111453" y="9557"/>
                  </a:lnTo>
                  <a:lnTo>
                    <a:pt x="106500" y="11396"/>
                  </a:lnTo>
                  <a:lnTo>
                    <a:pt x="101607" y="13392"/>
                  </a:lnTo>
                  <a:lnTo>
                    <a:pt x="96779" y="15541"/>
                  </a:lnTo>
                  <a:lnTo>
                    <a:pt x="92022" y="17841"/>
                  </a:lnTo>
                  <a:lnTo>
                    <a:pt x="87340" y="20291"/>
                  </a:lnTo>
                  <a:lnTo>
                    <a:pt x="82737" y="22887"/>
                  </a:lnTo>
                  <a:lnTo>
                    <a:pt x="78219" y="25628"/>
                  </a:lnTo>
                  <a:lnTo>
                    <a:pt x="73790" y="28510"/>
                  </a:lnTo>
                  <a:lnTo>
                    <a:pt x="69454" y="31530"/>
                  </a:lnTo>
                  <a:lnTo>
                    <a:pt x="65216" y="34687"/>
                  </a:lnTo>
                  <a:lnTo>
                    <a:pt x="61080" y="37975"/>
                  </a:lnTo>
                  <a:lnTo>
                    <a:pt x="57049" y="41393"/>
                  </a:lnTo>
                  <a:lnTo>
                    <a:pt x="53129" y="44936"/>
                  </a:lnTo>
                  <a:lnTo>
                    <a:pt x="49323" y="48601"/>
                  </a:lnTo>
                  <a:lnTo>
                    <a:pt x="45634" y="52385"/>
                  </a:lnTo>
                  <a:lnTo>
                    <a:pt x="42067" y="56284"/>
                  </a:lnTo>
                  <a:lnTo>
                    <a:pt x="38625" y="60293"/>
                  </a:lnTo>
                  <a:lnTo>
                    <a:pt x="35311" y="64409"/>
                  </a:lnTo>
                  <a:lnTo>
                    <a:pt x="32129" y="68628"/>
                  </a:lnTo>
                  <a:lnTo>
                    <a:pt x="29082" y="72946"/>
                  </a:lnTo>
                  <a:lnTo>
                    <a:pt x="26173" y="77357"/>
                  </a:lnTo>
                  <a:lnTo>
                    <a:pt x="23405" y="81858"/>
                  </a:lnTo>
                  <a:lnTo>
                    <a:pt x="20781" y="86445"/>
                  </a:lnTo>
                  <a:lnTo>
                    <a:pt x="18302" y="91112"/>
                  </a:lnTo>
                  <a:lnTo>
                    <a:pt x="15973" y="95855"/>
                  </a:lnTo>
                  <a:lnTo>
                    <a:pt x="13794" y="100669"/>
                  </a:lnTo>
                  <a:lnTo>
                    <a:pt x="11769" y="105550"/>
                  </a:lnTo>
                  <a:lnTo>
                    <a:pt x="9899" y="110493"/>
                  </a:lnTo>
                  <a:lnTo>
                    <a:pt x="8187" y="115492"/>
                  </a:lnTo>
                  <a:lnTo>
                    <a:pt x="6633" y="120542"/>
                  </a:lnTo>
                  <a:lnTo>
                    <a:pt x="5239" y="125639"/>
                  </a:lnTo>
                  <a:lnTo>
                    <a:pt x="4008" y="130778"/>
                  </a:lnTo>
                  <a:lnTo>
                    <a:pt x="2939" y="135953"/>
                  </a:lnTo>
                  <a:lnTo>
                    <a:pt x="2035" y="141160"/>
                  </a:lnTo>
                  <a:lnTo>
                    <a:pt x="1295" y="146392"/>
                  </a:lnTo>
                  <a:lnTo>
                    <a:pt x="721" y="151645"/>
                  </a:lnTo>
                  <a:lnTo>
                    <a:pt x="314" y="156913"/>
                  </a:lnTo>
                  <a:lnTo>
                    <a:pt x="73" y="162192"/>
                  </a:lnTo>
                  <a:lnTo>
                    <a:pt x="0" y="167476"/>
                  </a:lnTo>
                  <a:lnTo>
                    <a:pt x="93" y="172759"/>
                  </a:lnTo>
                  <a:lnTo>
                    <a:pt x="353" y="178037"/>
                  </a:lnTo>
                  <a:lnTo>
                    <a:pt x="780" y="183304"/>
                  </a:lnTo>
                  <a:lnTo>
                    <a:pt x="1373" y="188555"/>
                  </a:lnTo>
                  <a:lnTo>
                    <a:pt x="2132" y="193785"/>
                  </a:lnTo>
                  <a:lnTo>
                    <a:pt x="3056" y="198988"/>
                  </a:lnTo>
                  <a:lnTo>
                    <a:pt x="4143" y="204159"/>
                  </a:lnTo>
                  <a:lnTo>
                    <a:pt x="5394" y="209293"/>
                  </a:lnTo>
                  <a:lnTo>
                    <a:pt x="6806" y="214385"/>
                  </a:lnTo>
                  <a:lnTo>
                    <a:pt x="8379" y="219430"/>
                  </a:lnTo>
                  <a:lnTo>
                    <a:pt x="10110" y="224422"/>
                  </a:lnTo>
                  <a:lnTo>
                    <a:pt x="11998" y="229358"/>
                  </a:lnTo>
                  <a:lnTo>
                    <a:pt x="14041" y="234231"/>
                  </a:lnTo>
                  <a:lnTo>
                    <a:pt x="16238" y="239037"/>
                  </a:lnTo>
                  <a:lnTo>
                    <a:pt x="18585" y="243772"/>
                  </a:lnTo>
                  <a:lnTo>
                    <a:pt x="21080" y="248430"/>
                  </a:lnTo>
                  <a:lnTo>
                    <a:pt x="23721" y="253006"/>
                  </a:lnTo>
                  <a:lnTo>
                    <a:pt x="26506" y="257497"/>
                  </a:lnTo>
                  <a:lnTo>
                    <a:pt x="29432" y="261898"/>
                  </a:lnTo>
                  <a:lnTo>
                    <a:pt x="32494" y="266204"/>
                  </a:lnTo>
                  <a:lnTo>
                    <a:pt x="35692" y="270411"/>
                  </a:lnTo>
                  <a:lnTo>
                    <a:pt x="39021" y="274515"/>
                  </a:lnTo>
                  <a:lnTo>
                    <a:pt x="42478" y="278512"/>
                  </a:lnTo>
                  <a:lnTo>
                    <a:pt x="46059" y="282397"/>
                  </a:lnTo>
                  <a:lnTo>
                    <a:pt x="49762" y="286167"/>
                  </a:lnTo>
                  <a:lnTo>
                    <a:pt x="53582" y="289819"/>
                  </a:lnTo>
                  <a:lnTo>
                    <a:pt x="57515" y="293347"/>
                  </a:lnTo>
                  <a:lnTo>
                    <a:pt x="61558" y="296750"/>
                  </a:lnTo>
                  <a:lnTo>
                    <a:pt x="65707" y="300023"/>
                  </a:lnTo>
                  <a:lnTo>
                    <a:pt x="69956" y="303164"/>
                  </a:lnTo>
                  <a:lnTo>
                    <a:pt x="74303" y="306168"/>
                  </a:lnTo>
                  <a:lnTo>
                    <a:pt x="78743" y="309034"/>
                  </a:lnTo>
                  <a:lnTo>
                    <a:pt x="83271" y="311758"/>
                  </a:lnTo>
                  <a:lnTo>
                    <a:pt x="87883" y="314337"/>
                  </a:lnTo>
                  <a:lnTo>
                    <a:pt x="92574" y="316770"/>
                  </a:lnTo>
                  <a:lnTo>
                    <a:pt x="97340" y="319052"/>
                  </a:lnTo>
                  <a:lnTo>
                    <a:pt x="102176" y="321184"/>
                  </a:lnTo>
                  <a:lnTo>
                    <a:pt x="107076" y="323161"/>
                  </a:lnTo>
                  <a:lnTo>
                    <a:pt x="112036" y="324982"/>
                  </a:lnTo>
                  <a:lnTo>
                    <a:pt x="117052" y="326646"/>
                  </a:lnTo>
                  <a:lnTo>
                    <a:pt x="122118" y="328150"/>
                  </a:lnTo>
                  <a:lnTo>
                    <a:pt x="127228" y="329493"/>
                  </a:lnTo>
                  <a:lnTo>
                    <a:pt x="132379" y="330675"/>
                  </a:lnTo>
                  <a:lnTo>
                    <a:pt x="137564" y="331692"/>
                  </a:lnTo>
                  <a:lnTo>
                    <a:pt x="142779" y="332546"/>
                  </a:lnTo>
                  <a:lnTo>
                    <a:pt x="148018" y="333234"/>
                  </a:lnTo>
                  <a:lnTo>
                    <a:pt x="153277" y="333756"/>
                  </a:lnTo>
                  <a:lnTo>
                    <a:pt x="158549" y="334112"/>
                  </a:lnTo>
                  <a:lnTo>
                    <a:pt x="163830" y="334301"/>
                  </a:lnTo>
                  <a:lnTo>
                    <a:pt x="169114" y="334323"/>
                  </a:lnTo>
                  <a:lnTo>
                    <a:pt x="174396" y="334178"/>
                  </a:lnTo>
                  <a:lnTo>
                    <a:pt x="179671" y="333866"/>
                  </a:lnTo>
                  <a:lnTo>
                    <a:pt x="184934" y="333387"/>
                  </a:lnTo>
                  <a:lnTo>
                    <a:pt x="190179" y="332743"/>
                  </a:lnTo>
                  <a:lnTo>
                    <a:pt x="195401" y="331933"/>
                  </a:lnTo>
                  <a:lnTo>
                    <a:pt x="200594" y="330958"/>
                  </a:lnTo>
                  <a:lnTo>
                    <a:pt x="205754" y="329820"/>
                  </a:lnTo>
                  <a:lnTo>
                    <a:pt x="210876" y="328519"/>
                  </a:lnTo>
                  <a:lnTo>
                    <a:pt x="215954" y="327057"/>
                  </a:lnTo>
                  <a:lnTo>
                    <a:pt x="220983" y="325435"/>
                  </a:lnTo>
                  <a:lnTo>
                    <a:pt x="225959" y="323655"/>
                  </a:lnTo>
                  <a:lnTo>
                    <a:pt x="230875" y="321718"/>
                  </a:lnTo>
                  <a:lnTo>
                    <a:pt x="235728" y="319628"/>
                  </a:lnTo>
                  <a:lnTo>
                    <a:pt x="240513" y="317384"/>
                  </a:lnTo>
                  <a:lnTo>
                    <a:pt x="245224" y="314991"/>
                  </a:lnTo>
                  <a:lnTo>
                    <a:pt x="249857" y="312450"/>
                  </a:lnTo>
                  <a:lnTo>
                    <a:pt x="254408" y="309764"/>
                  </a:lnTo>
                  <a:lnTo>
                    <a:pt x="258871" y="306935"/>
                  </a:lnTo>
                  <a:lnTo>
                    <a:pt x="263243" y="303967"/>
                  </a:lnTo>
                  <a:lnTo>
                    <a:pt x="267519" y="300862"/>
                  </a:lnTo>
                  <a:lnTo>
                    <a:pt x="271695" y="297623"/>
                  </a:lnTo>
                  <a:lnTo>
                    <a:pt x="275766" y="294254"/>
                  </a:lnTo>
                  <a:lnTo>
                    <a:pt x="279728" y="290758"/>
                  </a:lnTo>
                  <a:lnTo>
                    <a:pt x="283578" y="287139"/>
                  </a:lnTo>
                  <a:lnTo>
                    <a:pt x="287312" y="283400"/>
                  </a:lnTo>
                  <a:lnTo>
                    <a:pt x="290926" y="279544"/>
                  </a:lnTo>
                  <a:lnTo>
                    <a:pt x="294416" y="275576"/>
                  </a:lnTo>
                  <a:lnTo>
                    <a:pt x="297779" y="271500"/>
                  </a:lnTo>
                  <a:lnTo>
                    <a:pt x="301011" y="267320"/>
                  </a:lnTo>
                  <a:lnTo>
                    <a:pt x="304110" y="263040"/>
                  </a:lnTo>
                  <a:lnTo>
                    <a:pt x="307071" y="258663"/>
                  </a:lnTo>
                  <a:lnTo>
                    <a:pt x="309893" y="254196"/>
                  </a:lnTo>
                  <a:lnTo>
                    <a:pt x="312573" y="249641"/>
                  </a:lnTo>
                  <a:lnTo>
                    <a:pt x="315107" y="245004"/>
                  </a:lnTo>
                  <a:lnTo>
                    <a:pt x="317493" y="240289"/>
                  </a:lnTo>
                  <a:lnTo>
                    <a:pt x="319729" y="235501"/>
                  </a:lnTo>
                  <a:lnTo>
                    <a:pt x="321813" y="230645"/>
                  </a:lnTo>
                  <a:lnTo>
                    <a:pt x="323742" y="225726"/>
                  </a:lnTo>
                  <a:lnTo>
                    <a:pt x="325515" y="220748"/>
                  </a:lnTo>
                  <a:lnTo>
                    <a:pt x="327129" y="215716"/>
                  </a:lnTo>
                  <a:lnTo>
                    <a:pt x="328584" y="210636"/>
                  </a:lnTo>
                  <a:lnTo>
                    <a:pt x="329877" y="205512"/>
                  </a:lnTo>
                  <a:lnTo>
                    <a:pt x="331007" y="200350"/>
                  </a:lnTo>
                  <a:lnTo>
                    <a:pt x="331974" y="195155"/>
                  </a:lnTo>
                  <a:lnTo>
                    <a:pt x="332777" y="189932"/>
                  </a:lnTo>
                  <a:lnTo>
                    <a:pt x="333414" y="184687"/>
                  </a:lnTo>
                  <a:lnTo>
                    <a:pt x="333884" y="179423"/>
                  </a:lnTo>
                  <a:lnTo>
                    <a:pt x="334188" y="174148"/>
                  </a:lnTo>
                  <a:lnTo>
                    <a:pt x="334325" y="168865"/>
                  </a:lnTo>
                  <a:lnTo>
                    <a:pt x="334296" y="163581"/>
                  </a:lnTo>
                  <a:lnTo>
                    <a:pt x="334099" y="158301"/>
                  </a:lnTo>
                  <a:lnTo>
                    <a:pt x="333735" y="153029"/>
                  </a:lnTo>
                  <a:lnTo>
                    <a:pt x="333205" y="147771"/>
                  </a:lnTo>
                  <a:lnTo>
                    <a:pt x="332509" y="142533"/>
                  </a:lnTo>
                  <a:lnTo>
                    <a:pt x="331648" y="137319"/>
                  </a:lnTo>
                  <a:lnTo>
                    <a:pt x="330622" y="132136"/>
                  </a:lnTo>
                  <a:lnTo>
                    <a:pt x="329433" y="126987"/>
                  </a:lnTo>
                  <a:lnTo>
                    <a:pt x="328082" y="121878"/>
                  </a:lnTo>
                  <a:lnTo>
                    <a:pt x="326571" y="116815"/>
                  </a:lnTo>
                  <a:lnTo>
                    <a:pt x="324899" y="111802"/>
                  </a:lnTo>
                  <a:lnTo>
                    <a:pt x="323071" y="106844"/>
                  </a:lnTo>
                  <a:lnTo>
                    <a:pt x="321086" y="101946"/>
                  </a:lnTo>
                  <a:lnTo>
                    <a:pt x="318948" y="97114"/>
                  </a:lnTo>
                  <a:lnTo>
                    <a:pt x="316658" y="92352"/>
                  </a:lnTo>
                  <a:lnTo>
                    <a:pt x="314219" y="87664"/>
                  </a:lnTo>
                  <a:lnTo>
                    <a:pt x="311632" y="83056"/>
                  </a:lnTo>
                  <a:lnTo>
                    <a:pt x="308902" y="78532"/>
                  </a:lnTo>
                  <a:lnTo>
                    <a:pt x="306029" y="74097"/>
                  </a:lnTo>
                  <a:lnTo>
                    <a:pt x="303018" y="69754"/>
                  </a:lnTo>
                  <a:lnTo>
                    <a:pt x="299872" y="65509"/>
                  </a:lnTo>
                  <a:lnTo>
                    <a:pt x="296592" y="61365"/>
                  </a:lnTo>
                  <a:lnTo>
                    <a:pt x="293184" y="57328"/>
                  </a:lnTo>
                  <a:lnTo>
                    <a:pt x="289649" y="53399"/>
                  </a:lnTo>
                  <a:lnTo>
                    <a:pt x="285992" y="49585"/>
                  </a:lnTo>
                  <a:lnTo>
                    <a:pt x="282216" y="45888"/>
                  </a:lnTo>
                  <a:lnTo>
                    <a:pt x="278325" y="42312"/>
                  </a:lnTo>
                  <a:lnTo>
                    <a:pt x="274324" y="38861"/>
                  </a:lnTo>
                  <a:lnTo>
                    <a:pt x="270215" y="35539"/>
                  </a:lnTo>
                  <a:lnTo>
                    <a:pt x="266003" y="32347"/>
                  </a:lnTo>
                  <a:lnTo>
                    <a:pt x="261692" y="29291"/>
                  </a:lnTo>
                  <a:lnTo>
                    <a:pt x="257287" y="26372"/>
                  </a:lnTo>
                  <a:lnTo>
                    <a:pt x="252792" y="23594"/>
                  </a:lnTo>
                  <a:lnTo>
                    <a:pt x="248212" y="20959"/>
                  </a:lnTo>
                  <a:lnTo>
                    <a:pt x="243550" y="18471"/>
                  </a:lnTo>
                  <a:lnTo>
                    <a:pt x="238812" y="16131"/>
                  </a:lnTo>
                  <a:lnTo>
                    <a:pt x="234003" y="13942"/>
                  </a:lnTo>
                  <a:lnTo>
                    <a:pt x="229126" y="11906"/>
                  </a:lnTo>
                  <a:lnTo>
                    <a:pt x="224188" y="10025"/>
                  </a:lnTo>
                  <a:lnTo>
                    <a:pt x="219193" y="8301"/>
                  </a:lnTo>
                  <a:lnTo>
                    <a:pt x="214146" y="6736"/>
                  </a:lnTo>
                  <a:lnTo>
                    <a:pt x="209051" y="5332"/>
                  </a:lnTo>
                  <a:lnTo>
                    <a:pt x="203915" y="4089"/>
                  </a:lnTo>
                  <a:lnTo>
                    <a:pt x="198743" y="3009"/>
                  </a:lnTo>
                  <a:lnTo>
                    <a:pt x="193538" y="2093"/>
                  </a:lnTo>
                  <a:lnTo>
                    <a:pt x="188308" y="1342"/>
                  </a:lnTo>
                  <a:lnTo>
                    <a:pt x="183056" y="756"/>
                  </a:lnTo>
                  <a:lnTo>
                    <a:pt x="177788" y="337"/>
                  </a:lnTo>
                  <a:lnTo>
                    <a:pt x="172510" y="85"/>
                  </a:lnTo>
                  <a:lnTo>
                    <a:pt x="16722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333" y="4213821"/>
              <a:ext cx="3954" cy="167167"/>
            </a:xfrm>
            <a:custGeom>
              <a:avLst/>
              <a:pathLst>
                <a:path w="3954" h="167167">
                  <a:moveTo>
                    <a:pt x="3954" y="0"/>
                  </a:moveTo>
                  <a:lnTo>
                    <a:pt x="0" y="46"/>
                  </a:lnTo>
                  <a:lnTo>
                    <a:pt x="39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20" y="4213821"/>
              <a:ext cx="334325" cy="334323"/>
            </a:xfrm>
            <a:custGeom>
              <a:avLst/>
              <a:pathLst>
                <a:path w="334325" h="334323">
                  <a:moveTo>
                    <a:pt x="163212" y="46"/>
                  </a:moveTo>
                  <a:lnTo>
                    <a:pt x="157932" y="255"/>
                  </a:lnTo>
                  <a:lnTo>
                    <a:pt x="152661" y="630"/>
                  </a:lnTo>
                  <a:lnTo>
                    <a:pt x="147405" y="1172"/>
                  </a:lnTo>
                  <a:lnTo>
                    <a:pt x="142168" y="1879"/>
                  </a:lnTo>
                  <a:lnTo>
                    <a:pt x="136956" y="2752"/>
                  </a:lnTo>
                  <a:lnTo>
                    <a:pt x="131775" y="3789"/>
                  </a:lnTo>
                  <a:lnTo>
                    <a:pt x="126628" y="4989"/>
                  </a:lnTo>
                  <a:lnTo>
                    <a:pt x="121523" y="6352"/>
                  </a:lnTo>
                  <a:lnTo>
                    <a:pt x="116463" y="7875"/>
                  </a:lnTo>
                  <a:lnTo>
                    <a:pt x="111453" y="9557"/>
                  </a:lnTo>
                  <a:lnTo>
                    <a:pt x="106500" y="11396"/>
                  </a:lnTo>
                  <a:lnTo>
                    <a:pt x="101607" y="13392"/>
                  </a:lnTo>
                  <a:lnTo>
                    <a:pt x="96779" y="15541"/>
                  </a:lnTo>
                  <a:lnTo>
                    <a:pt x="92022" y="17841"/>
                  </a:lnTo>
                  <a:lnTo>
                    <a:pt x="87340" y="20291"/>
                  </a:lnTo>
                  <a:lnTo>
                    <a:pt x="82737" y="22887"/>
                  </a:lnTo>
                  <a:lnTo>
                    <a:pt x="78219" y="25628"/>
                  </a:lnTo>
                  <a:lnTo>
                    <a:pt x="73790" y="28510"/>
                  </a:lnTo>
                  <a:lnTo>
                    <a:pt x="69454" y="31530"/>
                  </a:lnTo>
                  <a:lnTo>
                    <a:pt x="65216" y="34687"/>
                  </a:lnTo>
                  <a:lnTo>
                    <a:pt x="61080" y="37975"/>
                  </a:lnTo>
                  <a:lnTo>
                    <a:pt x="57049" y="41393"/>
                  </a:lnTo>
                  <a:lnTo>
                    <a:pt x="53129" y="44936"/>
                  </a:lnTo>
                  <a:lnTo>
                    <a:pt x="49323" y="48601"/>
                  </a:lnTo>
                  <a:lnTo>
                    <a:pt x="45634" y="52385"/>
                  </a:lnTo>
                  <a:lnTo>
                    <a:pt x="42067" y="56284"/>
                  </a:lnTo>
                  <a:lnTo>
                    <a:pt x="38625" y="60293"/>
                  </a:lnTo>
                  <a:lnTo>
                    <a:pt x="35311" y="64409"/>
                  </a:lnTo>
                  <a:lnTo>
                    <a:pt x="32129" y="68628"/>
                  </a:lnTo>
                  <a:lnTo>
                    <a:pt x="29082" y="72946"/>
                  </a:lnTo>
                  <a:lnTo>
                    <a:pt x="26173" y="77357"/>
                  </a:lnTo>
                  <a:lnTo>
                    <a:pt x="23405" y="81858"/>
                  </a:lnTo>
                  <a:lnTo>
                    <a:pt x="20781" y="86445"/>
                  </a:lnTo>
                  <a:lnTo>
                    <a:pt x="18302" y="91112"/>
                  </a:lnTo>
                  <a:lnTo>
                    <a:pt x="15973" y="95855"/>
                  </a:lnTo>
                  <a:lnTo>
                    <a:pt x="13794" y="100669"/>
                  </a:lnTo>
                  <a:lnTo>
                    <a:pt x="11769" y="105550"/>
                  </a:lnTo>
                  <a:lnTo>
                    <a:pt x="9899" y="110493"/>
                  </a:lnTo>
                  <a:lnTo>
                    <a:pt x="8187" y="115492"/>
                  </a:lnTo>
                  <a:lnTo>
                    <a:pt x="6633" y="120542"/>
                  </a:lnTo>
                  <a:lnTo>
                    <a:pt x="5239" y="125639"/>
                  </a:lnTo>
                  <a:lnTo>
                    <a:pt x="4008" y="130778"/>
                  </a:lnTo>
                  <a:lnTo>
                    <a:pt x="2939" y="135953"/>
                  </a:lnTo>
                  <a:lnTo>
                    <a:pt x="2035" y="141160"/>
                  </a:lnTo>
                  <a:lnTo>
                    <a:pt x="1295" y="146392"/>
                  </a:lnTo>
                  <a:lnTo>
                    <a:pt x="721" y="151645"/>
                  </a:lnTo>
                  <a:lnTo>
                    <a:pt x="314" y="156913"/>
                  </a:lnTo>
                  <a:lnTo>
                    <a:pt x="73" y="162192"/>
                  </a:lnTo>
                  <a:lnTo>
                    <a:pt x="0" y="167476"/>
                  </a:lnTo>
                  <a:lnTo>
                    <a:pt x="93" y="172759"/>
                  </a:lnTo>
                  <a:lnTo>
                    <a:pt x="353" y="178037"/>
                  </a:lnTo>
                  <a:lnTo>
                    <a:pt x="780" y="183304"/>
                  </a:lnTo>
                  <a:lnTo>
                    <a:pt x="1373" y="188555"/>
                  </a:lnTo>
                  <a:lnTo>
                    <a:pt x="2132" y="193785"/>
                  </a:lnTo>
                  <a:lnTo>
                    <a:pt x="3056" y="198988"/>
                  </a:lnTo>
                  <a:lnTo>
                    <a:pt x="4143" y="204159"/>
                  </a:lnTo>
                  <a:lnTo>
                    <a:pt x="5394" y="209293"/>
                  </a:lnTo>
                  <a:lnTo>
                    <a:pt x="6806" y="214385"/>
                  </a:lnTo>
                  <a:lnTo>
                    <a:pt x="8379" y="219430"/>
                  </a:lnTo>
                  <a:lnTo>
                    <a:pt x="10110" y="224422"/>
                  </a:lnTo>
                  <a:lnTo>
                    <a:pt x="11998" y="229358"/>
                  </a:lnTo>
                  <a:lnTo>
                    <a:pt x="14041" y="234231"/>
                  </a:lnTo>
                  <a:lnTo>
                    <a:pt x="16238" y="239037"/>
                  </a:lnTo>
                  <a:lnTo>
                    <a:pt x="18585" y="243772"/>
                  </a:lnTo>
                  <a:lnTo>
                    <a:pt x="21080" y="248430"/>
                  </a:lnTo>
                  <a:lnTo>
                    <a:pt x="23721" y="253006"/>
                  </a:lnTo>
                  <a:lnTo>
                    <a:pt x="26506" y="257497"/>
                  </a:lnTo>
                  <a:lnTo>
                    <a:pt x="29432" y="261898"/>
                  </a:lnTo>
                  <a:lnTo>
                    <a:pt x="32494" y="266204"/>
                  </a:lnTo>
                  <a:lnTo>
                    <a:pt x="35692" y="270411"/>
                  </a:lnTo>
                  <a:lnTo>
                    <a:pt x="39021" y="274515"/>
                  </a:lnTo>
                  <a:lnTo>
                    <a:pt x="42478" y="278512"/>
                  </a:lnTo>
                  <a:lnTo>
                    <a:pt x="46059" y="282397"/>
                  </a:lnTo>
                  <a:lnTo>
                    <a:pt x="49762" y="286167"/>
                  </a:lnTo>
                  <a:lnTo>
                    <a:pt x="53582" y="289819"/>
                  </a:lnTo>
                  <a:lnTo>
                    <a:pt x="57515" y="293347"/>
                  </a:lnTo>
                  <a:lnTo>
                    <a:pt x="61558" y="296750"/>
                  </a:lnTo>
                  <a:lnTo>
                    <a:pt x="65707" y="300023"/>
                  </a:lnTo>
                  <a:lnTo>
                    <a:pt x="69956" y="303164"/>
                  </a:lnTo>
                  <a:lnTo>
                    <a:pt x="74303" y="306168"/>
                  </a:lnTo>
                  <a:lnTo>
                    <a:pt x="78743" y="309034"/>
                  </a:lnTo>
                  <a:lnTo>
                    <a:pt x="83271" y="311758"/>
                  </a:lnTo>
                  <a:lnTo>
                    <a:pt x="87883" y="314337"/>
                  </a:lnTo>
                  <a:lnTo>
                    <a:pt x="92574" y="316770"/>
                  </a:lnTo>
                  <a:lnTo>
                    <a:pt x="97340" y="319052"/>
                  </a:lnTo>
                  <a:lnTo>
                    <a:pt x="102176" y="321184"/>
                  </a:lnTo>
                  <a:lnTo>
                    <a:pt x="107076" y="323161"/>
                  </a:lnTo>
                  <a:lnTo>
                    <a:pt x="112036" y="324982"/>
                  </a:lnTo>
                  <a:lnTo>
                    <a:pt x="117052" y="326646"/>
                  </a:lnTo>
                  <a:lnTo>
                    <a:pt x="122118" y="328150"/>
                  </a:lnTo>
                  <a:lnTo>
                    <a:pt x="127228" y="329493"/>
                  </a:lnTo>
                  <a:lnTo>
                    <a:pt x="132379" y="330675"/>
                  </a:lnTo>
                  <a:lnTo>
                    <a:pt x="137564" y="331692"/>
                  </a:lnTo>
                  <a:lnTo>
                    <a:pt x="142779" y="332546"/>
                  </a:lnTo>
                  <a:lnTo>
                    <a:pt x="148018" y="333234"/>
                  </a:lnTo>
                  <a:lnTo>
                    <a:pt x="153277" y="333756"/>
                  </a:lnTo>
                  <a:lnTo>
                    <a:pt x="158549" y="334112"/>
                  </a:lnTo>
                  <a:lnTo>
                    <a:pt x="163830" y="334301"/>
                  </a:lnTo>
                  <a:lnTo>
                    <a:pt x="169114" y="334323"/>
                  </a:lnTo>
                  <a:lnTo>
                    <a:pt x="174396" y="334178"/>
                  </a:lnTo>
                  <a:lnTo>
                    <a:pt x="179671" y="333866"/>
                  </a:lnTo>
                  <a:lnTo>
                    <a:pt x="184934" y="333387"/>
                  </a:lnTo>
                  <a:lnTo>
                    <a:pt x="190179" y="332743"/>
                  </a:lnTo>
                  <a:lnTo>
                    <a:pt x="195401" y="331933"/>
                  </a:lnTo>
                  <a:lnTo>
                    <a:pt x="200594" y="330958"/>
                  </a:lnTo>
                  <a:lnTo>
                    <a:pt x="205754" y="329820"/>
                  </a:lnTo>
                  <a:lnTo>
                    <a:pt x="210876" y="328519"/>
                  </a:lnTo>
                  <a:lnTo>
                    <a:pt x="215954" y="327057"/>
                  </a:lnTo>
                  <a:lnTo>
                    <a:pt x="220983" y="325435"/>
                  </a:lnTo>
                  <a:lnTo>
                    <a:pt x="225959" y="323655"/>
                  </a:lnTo>
                  <a:lnTo>
                    <a:pt x="230875" y="321718"/>
                  </a:lnTo>
                  <a:lnTo>
                    <a:pt x="235728" y="319628"/>
                  </a:lnTo>
                  <a:lnTo>
                    <a:pt x="240513" y="317384"/>
                  </a:lnTo>
                  <a:lnTo>
                    <a:pt x="245224" y="314991"/>
                  </a:lnTo>
                  <a:lnTo>
                    <a:pt x="249857" y="312450"/>
                  </a:lnTo>
                  <a:lnTo>
                    <a:pt x="254408" y="309764"/>
                  </a:lnTo>
                  <a:lnTo>
                    <a:pt x="258871" y="306935"/>
                  </a:lnTo>
                  <a:lnTo>
                    <a:pt x="263243" y="303967"/>
                  </a:lnTo>
                  <a:lnTo>
                    <a:pt x="267519" y="300862"/>
                  </a:lnTo>
                  <a:lnTo>
                    <a:pt x="271695" y="297623"/>
                  </a:lnTo>
                  <a:lnTo>
                    <a:pt x="275766" y="294254"/>
                  </a:lnTo>
                  <a:lnTo>
                    <a:pt x="279728" y="290758"/>
                  </a:lnTo>
                  <a:lnTo>
                    <a:pt x="283578" y="287139"/>
                  </a:lnTo>
                  <a:lnTo>
                    <a:pt x="287312" y="283400"/>
                  </a:lnTo>
                  <a:lnTo>
                    <a:pt x="290926" y="279544"/>
                  </a:lnTo>
                  <a:lnTo>
                    <a:pt x="294416" y="275576"/>
                  </a:lnTo>
                  <a:lnTo>
                    <a:pt x="297779" y="271500"/>
                  </a:lnTo>
                  <a:lnTo>
                    <a:pt x="301011" y="267320"/>
                  </a:lnTo>
                  <a:lnTo>
                    <a:pt x="304110" y="263040"/>
                  </a:lnTo>
                  <a:lnTo>
                    <a:pt x="307071" y="258663"/>
                  </a:lnTo>
                  <a:lnTo>
                    <a:pt x="309893" y="254196"/>
                  </a:lnTo>
                  <a:lnTo>
                    <a:pt x="312573" y="249641"/>
                  </a:lnTo>
                  <a:lnTo>
                    <a:pt x="315107" y="245004"/>
                  </a:lnTo>
                  <a:lnTo>
                    <a:pt x="317493" y="240289"/>
                  </a:lnTo>
                  <a:lnTo>
                    <a:pt x="319729" y="235501"/>
                  </a:lnTo>
                  <a:lnTo>
                    <a:pt x="321813" y="230645"/>
                  </a:lnTo>
                  <a:lnTo>
                    <a:pt x="323742" y="225726"/>
                  </a:lnTo>
                  <a:lnTo>
                    <a:pt x="325515" y="220748"/>
                  </a:lnTo>
                  <a:lnTo>
                    <a:pt x="327129" y="215716"/>
                  </a:lnTo>
                  <a:lnTo>
                    <a:pt x="328584" y="210636"/>
                  </a:lnTo>
                  <a:lnTo>
                    <a:pt x="329877" y="205512"/>
                  </a:lnTo>
                  <a:lnTo>
                    <a:pt x="331007" y="200350"/>
                  </a:lnTo>
                  <a:lnTo>
                    <a:pt x="331974" y="195155"/>
                  </a:lnTo>
                  <a:lnTo>
                    <a:pt x="332777" y="189932"/>
                  </a:lnTo>
                  <a:lnTo>
                    <a:pt x="333414" y="184687"/>
                  </a:lnTo>
                  <a:lnTo>
                    <a:pt x="333884" y="179423"/>
                  </a:lnTo>
                  <a:lnTo>
                    <a:pt x="334188" y="174148"/>
                  </a:lnTo>
                  <a:lnTo>
                    <a:pt x="334325" y="168865"/>
                  </a:lnTo>
                  <a:lnTo>
                    <a:pt x="334296" y="163581"/>
                  </a:lnTo>
                  <a:lnTo>
                    <a:pt x="334099" y="158301"/>
                  </a:lnTo>
                  <a:lnTo>
                    <a:pt x="333735" y="153029"/>
                  </a:lnTo>
                  <a:lnTo>
                    <a:pt x="333205" y="147771"/>
                  </a:lnTo>
                  <a:lnTo>
                    <a:pt x="332509" y="142533"/>
                  </a:lnTo>
                  <a:lnTo>
                    <a:pt x="331648" y="137319"/>
                  </a:lnTo>
                  <a:lnTo>
                    <a:pt x="330622" y="132136"/>
                  </a:lnTo>
                  <a:lnTo>
                    <a:pt x="329433" y="126987"/>
                  </a:lnTo>
                  <a:lnTo>
                    <a:pt x="328082" y="121878"/>
                  </a:lnTo>
                  <a:lnTo>
                    <a:pt x="326571" y="116815"/>
                  </a:lnTo>
                  <a:lnTo>
                    <a:pt x="324899" y="111802"/>
                  </a:lnTo>
                  <a:lnTo>
                    <a:pt x="323071" y="106844"/>
                  </a:lnTo>
                  <a:lnTo>
                    <a:pt x="321086" y="101946"/>
                  </a:lnTo>
                  <a:lnTo>
                    <a:pt x="318948" y="97114"/>
                  </a:lnTo>
                  <a:lnTo>
                    <a:pt x="316658" y="92352"/>
                  </a:lnTo>
                  <a:lnTo>
                    <a:pt x="314219" y="87664"/>
                  </a:lnTo>
                  <a:lnTo>
                    <a:pt x="311632" y="83056"/>
                  </a:lnTo>
                  <a:lnTo>
                    <a:pt x="308902" y="78532"/>
                  </a:lnTo>
                  <a:lnTo>
                    <a:pt x="306029" y="74097"/>
                  </a:lnTo>
                  <a:lnTo>
                    <a:pt x="303018" y="69754"/>
                  </a:lnTo>
                  <a:lnTo>
                    <a:pt x="299872" y="65509"/>
                  </a:lnTo>
                  <a:lnTo>
                    <a:pt x="296592" y="61365"/>
                  </a:lnTo>
                  <a:lnTo>
                    <a:pt x="293184" y="57328"/>
                  </a:lnTo>
                  <a:lnTo>
                    <a:pt x="289649" y="53399"/>
                  </a:lnTo>
                  <a:lnTo>
                    <a:pt x="285992" y="49585"/>
                  </a:lnTo>
                  <a:lnTo>
                    <a:pt x="282216" y="45888"/>
                  </a:lnTo>
                  <a:lnTo>
                    <a:pt x="278325" y="42312"/>
                  </a:lnTo>
                  <a:lnTo>
                    <a:pt x="274324" y="38861"/>
                  </a:lnTo>
                  <a:lnTo>
                    <a:pt x="270215" y="35539"/>
                  </a:lnTo>
                  <a:lnTo>
                    <a:pt x="266003" y="32347"/>
                  </a:lnTo>
                  <a:lnTo>
                    <a:pt x="261692" y="29291"/>
                  </a:lnTo>
                  <a:lnTo>
                    <a:pt x="257287" y="26372"/>
                  </a:lnTo>
                  <a:lnTo>
                    <a:pt x="252792" y="23594"/>
                  </a:lnTo>
                  <a:lnTo>
                    <a:pt x="248212" y="20959"/>
                  </a:lnTo>
                  <a:lnTo>
                    <a:pt x="243550" y="18471"/>
                  </a:lnTo>
                  <a:lnTo>
                    <a:pt x="238812" y="16131"/>
                  </a:lnTo>
                  <a:lnTo>
                    <a:pt x="234003" y="13942"/>
                  </a:lnTo>
                  <a:lnTo>
                    <a:pt x="229126" y="11906"/>
                  </a:lnTo>
                  <a:lnTo>
                    <a:pt x="224188" y="10025"/>
                  </a:lnTo>
                  <a:lnTo>
                    <a:pt x="219193" y="8301"/>
                  </a:lnTo>
                  <a:lnTo>
                    <a:pt x="214146" y="6736"/>
                  </a:lnTo>
                  <a:lnTo>
                    <a:pt x="209051" y="5332"/>
                  </a:lnTo>
                  <a:lnTo>
                    <a:pt x="203915" y="4089"/>
                  </a:lnTo>
                  <a:lnTo>
                    <a:pt x="198743" y="3009"/>
                  </a:lnTo>
                  <a:lnTo>
                    <a:pt x="193538" y="2093"/>
                  </a:lnTo>
                  <a:lnTo>
                    <a:pt x="188308" y="1342"/>
                  </a:lnTo>
                  <a:lnTo>
                    <a:pt x="183056" y="756"/>
                  </a:lnTo>
                  <a:lnTo>
                    <a:pt x="177788" y="337"/>
                  </a:lnTo>
                  <a:lnTo>
                    <a:pt x="172510" y="85"/>
                  </a:lnTo>
                  <a:lnTo>
                    <a:pt x="16722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476" y="4659281"/>
              <a:ext cx="1048" cy="167167"/>
            </a:xfrm>
            <a:custGeom>
              <a:avLst/>
              <a:pathLst>
                <a:path w="1048" h="167167">
                  <a:moveTo>
                    <a:pt x="1048" y="0"/>
                  </a:moveTo>
                  <a:lnTo>
                    <a:pt x="0" y="3"/>
                  </a:lnTo>
                  <a:lnTo>
                    <a:pt x="104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476" y="4659285"/>
              <a:ext cx="1048" cy="167164"/>
            </a:xfrm>
            <a:custGeom>
              <a:avLst/>
              <a:pathLst>
                <a:path w="1048" h="167164">
                  <a:moveTo>
                    <a:pt x="0" y="0"/>
                  </a:moveTo>
                  <a:lnTo>
                    <a:pt x="104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476" y="4659285"/>
              <a:ext cx="1048" cy="167164"/>
            </a:xfrm>
            <a:custGeom>
              <a:avLst/>
              <a:pathLst>
                <a:path w="1048" h="167164">
                  <a:moveTo>
                    <a:pt x="0" y="0"/>
                  </a:moveTo>
                  <a:lnTo>
                    <a:pt x="104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476" y="4659285"/>
              <a:ext cx="1048" cy="167164"/>
            </a:xfrm>
            <a:custGeom>
              <a:avLst/>
              <a:pathLst>
                <a:path w="1048" h="167164">
                  <a:moveTo>
                    <a:pt x="0" y="0"/>
                  </a:moveTo>
                  <a:lnTo>
                    <a:pt x="1048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476" y="4659285"/>
              <a:ext cx="1048" cy="167164"/>
            </a:xfrm>
            <a:custGeom>
              <a:avLst/>
              <a:pathLst>
                <a:path w="1048" h="167164">
                  <a:moveTo>
                    <a:pt x="0" y="0"/>
                  </a:moveTo>
                  <a:lnTo>
                    <a:pt x="104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476" y="4659285"/>
              <a:ext cx="1048" cy="167164"/>
            </a:xfrm>
            <a:custGeom>
              <a:avLst/>
              <a:pathLst>
                <a:path w="1048" h="167164">
                  <a:moveTo>
                    <a:pt x="0" y="0"/>
                  </a:moveTo>
                  <a:lnTo>
                    <a:pt x="104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476" y="4659285"/>
              <a:ext cx="1048" cy="167164"/>
            </a:xfrm>
            <a:custGeom>
              <a:avLst/>
              <a:pathLst>
                <a:path w="1048" h="167164">
                  <a:moveTo>
                    <a:pt x="0" y="0"/>
                  </a:moveTo>
                  <a:lnTo>
                    <a:pt x="104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476" y="4659285"/>
              <a:ext cx="1048" cy="167164"/>
            </a:xfrm>
            <a:custGeom>
              <a:avLst/>
              <a:pathLst>
                <a:path w="1048" h="167164">
                  <a:moveTo>
                    <a:pt x="0" y="0"/>
                  </a:moveTo>
                  <a:lnTo>
                    <a:pt x="104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476" y="4659285"/>
              <a:ext cx="1048" cy="167164"/>
            </a:xfrm>
            <a:custGeom>
              <a:avLst/>
              <a:pathLst>
                <a:path w="1048" h="167164">
                  <a:moveTo>
                    <a:pt x="0" y="0"/>
                  </a:moveTo>
                  <a:lnTo>
                    <a:pt x="1048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476" y="4659285"/>
              <a:ext cx="1048" cy="167164"/>
            </a:xfrm>
            <a:custGeom>
              <a:avLst/>
              <a:pathLst>
                <a:path w="1048" h="167164">
                  <a:moveTo>
                    <a:pt x="0" y="0"/>
                  </a:moveTo>
                  <a:lnTo>
                    <a:pt x="1048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41718" y="4659285"/>
              <a:ext cx="144806" cy="167164"/>
            </a:xfrm>
            <a:custGeom>
              <a:avLst/>
              <a:pathLst>
                <a:path w="144806" h="167164">
                  <a:moveTo>
                    <a:pt x="143757" y="0"/>
                  </a:moveTo>
                  <a:lnTo>
                    <a:pt x="138319" y="122"/>
                  </a:lnTo>
                  <a:lnTo>
                    <a:pt x="132887" y="422"/>
                  </a:lnTo>
                  <a:lnTo>
                    <a:pt x="127468" y="898"/>
                  </a:lnTo>
                  <a:lnTo>
                    <a:pt x="122068" y="1550"/>
                  </a:lnTo>
                  <a:lnTo>
                    <a:pt x="116691" y="2377"/>
                  </a:lnTo>
                  <a:lnTo>
                    <a:pt x="111345" y="3379"/>
                  </a:lnTo>
                  <a:lnTo>
                    <a:pt x="106034" y="4555"/>
                  </a:lnTo>
                  <a:lnTo>
                    <a:pt x="100763" y="5902"/>
                  </a:lnTo>
                  <a:lnTo>
                    <a:pt x="95540" y="7421"/>
                  </a:lnTo>
                  <a:lnTo>
                    <a:pt x="90369" y="9108"/>
                  </a:lnTo>
                  <a:lnTo>
                    <a:pt x="85255" y="10963"/>
                  </a:lnTo>
                  <a:lnTo>
                    <a:pt x="80204" y="12983"/>
                  </a:lnTo>
                  <a:lnTo>
                    <a:pt x="75222" y="15167"/>
                  </a:lnTo>
                  <a:lnTo>
                    <a:pt x="70313" y="17511"/>
                  </a:lnTo>
                  <a:lnTo>
                    <a:pt x="65484" y="20014"/>
                  </a:lnTo>
                  <a:lnTo>
                    <a:pt x="60738" y="22673"/>
                  </a:lnTo>
                  <a:lnTo>
                    <a:pt x="56081" y="25485"/>
                  </a:lnTo>
                  <a:lnTo>
                    <a:pt x="51519" y="28446"/>
                  </a:lnTo>
                  <a:lnTo>
                    <a:pt x="47055" y="31555"/>
                  </a:lnTo>
                  <a:lnTo>
                    <a:pt x="42694" y="34807"/>
                  </a:lnTo>
                  <a:lnTo>
                    <a:pt x="38442" y="38200"/>
                  </a:lnTo>
                  <a:lnTo>
                    <a:pt x="34302" y="41729"/>
                  </a:lnTo>
                  <a:lnTo>
                    <a:pt x="30280" y="45390"/>
                  </a:lnTo>
                  <a:lnTo>
                    <a:pt x="26378" y="49181"/>
                  </a:lnTo>
                  <a:lnTo>
                    <a:pt x="22602" y="53097"/>
                  </a:lnTo>
                  <a:lnTo>
                    <a:pt x="18956" y="57133"/>
                  </a:lnTo>
                  <a:lnTo>
                    <a:pt x="15442" y="61286"/>
                  </a:lnTo>
                  <a:lnTo>
                    <a:pt x="12066" y="65551"/>
                  </a:lnTo>
                  <a:lnTo>
                    <a:pt x="8830" y="69924"/>
                  </a:lnTo>
                  <a:lnTo>
                    <a:pt x="5738" y="74399"/>
                  </a:lnTo>
                  <a:lnTo>
                    <a:pt x="2794" y="78973"/>
                  </a:lnTo>
                  <a:lnTo>
                    <a:pt x="0" y="83640"/>
                  </a:lnTo>
                  <a:lnTo>
                    <a:pt x="144806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77" y="4659281"/>
              <a:ext cx="334294" cy="334334"/>
            </a:xfrm>
            <a:custGeom>
              <a:avLst/>
              <a:pathLst>
                <a:path w="334294" h="334334">
                  <a:moveTo>
                    <a:pt x="22341" y="83644"/>
                  </a:moveTo>
                  <a:lnTo>
                    <a:pt x="19764" y="88280"/>
                  </a:lnTo>
                  <a:lnTo>
                    <a:pt x="17335" y="92995"/>
                  </a:lnTo>
                  <a:lnTo>
                    <a:pt x="15058" y="97786"/>
                  </a:lnTo>
                  <a:lnTo>
                    <a:pt x="12933" y="102646"/>
                  </a:lnTo>
                  <a:lnTo>
                    <a:pt x="10964" y="107571"/>
                  </a:lnTo>
                  <a:lnTo>
                    <a:pt x="9151" y="112555"/>
                  </a:lnTo>
                  <a:lnTo>
                    <a:pt x="7498" y="117595"/>
                  </a:lnTo>
                  <a:lnTo>
                    <a:pt x="6006" y="122685"/>
                  </a:lnTo>
                  <a:lnTo>
                    <a:pt x="4676" y="127820"/>
                  </a:lnTo>
                  <a:lnTo>
                    <a:pt x="3510" y="132994"/>
                  </a:lnTo>
                  <a:lnTo>
                    <a:pt x="2508" y="138203"/>
                  </a:lnTo>
                  <a:lnTo>
                    <a:pt x="1672" y="143441"/>
                  </a:lnTo>
                  <a:lnTo>
                    <a:pt x="1002" y="148702"/>
                  </a:lnTo>
                  <a:lnTo>
                    <a:pt x="500" y="153983"/>
                  </a:lnTo>
                  <a:lnTo>
                    <a:pt x="166" y="159276"/>
                  </a:lnTo>
                  <a:lnTo>
                    <a:pt x="0" y="164578"/>
                  </a:lnTo>
                  <a:lnTo>
                    <a:pt x="1" y="169882"/>
                  </a:lnTo>
                  <a:lnTo>
                    <a:pt x="172" y="175183"/>
                  </a:lnTo>
                  <a:lnTo>
                    <a:pt x="510" y="180477"/>
                  </a:lnTo>
                  <a:lnTo>
                    <a:pt x="1016" y="185757"/>
                  </a:lnTo>
                  <a:lnTo>
                    <a:pt x="1690" y="191018"/>
                  </a:lnTo>
                  <a:lnTo>
                    <a:pt x="2530" y="196255"/>
                  </a:lnTo>
                  <a:lnTo>
                    <a:pt x="3535" y="201463"/>
                  </a:lnTo>
                  <a:lnTo>
                    <a:pt x="4706" y="206636"/>
                  </a:lnTo>
                  <a:lnTo>
                    <a:pt x="6040" y="211770"/>
                  </a:lnTo>
                  <a:lnTo>
                    <a:pt x="7536" y="216859"/>
                  </a:lnTo>
                  <a:lnTo>
                    <a:pt x="9193" y="221897"/>
                  </a:lnTo>
                  <a:lnTo>
                    <a:pt x="11009" y="226881"/>
                  </a:lnTo>
                  <a:lnTo>
                    <a:pt x="12982" y="231804"/>
                  </a:lnTo>
                  <a:lnTo>
                    <a:pt x="15110" y="236663"/>
                  </a:lnTo>
                  <a:lnTo>
                    <a:pt x="17391" y="241451"/>
                  </a:lnTo>
                  <a:lnTo>
                    <a:pt x="19823" y="246165"/>
                  </a:lnTo>
                  <a:lnTo>
                    <a:pt x="22404" y="250799"/>
                  </a:lnTo>
                  <a:lnTo>
                    <a:pt x="25130" y="255349"/>
                  </a:lnTo>
                  <a:lnTo>
                    <a:pt x="27999" y="259810"/>
                  </a:lnTo>
                  <a:lnTo>
                    <a:pt x="31008" y="264178"/>
                  </a:lnTo>
                  <a:lnTo>
                    <a:pt x="34154" y="268448"/>
                  </a:lnTo>
                  <a:lnTo>
                    <a:pt x="37434" y="272617"/>
                  </a:lnTo>
                  <a:lnTo>
                    <a:pt x="40845" y="276679"/>
                  </a:lnTo>
                  <a:lnTo>
                    <a:pt x="44383" y="280631"/>
                  </a:lnTo>
                  <a:lnTo>
                    <a:pt x="48044" y="284468"/>
                  </a:lnTo>
                  <a:lnTo>
                    <a:pt x="51826" y="288188"/>
                  </a:lnTo>
                  <a:lnTo>
                    <a:pt x="55723" y="291785"/>
                  </a:lnTo>
                  <a:lnTo>
                    <a:pt x="59733" y="295258"/>
                  </a:lnTo>
                  <a:lnTo>
                    <a:pt x="63851" y="298601"/>
                  </a:lnTo>
                  <a:lnTo>
                    <a:pt x="68073" y="301812"/>
                  </a:lnTo>
                  <a:lnTo>
                    <a:pt x="72394" y="304887"/>
                  </a:lnTo>
                  <a:lnTo>
                    <a:pt x="76811" y="307824"/>
                  </a:lnTo>
                  <a:lnTo>
                    <a:pt x="81319" y="310619"/>
                  </a:lnTo>
                  <a:lnTo>
                    <a:pt x="85913" y="313270"/>
                  </a:lnTo>
                  <a:lnTo>
                    <a:pt x="90589" y="315773"/>
                  </a:lnTo>
                  <a:lnTo>
                    <a:pt x="95342" y="318127"/>
                  </a:lnTo>
                  <a:lnTo>
                    <a:pt x="100168" y="320329"/>
                  </a:lnTo>
                  <a:lnTo>
                    <a:pt x="105061" y="322377"/>
                  </a:lnTo>
                  <a:lnTo>
                    <a:pt x="110016" y="324269"/>
                  </a:lnTo>
                  <a:lnTo>
                    <a:pt x="115029" y="326002"/>
                  </a:lnTo>
                  <a:lnTo>
                    <a:pt x="120094" y="327576"/>
                  </a:lnTo>
                  <a:lnTo>
                    <a:pt x="125207" y="328988"/>
                  </a:lnTo>
                  <a:lnTo>
                    <a:pt x="130362" y="330237"/>
                  </a:lnTo>
                  <a:lnTo>
                    <a:pt x="135554" y="331322"/>
                  </a:lnTo>
                  <a:lnTo>
                    <a:pt x="140778" y="332242"/>
                  </a:lnTo>
                  <a:lnTo>
                    <a:pt x="146028" y="332995"/>
                  </a:lnTo>
                  <a:lnTo>
                    <a:pt x="151300" y="333582"/>
                  </a:lnTo>
                  <a:lnTo>
                    <a:pt x="156587" y="334001"/>
                  </a:lnTo>
                  <a:lnTo>
                    <a:pt x="161885" y="334252"/>
                  </a:lnTo>
                  <a:lnTo>
                    <a:pt x="167189" y="334334"/>
                  </a:lnTo>
                  <a:lnTo>
                    <a:pt x="172492" y="334249"/>
                  </a:lnTo>
                  <a:lnTo>
                    <a:pt x="177790" y="333995"/>
                  </a:lnTo>
                  <a:lnTo>
                    <a:pt x="183078" y="333574"/>
                  </a:lnTo>
                  <a:lnTo>
                    <a:pt x="188349" y="332984"/>
                  </a:lnTo>
                  <a:lnTo>
                    <a:pt x="193599" y="332228"/>
                  </a:lnTo>
                  <a:lnTo>
                    <a:pt x="198822" y="331306"/>
                  </a:lnTo>
                  <a:lnTo>
                    <a:pt x="204014" y="330218"/>
                  </a:lnTo>
                  <a:lnTo>
                    <a:pt x="209168" y="328967"/>
                  </a:lnTo>
                  <a:lnTo>
                    <a:pt x="214280" y="327552"/>
                  </a:lnTo>
                  <a:lnTo>
                    <a:pt x="219345" y="325976"/>
                  </a:lnTo>
                  <a:lnTo>
                    <a:pt x="224357" y="324240"/>
                  </a:lnTo>
                  <a:lnTo>
                    <a:pt x="229311" y="322346"/>
                  </a:lnTo>
                  <a:lnTo>
                    <a:pt x="234203" y="320296"/>
                  </a:lnTo>
                  <a:lnTo>
                    <a:pt x="239027" y="318091"/>
                  </a:lnTo>
                  <a:lnTo>
                    <a:pt x="243779" y="315735"/>
                  </a:lnTo>
                  <a:lnTo>
                    <a:pt x="248454" y="313229"/>
                  </a:lnTo>
                  <a:lnTo>
                    <a:pt x="253047" y="310576"/>
                  </a:lnTo>
                  <a:lnTo>
                    <a:pt x="257553" y="307779"/>
                  </a:lnTo>
                  <a:lnTo>
                    <a:pt x="261969" y="304840"/>
                  </a:lnTo>
                  <a:lnTo>
                    <a:pt x="266289" y="301762"/>
                  </a:lnTo>
                  <a:lnTo>
                    <a:pt x="270509" y="298549"/>
                  </a:lnTo>
                  <a:lnTo>
                    <a:pt x="274625" y="295204"/>
                  </a:lnTo>
                  <a:lnTo>
                    <a:pt x="278633" y="291729"/>
                  </a:lnTo>
                  <a:lnTo>
                    <a:pt x="282529" y="288130"/>
                  </a:lnTo>
                  <a:lnTo>
                    <a:pt x="286308" y="284408"/>
                  </a:lnTo>
                  <a:lnTo>
                    <a:pt x="289968" y="280569"/>
                  </a:lnTo>
                  <a:lnTo>
                    <a:pt x="293504" y="276615"/>
                  </a:lnTo>
                  <a:lnTo>
                    <a:pt x="296912" y="272551"/>
                  </a:lnTo>
                  <a:lnTo>
                    <a:pt x="300190" y="268382"/>
                  </a:lnTo>
                  <a:lnTo>
                    <a:pt x="303334" y="264110"/>
                  </a:lnTo>
                  <a:lnTo>
                    <a:pt x="306341" y="259740"/>
                  </a:lnTo>
                  <a:lnTo>
                    <a:pt x="309208" y="255278"/>
                  </a:lnTo>
                  <a:lnTo>
                    <a:pt x="311932" y="250726"/>
                  </a:lnTo>
                  <a:lnTo>
                    <a:pt x="314510" y="246091"/>
                  </a:lnTo>
                  <a:lnTo>
                    <a:pt x="316940" y="241376"/>
                  </a:lnTo>
                  <a:lnTo>
                    <a:pt x="319219" y="236587"/>
                  </a:lnTo>
                  <a:lnTo>
                    <a:pt x="321345" y="231727"/>
                  </a:lnTo>
                  <a:lnTo>
                    <a:pt x="323315" y="226803"/>
                  </a:lnTo>
                  <a:lnTo>
                    <a:pt x="325129" y="221818"/>
                  </a:lnTo>
                  <a:lnTo>
                    <a:pt x="326783" y="216778"/>
                  </a:lnTo>
                  <a:lnTo>
                    <a:pt x="328276" y="211689"/>
                  </a:lnTo>
                  <a:lnTo>
                    <a:pt x="329608" y="206555"/>
                  </a:lnTo>
                  <a:lnTo>
                    <a:pt x="330776" y="201381"/>
                  </a:lnTo>
                  <a:lnTo>
                    <a:pt x="331779" y="196172"/>
                  </a:lnTo>
                  <a:lnTo>
                    <a:pt x="332616" y="190935"/>
                  </a:lnTo>
                  <a:lnTo>
                    <a:pt x="333287" y="185673"/>
                  </a:lnTo>
                  <a:lnTo>
                    <a:pt x="333790" y="180393"/>
                  </a:lnTo>
                  <a:lnTo>
                    <a:pt x="334126" y="175100"/>
                  </a:lnTo>
                  <a:lnTo>
                    <a:pt x="334294" y="169798"/>
                  </a:lnTo>
                  <a:lnTo>
                    <a:pt x="334293" y="164494"/>
                  </a:lnTo>
                  <a:lnTo>
                    <a:pt x="334124" y="159192"/>
                  </a:lnTo>
                  <a:lnTo>
                    <a:pt x="333787" y="153899"/>
                  </a:lnTo>
                  <a:lnTo>
                    <a:pt x="333282" y="148619"/>
                  </a:lnTo>
                  <a:lnTo>
                    <a:pt x="332610" y="143358"/>
                  </a:lnTo>
                  <a:lnTo>
                    <a:pt x="331771" y="138120"/>
                  </a:lnTo>
                  <a:lnTo>
                    <a:pt x="330767" y="132912"/>
                  </a:lnTo>
                  <a:lnTo>
                    <a:pt x="329598" y="127738"/>
                  </a:lnTo>
                  <a:lnTo>
                    <a:pt x="328265" y="122604"/>
                  </a:lnTo>
                  <a:lnTo>
                    <a:pt x="326770" y="117515"/>
                  </a:lnTo>
                  <a:lnTo>
                    <a:pt x="325115" y="112476"/>
                  </a:lnTo>
                  <a:lnTo>
                    <a:pt x="323300" y="107492"/>
                  </a:lnTo>
                  <a:lnTo>
                    <a:pt x="321328" y="102568"/>
                  </a:lnTo>
                  <a:lnTo>
                    <a:pt x="319201" y="97709"/>
                  </a:lnTo>
                  <a:lnTo>
                    <a:pt x="316921" y="92920"/>
                  </a:lnTo>
                  <a:lnTo>
                    <a:pt x="314490" y="88206"/>
                  </a:lnTo>
                  <a:lnTo>
                    <a:pt x="311911" y="83571"/>
                  </a:lnTo>
                  <a:lnTo>
                    <a:pt x="309186" y="79020"/>
                  </a:lnTo>
                  <a:lnTo>
                    <a:pt x="306318" y="74559"/>
                  </a:lnTo>
                  <a:lnTo>
                    <a:pt x="303310" y="70190"/>
                  </a:lnTo>
                  <a:lnTo>
                    <a:pt x="300165" y="65919"/>
                  </a:lnTo>
                  <a:lnTo>
                    <a:pt x="296886" y="61750"/>
                  </a:lnTo>
                  <a:lnTo>
                    <a:pt x="293476" y="57687"/>
                  </a:lnTo>
                  <a:lnTo>
                    <a:pt x="289939" y="53734"/>
                  </a:lnTo>
                  <a:lnTo>
                    <a:pt x="286279" y="49896"/>
                  </a:lnTo>
                  <a:lnTo>
                    <a:pt x="282498" y="46175"/>
                  </a:lnTo>
                  <a:lnTo>
                    <a:pt x="278602" y="42576"/>
                  </a:lnTo>
                  <a:lnTo>
                    <a:pt x="274593" y="39103"/>
                  </a:lnTo>
                  <a:lnTo>
                    <a:pt x="270476" y="35759"/>
                  </a:lnTo>
                  <a:lnTo>
                    <a:pt x="266255" y="32547"/>
                  </a:lnTo>
                  <a:lnTo>
                    <a:pt x="261934" y="29470"/>
                  </a:lnTo>
                  <a:lnTo>
                    <a:pt x="257518" y="26533"/>
                  </a:lnTo>
                  <a:lnTo>
                    <a:pt x="253011" y="23736"/>
                  </a:lnTo>
                  <a:lnTo>
                    <a:pt x="248417" y="21084"/>
                  </a:lnTo>
                  <a:lnTo>
                    <a:pt x="243742" y="18580"/>
                  </a:lnTo>
                  <a:lnTo>
                    <a:pt x="238989" y="16224"/>
                  </a:lnTo>
                  <a:lnTo>
                    <a:pt x="234164" y="14021"/>
                  </a:lnTo>
                  <a:lnTo>
                    <a:pt x="229272" y="11972"/>
                  </a:lnTo>
                  <a:lnTo>
                    <a:pt x="224317" y="10079"/>
                  </a:lnTo>
                  <a:lnTo>
                    <a:pt x="219305" y="8345"/>
                  </a:lnTo>
                  <a:lnTo>
                    <a:pt x="214240" y="6770"/>
                  </a:lnTo>
                  <a:lnTo>
                    <a:pt x="209127" y="5357"/>
                  </a:lnTo>
                  <a:lnTo>
                    <a:pt x="203973" y="4106"/>
                  </a:lnTo>
                  <a:lnTo>
                    <a:pt x="198781" y="3020"/>
                  </a:lnTo>
                  <a:lnTo>
                    <a:pt x="193557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239" y="0"/>
                  </a:moveTo>
                  <a:lnTo>
                    <a:pt x="0" y="0"/>
                  </a:lnTo>
                  <a:lnTo>
                    <a:pt x="23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72" y="5018213"/>
              <a:ext cx="334305" cy="334334"/>
            </a:xfrm>
            <a:custGeom>
              <a:avLst/>
              <a:pathLst>
                <a:path w="334305" h="334334">
                  <a:moveTo>
                    <a:pt x="166908" y="0"/>
                  </a:moveTo>
                  <a:lnTo>
                    <a:pt x="161612" y="91"/>
                  </a:lnTo>
                  <a:lnTo>
                    <a:pt x="156321" y="350"/>
                  </a:lnTo>
                  <a:lnTo>
                    <a:pt x="151041" y="777"/>
                  </a:lnTo>
                  <a:lnTo>
                    <a:pt x="145777" y="1371"/>
                  </a:lnTo>
                  <a:lnTo>
                    <a:pt x="140534" y="2131"/>
                  </a:lnTo>
                  <a:lnTo>
                    <a:pt x="135319" y="3057"/>
                  </a:lnTo>
                  <a:lnTo>
                    <a:pt x="130135" y="4148"/>
                  </a:lnTo>
                  <a:lnTo>
                    <a:pt x="124988" y="5403"/>
                  </a:lnTo>
                  <a:lnTo>
                    <a:pt x="119884" y="6820"/>
                  </a:lnTo>
                  <a:lnTo>
                    <a:pt x="114827" y="8398"/>
                  </a:lnTo>
                  <a:lnTo>
                    <a:pt x="109823" y="10135"/>
                  </a:lnTo>
                  <a:lnTo>
                    <a:pt x="104876" y="12031"/>
                  </a:lnTo>
                  <a:lnTo>
                    <a:pt x="99992" y="14082"/>
                  </a:lnTo>
                  <a:lnTo>
                    <a:pt x="95176" y="16286"/>
                  </a:lnTo>
                  <a:lnTo>
                    <a:pt x="90431" y="18642"/>
                  </a:lnTo>
                  <a:lnTo>
                    <a:pt x="85764" y="21148"/>
                  </a:lnTo>
                  <a:lnTo>
                    <a:pt x="81178" y="23800"/>
                  </a:lnTo>
                  <a:lnTo>
                    <a:pt x="76679" y="26596"/>
                  </a:lnTo>
                  <a:lnTo>
                    <a:pt x="72270" y="29533"/>
                  </a:lnTo>
                  <a:lnTo>
                    <a:pt x="67957" y="32608"/>
                  </a:lnTo>
                  <a:lnTo>
                    <a:pt x="63743" y="35818"/>
                  </a:lnTo>
                  <a:lnTo>
                    <a:pt x="59633" y="39160"/>
                  </a:lnTo>
                  <a:lnTo>
                    <a:pt x="55632" y="42631"/>
                  </a:lnTo>
                  <a:lnTo>
                    <a:pt x="51742" y="46227"/>
                  </a:lnTo>
                  <a:lnTo>
                    <a:pt x="47968" y="49944"/>
                  </a:lnTo>
                  <a:lnTo>
                    <a:pt x="44314" y="53779"/>
                  </a:lnTo>
                  <a:lnTo>
                    <a:pt x="40783" y="57728"/>
                  </a:lnTo>
                  <a:lnTo>
                    <a:pt x="37378" y="61787"/>
                  </a:lnTo>
                  <a:lnTo>
                    <a:pt x="34105" y="65952"/>
                  </a:lnTo>
                  <a:lnTo>
                    <a:pt x="30965" y="70218"/>
                  </a:lnTo>
                  <a:lnTo>
                    <a:pt x="27961" y="74581"/>
                  </a:lnTo>
                  <a:lnTo>
                    <a:pt x="25098" y="79038"/>
                  </a:lnTo>
                  <a:lnTo>
                    <a:pt x="22377" y="83583"/>
                  </a:lnTo>
                  <a:lnTo>
                    <a:pt x="19801" y="88212"/>
                  </a:lnTo>
                  <a:lnTo>
                    <a:pt x="17373" y="92920"/>
                  </a:lnTo>
                  <a:lnTo>
                    <a:pt x="15096" y="97703"/>
                  </a:lnTo>
                  <a:lnTo>
                    <a:pt x="12971" y="102556"/>
                  </a:lnTo>
                  <a:lnTo>
                    <a:pt x="11002" y="107473"/>
                  </a:lnTo>
                  <a:lnTo>
                    <a:pt x="9189" y="112450"/>
                  </a:lnTo>
                  <a:lnTo>
                    <a:pt x="7534" y="117483"/>
                  </a:lnTo>
                  <a:lnTo>
                    <a:pt x="6040" y="122565"/>
                  </a:lnTo>
                  <a:lnTo>
                    <a:pt x="4708" y="127692"/>
                  </a:lnTo>
                  <a:lnTo>
                    <a:pt x="3539" y="132859"/>
                  </a:lnTo>
                  <a:lnTo>
                    <a:pt x="2534" y="138060"/>
                  </a:lnTo>
                  <a:lnTo>
                    <a:pt x="1694" y="143290"/>
                  </a:lnTo>
                  <a:lnTo>
                    <a:pt x="1021" y="148544"/>
                  </a:lnTo>
                  <a:lnTo>
                    <a:pt x="514" y="153817"/>
                  </a:lnTo>
                  <a:lnTo>
                    <a:pt x="175" y="159104"/>
                  </a:lnTo>
                  <a:lnTo>
                    <a:pt x="3" y="164398"/>
                  </a:lnTo>
                  <a:lnTo>
                    <a:pt x="0" y="169696"/>
                  </a:lnTo>
                  <a:lnTo>
                    <a:pt x="164" y="174990"/>
                  </a:lnTo>
                  <a:lnTo>
                    <a:pt x="495" y="180277"/>
                  </a:lnTo>
                  <a:lnTo>
                    <a:pt x="994" y="185551"/>
                  </a:lnTo>
                  <a:lnTo>
                    <a:pt x="1660" y="190806"/>
                  </a:lnTo>
                  <a:lnTo>
                    <a:pt x="2492" y="196038"/>
                  </a:lnTo>
                  <a:lnTo>
                    <a:pt x="3490" y="201240"/>
                  </a:lnTo>
                  <a:lnTo>
                    <a:pt x="4652" y="206409"/>
                  </a:lnTo>
                  <a:lnTo>
                    <a:pt x="5976" y="211537"/>
                  </a:lnTo>
                  <a:lnTo>
                    <a:pt x="7463" y="216622"/>
                  </a:lnTo>
                  <a:lnTo>
                    <a:pt x="9110" y="221657"/>
                  </a:lnTo>
                  <a:lnTo>
                    <a:pt x="10916" y="226636"/>
                  </a:lnTo>
                  <a:lnTo>
                    <a:pt x="12879" y="231557"/>
                  </a:lnTo>
                  <a:lnTo>
                    <a:pt x="14997" y="236412"/>
                  </a:lnTo>
                  <a:lnTo>
                    <a:pt x="17267" y="241198"/>
                  </a:lnTo>
                  <a:lnTo>
                    <a:pt x="19688" y="245910"/>
                  </a:lnTo>
                  <a:lnTo>
                    <a:pt x="22257" y="250543"/>
                  </a:lnTo>
                  <a:lnTo>
                    <a:pt x="24971" y="255092"/>
                  </a:lnTo>
                  <a:lnTo>
                    <a:pt x="27829" y="259552"/>
                  </a:lnTo>
                  <a:lnTo>
                    <a:pt x="30826" y="263920"/>
                  </a:lnTo>
                  <a:lnTo>
                    <a:pt x="33960" y="268191"/>
                  </a:lnTo>
                  <a:lnTo>
                    <a:pt x="37228" y="272360"/>
                  </a:lnTo>
                  <a:lnTo>
                    <a:pt x="40626" y="276424"/>
                  </a:lnTo>
                  <a:lnTo>
                    <a:pt x="44151" y="280378"/>
                  </a:lnTo>
                  <a:lnTo>
                    <a:pt x="47800" y="284218"/>
                  </a:lnTo>
                  <a:lnTo>
                    <a:pt x="51568" y="287941"/>
                  </a:lnTo>
                  <a:lnTo>
                    <a:pt x="55453" y="291542"/>
                  </a:lnTo>
                  <a:lnTo>
                    <a:pt x="59450" y="295019"/>
                  </a:lnTo>
                  <a:lnTo>
                    <a:pt x="63555" y="298367"/>
                  </a:lnTo>
                  <a:lnTo>
                    <a:pt x="67764" y="301583"/>
                  </a:lnTo>
                  <a:lnTo>
                    <a:pt x="72073" y="304665"/>
                  </a:lnTo>
                  <a:lnTo>
                    <a:pt x="76477" y="307608"/>
                  </a:lnTo>
                  <a:lnTo>
                    <a:pt x="80973" y="310411"/>
                  </a:lnTo>
                  <a:lnTo>
                    <a:pt x="85554" y="313069"/>
                  </a:lnTo>
                  <a:lnTo>
                    <a:pt x="90218" y="315581"/>
                  </a:lnTo>
                  <a:lnTo>
                    <a:pt x="94959" y="317944"/>
                  </a:lnTo>
                  <a:lnTo>
                    <a:pt x="99773" y="320156"/>
                  </a:lnTo>
                  <a:lnTo>
                    <a:pt x="104654" y="322213"/>
                  </a:lnTo>
                  <a:lnTo>
                    <a:pt x="109598" y="324116"/>
                  </a:lnTo>
                  <a:lnTo>
                    <a:pt x="114600" y="325860"/>
                  </a:lnTo>
                  <a:lnTo>
                    <a:pt x="119654" y="327446"/>
                  </a:lnTo>
                  <a:lnTo>
                    <a:pt x="124756" y="328870"/>
                  </a:lnTo>
                  <a:lnTo>
                    <a:pt x="129901" y="330132"/>
                  </a:lnTo>
                  <a:lnTo>
                    <a:pt x="135083" y="331230"/>
                  </a:lnTo>
                  <a:lnTo>
                    <a:pt x="140298" y="332164"/>
                  </a:lnTo>
                  <a:lnTo>
                    <a:pt x="145539" y="332932"/>
                  </a:lnTo>
                  <a:lnTo>
                    <a:pt x="150802" y="333533"/>
                  </a:lnTo>
                  <a:lnTo>
                    <a:pt x="156082" y="333968"/>
                  </a:lnTo>
                  <a:lnTo>
                    <a:pt x="161372" y="334234"/>
                  </a:lnTo>
                  <a:lnTo>
                    <a:pt x="166668" y="334334"/>
                  </a:lnTo>
                  <a:lnTo>
                    <a:pt x="171965" y="334265"/>
                  </a:lnTo>
                  <a:lnTo>
                    <a:pt x="177257" y="334028"/>
                  </a:lnTo>
                  <a:lnTo>
                    <a:pt x="182539" y="333624"/>
                  </a:lnTo>
                  <a:lnTo>
                    <a:pt x="187805" y="333053"/>
                  </a:lnTo>
                  <a:lnTo>
                    <a:pt x="193051" y="332315"/>
                  </a:lnTo>
                  <a:lnTo>
                    <a:pt x="198271" y="331411"/>
                  </a:lnTo>
                  <a:lnTo>
                    <a:pt x="203459" y="330343"/>
                  </a:lnTo>
                  <a:lnTo>
                    <a:pt x="208611" y="329110"/>
                  </a:lnTo>
                  <a:lnTo>
                    <a:pt x="213721" y="327715"/>
                  </a:lnTo>
                  <a:lnTo>
                    <a:pt x="218785" y="326159"/>
                  </a:lnTo>
                  <a:lnTo>
                    <a:pt x="223797" y="324443"/>
                  </a:lnTo>
                  <a:lnTo>
                    <a:pt x="228751" y="322569"/>
                  </a:lnTo>
                  <a:lnTo>
                    <a:pt x="233644" y="320539"/>
                  </a:lnTo>
                  <a:lnTo>
                    <a:pt x="238470" y="318356"/>
                  </a:lnTo>
                  <a:lnTo>
                    <a:pt x="243225" y="316020"/>
                  </a:lnTo>
                  <a:lnTo>
                    <a:pt x="247903" y="313535"/>
                  </a:lnTo>
                  <a:lnTo>
                    <a:pt x="252500" y="310902"/>
                  </a:lnTo>
                  <a:lnTo>
                    <a:pt x="257011" y="308126"/>
                  </a:lnTo>
                  <a:lnTo>
                    <a:pt x="261433" y="305208"/>
                  </a:lnTo>
                  <a:lnTo>
                    <a:pt x="265759" y="302151"/>
                  </a:lnTo>
                  <a:lnTo>
                    <a:pt x="269986" y="298959"/>
                  </a:lnTo>
                  <a:lnTo>
                    <a:pt x="274111" y="295634"/>
                  </a:lnTo>
                  <a:lnTo>
                    <a:pt x="278127" y="292181"/>
                  </a:lnTo>
                  <a:lnTo>
                    <a:pt x="282033" y="288602"/>
                  </a:lnTo>
                  <a:lnTo>
                    <a:pt x="285822" y="284901"/>
                  </a:lnTo>
                  <a:lnTo>
                    <a:pt x="289493" y="281081"/>
                  </a:lnTo>
                  <a:lnTo>
                    <a:pt x="293041" y="277148"/>
                  </a:lnTo>
                  <a:lnTo>
                    <a:pt x="296463" y="273104"/>
                  </a:lnTo>
                  <a:lnTo>
                    <a:pt x="299754" y="268953"/>
                  </a:lnTo>
                  <a:lnTo>
                    <a:pt x="302913" y="264701"/>
                  </a:lnTo>
                  <a:lnTo>
                    <a:pt x="305935" y="260350"/>
                  </a:lnTo>
                  <a:lnTo>
                    <a:pt x="308818" y="255906"/>
                  </a:lnTo>
                  <a:lnTo>
                    <a:pt x="311558" y="251372"/>
                  </a:lnTo>
                  <a:lnTo>
                    <a:pt x="314154" y="246755"/>
                  </a:lnTo>
                  <a:lnTo>
                    <a:pt x="316602" y="242057"/>
                  </a:lnTo>
                  <a:lnTo>
                    <a:pt x="318899" y="237284"/>
                  </a:lnTo>
                  <a:lnTo>
                    <a:pt x="321045" y="232440"/>
                  </a:lnTo>
                  <a:lnTo>
                    <a:pt x="323036" y="227532"/>
                  </a:lnTo>
                  <a:lnTo>
                    <a:pt x="324870" y="222562"/>
                  </a:lnTo>
                  <a:lnTo>
                    <a:pt x="326546" y="217537"/>
                  </a:lnTo>
                  <a:lnTo>
                    <a:pt x="328062" y="212461"/>
                  </a:lnTo>
                  <a:lnTo>
                    <a:pt x="329416" y="207340"/>
                  </a:lnTo>
                  <a:lnTo>
                    <a:pt x="330608" y="202178"/>
                  </a:lnTo>
                  <a:lnTo>
                    <a:pt x="331635" y="196982"/>
                  </a:lnTo>
                  <a:lnTo>
                    <a:pt x="332497" y="191755"/>
                  </a:lnTo>
                  <a:lnTo>
                    <a:pt x="333193" y="186504"/>
                  </a:lnTo>
                  <a:lnTo>
                    <a:pt x="333722" y="181233"/>
                  </a:lnTo>
                  <a:lnTo>
                    <a:pt x="334084" y="175948"/>
                  </a:lnTo>
                  <a:lnTo>
                    <a:pt x="334279" y="170654"/>
                  </a:lnTo>
                  <a:lnTo>
                    <a:pt x="334305" y="165357"/>
                  </a:lnTo>
                  <a:lnTo>
                    <a:pt x="334164" y="160062"/>
                  </a:lnTo>
                  <a:lnTo>
                    <a:pt x="333855" y="154773"/>
                  </a:lnTo>
                  <a:lnTo>
                    <a:pt x="333379" y="149498"/>
                  </a:lnTo>
                  <a:lnTo>
                    <a:pt x="332736" y="144239"/>
                  </a:lnTo>
                  <a:lnTo>
                    <a:pt x="331926" y="139004"/>
                  </a:lnTo>
                  <a:lnTo>
                    <a:pt x="330951" y="133798"/>
                  </a:lnTo>
                  <a:lnTo>
                    <a:pt x="329811" y="128624"/>
                  </a:lnTo>
                  <a:lnTo>
                    <a:pt x="328509" y="123490"/>
                  </a:lnTo>
                  <a:lnTo>
                    <a:pt x="327044" y="118399"/>
                  </a:lnTo>
                  <a:lnTo>
                    <a:pt x="325418" y="113357"/>
                  </a:lnTo>
                  <a:lnTo>
                    <a:pt x="323634" y="108370"/>
                  </a:lnTo>
                  <a:lnTo>
                    <a:pt x="321692" y="103441"/>
                  </a:lnTo>
                  <a:lnTo>
                    <a:pt x="319596" y="98576"/>
                  </a:lnTo>
                  <a:lnTo>
                    <a:pt x="317346" y="93781"/>
                  </a:lnTo>
                  <a:lnTo>
                    <a:pt x="314945" y="89058"/>
                  </a:lnTo>
                  <a:lnTo>
                    <a:pt x="312396" y="84415"/>
                  </a:lnTo>
                  <a:lnTo>
                    <a:pt x="309701" y="79854"/>
                  </a:lnTo>
                  <a:lnTo>
                    <a:pt x="306863" y="75381"/>
                  </a:lnTo>
                  <a:lnTo>
                    <a:pt x="303885" y="71001"/>
                  </a:lnTo>
                  <a:lnTo>
                    <a:pt x="300769" y="66716"/>
                  </a:lnTo>
                  <a:lnTo>
                    <a:pt x="297519" y="62533"/>
                  </a:lnTo>
                  <a:lnTo>
                    <a:pt x="294139" y="58455"/>
                  </a:lnTo>
                  <a:lnTo>
                    <a:pt x="290630" y="54486"/>
                  </a:lnTo>
                  <a:lnTo>
                    <a:pt x="286998" y="50630"/>
                  </a:lnTo>
                  <a:lnTo>
                    <a:pt x="283246" y="46891"/>
                  </a:lnTo>
                  <a:lnTo>
                    <a:pt x="279376" y="43273"/>
                  </a:lnTo>
                  <a:lnTo>
                    <a:pt x="275395" y="39779"/>
                  </a:lnTo>
                  <a:lnTo>
                    <a:pt x="271304" y="36413"/>
                  </a:lnTo>
                  <a:lnTo>
                    <a:pt x="267109" y="33179"/>
                  </a:lnTo>
                  <a:lnTo>
                    <a:pt x="262813" y="30079"/>
                  </a:lnTo>
                  <a:lnTo>
                    <a:pt x="258422" y="27117"/>
                  </a:lnTo>
                  <a:lnTo>
                    <a:pt x="253938" y="24295"/>
                  </a:lnTo>
                  <a:lnTo>
                    <a:pt x="249368" y="21617"/>
                  </a:lnTo>
                  <a:lnTo>
                    <a:pt x="244715" y="19085"/>
                  </a:lnTo>
                  <a:lnTo>
                    <a:pt x="239984" y="16701"/>
                  </a:lnTo>
                  <a:lnTo>
                    <a:pt x="235180" y="14469"/>
                  </a:lnTo>
                  <a:lnTo>
                    <a:pt x="230308" y="12390"/>
                  </a:lnTo>
                  <a:lnTo>
                    <a:pt x="225372" y="10467"/>
                  </a:lnTo>
                  <a:lnTo>
                    <a:pt x="220378" y="8701"/>
                  </a:lnTo>
                  <a:lnTo>
                    <a:pt x="215330" y="7094"/>
                  </a:lnTo>
                  <a:lnTo>
                    <a:pt x="210234" y="5647"/>
                  </a:lnTo>
                  <a:lnTo>
                    <a:pt x="205095" y="4363"/>
                  </a:lnTo>
                  <a:lnTo>
                    <a:pt x="199918" y="3243"/>
                  </a:lnTo>
                  <a:lnTo>
                    <a:pt x="194707" y="2287"/>
                  </a:lnTo>
                  <a:lnTo>
                    <a:pt x="189469" y="1496"/>
                  </a:lnTo>
                  <a:lnTo>
                    <a:pt x="184209" y="872"/>
                  </a:lnTo>
                  <a:lnTo>
                    <a:pt x="178932" y="415"/>
                  </a:lnTo>
                  <a:lnTo>
                    <a:pt x="173642" y="126"/>
                  </a:lnTo>
                  <a:lnTo>
                    <a:pt x="168346" y="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1198" cy="167167"/>
            </a:xfrm>
            <a:custGeom>
              <a:avLst/>
              <a:pathLst>
                <a:path w="1198" h="167167">
                  <a:moveTo>
                    <a:pt x="1198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814624" y="5269756"/>
              <a:ext cx="149877" cy="167167"/>
            </a:xfrm>
            <a:custGeom>
              <a:avLst/>
              <a:pathLst>
                <a:path w="149877" h="167167">
                  <a:moveTo>
                    <a:pt x="149877" y="0"/>
                  </a:moveTo>
                  <a:lnTo>
                    <a:pt x="144410" y="89"/>
                  </a:lnTo>
                  <a:lnTo>
                    <a:pt x="138950" y="357"/>
                  </a:lnTo>
                  <a:lnTo>
                    <a:pt x="133501" y="803"/>
                  </a:lnTo>
                  <a:lnTo>
                    <a:pt x="128070" y="1428"/>
                  </a:lnTo>
                  <a:lnTo>
                    <a:pt x="122662" y="2230"/>
                  </a:lnTo>
                  <a:lnTo>
                    <a:pt x="117284" y="3208"/>
                  </a:lnTo>
                  <a:lnTo>
                    <a:pt x="111940" y="4361"/>
                  </a:lnTo>
                  <a:lnTo>
                    <a:pt x="106637" y="5689"/>
                  </a:lnTo>
                  <a:lnTo>
                    <a:pt x="101380" y="7189"/>
                  </a:lnTo>
                  <a:lnTo>
                    <a:pt x="96174" y="8860"/>
                  </a:lnTo>
                  <a:lnTo>
                    <a:pt x="91027" y="10701"/>
                  </a:lnTo>
                  <a:lnTo>
                    <a:pt x="85942" y="12709"/>
                  </a:lnTo>
                  <a:lnTo>
                    <a:pt x="80925" y="14882"/>
                  </a:lnTo>
                  <a:lnTo>
                    <a:pt x="75983" y="17218"/>
                  </a:lnTo>
                  <a:lnTo>
                    <a:pt x="71119" y="19715"/>
                  </a:lnTo>
                  <a:lnTo>
                    <a:pt x="66340" y="22369"/>
                  </a:lnTo>
                  <a:lnTo>
                    <a:pt x="61650" y="25178"/>
                  </a:lnTo>
                  <a:lnTo>
                    <a:pt x="57054" y="28139"/>
                  </a:lnTo>
                  <a:lnTo>
                    <a:pt x="52557" y="31248"/>
                  </a:lnTo>
                  <a:lnTo>
                    <a:pt x="48165" y="34503"/>
                  </a:lnTo>
                  <a:lnTo>
                    <a:pt x="43882" y="37900"/>
                  </a:lnTo>
                  <a:lnTo>
                    <a:pt x="39711" y="41435"/>
                  </a:lnTo>
                  <a:lnTo>
                    <a:pt x="35659" y="45104"/>
                  </a:lnTo>
                  <a:lnTo>
                    <a:pt x="31729" y="48904"/>
                  </a:lnTo>
                  <a:lnTo>
                    <a:pt x="27925" y="52831"/>
                  </a:lnTo>
                  <a:lnTo>
                    <a:pt x="24251" y="56880"/>
                  </a:lnTo>
                  <a:lnTo>
                    <a:pt x="20712" y="61047"/>
                  </a:lnTo>
                  <a:lnTo>
                    <a:pt x="17311" y="65327"/>
                  </a:lnTo>
                  <a:lnTo>
                    <a:pt x="14052" y="69716"/>
                  </a:lnTo>
                  <a:lnTo>
                    <a:pt x="10938" y="74209"/>
                  </a:lnTo>
                  <a:lnTo>
                    <a:pt x="7973" y="78802"/>
                  </a:lnTo>
                  <a:lnTo>
                    <a:pt x="5159" y="83490"/>
                  </a:lnTo>
                  <a:lnTo>
                    <a:pt x="2501" y="88266"/>
                  </a:lnTo>
                  <a:lnTo>
                    <a:pt x="0" y="93128"/>
                  </a:lnTo>
                  <a:lnTo>
                    <a:pt x="14987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52" y="5269756"/>
              <a:ext cx="334296" cy="334334"/>
            </a:xfrm>
            <a:custGeom>
              <a:avLst/>
              <a:pathLst>
                <a:path w="334296" h="334334">
                  <a:moveTo>
                    <a:pt x="17272" y="93128"/>
                  </a:moveTo>
                  <a:lnTo>
                    <a:pt x="14999" y="97919"/>
                  </a:lnTo>
                  <a:lnTo>
                    <a:pt x="12879" y="102780"/>
                  </a:lnTo>
                  <a:lnTo>
                    <a:pt x="10914" y="107706"/>
                  </a:lnTo>
                  <a:lnTo>
                    <a:pt x="9107" y="112692"/>
                  </a:lnTo>
                  <a:lnTo>
                    <a:pt x="7458" y="117732"/>
                  </a:lnTo>
                  <a:lnTo>
                    <a:pt x="5970" y="122822"/>
                  </a:lnTo>
                  <a:lnTo>
                    <a:pt x="4645" y="127957"/>
                  </a:lnTo>
                  <a:lnTo>
                    <a:pt x="3483" y="133132"/>
                  </a:lnTo>
                  <a:lnTo>
                    <a:pt x="2486" y="138340"/>
                  </a:lnTo>
                  <a:lnTo>
                    <a:pt x="1654" y="143578"/>
                  </a:lnTo>
                  <a:lnTo>
                    <a:pt x="989" y="148839"/>
                  </a:lnTo>
                  <a:lnTo>
                    <a:pt x="491" y="154119"/>
                  </a:lnTo>
                  <a:lnTo>
                    <a:pt x="161" y="159412"/>
                  </a:lnTo>
                  <a:lnTo>
                    <a:pt x="0" y="164713"/>
                  </a:lnTo>
                  <a:lnTo>
                    <a:pt x="6" y="170016"/>
                  </a:lnTo>
                  <a:lnTo>
                    <a:pt x="180" y="175316"/>
                  </a:lnTo>
                  <a:lnTo>
                    <a:pt x="523" y="180608"/>
                  </a:lnTo>
                  <a:lnTo>
                    <a:pt x="1033" y="185887"/>
                  </a:lnTo>
                  <a:lnTo>
                    <a:pt x="1710" y="191147"/>
                  </a:lnTo>
                  <a:lnTo>
                    <a:pt x="2554" y="196382"/>
                  </a:lnTo>
                  <a:lnTo>
                    <a:pt x="3564" y="201589"/>
                  </a:lnTo>
                  <a:lnTo>
                    <a:pt x="4738" y="206760"/>
                  </a:lnTo>
                  <a:lnTo>
                    <a:pt x="6076" y="211892"/>
                  </a:lnTo>
                  <a:lnTo>
                    <a:pt x="7575" y="216979"/>
                  </a:lnTo>
                  <a:lnTo>
                    <a:pt x="9236" y="222015"/>
                  </a:lnTo>
                  <a:lnTo>
                    <a:pt x="11055" y="226997"/>
                  </a:lnTo>
                  <a:lnTo>
                    <a:pt x="13031" y="231918"/>
                  </a:lnTo>
                  <a:lnTo>
                    <a:pt x="15163" y="236774"/>
                  </a:lnTo>
                  <a:lnTo>
                    <a:pt x="17447" y="241560"/>
                  </a:lnTo>
                  <a:lnTo>
                    <a:pt x="19882" y="246271"/>
                  </a:lnTo>
                  <a:lnTo>
                    <a:pt x="22465" y="250903"/>
                  </a:lnTo>
                  <a:lnTo>
                    <a:pt x="25194" y="255450"/>
                  </a:lnTo>
                  <a:lnTo>
                    <a:pt x="28066" y="259908"/>
                  </a:lnTo>
                  <a:lnTo>
                    <a:pt x="31078" y="264273"/>
                  </a:lnTo>
                  <a:lnTo>
                    <a:pt x="34227" y="268541"/>
                  </a:lnTo>
                  <a:lnTo>
                    <a:pt x="37509" y="272706"/>
                  </a:lnTo>
                  <a:lnTo>
                    <a:pt x="40922" y="276765"/>
                  </a:lnTo>
                  <a:lnTo>
                    <a:pt x="44462" y="280714"/>
                  </a:lnTo>
                  <a:lnTo>
                    <a:pt x="48125" y="284548"/>
                  </a:lnTo>
                  <a:lnTo>
                    <a:pt x="51909" y="288264"/>
                  </a:lnTo>
                  <a:lnTo>
                    <a:pt x="55808" y="291859"/>
                  </a:lnTo>
                  <a:lnTo>
                    <a:pt x="59819" y="295328"/>
                  </a:lnTo>
                  <a:lnTo>
                    <a:pt x="63938" y="298668"/>
                  </a:lnTo>
                  <a:lnTo>
                    <a:pt x="68161" y="301876"/>
                  </a:lnTo>
                  <a:lnTo>
                    <a:pt x="72484" y="304948"/>
                  </a:lnTo>
                  <a:lnTo>
                    <a:pt x="76902" y="307881"/>
                  </a:lnTo>
                  <a:lnTo>
                    <a:pt x="81411" y="310673"/>
                  </a:lnTo>
                  <a:lnTo>
                    <a:pt x="86006" y="313320"/>
                  </a:lnTo>
                  <a:lnTo>
                    <a:pt x="90683" y="315821"/>
                  </a:lnTo>
                  <a:lnTo>
                    <a:pt x="95437" y="318171"/>
                  </a:lnTo>
                  <a:lnTo>
                    <a:pt x="100263" y="320370"/>
                  </a:lnTo>
                  <a:lnTo>
                    <a:pt x="105156" y="322415"/>
                  </a:lnTo>
                  <a:lnTo>
                    <a:pt x="110112" y="324303"/>
                  </a:lnTo>
                  <a:lnTo>
                    <a:pt x="115125" y="326033"/>
                  </a:lnTo>
                  <a:lnTo>
                    <a:pt x="120190" y="327603"/>
                  </a:lnTo>
                  <a:lnTo>
                    <a:pt x="125303" y="329012"/>
                  </a:lnTo>
                  <a:lnTo>
                    <a:pt x="130458" y="330258"/>
                  </a:lnTo>
                  <a:lnTo>
                    <a:pt x="135649" y="331340"/>
                  </a:lnTo>
                  <a:lnTo>
                    <a:pt x="140873" y="332256"/>
                  </a:lnTo>
                  <a:lnTo>
                    <a:pt x="146123" y="333007"/>
                  </a:lnTo>
                  <a:lnTo>
                    <a:pt x="151394" y="333590"/>
                  </a:lnTo>
                  <a:lnTo>
                    <a:pt x="156681" y="334006"/>
                  </a:lnTo>
                  <a:lnTo>
                    <a:pt x="161978" y="334254"/>
                  </a:lnTo>
                  <a:lnTo>
                    <a:pt x="167281" y="334334"/>
                  </a:lnTo>
                  <a:lnTo>
                    <a:pt x="172583" y="334246"/>
                  </a:lnTo>
                  <a:lnTo>
                    <a:pt x="177880" y="333990"/>
                  </a:lnTo>
                  <a:lnTo>
                    <a:pt x="183166" y="333565"/>
                  </a:lnTo>
                  <a:lnTo>
                    <a:pt x="188436" y="332973"/>
                  </a:lnTo>
                  <a:lnTo>
                    <a:pt x="193685" y="332215"/>
                  </a:lnTo>
                  <a:lnTo>
                    <a:pt x="198907" y="331290"/>
                  </a:lnTo>
                  <a:lnTo>
                    <a:pt x="204097" y="330200"/>
                  </a:lnTo>
                  <a:lnTo>
                    <a:pt x="209250" y="328946"/>
                  </a:lnTo>
                  <a:lnTo>
                    <a:pt x="214360" y="327529"/>
                  </a:lnTo>
                  <a:lnTo>
                    <a:pt x="219423" y="325951"/>
                  </a:lnTo>
                  <a:lnTo>
                    <a:pt x="224433" y="324213"/>
                  </a:lnTo>
                  <a:lnTo>
                    <a:pt x="229386" y="322317"/>
                  </a:lnTo>
                  <a:lnTo>
                    <a:pt x="234276" y="320265"/>
                  </a:lnTo>
                  <a:lnTo>
                    <a:pt x="239099" y="318058"/>
                  </a:lnTo>
                  <a:lnTo>
                    <a:pt x="243849" y="315700"/>
                  </a:lnTo>
                  <a:lnTo>
                    <a:pt x="248522" y="313192"/>
                  </a:lnTo>
                  <a:lnTo>
                    <a:pt x="253113" y="310538"/>
                  </a:lnTo>
                  <a:lnTo>
                    <a:pt x="257617" y="307739"/>
                  </a:lnTo>
                  <a:lnTo>
                    <a:pt x="262030" y="304799"/>
                  </a:lnTo>
                  <a:lnTo>
                    <a:pt x="266348" y="301720"/>
                  </a:lnTo>
                  <a:lnTo>
                    <a:pt x="270566" y="298505"/>
                  </a:lnTo>
                  <a:lnTo>
                    <a:pt x="274680" y="295159"/>
                  </a:lnTo>
                  <a:lnTo>
                    <a:pt x="278686" y="291684"/>
                  </a:lnTo>
                  <a:lnTo>
                    <a:pt x="282580" y="288083"/>
                  </a:lnTo>
                  <a:lnTo>
                    <a:pt x="286357" y="284361"/>
                  </a:lnTo>
                  <a:lnTo>
                    <a:pt x="290015" y="280520"/>
                  </a:lnTo>
                  <a:lnTo>
                    <a:pt x="293548" y="276566"/>
                  </a:lnTo>
                  <a:lnTo>
                    <a:pt x="296955" y="272502"/>
                  </a:lnTo>
                  <a:lnTo>
                    <a:pt x="300231" y="268331"/>
                  </a:lnTo>
                  <a:lnTo>
                    <a:pt x="303373" y="264059"/>
                  </a:lnTo>
                  <a:lnTo>
                    <a:pt x="306378" y="259689"/>
                  </a:lnTo>
                  <a:lnTo>
                    <a:pt x="309242" y="255226"/>
                  </a:lnTo>
                  <a:lnTo>
                    <a:pt x="311964" y="250675"/>
                  </a:lnTo>
                  <a:lnTo>
                    <a:pt x="314540" y="246039"/>
                  </a:lnTo>
                  <a:lnTo>
                    <a:pt x="316968" y="241324"/>
                  </a:lnTo>
                  <a:lnTo>
                    <a:pt x="319245" y="236535"/>
                  </a:lnTo>
                  <a:lnTo>
                    <a:pt x="321368" y="231675"/>
                  </a:lnTo>
                  <a:lnTo>
                    <a:pt x="323337" y="226751"/>
                  </a:lnTo>
                  <a:lnTo>
                    <a:pt x="325148" y="221767"/>
                  </a:lnTo>
                  <a:lnTo>
                    <a:pt x="326801" y="216727"/>
                  </a:lnTo>
                  <a:lnTo>
                    <a:pt x="328292" y="211638"/>
                  </a:lnTo>
                  <a:lnTo>
                    <a:pt x="329622" y="206505"/>
                  </a:lnTo>
                  <a:lnTo>
                    <a:pt x="330788" y="201331"/>
                  </a:lnTo>
                  <a:lnTo>
                    <a:pt x="331789" y="196123"/>
                  </a:lnTo>
                  <a:lnTo>
                    <a:pt x="332625" y="190886"/>
                  </a:lnTo>
                  <a:lnTo>
                    <a:pt x="333294" y="185625"/>
                  </a:lnTo>
                  <a:lnTo>
                    <a:pt x="333796" y="180346"/>
                  </a:lnTo>
                  <a:lnTo>
                    <a:pt x="334130" y="175053"/>
                  </a:lnTo>
                  <a:lnTo>
                    <a:pt x="334296" y="169753"/>
                  </a:lnTo>
                  <a:lnTo>
                    <a:pt x="334294" y="164450"/>
                  </a:lnTo>
                  <a:lnTo>
                    <a:pt x="334124" y="159149"/>
                  </a:lnTo>
                  <a:lnTo>
                    <a:pt x="333786" y="153857"/>
                  </a:lnTo>
                  <a:lnTo>
                    <a:pt x="333280" y="148578"/>
                  </a:lnTo>
                  <a:lnTo>
                    <a:pt x="332606" y="143317"/>
                  </a:lnTo>
                  <a:lnTo>
                    <a:pt x="331767" y="138081"/>
                  </a:lnTo>
                  <a:lnTo>
                    <a:pt x="330761" y="132874"/>
                  </a:lnTo>
                  <a:lnTo>
                    <a:pt x="329591" y="127701"/>
                  </a:lnTo>
                  <a:lnTo>
                    <a:pt x="328257" y="122569"/>
                  </a:lnTo>
                  <a:lnTo>
                    <a:pt x="326762" y="117481"/>
                  </a:lnTo>
                  <a:lnTo>
                    <a:pt x="325105" y="112443"/>
                  </a:lnTo>
                  <a:lnTo>
                    <a:pt x="323290" y="107460"/>
                  </a:lnTo>
                  <a:lnTo>
                    <a:pt x="321318" y="102537"/>
                  </a:lnTo>
                  <a:lnTo>
                    <a:pt x="319190" y="97680"/>
                  </a:lnTo>
                  <a:lnTo>
                    <a:pt x="316909" y="92892"/>
                  </a:lnTo>
                  <a:lnTo>
                    <a:pt x="314478" y="88179"/>
                  </a:lnTo>
                  <a:lnTo>
                    <a:pt x="311898" y="83545"/>
                  </a:lnTo>
                  <a:lnTo>
                    <a:pt x="309173" y="78996"/>
                  </a:lnTo>
                  <a:lnTo>
                    <a:pt x="306305" y="74535"/>
                  </a:lnTo>
                  <a:lnTo>
                    <a:pt x="303296" y="70168"/>
                  </a:lnTo>
                  <a:lnTo>
                    <a:pt x="300151" y="65898"/>
                  </a:lnTo>
                  <a:lnTo>
                    <a:pt x="296872" y="61730"/>
                  </a:lnTo>
                  <a:lnTo>
                    <a:pt x="293462" y="57668"/>
                  </a:lnTo>
                  <a:lnTo>
                    <a:pt x="289925" y="53717"/>
                  </a:lnTo>
                  <a:lnTo>
                    <a:pt x="286265" y="49879"/>
                  </a:lnTo>
                  <a:lnTo>
                    <a:pt x="282485" y="46160"/>
                  </a:lnTo>
                  <a:lnTo>
                    <a:pt x="278588" y="42563"/>
                  </a:lnTo>
                  <a:lnTo>
                    <a:pt x="274580" y="39090"/>
                  </a:lnTo>
                  <a:lnTo>
                    <a:pt x="270463" y="35747"/>
                  </a:lnTo>
                  <a:lnTo>
                    <a:pt x="266242" y="32536"/>
                  </a:lnTo>
                  <a:lnTo>
                    <a:pt x="261922" y="29461"/>
                  </a:lnTo>
                  <a:lnTo>
                    <a:pt x="257506" y="26524"/>
                  </a:lnTo>
                  <a:lnTo>
                    <a:pt x="253000" y="23728"/>
                  </a:lnTo>
                  <a:lnTo>
                    <a:pt x="248407" y="21077"/>
                  </a:lnTo>
                  <a:lnTo>
                    <a:pt x="243732" y="18573"/>
                  </a:lnTo>
                  <a:lnTo>
                    <a:pt x="238980" y="16219"/>
                  </a:lnTo>
                  <a:lnTo>
                    <a:pt x="234156" y="14017"/>
                  </a:lnTo>
                  <a:lnTo>
                    <a:pt x="229264" y="11968"/>
                  </a:lnTo>
                  <a:lnTo>
                    <a:pt x="224310" y="10076"/>
                  </a:lnTo>
                  <a:lnTo>
                    <a:pt x="219298" y="8342"/>
                  </a:lnTo>
                  <a:lnTo>
                    <a:pt x="214234" y="6768"/>
                  </a:lnTo>
                  <a:lnTo>
                    <a:pt x="209122" y="5355"/>
                  </a:lnTo>
                  <a:lnTo>
                    <a:pt x="203969" y="4105"/>
                  </a:lnTo>
                  <a:lnTo>
                    <a:pt x="198778" y="3019"/>
                  </a:lnTo>
                  <a:lnTo>
                    <a:pt x="193555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620" y="5399291"/>
              <a:ext cx="3595" cy="167167"/>
            </a:xfrm>
            <a:custGeom>
              <a:avLst/>
              <a:pathLst>
                <a:path w="3595" h="167167">
                  <a:moveTo>
                    <a:pt x="3595" y="0"/>
                  </a:moveTo>
                  <a:lnTo>
                    <a:pt x="0" y="38"/>
                  </a:lnTo>
                  <a:lnTo>
                    <a:pt x="359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620" y="5399330"/>
              <a:ext cx="3595" cy="167128"/>
            </a:xfrm>
            <a:custGeom>
              <a:avLst/>
              <a:pathLst>
                <a:path w="3595" h="167128">
                  <a:moveTo>
                    <a:pt x="0" y="0"/>
                  </a:moveTo>
                  <a:lnTo>
                    <a:pt x="359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620" y="5399330"/>
              <a:ext cx="3595" cy="167128"/>
            </a:xfrm>
            <a:custGeom>
              <a:avLst/>
              <a:pathLst>
                <a:path w="3595" h="167128">
                  <a:moveTo>
                    <a:pt x="0" y="0"/>
                  </a:moveTo>
                  <a:lnTo>
                    <a:pt x="359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620" y="5399330"/>
              <a:ext cx="3595" cy="167128"/>
            </a:xfrm>
            <a:custGeom>
              <a:avLst/>
              <a:pathLst>
                <a:path w="3595" h="167128">
                  <a:moveTo>
                    <a:pt x="0" y="0"/>
                  </a:moveTo>
                  <a:lnTo>
                    <a:pt x="359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620" y="5399330"/>
              <a:ext cx="3595" cy="167128"/>
            </a:xfrm>
            <a:custGeom>
              <a:avLst/>
              <a:pathLst>
                <a:path w="3595" h="167128">
                  <a:moveTo>
                    <a:pt x="0" y="0"/>
                  </a:moveTo>
                  <a:lnTo>
                    <a:pt x="359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620" y="5399330"/>
              <a:ext cx="3595" cy="167128"/>
            </a:xfrm>
            <a:custGeom>
              <a:avLst/>
              <a:pathLst>
                <a:path w="3595" h="167128">
                  <a:moveTo>
                    <a:pt x="0" y="0"/>
                  </a:moveTo>
                  <a:lnTo>
                    <a:pt x="3595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620" y="5399330"/>
              <a:ext cx="3595" cy="167128"/>
            </a:xfrm>
            <a:custGeom>
              <a:avLst/>
              <a:pathLst>
                <a:path w="3595" h="167128">
                  <a:moveTo>
                    <a:pt x="0" y="0"/>
                  </a:moveTo>
                  <a:lnTo>
                    <a:pt x="3595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48" y="5399330"/>
              <a:ext cx="334316" cy="334292"/>
            </a:xfrm>
            <a:custGeom>
              <a:avLst/>
              <a:pathLst>
                <a:path w="334316" h="334292">
                  <a:moveTo>
                    <a:pt x="163572" y="0"/>
                  </a:moveTo>
                  <a:lnTo>
                    <a:pt x="158296" y="196"/>
                  </a:lnTo>
                  <a:lnTo>
                    <a:pt x="153029" y="560"/>
                  </a:lnTo>
                  <a:lnTo>
                    <a:pt x="147776" y="1089"/>
                  </a:lnTo>
                  <a:lnTo>
                    <a:pt x="142543" y="1784"/>
                  </a:lnTo>
                  <a:lnTo>
                    <a:pt x="137334" y="2644"/>
                  </a:lnTo>
                  <a:lnTo>
                    <a:pt x="132155" y="3668"/>
                  </a:lnTo>
                  <a:lnTo>
                    <a:pt x="127011" y="4855"/>
                  </a:lnTo>
                  <a:lnTo>
                    <a:pt x="121907" y="6204"/>
                  </a:lnTo>
                  <a:lnTo>
                    <a:pt x="116848" y="7714"/>
                  </a:lnTo>
                  <a:lnTo>
                    <a:pt x="111839" y="9382"/>
                  </a:lnTo>
                  <a:lnTo>
                    <a:pt x="106885" y="11208"/>
                  </a:lnTo>
                  <a:lnTo>
                    <a:pt x="101992" y="13189"/>
                  </a:lnTo>
                  <a:lnTo>
                    <a:pt x="97163" y="15324"/>
                  </a:lnTo>
                  <a:lnTo>
                    <a:pt x="92405" y="17610"/>
                  </a:lnTo>
                  <a:lnTo>
                    <a:pt x="87721" y="20046"/>
                  </a:lnTo>
                  <a:lnTo>
                    <a:pt x="83116" y="22628"/>
                  </a:lnTo>
                  <a:lnTo>
                    <a:pt x="78595" y="25354"/>
                  </a:lnTo>
                  <a:lnTo>
                    <a:pt x="74162" y="28221"/>
                  </a:lnTo>
                  <a:lnTo>
                    <a:pt x="69822" y="31228"/>
                  </a:lnTo>
                  <a:lnTo>
                    <a:pt x="65579" y="34369"/>
                  </a:lnTo>
                  <a:lnTo>
                    <a:pt x="61438" y="37643"/>
                  </a:lnTo>
                  <a:lnTo>
                    <a:pt x="57402" y="41046"/>
                  </a:lnTo>
                  <a:lnTo>
                    <a:pt x="53475" y="44575"/>
                  </a:lnTo>
                  <a:lnTo>
                    <a:pt x="49662" y="48227"/>
                  </a:lnTo>
                  <a:lnTo>
                    <a:pt x="45966" y="51996"/>
                  </a:lnTo>
                  <a:lnTo>
                    <a:pt x="42391" y="55881"/>
                  </a:lnTo>
                  <a:lnTo>
                    <a:pt x="38940" y="59876"/>
                  </a:lnTo>
                  <a:lnTo>
                    <a:pt x="35618" y="63979"/>
                  </a:lnTo>
                  <a:lnTo>
                    <a:pt x="32426" y="68184"/>
                  </a:lnTo>
                  <a:lnTo>
                    <a:pt x="29369" y="72488"/>
                  </a:lnTo>
                  <a:lnTo>
                    <a:pt x="26449" y="76887"/>
                  </a:lnTo>
                  <a:lnTo>
                    <a:pt x="23670" y="81375"/>
                  </a:lnTo>
                  <a:lnTo>
                    <a:pt x="21033" y="85949"/>
                  </a:lnTo>
                  <a:lnTo>
                    <a:pt x="18543" y="90604"/>
                  </a:lnTo>
                  <a:lnTo>
                    <a:pt x="16201" y="95336"/>
                  </a:lnTo>
                  <a:lnTo>
                    <a:pt x="14009" y="100139"/>
                  </a:lnTo>
                  <a:lnTo>
                    <a:pt x="11970" y="105008"/>
                  </a:lnTo>
                  <a:lnTo>
                    <a:pt x="10086" y="109940"/>
                  </a:lnTo>
                  <a:lnTo>
                    <a:pt x="8358" y="114929"/>
                  </a:lnTo>
                  <a:lnTo>
                    <a:pt x="6789" y="119969"/>
                  </a:lnTo>
                  <a:lnTo>
                    <a:pt x="5380" y="125057"/>
                  </a:lnTo>
                  <a:lnTo>
                    <a:pt x="4132" y="130187"/>
                  </a:lnTo>
                  <a:lnTo>
                    <a:pt x="3047" y="135354"/>
                  </a:lnTo>
                  <a:lnTo>
                    <a:pt x="2125" y="140552"/>
                  </a:lnTo>
                  <a:lnTo>
                    <a:pt x="1368" y="145777"/>
                  </a:lnTo>
                  <a:lnTo>
                    <a:pt x="777" y="151023"/>
                  </a:lnTo>
                  <a:lnTo>
                    <a:pt x="351" y="156285"/>
                  </a:lnTo>
                  <a:lnTo>
                    <a:pt x="92" y="161558"/>
                  </a:lnTo>
                  <a:lnTo>
                    <a:pt x="0" y="166837"/>
                  </a:lnTo>
                  <a:lnTo>
                    <a:pt x="74" y="172115"/>
                  </a:lnTo>
                  <a:lnTo>
                    <a:pt x="314" y="177389"/>
                  </a:lnTo>
                  <a:lnTo>
                    <a:pt x="722" y="182653"/>
                  </a:lnTo>
                  <a:lnTo>
                    <a:pt x="1295" y="187901"/>
                  </a:lnTo>
                  <a:lnTo>
                    <a:pt x="2034" y="193128"/>
                  </a:lnTo>
                  <a:lnTo>
                    <a:pt x="2937" y="198330"/>
                  </a:lnTo>
                  <a:lnTo>
                    <a:pt x="4004" y="203500"/>
                  </a:lnTo>
                  <a:lnTo>
                    <a:pt x="5234" y="208634"/>
                  </a:lnTo>
                  <a:lnTo>
                    <a:pt x="6625" y="213727"/>
                  </a:lnTo>
                  <a:lnTo>
                    <a:pt x="8177" y="218773"/>
                  </a:lnTo>
                  <a:lnTo>
                    <a:pt x="9887" y="223768"/>
                  </a:lnTo>
                  <a:lnTo>
                    <a:pt x="11754" y="228706"/>
                  </a:lnTo>
                  <a:lnTo>
                    <a:pt x="13776" y="233583"/>
                  </a:lnTo>
                  <a:lnTo>
                    <a:pt x="15951" y="238393"/>
                  </a:lnTo>
                  <a:lnTo>
                    <a:pt x="18277" y="243133"/>
                  </a:lnTo>
                  <a:lnTo>
                    <a:pt x="20751" y="247797"/>
                  </a:lnTo>
                  <a:lnTo>
                    <a:pt x="23371" y="252380"/>
                  </a:lnTo>
                  <a:lnTo>
                    <a:pt x="26135" y="256878"/>
                  </a:lnTo>
                  <a:lnTo>
                    <a:pt x="29039" y="261287"/>
                  </a:lnTo>
                  <a:lnTo>
                    <a:pt x="32081" y="265601"/>
                  </a:lnTo>
                  <a:lnTo>
                    <a:pt x="35258" y="269818"/>
                  </a:lnTo>
                  <a:lnTo>
                    <a:pt x="38567" y="273932"/>
                  </a:lnTo>
                  <a:lnTo>
                    <a:pt x="42003" y="277939"/>
                  </a:lnTo>
                  <a:lnTo>
                    <a:pt x="45565" y="281836"/>
                  </a:lnTo>
                  <a:lnTo>
                    <a:pt x="49248" y="285619"/>
                  </a:lnTo>
                  <a:lnTo>
                    <a:pt x="53048" y="289284"/>
                  </a:lnTo>
                  <a:lnTo>
                    <a:pt x="56962" y="292826"/>
                  </a:lnTo>
                  <a:lnTo>
                    <a:pt x="60987" y="296243"/>
                  </a:lnTo>
                  <a:lnTo>
                    <a:pt x="65117" y="299532"/>
                  </a:lnTo>
                  <a:lnTo>
                    <a:pt x="69348" y="302688"/>
                  </a:lnTo>
                  <a:lnTo>
                    <a:pt x="73678" y="305710"/>
                  </a:lnTo>
                  <a:lnTo>
                    <a:pt x="78101" y="308593"/>
                  </a:lnTo>
                  <a:lnTo>
                    <a:pt x="82612" y="311335"/>
                  </a:lnTo>
                  <a:lnTo>
                    <a:pt x="87208" y="313933"/>
                  </a:lnTo>
                  <a:lnTo>
                    <a:pt x="91883" y="316384"/>
                  </a:lnTo>
                  <a:lnTo>
                    <a:pt x="96634" y="318687"/>
                  </a:lnTo>
                  <a:lnTo>
                    <a:pt x="101455" y="320839"/>
                  </a:lnTo>
                  <a:lnTo>
                    <a:pt x="106341" y="322837"/>
                  </a:lnTo>
                  <a:lnTo>
                    <a:pt x="111289" y="324680"/>
                  </a:lnTo>
                  <a:lnTo>
                    <a:pt x="116292" y="326366"/>
                  </a:lnTo>
                  <a:lnTo>
                    <a:pt x="121345" y="327893"/>
                  </a:lnTo>
                  <a:lnTo>
                    <a:pt x="126445" y="329260"/>
                  </a:lnTo>
                  <a:lnTo>
                    <a:pt x="131585" y="330465"/>
                  </a:lnTo>
                  <a:lnTo>
                    <a:pt x="136760" y="331507"/>
                  </a:lnTo>
                  <a:lnTo>
                    <a:pt x="141966" y="332385"/>
                  </a:lnTo>
                  <a:lnTo>
                    <a:pt x="147197" y="333099"/>
                  </a:lnTo>
                  <a:lnTo>
                    <a:pt x="152448" y="333646"/>
                  </a:lnTo>
                  <a:lnTo>
                    <a:pt x="157713" y="334028"/>
                  </a:lnTo>
                  <a:lnTo>
                    <a:pt x="162988" y="334243"/>
                  </a:lnTo>
                  <a:lnTo>
                    <a:pt x="168267" y="334292"/>
                  </a:lnTo>
                  <a:lnTo>
                    <a:pt x="173545" y="334174"/>
                  </a:lnTo>
                  <a:lnTo>
                    <a:pt x="178817" y="333889"/>
                  </a:lnTo>
                  <a:lnTo>
                    <a:pt x="184077" y="333438"/>
                  </a:lnTo>
                  <a:lnTo>
                    <a:pt x="189320" y="332821"/>
                  </a:lnTo>
                  <a:lnTo>
                    <a:pt x="194541" y="332039"/>
                  </a:lnTo>
                  <a:lnTo>
                    <a:pt x="199735" y="331092"/>
                  </a:lnTo>
                  <a:lnTo>
                    <a:pt x="204896" y="329982"/>
                  </a:lnTo>
                  <a:lnTo>
                    <a:pt x="210020" y="328710"/>
                  </a:lnTo>
                  <a:lnTo>
                    <a:pt x="215101" y="327276"/>
                  </a:lnTo>
                  <a:lnTo>
                    <a:pt x="220134" y="325682"/>
                  </a:lnTo>
                  <a:lnTo>
                    <a:pt x="225114" y="323931"/>
                  </a:lnTo>
                  <a:lnTo>
                    <a:pt x="230037" y="322023"/>
                  </a:lnTo>
                  <a:lnTo>
                    <a:pt x="234897" y="319960"/>
                  </a:lnTo>
                  <a:lnTo>
                    <a:pt x="239689" y="317745"/>
                  </a:lnTo>
                  <a:lnTo>
                    <a:pt x="244409" y="315380"/>
                  </a:lnTo>
                  <a:lnTo>
                    <a:pt x="249052" y="312867"/>
                  </a:lnTo>
                  <a:lnTo>
                    <a:pt x="253613" y="310209"/>
                  </a:lnTo>
                  <a:lnTo>
                    <a:pt x="258088" y="307408"/>
                  </a:lnTo>
                  <a:lnTo>
                    <a:pt x="262472" y="304467"/>
                  </a:lnTo>
                  <a:lnTo>
                    <a:pt x="266761" y="301389"/>
                  </a:lnTo>
                  <a:lnTo>
                    <a:pt x="270951" y="298177"/>
                  </a:lnTo>
                  <a:lnTo>
                    <a:pt x="275038" y="294834"/>
                  </a:lnTo>
                  <a:lnTo>
                    <a:pt x="279016" y="291364"/>
                  </a:lnTo>
                  <a:lnTo>
                    <a:pt x="282884" y="287770"/>
                  </a:lnTo>
                  <a:lnTo>
                    <a:pt x="286636" y="284056"/>
                  </a:lnTo>
                  <a:lnTo>
                    <a:pt x="290268" y="280225"/>
                  </a:lnTo>
                  <a:lnTo>
                    <a:pt x="293778" y="276282"/>
                  </a:lnTo>
                  <a:lnTo>
                    <a:pt x="297162" y="272229"/>
                  </a:lnTo>
                  <a:lnTo>
                    <a:pt x="300416" y="268072"/>
                  </a:lnTo>
                  <a:lnTo>
                    <a:pt x="303537" y="263814"/>
                  </a:lnTo>
                  <a:lnTo>
                    <a:pt x="306522" y="259460"/>
                  </a:lnTo>
                  <a:lnTo>
                    <a:pt x="309368" y="255013"/>
                  </a:lnTo>
                  <a:lnTo>
                    <a:pt x="312072" y="250479"/>
                  </a:lnTo>
                  <a:lnTo>
                    <a:pt x="314632" y="245862"/>
                  </a:lnTo>
                  <a:lnTo>
                    <a:pt x="317045" y="241166"/>
                  </a:lnTo>
                  <a:lnTo>
                    <a:pt x="319308" y="236396"/>
                  </a:lnTo>
                  <a:lnTo>
                    <a:pt x="321419" y="231557"/>
                  </a:lnTo>
                  <a:lnTo>
                    <a:pt x="323377" y="226654"/>
                  </a:lnTo>
                  <a:lnTo>
                    <a:pt x="325179" y="221692"/>
                  </a:lnTo>
                  <a:lnTo>
                    <a:pt x="326823" y="216675"/>
                  </a:lnTo>
                  <a:lnTo>
                    <a:pt x="328308" y="211609"/>
                  </a:lnTo>
                  <a:lnTo>
                    <a:pt x="329632" y="206499"/>
                  </a:lnTo>
                  <a:lnTo>
                    <a:pt x="330794" y="201349"/>
                  </a:lnTo>
                  <a:lnTo>
                    <a:pt x="331793" y="196165"/>
                  </a:lnTo>
                  <a:lnTo>
                    <a:pt x="332628" y="190952"/>
                  </a:lnTo>
                  <a:lnTo>
                    <a:pt x="333298" y="185715"/>
                  </a:lnTo>
                  <a:lnTo>
                    <a:pt x="333802" y="180460"/>
                  </a:lnTo>
                  <a:lnTo>
                    <a:pt x="334140" y="175191"/>
                  </a:lnTo>
                  <a:lnTo>
                    <a:pt x="334311" y="169915"/>
                  </a:lnTo>
                  <a:lnTo>
                    <a:pt x="334316" y="164635"/>
                  </a:lnTo>
                  <a:lnTo>
                    <a:pt x="334153" y="159359"/>
                  </a:lnTo>
                  <a:lnTo>
                    <a:pt x="333825" y="154089"/>
                  </a:lnTo>
                  <a:lnTo>
                    <a:pt x="333330" y="148833"/>
                  </a:lnTo>
                  <a:lnTo>
                    <a:pt x="332669" y="143595"/>
                  </a:lnTo>
                  <a:lnTo>
                    <a:pt x="331844" y="138381"/>
                  </a:lnTo>
                  <a:lnTo>
                    <a:pt x="330854" y="133195"/>
                  </a:lnTo>
                  <a:lnTo>
                    <a:pt x="329701" y="128044"/>
                  </a:lnTo>
                  <a:lnTo>
                    <a:pt x="328386" y="122931"/>
                  </a:lnTo>
                  <a:lnTo>
                    <a:pt x="326910" y="117862"/>
                  </a:lnTo>
                  <a:lnTo>
                    <a:pt x="325274" y="112842"/>
                  </a:lnTo>
                  <a:lnTo>
                    <a:pt x="323481" y="107877"/>
                  </a:lnTo>
                  <a:lnTo>
                    <a:pt x="321532" y="102970"/>
                  </a:lnTo>
                  <a:lnTo>
                    <a:pt x="319429" y="98128"/>
                  </a:lnTo>
                  <a:lnTo>
                    <a:pt x="317174" y="93354"/>
                  </a:lnTo>
                  <a:lnTo>
                    <a:pt x="314770" y="88654"/>
                  </a:lnTo>
                  <a:lnTo>
                    <a:pt x="312218" y="84032"/>
                  </a:lnTo>
                  <a:lnTo>
                    <a:pt x="309522" y="79493"/>
                  </a:lnTo>
                  <a:lnTo>
                    <a:pt x="306684" y="75042"/>
                  </a:lnTo>
                  <a:lnTo>
                    <a:pt x="303706" y="70682"/>
                  </a:lnTo>
                  <a:lnTo>
                    <a:pt x="300593" y="66419"/>
                  </a:lnTo>
                  <a:lnTo>
                    <a:pt x="297346" y="62256"/>
                  </a:lnTo>
                  <a:lnTo>
                    <a:pt x="293970" y="58197"/>
                  </a:lnTo>
                  <a:lnTo>
                    <a:pt x="290467" y="54248"/>
                  </a:lnTo>
                  <a:lnTo>
                    <a:pt x="286841" y="50410"/>
                  </a:lnTo>
                  <a:lnTo>
                    <a:pt x="283095" y="46690"/>
                  </a:lnTo>
                  <a:lnTo>
                    <a:pt x="279235" y="43089"/>
                  </a:lnTo>
                  <a:lnTo>
                    <a:pt x="275262" y="39612"/>
                  </a:lnTo>
                  <a:lnTo>
                    <a:pt x="271181" y="36262"/>
                  </a:lnTo>
                  <a:lnTo>
                    <a:pt x="266997" y="33043"/>
                  </a:lnTo>
                  <a:lnTo>
                    <a:pt x="262713" y="29958"/>
                  </a:lnTo>
                  <a:lnTo>
                    <a:pt x="258334" y="27009"/>
                  </a:lnTo>
                  <a:lnTo>
                    <a:pt x="253864" y="24200"/>
                  </a:lnTo>
                  <a:lnTo>
                    <a:pt x="249308" y="21534"/>
                  </a:lnTo>
                  <a:lnTo>
                    <a:pt x="244669" y="19012"/>
                  </a:lnTo>
                  <a:lnTo>
                    <a:pt x="239953" y="16639"/>
                  </a:lnTo>
                  <a:lnTo>
                    <a:pt x="235165" y="14416"/>
                  </a:lnTo>
                  <a:lnTo>
                    <a:pt x="230309" y="12344"/>
                  </a:lnTo>
                  <a:lnTo>
                    <a:pt x="225390" y="10428"/>
                  </a:lnTo>
                  <a:lnTo>
                    <a:pt x="220413" y="8667"/>
                  </a:lnTo>
                  <a:lnTo>
                    <a:pt x="215382" y="7065"/>
                  </a:lnTo>
                  <a:lnTo>
                    <a:pt x="210304" y="5622"/>
                  </a:lnTo>
                  <a:lnTo>
                    <a:pt x="205182" y="4341"/>
                  </a:lnTo>
                  <a:lnTo>
                    <a:pt x="167167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38015" cy="167167"/>
            </a:xfrm>
            <a:custGeom>
              <a:avLst/>
              <a:pathLst>
                <a:path w="38015" h="167167">
                  <a:moveTo>
                    <a:pt x="38015" y="4379"/>
                  </a:moveTo>
                  <a:lnTo>
                    <a:pt x="31765" y="3045"/>
                  </a:lnTo>
                  <a:lnTo>
                    <a:pt x="25467" y="1951"/>
                  </a:lnTo>
                  <a:lnTo>
                    <a:pt x="19133" y="1098"/>
                  </a:lnTo>
                  <a:lnTo>
                    <a:pt x="12771" y="488"/>
                  </a:lnTo>
                  <a:lnTo>
                    <a:pt x="6390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9660" y="5399291"/>
              <a:ext cx="43883" cy="167167"/>
            </a:xfrm>
            <a:custGeom>
              <a:avLst/>
              <a:pathLst>
                <a:path w="43883" h="167167">
                  <a:moveTo>
                    <a:pt x="43883" y="0"/>
                  </a:moveTo>
                  <a:lnTo>
                    <a:pt x="37541" y="120"/>
                  </a:lnTo>
                  <a:lnTo>
                    <a:pt x="31208" y="481"/>
                  </a:lnTo>
                  <a:lnTo>
                    <a:pt x="24894" y="1082"/>
                  </a:lnTo>
                  <a:lnTo>
                    <a:pt x="18607" y="1921"/>
                  </a:lnTo>
                  <a:lnTo>
                    <a:pt x="12356" y="2999"/>
                  </a:lnTo>
                  <a:lnTo>
                    <a:pt x="6151" y="4314"/>
                  </a:lnTo>
                  <a:lnTo>
                    <a:pt x="0" y="5862"/>
                  </a:lnTo>
                  <a:lnTo>
                    <a:pt x="438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77" y="5405154"/>
              <a:ext cx="167166" cy="273786"/>
            </a:xfrm>
            <a:custGeom>
              <a:avLst/>
              <a:pathLst>
                <a:path w="167166" h="273786">
                  <a:moveTo>
                    <a:pt x="123283" y="0"/>
                  </a:moveTo>
                  <a:lnTo>
                    <a:pt x="118156" y="1482"/>
                  </a:lnTo>
                  <a:lnTo>
                    <a:pt x="113079" y="3128"/>
                  </a:lnTo>
                  <a:lnTo>
                    <a:pt x="108058" y="4935"/>
                  </a:lnTo>
                  <a:lnTo>
                    <a:pt x="103097" y="6902"/>
                  </a:lnTo>
                  <a:lnTo>
                    <a:pt x="98201" y="9026"/>
                  </a:lnTo>
                  <a:lnTo>
                    <a:pt x="93375" y="11305"/>
                  </a:lnTo>
                  <a:lnTo>
                    <a:pt x="88625" y="13736"/>
                  </a:lnTo>
                  <a:lnTo>
                    <a:pt x="83954" y="16319"/>
                  </a:lnTo>
                  <a:lnTo>
                    <a:pt x="79369" y="19049"/>
                  </a:lnTo>
                  <a:lnTo>
                    <a:pt x="74873" y="21924"/>
                  </a:lnTo>
                  <a:lnTo>
                    <a:pt x="70470" y="24941"/>
                  </a:lnTo>
                  <a:lnTo>
                    <a:pt x="66167" y="28097"/>
                  </a:lnTo>
                  <a:lnTo>
                    <a:pt x="61966" y="31389"/>
                  </a:lnTo>
                  <a:lnTo>
                    <a:pt x="57873" y="34813"/>
                  </a:lnTo>
                  <a:lnTo>
                    <a:pt x="53891" y="38366"/>
                  </a:lnTo>
                  <a:lnTo>
                    <a:pt x="50025" y="42044"/>
                  </a:lnTo>
                  <a:lnTo>
                    <a:pt x="46277" y="45844"/>
                  </a:lnTo>
                  <a:lnTo>
                    <a:pt x="42654" y="49762"/>
                  </a:lnTo>
                  <a:lnTo>
                    <a:pt x="39156" y="53793"/>
                  </a:lnTo>
                  <a:lnTo>
                    <a:pt x="35790" y="57934"/>
                  </a:lnTo>
                  <a:lnTo>
                    <a:pt x="32557" y="62181"/>
                  </a:lnTo>
                  <a:lnTo>
                    <a:pt x="29462" y="66528"/>
                  </a:lnTo>
                  <a:lnTo>
                    <a:pt x="26507" y="70972"/>
                  </a:lnTo>
                  <a:lnTo>
                    <a:pt x="23695" y="75508"/>
                  </a:lnTo>
                  <a:lnTo>
                    <a:pt x="21029" y="80131"/>
                  </a:lnTo>
                  <a:lnTo>
                    <a:pt x="18513" y="84837"/>
                  </a:lnTo>
                  <a:lnTo>
                    <a:pt x="16148" y="89621"/>
                  </a:lnTo>
                  <a:lnTo>
                    <a:pt x="13936" y="94478"/>
                  </a:lnTo>
                  <a:lnTo>
                    <a:pt x="11881" y="99403"/>
                  </a:lnTo>
                  <a:lnTo>
                    <a:pt x="9985" y="104392"/>
                  </a:lnTo>
                  <a:lnTo>
                    <a:pt x="8248" y="109438"/>
                  </a:lnTo>
                  <a:lnTo>
                    <a:pt x="6673" y="114537"/>
                  </a:lnTo>
                  <a:lnTo>
                    <a:pt x="5262" y="119684"/>
                  </a:lnTo>
                  <a:lnTo>
                    <a:pt x="4016" y="124873"/>
                  </a:lnTo>
                  <a:lnTo>
                    <a:pt x="2937" y="130100"/>
                  </a:lnTo>
                  <a:lnTo>
                    <a:pt x="2024" y="135358"/>
                  </a:lnTo>
                  <a:lnTo>
                    <a:pt x="1280" y="140642"/>
                  </a:lnTo>
                  <a:lnTo>
                    <a:pt x="705" y="145948"/>
                  </a:lnTo>
                  <a:lnTo>
                    <a:pt x="300" y="151269"/>
                  </a:lnTo>
                  <a:lnTo>
                    <a:pt x="64" y="156601"/>
                  </a:lnTo>
                  <a:lnTo>
                    <a:pt x="0" y="161937"/>
                  </a:lnTo>
                  <a:lnTo>
                    <a:pt x="105" y="167273"/>
                  </a:lnTo>
                  <a:lnTo>
                    <a:pt x="381" y="172602"/>
                  </a:lnTo>
                  <a:lnTo>
                    <a:pt x="826" y="177921"/>
                  </a:lnTo>
                  <a:lnTo>
                    <a:pt x="1441" y="183222"/>
                  </a:lnTo>
                  <a:lnTo>
                    <a:pt x="2225" y="188501"/>
                  </a:lnTo>
                  <a:lnTo>
                    <a:pt x="3178" y="193752"/>
                  </a:lnTo>
                  <a:lnTo>
                    <a:pt x="4297" y="198970"/>
                  </a:lnTo>
                  <a:lnTo>
                    <a:pt x="5582" y="204149"/>
                  </a:lnTo>
                  <a:lnTo>
                    <a:pt x="7032" y="209285"/>
                  </a:lnTo>
                  <a:lnTo>
                    <a:pt x="8645" y="214372"/>
                  </a:lnTo>
                  <a:lnTo>
                    <a:pt x="10420" y="219405"/>
                  </a:lnTo>
                  <a:lnTo>
                    <a:pt x="12355" y="224379"/>
                  </a:lnTo>
                  <a:lnTo>
                    <a:pt x="14447" y="229289"/>
                  </a:lnTo>
                  <a:lnTo>
                    <a:pt x="16695" y="234129"/>
                  </a:lnTo>
                  <a:lnTo>
                    <a:pt x="19096" y="238895"/>
                  </a:lnTo>
                  <a:lnTo>
                    <a:pt x="21648" y="243582"/>
                  </a:lnTo>
                  <a:lnTo>
                    <a:pt x="24349" y="248185"/>
                  </a:lnTo>
                  <a:lnTo>
                    <a:pt x="27195" y="252699"/>
                  </a:lnTo>
                  <a:lnTo>
                    <a:pt x="30183" y="257121"/>
                  </a:lnTo>
                  <a:lnTo>
                    <a:pt x="33312" y="261444"/>
                  </a:lnTo>
                  <a:lnTo>
                    <a:pt x="36576" y="265666"/>
                  </a:lnTo>
                  <a:lnTo>
                    <a:pt x="39974" y="269781"/>
                  </a:lnTo>
                  <a:lnTo>
                    <a:pt x="43502" y="273786"/>
                  </a:lnTo>
                  <a:lnTo>
                    <a:pt x="167166" y="161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99880" y="5399291"/>
              <a:ext cx="290817" cy="334331"/>
            </a:xfrm>
            <a:custGeom>
              <a:avLst/>
              <a:pathLst>
                <a:path w="290817" h="334331">
                  <a:moveTo>
                    <a:pt x="0" y="279649"/>
                  </a:moveTo>
                  <a:lnTo>
                    <a:pt x="3638" y="283523"/>
                  </a:lnTo>
                  <a:lnTo>
                    <a:pt x="7397" y="287280"/>
                  </a:lnTo>
                  <a:lnTo>
                    <a:pt x="11274" y="290915"/>
                  </a:lnTo>
                  <a:lnTo>
                    <a:pt x="15265" y="294425"/>
                  </a:lnTo>
                  <a:lnTo>
                    <a:pt x="19365" y="297807"/>
                  </a:lnTo>
                  <a:lnTo>
                    <a:pt x="23571" y="301056"/>
                  </a:lnTo>
                  <a:lnTo>
                    <a:pt x="27878" y="304171"/>
                  </a:lnTo>
                  <a:lnTo>
                    <a:pt x="32281" y="307146"/>
                  </a:lnTo>
                  <a:lnTo>
                    <a:pt x="36777" y="309981"/>
                  </a:lnTo>
                  <a:lnTo>
                    <a:pt x="41361" y="312670"/>
                  </a:lnTo>
                  <a:lnTo>
                    <a:pt x="46028" y="315213"/>
                  </a:lnTo>
                  <a:lnTo>
                    <a:pt x="50774" y="317606"/>
                  </a:lnTo>
                  <a:lnTo>
                    <a:pt x="55593" y="319847"/>
                  </a:lnTo>
                  <a:lnTo>
                    <a:pt x="60481" y="321934"/>
                  </a:lnTo>
                  <a:lnTo>
                    <a:pt x="65433" y="323864"/>
                  </a:lnTo>
                  <a:lnTo>
                    <a:pt x="70443" y="325636"/>
                  </a:lnTo>
                  <a:lnTo>
                    <a:pt x="75508" y="327248"/>
                  </a:lnTo>
                  <a:lnTo>
                    <a:pt x="80621" y="328698"/>
                  </a:lnTo>
                  <a:lnTo>
                    <a:pt x="85778" y="329985"/>
                  </a:lnTo>
                  <a:lnTo>
                    <a:pt x="90973" y="331107"/>
                  </a:lnTo>
                  <a:lnTo>
                    <a:pt x="96201" y="332063"/>
                  </a:lnTo>
                  <a:lnTo>
                    <a:pt x="101456" y="332853"/>
                  </a:lnTo>
                  <a:lnTo>
                    <a:pt x="106735" y="333475"/>
                  </a:lnTo>
                  <a:lnTo>
                    <a:pt x="112030" y="333929"/>
                  </a:lnTo>
                  <a:lnTo>
                    <a:pt x="117337" y="334215"/>
                  </a:lnTo>
                  <a:lnTo>
                    <a:pt x="122651" y="334331"/>
                  </a:lnTo>
                  <a:lnTo>
                    <a:pt x="127965" y="334279"/>
                  </a:lnTo>
                  <a:lnTo>
                    <a:pt x="133275" y="334058"/>
                  </a:lnTo>
                  <a:lnTo>
                    <a:pt x="138576" y="333668"/>
                  </a:lnTo>
                  <a:lnTo>
                    <a:pt x="143861" y="333110"/>
                  </a:lnTo>
                  <a:lnTo>
                    <a:pt x="149126" y="332384"/>
                  </a:lnTo>
                  <a:lnTo>
                    <a:pt x="154365" y="331491"/>
                  </a:lnTo>
                  <a:lnTo>
                    <a:pt x="159573" y="330432"/>
                  </a:lnTo>
                  <a:lnTo>
                    <a:pt x="164745" y="329208"/>
                  </a:lnTo>
                  <a:lnTo>
                    <a:pt x="169876" y="327820"/>
                  </a:lnTo>
                  <a:lnTo>
                    <a:pt x="174959" y="326270"/>
                  </a:lnTo>
                  <a:lnTo>
                    <a:pt x="179991" y="324559"/>
                  </a:lnTo>
                  <a:lnTo>
                    <a:pt x="184966" y="322688"/>
                  </a:lnTo>
                  <a:lnTo>
                    <a:pt x="189879" y="320661"/>
                  </a:lnTo>
                  <a:lnTo>
                    <a:pt x="194725" y="318479"/>
                  </a:lnTo>
                  <a:lnTo>
                    <a:pt x="199499" y="316143"/>
                  </a:lnTo>
                  <a:lnTo>
                    <a:pt x="204197" y="313657"/>
                  </a:lnTo>
                  <a:lnTo>
                    <a:pt x="208813" y="311023"/>
                  </a:lnTo>
                  <a:lnTo>
                    <a:pt x="213343" y="308243"/>
                  </a:lnTo>
                  <a:lnTo>
                    <a:pt x="217782" y="305321"/>
                  </a:lnTo>
                  <a:lnTo>
                    <a:pt x="222126" y="302260"/>
                  </a:lnTo>
                  <a:lnTo>
                    <a:pt x="226371" y="299061"/>
                  </a:lnTo>
                  <a:lnTo>
                    <a:pt x="230512" y="295730"/>
                  </a:lnTo>
                  <a:lnTo>
                    <a:pt x="234545" y="292268"/>
                  </a:lnTo>
                  <a:lnTo>
                    <a:pt x="238466" y="288680"/>
                  </a:lnTo>
                  <a:lnTo>
                    <a:pt x="242270" y="284969"/>
                  </a:lnTo>
                  <a:lnTo>
                    <a:pt x="245955" y="281139"/>
                  </a:lnTo>
                  <a:lnTo>
                    <a:pt x="249517" y="277194"/>
                  </a:lnTo>
                  <a:lnTo>
                    <a:pt x="252951" y="273138"/>
                  </a:lnTo>
                  <a:lnTo>
                    <a:pt x="256254" y="268974"/>
                  </a:lnTo>
                  <a:lnTo>
                    <a:pt x="259423" y="264708"/>
                  </a:lnTo>
                  <a:lnTo>
                    <a:pt x="262455" y="260343"/>
                  </a:lnTo>
                  <a:lnTo>
                    <a:pt x="265347" y="255884"/>
                  </a:lnTo>
                  <a:lnTo>
                    <a:pt x="268096" y="251335"/>
                  </a:lnTo>
                  <a:lnTo>
                    <a:pt x="270699" y="246701"/>
                  </a:lnTo>
                  <a:lnTo>
                    <a:pt x="273153" y="241987"/>
                  </a:lnTo>
                  <a:lnTo>
                    <a:pt x="275455" y="237197"/>
                  </a:lnTo>
                  <a:lnTo>
                    <a:pt x="277605" y="232336"/>
                  </a:lnTo>
                  <a:lnTo>
                    <a:pt x="279599" y="227409"/>
                  </a:lnTo>
                  <a:lnTo>
                    <a:pt x="281435" y="222422"/>
                  </a:lnTo>
                  <a:lnTo>
                    <a:pt x="283112" y="217378"/>
                  </a:lnTo>
                  <a:lnTo>
                    <a:pt x="284627" y="212284"/>
                  </a:lnTo>
                  <a:lnTo>
                    <a:pt x="285980" y="207145"/>
                  </a:lnTo>
                  <a:lnTo>
                    <a:pt x="287169" y="201965"/>
                  </a:lnTo>
                  <a:lnTo>
                    <a:pt x="288193" y="196749"/>
                  </a:lnTo>
                  <a:lnTo>
                    <a:pt x="289050" y="191504"/>
                  </a:lnTo>
                  <a:lnTo>
                    <a:pt x="289740" y="186234"/>
                  </a:lnTo>
                  <a:lnTo>
                    <a:pt x="290262" y="180945"/>
                  </a:lnTo>
                  <a:lnTo>
                    <a:pt x="290616" y="175642"/>
                  </a:lnTo>
                  <a:lnTo>
                    <a:pt x="290801" y="170331"/>
                  </a:lnTo>
                  <a:lnTo>
                    <a:pt x="290817" y="165016"/>
                  </a:lnTo>
                  <a:lnTo>
                    <a:pt x="290664" y="159703"/>
                  </a:lnTo>
                  <a:lnTo>
                    <a:pt x="290343" y="154398"/>
                  </a:lnTo>
                  <a:lnTo>
                    <a:pt x="289852" y="149106"/>
                  </a:lnTo>
                  <a:lnTo>
                    <a:pt x="289194" y="143832"/>
                  </a:lnTo>
                  <a:lnTo>
                    <a:pt x="288369" y="138582"/>
                  </a:lnTo>
                  <a:lnTo>
                    <a:pt x="287377" y="133361"/>
                  </a:lnTo>
                  <a:lnTo>
                    <a:pt x="286220" y="128173"/>
                  </a:lnTo>
                  <a:lnTo>
                    <a:pt x="284898" y="123026"/>
                  </a:lnTo>
                  <a:lnTo>
                    <a:pt x="283413" y="117922"/>
                  </a:lnTo>
                  <a:lnTo>
                    <a:pt x="281767" y="112869"/>
                  </a:lnTo>
                  <a:lnTo>
                    <a:pt x="279961" y="107871"/>
                  </a:lnTo>
                  <a:lnTo>
                    <a:pt x="277997" y="102932"/>
                  </a:lnTo>
                  <a:lnTo>
                    <a:pt x="275877" y="98058"/>
                  </a:lnTo>
                  <a:lnTo>
                    <a:pt x="273603" y="93255"/>
                  </a:lnTo>
                  <a:lnTo>
                    <a:pt x="271178" y="88525"/>
                  </a:lnTo>
                  <a:lnTo>
                    <a:pt x="268603" y="83876"/>
                  </a:lnTo>
                  <a:lnTo>
                    <a:pt x="265882" y="79310"/>
                  </a:lnTo>
                  <a:lnTo>
                    <a:pt x="263018" y="74834"/>
                  </a:lnTo>
                  <a:lnTo>
                    <a:pt x="260012" y="70451"/>
                  </a:lnTo>
                  <a:lnTo>
                    <a:pt x="256868" y="66165"/>
                  </a:lnTo>
                  <a:lnTo>
                    <a:pt x="253590" y="61982"/>
                  </a:lnTo>
                  <a:lnTo>
                    <a:pt x="250181" y="57904"/>
                  </a:lnTo>
                  <a:lnTo>
                    <a:pt x="246644" y="53938"/>
                  </a:lnTo>
                  <a:lnTo>
                    <a:pt x="242982" y="50086"/>
                  </a:lnTo>
                  <a:lnTo>
                    <a:pt x="239200" y="46352"/>
                  </a:lnTo>
                  <a:lnTo>
                    <a:pt x="235301" y="42740"/>
                  </a:lnTo>
                  <a:lnTo>
                    <a:pt x="231289" y="39254"/>
                  </a:lnTo>
                  <a:lnTo>
                    <a:pt x="227168" y="35897"/>
                  </a:lnTo>
                  <a:lnTo>
                    <a:pt x="222943" y="32673"/>
                  </a:lnTo>
                  <a:lnTo>
                    <a:pt x="218618" y="29585"/>
                  </a:lnTo>
                  <a:lnTo>
                    <a:pt x="214196" y="26636"/>
                  </a:lnTo>
                  <a:lnTo>
                    <a:pt x="209683" y="23829"/>
                  </a:lnTo>
                  <a:lnTo>
                    <a:pt x="205083" y="21167"/>
                  </a:lnTo>
                  <a:lnTo>
                    <a:pt x="200400" y="18653"/>
                  </a:lnTo>
                  <a:lnTo>
                    <a:pt x="195641" y="16289"/>
                  </a:lnTo>
                  <a:lnTo>
                    <a:pt x="190808" y="14077"/>
                  </a:lnTo>
                  <a:lnTo>
                    <a:pt x="185907" y="12020"/>
                  </a:lnTo>
                  <a:lnTo>
                    <a:pt x="180944" y="10119"/>
                  </a:lnTo>
                  <a:lnTo>
                    <a:pt x="175923" y="8378"/>
                  </a:lnTo>
                  <a:lnTo>
                    <a:pt x="170848" y="6797"/>
                  </a:lnTo>
                  <a:lnTo>
                    <a:pt x="165727" y="5378"/>
                  </a:lnTo>
                  <a:lnTo>
                    <a:pt x="160562" y="4123"/>
                  </a:lnTo>
                  <a:lnTo>
                    <a:pt x="155360" y="3032"/>
                  </a:lnTo>
                  <a:lnTo>
                    <a:pt x="150127" y="2107"/>
                  </a:lnTo>
                  <a:lnTo>
                    <a:pt x="144866" y="1350"/>
                  </a:lnTo>
                  <a:lnTo>
                    <a:pt x="139584" y="759"/>
                  </a:lnTo>
                  <a:lnTo>
                    <a:pt x="134286" y="337"/>
                  </a:lnTo>
                  <a:lnTo>
                    <a:pt x="128978" y="84"/>
                  </a:lnTo>
                  <a:lnTo>
                    <a:pt x="123664" y="0"/>
                  </a:lnTo>
                  <a:lnTo>
                    <a:pt x="1236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1044" y="5269756"/>
              <a:ext cx="24213" cy="167167"/>
            </a:xfrm>
            <a:custGeom>
              <a:avLst/>
              <a:pathLst>
                <a:path w="24213" h="167167">
                  <a:moveTo>
                    <a:pt x="24213" y="0"/>
                  </a:moveTo>
                  <a:lnTo>
                    <a:pt x="16117" y="196"/>
                  </a:lnTo>
                  <a:lnTo>
                    <a:pt x="8039" y="784"/>
                  </a:lnTo>
                  <a:lnTo>
                    <a:pt x="0" y="1762"/>
                  </a:lnTo>
                  <a:lnTo>
                    <a:pt x="2421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1044" y="5271519"/>
              <a:ext cx="24213" cy="165404"/>
            </a:xfrm>
            <a:custGeom>
              <a:avLst/>
              <a:pathLst>
                <a:path w="24213" h="165404">
                  <a:moveTo>
                    <a:pt x="0" y="0"/>
                  </a:moveTo>
                  <a:lnTo>
                    <a:pt x="24213" y="165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1044" y="5271519"/>
              <a:ext cx="24213" cy="165404"/>
            </a:xfrm>
            <a:custGeom>
              <a:avLst/>
              <a:pathLst>
                <a:path w="24213" h="165404">
                  <a:moveTo>
                    <a:pt x="0" y="0"/>
                  </a:moveTo>
                  <a:lnTo>
                    <a:pt x="24213" y="165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1044" y="5271519"/>
              <a:ext cx="24213" cy="165404"/>
            </a:xfrm>
            <a:custGeom>
              <a:avLst/>
              <a:pathLst>
                <a:path w="24213" h="165404">
                  <a:moveTo>
                    <a:pt x="0" y="0"/>
                  </a:moveTo>
                  <a:lnTo>
                    <a:pt x="24213" y="1654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1044" y="5271519"/>
              <a:ext cx="24213" cy="165404"/>
            </a:xfrm>
            <a:custGeom>
              <a:avLst/>
              <a:pathLst>
                <a:path w="24213" h="165404">
                  <a:moveTo>
                    <a:pt x="0" y="0"/>
                  </a:moveTo>
                  <a:lnTo>
                    <a:pt x="24213" y="1654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80483" y="5271519"/>
              <a:ext cx="164775" cy="165404"/>
            </a:xfrm>
            <a:custGeom>
              <a:avLst/>
              <a:pathLst>
                <a:path w="164775" h="165404">
                  <a:moveTo>
                    <a:pt x="140561" y="0"/>
                  </a:moveTo>
                  <a:lnTo>
                    <a:pt x="135108" y="890"/>
                  </a:lnTo>
                  <a:lnTo>
                    <a:pt x="129687" y="1960"/>
                  </a:lnTo>
                  <a:lnTo>
                    <a:pt x="124305" y="3209"/>
                  </a:lnTo>
                  <a:lnTo>
                    <a:pt x="118967" y="4635"/>
                  </a:lnTo>
                  <a:lnTo>
                    <a:pt x="113679" y="6237"/>
                  </a:lnTo>
                  <a:lnTo>
                    <a:pt x="108446" y="8013"/>
                  </a:lnTo>
                  <a:lnTo>
                    <a:pt x="103276" y="9960"/>
                  </a:lnTo>
                  <a:lnTo>
                    <a:pt x="98172" y="12077"/>
                  </a:lnTo>
                  <a:lnTo>
                    <a:pt x="93141" y="14362"/>
                  </a:lnTo>
                  <a:lnTo>
                    <a:pt x="88189" y="16812"/>
                  </a:lnTo>
                  <a:lnTo>
                    <a:pt x="83320" y="19424"/>
                  </a:lnTo>
                  <a:lnTo>
                    <a:pt x="78540" y="22196"/>
                  </a:lnTo>
                  <a:lnTo>
                    <a:pt x="73854" y="25124"/>
                  </a:lnTo>
                  <a:lnTo>
                    <a:pt x="69268" y="28206"/>
                  </a:lnTo>
                  <a:lnTo>
                    <a:pt x="64786" y="31437"/>
                  </a:lnTo>
                  <a:lnTo>
                    <a:pt x="60413" y="34814"/>
                  </a:lnTo>
                  <a:lnTo>
                    <a:pt x="56155" y="38335"/>
                  </a:lnTo>
                  <a:lnTo>
                    <a:pt x="52014" y="41994"/>
                  </a:lnTo>
                  <a:lnTo>
                    <a:pt x="47998" y="45788"/>
                  </a:lnTo>
                  <a:lnTo>
                    <a:pt x="44108" y="49712"/>
                  </a:lnTo>
                  <a:lnTo>
                    <a:pt x="40351" y="53764"/>
                  </a:lnTo>
                  <a:lnTo>
                    <a:pt x="36729" y="57936"/>
                  </a:lnTo>
                  <a:lnTo>
                    <a:pt x="33248" y="62227"/>
                  </a:lnTo>
                  <a:lnTo>
                    <a:pt x="29910" y="66630"/>
                  </a:lnTo>
                  <a:lnTo>
                    <a:pt x="26719" y="71141"/>
                  </a:lnTo>
                  <a:lnTo>
                    <a:pt x="23679" y="75755"/>
                  </a:lnTo>
                  <a:lnTo>
                    <a:pt x="20793" y="80467"/>
                  </a:lnTo>
                  <a:lnTo>
                    <a:pt x="18065" y="85272"/>
                  </a:lnTo>
                  <a:lnTo>
                    <a:pt x="15497" y="90164"/>
                  </a:lnTo>
                  <a:lnTo>
                    <a:pt x="13092" y="95138"/>
                  </a:lnTo>
                  <a:lnTo>
                    <a:pt x="10853" y="100190"/>
                  </a:lnTo>
                  <a:lnTo>
                    <a:pt x="8781" y="105312"/>
                  </a:lnTo>
                  <a:lnTo>
                    <a:pt x="6881" y="110500"/>
                  </a:lnTo>
                  <a:lnTo>
                    <a:pt x="5153" y="115748"/>
                  </a:lnTo>
                  <a:lnTo>
                    <a:pt x="3599" y="121051"/>
                  </a:lnTo>
                  <a:lnTo>
                    <a:pt x="2221" y="126402"/>
                  </a:lnTo>
                  <a:lnTo>
                    <a:pt x="1021" y="131795"/>
                  </a:lnTo>
                  <a:lnTo>
                    <a:pt x="0" y="137225"/>
                  </a:lnTo>
                  <a:lnTo>
                    <a:pt x="164775" y="1654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101" y="5269756"/>
              <a:ext cx="334308" cy="334333"/>
            </a:xfrm>
            <a:custGeom>
              <a:avLst/>
              <a:pathLst>
                <a:path w="334308" h="334333">
                  <a:moveTo>
                    <a:pt x="2382" y="138988"/>
                  </a:moveTo>
                  <a:lnTo>
                    <a:pt x="1571" y="144225"/>
                  </a:lnTo>
                  <a:lnTo>
                    <a:pt x="927" y="149484"/>
                  </a:lnTo>
                  <a:lnTo>
                    <a:pt x="451" y="154762"/>
                  </a:lnTo>
                  <a:lnTo>
                    <a:pt x="141" y="160052"/>
                  </a:lnTo>
                  <a:lnTo>
                    <a:pt x="0" y="165349"/>
                  </a:lnTo>
                  <a:lnTo>
                    <a:pt x="26" y="170648"/>
                  </a:lnTo>
                  <a:lnTo>
                    <a:pt x="220" y="175943"/>
                  </a:lnTo>
                  <a:lnTo>
                    <a:pt x="582" y="181230"/>
                  </a:lnTo>
                  <a:lnTo>
                    <a:pt x="1112" y="186502"/>
                  </a:lnTo>
                  <a:lnTo>
                    <a:pt x="1808" y="191755"/>
                  </a:lnTo>
                  <a:lnTo>
                    <a:pt x="2670" y="196983"/>
                  </a:lnTo>
                  <a:lnTo>
                    <a:pt x="3698" y="202182"/>
                  </a:lnTo>
                  <a:lnTo>
                    <a:pt x="4890" y="207345"/>
                  </a:lnTo>
                  <a:lnTo>
                    <a:pt x="6245" y="212468"/>
                  </a:lnTo>
                  <a:lnTo>
                    <a:pt x="7761" y="217545"/>
                  </a:lnTo>
                  <a:lnTo>
                    <a:pt x="9438" y="222572"/>
                  </a:lnTo>
                  <a:lnTo>
                    <a:pt x="11273" y="227543"/>
                  </a:lnTo>
                  <a:lnTo>
                    <a:pt x="13265" y="232453"/>
                  </a:lnTo>
                  <a:lnTo>
                    <a:pt x="15412" y="237298"/>
                  </a:lnTo>
                  <a:lnTo>
                    <a:pt x="17711" y="242072"/>
                  </a:lnTo>
                  <a:lnTo>
                    <a:pt x="20160" y="246771"/>
                  </a:lnTo>
                  <a:lnTo>
                    <a:pt x="22757" y="251390"/>
                  </a:lnTo>
                  <a:lnTo>
                    <a:pt x="25499" y="255924"/>
                  </a:lnTo>
                  <a:lnTo>
                    <a:pt x="28383" y="260369"/>
                  </a:lnTo>
                  <a:lnTo>
                    <a:pt x="31407" y="264721"/>
                  </a:lnTo>
                  <a:lnTo>
                    <a:pt x="34567" y="268975"/>
                  </a:lnTo>
                  <a:lnTo>
                    <a:pt x="37860" y="273126"/>
                  </a:lnTo>
                  <a:lnTo>
                    <a:pt x="41283" y="277171"/>
                  </a:lnTo>
                  <a:lnTo>
                    <a:pt x="44833" y="281105"/>
                  </a:lnTo>
                  <a:lnTo>
                    <a:pt x="48506" y="284924"/>
                  </a:lnTo>
                  <a:lnTo>
                    <a:pt x="52298" y="288626"/>
                  </a:lnTo>
                  <a:lnTo>
                    <a:pt x="56205" y="292205"/>
                  </a:lnTo>
                  <a:lnTo>
                    <a:pt x="60224" y="295659"/>
                  </a:lnTo>
                  <a:lnTo>
                    <a:pt x="64350" y="298984"/>
                  </a:lnTo>
                  <a:lnTo>
                    <a:pt x="68579" y="302176"/>
                  </a:lnTo>
                  <a:lnTo>
                    <a:pt x="72908" y="305232"/>
                  </a:lnTo>
                  <a:lnTo>
                    <a:pt x="77331" y="308150"/>
                  </a:lnTo>
                  <a:lnTo>
                    <a:pt x="81845" y="310926"/>
                  </a:lnTo>
                  <a:lnTo>
                    <a:pt x="86444" y="313558"/>
                  </a:lnTo>
                  <a:lnTo>
                    <a:pt x="91124" y="316043"/>
                  </a:lnTo>
                  <a:lnTo>
                    <a:pt x="95881" y="318378"/>
                  </a:lnTo>
                  <a:lnTo>
                    <a:pt x="100709" y="320561"/>
                  </a:lnTo>
                  <a:lnTo>
                    <a:pt x="105605" y="322590"/>
                  </a:lnTo>
                  <a:lnTo>
                    <a:pt x="110562" y="324463"/>
                  </a:lnTo>
                  <a:lnTo>
                    <a:pt x="115575" y="326177"/>
                  </a:lnTo>
                  <a:lnTo>
                    <a:pt x="120641" y="327732"/>
                  </a:lnTo>
                  <a:lnTo>
                    <a:pt x="125753" y="329126"/>
                  </a:lnTo>
                  <a:lnTo>
                    <a:pt x="130907" y="330357"/>
                  </a:lnTo>
                  <a:lnTo>
                    <a:pt x="136098" y="331424"/>
                  </a:lnTo>
                  <a:lnTo>
                    <a:pt x="141320" y="332326"/>
                  </a:lnTo>
                  <a:lnTo>
                    <a:pt x="146567" y="333062"/>
                  </a:lnTo>
                  <a:lnTo>
                    <a:pt x="151835" y="333631"/>
                  </a:lnTo>
                  <a:lnTo>
                    <a:pt x="157119" y="334033"/>
                  </a:lnTo>
                  <a:lnTo>
                    <a:pt x="162413" y="334267"/>
                  </a:lnTo>
                  <a:lnTo>
                    <a:pt x="167711" y="334333"/>
                  </a:lnTo>
                  <a:lnTo>
                    <a:pt x="173009" y="334232"/>
                  </a:lnTo>
                  <a:lnTo>
                    <a:pt x="178301" y="333962"/>
                  </a:lnTo>
                  <a:lnTo>
                    <a:pt x="183582" y="333525"/>
                  </a:lnTo>
                  <a:lnTo>
                    <a:pt x="188847" y="332921"/>
                  </a:lnTo>
                  <a:lnTo>
                    <a:pt x="194089" y="332151"/>
                  </a:lnTo>
                  <a:lnTo>
                    <a:pt x="199305" y="331214"/>
                  </a:lnTo>
                  <a:lnTo>
                    <a:pt x="204488" y="330113"/>
                  </a:lnTo>
                  <a:lnTo>
                    <a:pt x="209634" y="328848"/>
                  </a:lnTo>
                  <a:lnTo>
                    <a:pt x="214737" y="327420"/>
                  </a:lnTo>
                  <a:lnTo>
                    <a:pt x="219792" y="325832"/>
                  </a:lnTo>
                  <a:lnTo>
                    <a:pt x="224794" y="324084"/>
                  </a:lnTo>
                  <a:lnTo>
                    <a:pt x="229739" y="322178"/>
                  </a:lnTo>
                  <a:lnTo>
                    <a:pt x="234620" y="320117"/>
                  </a:lnTo>
                  <a:lnTo>
                    <a:pt x="239434" y="317902"/>
                  </a:lnTo>
                  <a:lnTo>
                    <a:pt x="244175" y="315535"/>
                  </a:lnTo>
                  <a:lnTo>
                    <a:pt x="248839" y="313020"/>
                  </a:lnTo>
                  <a:lnTo>
                    <a:pt x="253421" y="310357"/>
                  </a:lnTo>
                  <a:lnTo>
                    <a:pt x="257916" y="307551"/>
                  </a:lnTo>
                  <a:lnTo>
                    <a:pt x="262320" y="304604"/>
                  </a:lnTo>
                  <a:lnTo>
                    <a:pt x="266628" y="301519"/>
                  </a:lnTo>
                  <a:lnTo>
                    <a:pt x="270836" y="298299"/>
                  </a:lnTo>
                  <a:lnTo>
                    <a:pt x="274940" y="294947"/>
                  </a:lnTo>
                  <a:lnTo>
                    <a:pt x="278936" y="291467"/>
                  </a:lnTo>
                  <a:lnTo>
                    <a:pt x="282819" y="287862"/>
                  </a:lnTo>
                  <a:lnTo>
                    <a:pt x="286587" y="284135"/>
                  </a:lnTo>
                  <a:lnTo>
                    <a:pt x="290234" y="280291"/>
                  </a:lnTo>
                  <a:lnTo>
                    <a:pt x="293757" y="276333"/>
                  </a:lnTo>
                  <a:lnTo>
                    <a:pt x="297154" y="272266"/>
                  </a:lnTo>
                  <a:lnTo>
                    <a:pt x="300420" y="268093"/>
                  </a:lnTo>
                  <a:lnTo>
                    <a:pt x="303551" y="263819"/>
                  </a:lnTo>
                  <a:lnTo>
                    <a:pt x="306546" y="259447"/>
                  </a:lnTo>
                  <a:lnTo>
                    <a:pt x="309401" y="254983"/>
                  </a:lnTo>
                  <a:lnTo>
                    <a:pt x="312113" y="250430"/>
                  </a:lnTo>
                  <a:lnTo>
                    <a:pt x="314679" y="245794"/>
                  </a:lnTo>
                  <a:lnTo>
                    <a:pt x="317097" y="241079"/>
                  </a:lnTo>
                  <a:lnTo>
                    <a:pt x="319364" y="236290"/>
                  </a:lnTo>
                  <a:lnTo>
                    <a:pt x="321478" y="231431"/>
                  </a:lnTo>
                  <a:lnTo>
                    <a:pt x="323438" y="226508"/>
                  </a:lnTo>
                  <a:lnTo>
                    <a:pt x="325240" y="221524"/>
                  </a:lnTo>
                  <a:lnTo>
                    <a:pt x="326883" y="216487"/>
                  </a:lnTo>
                  <a:lnTo>
                    <a:pt x="328366" y="211400"/>
                  </a:lnTo>
                  <a:lnTo>
                    <a:pt x="329687" y="206268"/>
                  </a:lnTo>
                  <a:lnTo>
                    <a:pt x="330845" y="201097"/>
                  </a:lnTo>
                  <a:lnTo>
                    <a:pt x="331838" y="195892"/>
                  </a:lnTo>
                  <a:lnTo>
                    <a:pt x="332666" y="190658"/>
                  </a:lnTo>
                  <a:lnTo>
                    <a:pt x="333327" y="185401"/>
                  </a:lnTo>
                  <a:lnTo>
                    <a:pt x="333822" y="180125"/>
                  </a:lnTo>
                  <a:lnTo>
                    <a:pt x="334148" y="174836"/>
                  </a:lnTo>
                  <a:lnTo>
                    <a:pt x="334308" y="169539"/>
                  </a:lnTo>
                  <a:lnTo>
                    <a:pt x="334299" y="164240"/>
                  </a:lnTo>
                  <a:lnTo>
                    <a:pt x="334122" y="158944"/>
                  </a:lnTo>
                  <a:lnTo>
                    <a:pt x="333778" y="153657"/>
                  </a:lnTo>
                  <a:lnTo>
                    <a:pt x="333266" y="148382"/>
                  </a:lnTo>
                  <a:lnTo>
                    <a:pt x="332587" y="143127"/>
                  </a:lnTo>
                  <a:lnTo>
                    <a:pt x="331742" y="137896"/>
                  </a:lnTo>
                  <a:lnTo>
                    <a:pt x="330731" y="132694"/>
                  </a:lnTo>
                  <a:lnTo>
                    <a:pt x="329557" y="127527"/>
                  </a:lnTo>
                  <a:lnTo>
                    <a:pt x="328219" y="122400"/>
                  </a:lnTo>
                  <a:lnTo>
                    <a:pt x="326719" y="117318"/>
                  </a:lnTo>
                  <a:lnTo>
                    <a:pt x="325059" y="112286"/>
                  </a:lnTo>
                  <a:lnTo>
                    <a:pt x="323240" y="107308"/>
                  </a:lnTo>
                  <a:lnTo>
                    <a:pt x="321265" y="102392"/>
                  </a:lnTo>
                  <a:lnTo>
                    <a:pt x="319134" y="97540"/>
                  </a:lnTo>
                  <a:lnTo>
                    <a:pt x="316851" y="92758"/>
                  </a:lnTo>
                  <a:lnTo>
                    <a:pt x="314417" y="88051"/>
                  </a:lnTo>
                  <a:lnTo>
                    <a:pt x="311836" y="83423"/>
                  </a:lnTo>
                  <a:lnTo>
                    <a:pt x="309109" y="78880"/>
                  </a:lnTo>
                  <a:lnTo>
                    <a:pt x="306239" y="74425"/>
                  </a:lnTo>
                  <a:lnTo>
                    <a:pt x="303230" y="70064"/>
                  </a:lnTo>
                  <a:lnTo>
                    <a:pt x="300084" y="65800"/>
                  </a:lnTo>
                  <a:lnTo>
                    <a:pt x="296805" y="61637"/>
                  </a:lnTo>
                  <a:lnTo>
                    <a:pt x="293395" y="57581"/>
                  </a:lnTo>
                  <a:lnTo>
                    <a:pt x="289858" y="53635"/>
                  </a:lnTo>
                  <a:lnTo>
                    <a:pt x="286198" y="49803"/>
                  </a:lnTo>
                  <a:lnTo>
                    <a:pt x="282419" y="46089"/>
                  </a:lnTo>
                  <a:lnTo>
                    <a:pt x="278523" y="42497"/>
                  </a:lnTo>
                  <a:lnTo>
                    <a:pt x="274516" y="39030"/>
                  </a:lnTo>
                  <a:lnTo>
                    <a:pt x="270401" y="35692"/>
                  </a:lnTo>
                  <a:lnTo>
                    <a:pt x="266182" y="32486"/>
                  </a:lnTo>
                  <a:lnTo>
                    <a:pt x="261863" y="29415"/>
                  </a:lnTo>
                  <a:lnTo>
                    <a:pt x="257450" y="26482"/>
                  </a:lnTo>
                  <a:lnTo>
                    <a:pt x="252946" y="23691"/>
                  </a:lnTo>
                  <a:lnTo>
                    <a:pt x="248355" y="21044"/>
                  </a:lnTo>
                  <a:lnTo>
                    <a:pt x="243683" y="18544"/>
                  </a:lnTo>
                  <a:lnTo>
                    <a:pt x="238934" y="16193"/>
                  </a:lnTo>
                  <a:lnTo>
                    <a:pt x="234113" y="13994"/>
                  </a:lnTo>
                  <a:lnTo>
                    <a:pt x="229225" y="11949"/>
                  </a:lnTo>
                  <a:lnTo>
                    <a:pt x="224274" y="10060"/>
                  </a:lnTo>
                  <a:lnTo>
                    <a:pt x="219266" y="8329"/>
                  </a:lnTo>
                  <a:lnTo>
                    <a:pt x="214205" y="6757"/>
                  </a:lnTo>
                  <a:lnTo>
                    <a:pt x="209097" y="5346"/>
                  </a:lnTo>
                  <a:lnTo>
                    <a:pt x="203948" y="4098"/>
                  </a:lnTo>
                  <a:lnTo>
                    <a:pt x="198761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02143" y="5018213"/>
              <a:ext cx="18895" cy="167167"/>
            </a:xfrm>
            <a:custGeom>
              <a:avLst/>
              <a:pathLst>
                <a:path w="18895" h="167167">
                  <a:moveTo>
                    <a:pt x="18895" y="0"/>
                  </a:moveTo>
                  <a:lnTo>
                    <a:pt x="9432" y="268"/>
                  </a:lnTo>
                  <a:lnTo>
                    <a:pt x="0" y="1071"/>
                  </a:lnTo>
                  <a:lnTo>
                    <a:pt x="188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02143" y="5019284"/>
              <a:ext cx="18895" cy="166096"/>
            </a:xfrm>
            <a:custGeom>
              <a:avLst/>
              <a:pathLst>
                <a:path w="18895" h="166096">
                  <a:moveTo>
                    <a:pt x="0" y="0"/>
                  </a:moveTo>
                  <a:lnTo>
                    <a:pt x="18895" y="166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2143" y="5019284"/>
              <a:ext cx="18895" cy="166096"/>
            </a:xfrm>
            <a:custGeom>
              <a:avLst/>
              <a:pathLst>
                <a:path w="18895" h="166096">
                  <a:moveTo>
                    <a:pt x="0" y="0"/>
                  </a:moveTo>
                  <a:lnTo>
                    <a:pt x="18895" y="1660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2143" y="5019284"/>
              <a:ext cx="18895" cy="166096"/>
            </a:xfrm>
            <a:custGeom>
              <a:avLst/>
              <a:pathLst>
                <a:path w="18895" h="166096">
                  <a:moveTo>
                    <a:pt x="0" y="0"/>
                  </a:moveTo>
                  <a:lnTo>
                    <a:pt x="18895" y="1660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86281" y="5019284"/>
              <a:ext cx="134757" cy="166096"/>
            </a:xfrm>
            <a:custGeom>
              <a:avLst/>
              <a:pathLst>
                <a:path w="134757" h="166096">
                  <a:moveTo>
                    <a:pt x="115861" y="0"/>
                  </a:moveTo>
                  <a:lnTo>
                    <a:pt x="110396" y="713"/>
                  </a:lnTo>
                  <a:lnTo>
                    <a:pt x="104957" y="1606"/>
                  </a:lnTo>
                  <a:lnTo>
                    <a:pt x="99551" y="2677"/>
                  </a:lnTo>
                  <a:lnTo>
                    <a:pt x="94183" y="3927"/>
                  </a:lnTo>
                  <a:lnTo>
                    <a:pt x="88859" y="5352"/>
                  </a:lnTo>
                  <a:lnTo>
                    <a:pt x="83585" y="6953"/>
                  </a:lnTo>
                  <a:lnTo>
                    <a:pt x="78366" y="8726"/>
                  </a:lnTo>
                  <a:lnTo>
                    <a:pt x="73209" y="10671"/>
                  </a:lnTo>
                  <a:lnTo>
                    <a:pt x="68119" y="12784"/>
                  </a:lnTo>
                  <a:lnTo>
                    <a:pt x="63101" y="15064"/>
                  </a:lnTo>
                  <a:lnTo>
                    <a:pt x="58161" y="17509"/>
                  </a:lnTo>
                  <a:lnTo>
                    <a:pt x="53305" y="20114"/>
                  </a:lnTo>
                  <a:lnTo>
                    <a:pt x="48537" y="22879"/>
                  </a:lnTo>
                  <a:lnTo>
                    <a:pt x="43862" y="25799"/>
                  </a:lnTo>
                  <a:lnTo>
                    <a:pt x="39287" y="28872"/>
                  </a:lnTo>
                  <a:lnTo>
                    <a:pt x="34815" y="32093"/>
                  </a:lnTo>
                  <a:lnTo>
                    <a:pt x="30452" y="35461"/>
                  </a:lnTo>
                  <a:lnTo>
                    <a:pt x="26202" y="38970"/>
                  </a:lnTo>
                  <a:lnTo>
                    <a:pt x="22070" y="42618"/>
                  </a:lnTo>
                  <a:lnTo>
                    <a:pt x="18061" y="46400"/>
                  </a:lnTo>
                  <a:lnTo>
                    <a:pt x="14178" y="50312"/>
                  </a:lnTo>
                  <a:lnTo>
                    <a:pt x="10427" y="54350"/>
                  </a:lnTo>
                  <a:lnTo>
                    <a:pt x="6811" y="58509"/>
                  </a:lnTo>
                  <a:lnTo>
                    <a:pt x="3334" y="62785"/>
                  </a:lnTo>
                  <a:lnTo>
                    <a:pt x="0" y="67174"/>
                  </a:lnTo>
                  <a:lnTo>
                    <a:pt x="134757" y="1660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71" y="5018213"/>
              <a:ext cx="334325" cy="334326"/>
            </a:xfrm>
            <a:custGeom>
              <a:avLst/>
              <a:pathLst>
                <a:path w="334325" h="334326">
                  <a:moveTo>
                    <a:pt x="32410" y="68245"/>
                  </a:moveTo>
                  <a:lnTo>
                    <a:pt x="29349" y="72557"/>
                  </a:lnTo>
                  <a:lnTo>
                    <a:pt x="26426" y="76963"/>
                  </a:lnTo>
                  <a:lnTo>
                    <a:pt x="23643" y="81459"/>
                  </a:lnTo>
                  <a:lnTo>
                    <a:pt x="21004" y="86041"/>
                  </a:lnTo>
                  <a:lnTo>
                    <a:pt x="18512" y="90704"/>
                  </a:lnTo>
                  <a:lnTo>
                    <a:pt x="16168" y="95443"/>
                  </a:lnTo>
                  <a:lnTo>
                    <a:pt x="13975" y="100255"/>
                  </a:lnTo>
                  <a:lnTo>
                    <a:pt x="11936" y="105133"/>
                  </a:lnTo>
                  <a:lnTo>
                    <a:pt x="10052" y="110073"/>
                  </a:lnTo>
                  <a:lnTo>
                    <a:pt x="8324" y="115071"/>
                  </a:lnTo>
                  <a:lnTo>
                    <a:pt x="6756" y="120120"/>
                  </a:lnTo>
                  <a:lnTo>
                    <a:pt x="5349" y="125217"/>
                  </a:lnTo>
                  <a:lnTo>
                    <a:pt x="4103" y="130355"/>
                  </a:lnTo>
                  <a:lnTo>
                    <a:pt x="3020" y="135531"/>
                  </a:lnTo>
                  <a:lnTo>
                    <a:pt x="2102" y="140738"/>
                  </a:lnTo>
                  <a:lnTo>
                    <a:pt x="1349" y="145971"/>
                  </a:lnTo>
                  <a:lnTo>
                    <a:pt x="761" y="151226"/>
                  </a:lnTo>
                  <a:lnTo>
                    <a:pt x="340" y="156497"/>
                  </a:lnTo>
                  <a:lnTo>
                    <a:pt x="86" y="161778"/>
                  </a:lnTo>
                  <a:lnTo>
                    <a:pt x="0" y="167065"/>
                  </a:lnTo>
                  <a:lnTo>
                    <a:pt x="80" y="172351"/>
                  </a:lnTo>
                  <a:lnTo>
                    <a:pt x="327" y="177633"/>
                  </a:lnTo>
                  <a:lnTo>
                    <a:pt x="742" y="182904"/>
                  </a:lnTo>
                  <a:lnTo>
                    <a:pt x="1323" y="188160"/>
                  </a:lnTo>
                  <a:lnTo>
                    <a:pt x="2070" y="193394"/>
                  </a:lnTo>
                  <a:lnTo>
                    <a:pt x="2982" y="198602"/>
                  </a:lnTo>
                  <a:lnTo>
                    <a:pt x="4058" y="203779"/>
                  </a:lnTo>
                  <a:lnTo>
                    <a:pt x="5297" y="208919"/>
                  </a:lnTo>
                  <a:lnTo>
                    <a:pt x="6699" y="214017"/>
                  </a:lnTo>
                  <a:lnTo>
                    <a:pt x="8261" y="219069"/>
                  </a:lnTo>
                  <a:lnTo>
                    <a:pt x="9982" y="224068"/>
                  </a:lnTo>
                  <a:lnTo>
                    <a:pt x="11860" y="229011"/>
                  </a:lnTo>
                  <a:lnTo>
                    <a:pt x="13893" y="233892"/>
                  </a:lnTo>
                  <a:lnTo>
                    <a:pt x="16080" y="238706"/>
                  </a:lnTo>
                  <a:lnTo>
                    <a:pt x="18418" y="243448"/>
                  </a:lnTo>
                  <a:lnTo>
                    <a:pt x="20905" y="248114"/>
                  </a:lnTo>
                  <a:lnTo>
                    <a:pt x="23538" y="252699"/>
                  </a:lnTo>
                  <a:lnTo>
                    <a:pt x="26315" y="257199"/>
                  </a:lnTo>
                  <a:lnTo>
                    <a:pt x="29233" y="261608"/>
                  </a:lnTo>
                  <a:lnTo>
                    <a:pt x="32289" y="265923"/>
                  </a:lnTo>
                  <a:lnTo>
                    <a:pt x="35480" y="270140"/>
                  </a:lnTo>
                  <a:lnTo>
                    <a:pt x="38802" y="274253"/>
                  </a:lnTo>
                  <a:lnTo>
                    <a:pt x="42253" y="278259"/>
                  </a:lnTo>
                  <a:lnTo>
                    <a:pt x="45829" y="282154"/>
                  </a:lnTo>
                  <a:lnTo>
                    <a:pt x="49526" y="285934"/>
                  </a:lnTo>
                  <a:lnTo>
                    <a:pt x="53341" y="289595"/>
                  </a:lnTo>
                  <a:lnTo>
                    <a:pt x="57270" y="293133"/>
                  </a:lnTo>
                  <a:lnTo>
                    <a:pt x="61308" y="296546"/>
                  </a:lnTo>
                  <a:lnTo>
                    <a:pt x="65453" y="299829"/>
                  </a:lnTo>
                  <a:lnTo>
                    <a:pt x="69699" y="302979"/>
                  </a:lnTo>
                  <a:lnTo>
                    <a:pt x="74043" y="305994"/>
                  </a:lnTo>
                  <a:lnTo>
                    <a:pt x="78480" y="308870"/>
                  </a:lnTo>
                  <a:lnTo>
                    <a:pt x="83006" y="311604"/>
                  </a:lnTo>
                  <a:lnTo>
                    <a:pt x="87616" y="314193"/>
                  </a:lnTo>
                  <a:lnTo>
                    <a:pt x="92306" y="316635"/>
                  </a:lnTo>
                  <a:lnTo>
                    <a:pt x="97070" y="318928"/>
                  </a:lnTo>
                  <a:lnTo>
                    <a:pt x="101905" y="321069"/>
                  </a:lnTo>
                  <a:lnTo>
                    <a:pt x="106805" y="323056"/>
                  </a:lnTo>
                  <a:lnTo>
                    <a:pt x="111765" y="324887"/>
                  </a:lnTo>
                  <a:lnTo>
                    <a:pt x="116781" y="326560"/>
                  </a:lnTo>
                  <a:lnTo>
                    <a:pt x="121847" y="328074"/>
                  </a:lnTo>
                  <a:lnTo>
                    <a:pt x="126958" y="329427"/>
                  </a:lnTo>
                  <a:lnTo>
                    <a:pt x="132110" y="330617"/>
                  </a:lnTo>
                  <a:lnTo>
                    <a:pt x="137297" y="331644"/>
                  </a:lnTo>
                  <a:lnTo>
                    <a:pt x="142513" y="332506"/>
                  </a:lnTo>
                  <a:lnTo>
                    <a:pt x="147755" y="333203"/>
                  </a:lnTo>
                  <a:lnTo>
                    <a:pt x="153015" y="333734"/>
                  </a:lnTo>
                  <a:lnTo>
                    <a:pt x="158290" y="334099"/>
                  </a:lnTo>
                  <a:lnTo>
                    <a:pt x="163574" y="334296"/>
                  </a:lnTo>
                  <a:lnTo>
                    <a:pt x="168861" y="334326"/>
                  </a:lnTo>
                  <a:lnTo>
                    <a:pt x="174147" y="334189"/>
                  </a:lnTo>
                  <a:lnTo>
                    <a:pt x="179426" y="333884"/>
                  </a:lnTo>
                  <a:lnTo>
                    <a:pt x="184692" y="333413"/>
                  </a:lnTo>
                  <a:lnTo>
                    <a:pt x="189941" y="332776"/>
                  </a:lnTo>
                  <a:lnTo>
                    <a:pt x="195167" y="331973"/>
                  </a:lnTo>
                  <a:lnTo>
                    <a:pt x="200365" y="331005"/>
                  </a:lnTo>
                  <a:lnTo>
                    <a:pt x="205530" y="329873"/>
                  </a:lnTo>
                  <a:lnTo>
                    <a:pt x="210656" y="328578"/>
                  </a:lnTo>
                  <a:lnTo>
                    <a:pt x="215739" y="327122"/>
                  </a:lnTo>
                  <a:lnTo>
                    <a:pt x="220774" y="325506"/>
                  </a:lnTo>
                  <a:lnTo>
                    <a:pt x="225754" y="323731"/>
                  </a:lnTo>
                  <a:lnTo>
                    <a:pt x="230677" y="321800"/>
                  </a:lnTo>
                  <a:lnTo>
                    <a:pt x="235535" y="319714"/>
                  </a:lnTo>
                  <a:lnTo>
                    <a:pt x="240325" y="317476"/>
                  </a:lnTo>
                  <a:lnTo>
                    <a:pt x="245042" y="315087"/>
                  </a:lnTo>
                  <a:lnTo>
                    <a:pt x="249682" y="312550"/>
                  </a:lnTo>
                  <a:lnTo>
                    <a:pt x="254238" y="309868"/>
                  </a:lnTo>
                  <a:lnTo>
                    <a:pt x="258708" y="307043"/>
                  </a:lnTo>
                  <a:lnTo>
                    <a:pt x="263085" y="304078"/>
                  </a:lnTo>
                  <a:lnTo>
                    <a:pt x="267367" y="300976"/>
                  </a:lnTo>
                  <a:lnTo>
                    <a:pt x="271549" y="297740"/>
                  </a:lnTo>
                  <a:lnTo>
                    <a:pt x="275626" y="294374"/>
                  </a:lnTo>
                  <a:lnTo>
                    <a:pt x="279595" y="290880"/>
                  </a:lnTo>
                  <a:lnTo>
                    <a:pt x="283451" y="287262"/>
                  </a:lnTo>
                  <a:lnTo>
                    <a:pt x="287191" y="283525"/>
                  </a:lnTo>
                  <a:lnTo>
                    <a:pt x="290811" y="279671"/>
                  </a:lnTo>
                  <a:lnTo>
                    <a:pt x="294307" y="275704"/>
                  </a:lnTo>
                  <a:lnTo>
                    <a:pt x="297676" y="271629"/>
                  </a:lnTo>
                  <a:lnTo>
                    <a:pt x="300914" y="267449"/>
                  </a:lnTo>
                  <a:lnTo>
                    <a:pt x="304019" y="263169"/>
                  </a:lnTo>
                  <a:lnTo>
                    <a:pt x="306987" y="258793"/>
                  </a:lnTo>
                  <a:lnTo>
                    <a:pt x="309815" y="254325"/>
                  </a:lnTo>
                  <a:lnTo>
                    <a:pt x="312500" y="249771"/>
                  </a:lnTo>
                  <a:lnTo>
                    <a:pt x="315039" y="245133"/>
                  </a:lnTo>
                  <a:lnTo>
                    <a:pt x="317431" y="240417"/>
                  </a:lnTo>
                  <a:lnTo>
                    <a:pt x="319673" y="235629"/>
                  </a:lnTo>
                  <a:lnTo>
                    <a:pt x="321761" y="230771"/>
                  </a:lnTo>
                  <a:lnTo>
                    <a:pt x="323696" y="225850"/>
                  </a:lnTo>
                  <a:lnTo>
                    <a:pt x="325473" y="220871"/>
                  </a:lnTo>
                  <a:lnTo>
                    <a:pt x="327092" y="215837"/>
                  </a:lnTo>
                  <a:lnTo>
                    <a:pt x="328552" y="210755"/>
                  </a:lnTo>
                  <a:lnTo>
                    <a:pt x="329849" y="205629"/>
                  </a:lnTo>
                  <a:lnTo>
                    <a:pt x="330984" y="200465"/>
                  </a:lnTo>
                  <a:lnTo>
                    <a:pt x="331956" y="195268"/>
                  </a:lnTo>
                  <a:lnTo>
                    <a:pt x="332762" y="190042"/>
                  </a:lnTo>
                  <a:lnTo>
                    <a:pt x="333402" y="184794"/>
                  </a:lnTo>
                  <a:lnTo>
                    <a:pt x="333877" y="179528"/>
                  </a:lnTo>
                  <a:lnTo>
                    <a:pt x="334184" y="174249"/>
                  </a:lnTo>
                  <a:lnTo>
                    <a:pt x="334325" y="168964"/>
                  </a:lnTo>
                  <a:lnTo>
                    <a:pt x="334298" y="163676"/>
                  </a:lnTo>
                  <a:lnTo>
                    <a:pt x="334104" y="158392"/>
                  </a:lnTo>
                  <a:lnTo>
                    <a:pt x="333743" y="153117"/>
                  </a:lnTo>
                  <a:lnTo>
                    <a:pt x="333215" y="147856"/>
                  </a:lnTo>
                  <a:lnTo>
                    <a:pt x="332521" y="142614"/>
                  </a:lnTo>
                  <a:lnTo>
                    <a:pt x="331662" y="137397"/>
                  </a:lnTo>
                  <a:lnTo>
                    <a:pt x="330639" y="132210"/>
                  </a:lnTo>
                  <a:lnTo>
                    <a:pt x="329451" y="127058"/>
                  </a:lnTo>
                  <a:lnTo>
                    <a:pt x="328102" y="121945"/>
                  </a:lnTo>
                  <a:lnTo>
                    <a:pt x="326591" y="116878"/>
                  </a:lnTo>
                  <a:lnTo>
                    <a:pt x="324921" y="111862"/>
                  </a:lnTo>
                  <a:lnTo>
                    <a:pt x="323093" y="106900"/>
                  </a:lnTo>
                  <a:lnTo>
                    <a:pt x="321109" y="101999"/>
                  </a:lnTo>
                  <a:lnTo>
                    <a:pt x="318971" y="97163"/>
                  </a:lnTo>
                  <a:lnTo>
                    <a:pt x="316681" y="92397"/>
                  </a:lnTo>
                  <a:lnTo>
                    <a:pt x="314242" y="87706"/>
                  </a:lnTo>
                  <a:lnTo>
                    <a:pt x="311655" y="83095"/>
                  </a:lnTo>
                  <a:lnTo>
                    <a:pt x="308924" y="78567"/>
                  </a:lnTo>
                  <a:lnTo>
                    <a:pt x="306051" y="74128"/>
                  </a:lnTo>
                  <a:lnTo>
                    <a:pt x="303039" y="69783"/>
                  </a:lnTo>
                  <a:lnTo>
                    <a:pt x="299891" y="65534"/>
                  </a:lnTo>
                  <a:lnTo>
                    <a:pt x="296611" y="61388"/>
                  </a:lnTo>
                  <a:lnTo>
                    <a:pt x="293201" y="57347"/>
                  </a:lnTo>
                  <a:lnTo>
                    <a:pt x="289664" y="53416"/>
                  </a:lnTo>
                  <a:lnTo>
                    <a:pt x="286006" y="49599"/>
                  </a:lnTo>
                  <a:lnTo>
                    <a:pt x="282228" y="45899"/>
                  </a:lnTo>
                  <a:lnTo>
                    <a:pt x="278335" y="42321"/>
                  </a:lnTo>
                  <a:lnTo>
                    <a:pt x="274331" y="38868"/>
                  </a:lnTo>
                  <a:lnTo>
                    <a:pt x="270220" y="35543"/>
                  </a:lnTo>
                  <a:lnTo>
                    <a:pt x="266006" y="32349"/>
                  </a:lnTo>
                  <a:lnTo>
                    <a:pt x="261693" y="29291"/>
                  </a:lnTo>
                  <a:lnTo>
                    <a:pt x="257285" y="26370"/>
                  </a:lnTo>
                  <a:lnTo>
                    <a:pt x="252787" y="23591"/>
                  </a:lnTo>
                  <a:lnTo>
                    <a:pt x="248204" y="20955"/>
                  </a:lnTo>
                  <a:lnTo>
                    <a:pt x="243539" y="18465"/>
                  </a:lnTo>
                  <a:lnTo>
                    <a:pt x="238798" y="16124"/>
                  </a:lnTo>
                  <a:lnTo>
                    <a:pt x="233986" y="13934"/>
                  </a:lnTo>
                  <a:lnTo>
                    <a:pt x="229106" y="11898"/>
                  </a:lnTo>
                  <a:lnTo>
                    <a:pt x="224165" y="10017"/>
                  </a:lnTo>
                  <a:lnTo>
                    <a:pt x="219166" y="8293"/>
                  </a:lnTo>
                  <a:lnTo>
                    <a:pt x="214116" y="6728"/>
                  </a:lnTo>
                  <a:lnTo>
                    <a:pt x="209018" y="5323"/>
                  </a:lnTo>
                  <a:lnTo>
                    <a:pt x="203879" y="4080"/>
                  </a:lnTo>
                  <a:lnTo>
                    <a:pt x="198703" y="3001"/>
                  </a:lnTo>
                  <a:lnTo>
                    <a:pt x="193495" y="2086"/>
                  </a:lnTo>
                  <a:lnTo>
                    <a:pt x="188261" y="1336"/>
                  </a:lnTo>
                  <a:lnTo>
                    <a:pt x="183006" y="752"/>
                  </a:lnTo>
                  <a:lnTo>
                    <a:pt x="177735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13438" y="4659281"/>
              <a:ext cx="109796" cy="167167"/>
            </a:xfrm>
            <a:custGeom>
              <a:avLst/>
              <a:pathLst>
                <a:path w="109796" h="167167">
                  <a:moveTo>
                    <a:pt x="109796" y="0"/>
                  </a:moveTo>
                  <a:lnTo>
                    <a:pt x="104093" y="97"/>
                  </a:lnTo>
                  <a:lnTo>
                    <a:pt x="98396" y="389"/>
                  </a:lnTo>
                  <a:lnTo>
                    <a:pt x="92713" y="875"/>
                  </a:lnTo>
                  <a:lnTo>
                    <a:pt x="87050" y="1554"/>
                  </a:lnTo>
                  <a:lnTo>
                    <a:pt x="81413" y="2427"/>
                  </a:lnTo>
                  <a:lnTo>
                    <a:pt x="75809" y="3491"/>
                  </a:lnTo>
                  <a:lnTo>
                    <a:pt x="70245" y="4746"/>
                  </a:lnTo>
                  <a:lnTo>
                    <a:pt x="64727" y="6189"/>
                  </a:lnTo>
                  <a:lnTo>
                    <a:pt x="59261" y="7821"/>
                  </a:lnTo>
                  <a:lnTo>
                    <a:pt x="53855" y="9637"/>
                  </a:lnTo>
                  <a:lnTo>
                    <a:pt x="48513" y="11638"/>
                  </a:lnTo>
                  <a:lnTo>
                    <a:pt x="43243" y="13819"/>
                  </a:lnTo>
                  <a:lnTo>
                    <a:pt x="38050" y="16179"/>
                  </a:lnTo>
                  <a:lnTo>
                    <a:pt x="32940" y="18714"/>
                  </a:lnTo>
                  <a:lnTo>
                    <a:pt x="27920" y="21423"/>
                  </a:lnTo>
                  <a:lnTo>
                    <a:pt x="22996" y="24301"/>
                  </a:lnTo>
                  <a:lnTo>
                    <a:pt x="18172" y="27345"/>
                  </a:lnTo>
                  <a:lnTo>
                    <a:pt x="13456" y="30552"/>
                  </a:lnTo>
                  <a:lnTo>
                    <a:pt x="8851" y="33919"/>
                  </a:lnTo>
                  <a:lnTo>
                    <a:pt x="4364" y="37440"/>
                  </a:lnTo>
                  <a:lnTo>
                    <a:pt x="0" y="41112"/>
                  </a:lnTo>
                  <a:lnTo>
                    <a:pt x="10979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13438" y="4700394"/>
              <a:ext cx="109796" cy="126054"/>
            </a:xfrm>
            <a:custGeom>
              <a:avLst/>
              <a:pathLst>
                <a:path w="109796" h="126054">
                  <a:moveTo>
                    <a:pt x="0" y="0"/>
                  </a:moveTo>
                  <a:lnTo>
                    <a:pt x="109796" y="126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13438" y="4700394"/>
              <a:ext cx="109796" cy="126054"/>
            </a:xfrm>
            <a:custGeom>
              <a:avLst/>
              <a:pathLst>
                <a:path w="109796" h="126054">
                  <a:moveTo>
                    <a:pt x="0" y="0"/>
                  </a:moveTo>
                  <a:lnTo>
                    <a:pt x="109796" y="126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68" y="4700394"/>
              <a:ext cx="334330" cy="293211"/>
            </a:xfrm>
            <a:custGeom>
              <a:avLst/>
              <a:pathLst>
                <a:path w="334330" h="293211">
                  <a:moveTo>
                    <a:pt x="57370" y="0"/>
                  </a:moveTo>
                  <a:lnTo>
                    <a:pt x="53422" y="3550"/>
                  </a:lnTo>
                  <a:lnTo>
                    <a:pt x="49589" y="7224"/>
                  </a:lnTo>
                  <a:lnTo>
                    <a:pt x="45875" y="11017"/>
                  </a:lnTo>
                  <a:lnTo>
                    <a:pt x="42283" y="14927"/>
                  </a:lnTo>
                  <a:lnTo>
                    <a:pt x="38817" y="18949"/>
                  </a:lnTo>
                  <a:lnTo>
                    <a:pt x="35481" y="23079"/>
                  </a:lnTo>
                  <a:lnTo>
                    <a:pt x="32277" y="27312"/>
                  </a:lnTo>
                  <a:lnTo>
                    <a:pt x="29209" y="31646"/>
                  </a:lnTo>
                  <a:lnTo>
                    <a:pt x="26281" y="36074"/>
                  </a:lnTo>
                  <a:lnTo>
                    <a:pt x="23495" y="40594"/>
                  </a:lnTo>
                  <a:lnTo>
                    <a:pt x="20853" y="45199"/>
                  </a:lnTo>
                  <a:lnTo>
                    <a:pt x="18359" y="49886"/>
                  </a:lnTo>
                  <a:lnTo>
                    <a:pt x="16016" y="54650"/>
                  </a:lnTo>
                  <a:lnTo>
                    <a:pt x="13824" y="59486"/>
                  </a:lnTo>
                  <a:lnTo>
                    <a:pt x="11788" y="64389"/>
                  </a:lnTo>
                  <a:lnTo>
                    <a:pt x="9908" y="69355"/>
                  </a:lnTo>
                  <a:lnTo>
                    <a:pt x="8187" y="74377"/>
                  </a:lnTo>
                  <a:lnTo>
                    <a:pt x="6626" y="79452"/>
                  </a:lnTo>
                  <a:lnTo>
                    <a:pt x="5227" y="84573"/>
                  </a:lnTo>
                  <a:lnTo>
                    <a:pt x="3991" y="89737"/>
                  </a:lnTo>
                  <a:lnTo>
                    <a:pt x="2920" y="94937"/>
                  </a:lnTo>
                  <a:lnTo>
                    <a:pt x="2015" y="100168"/>
                  </a:lnTo>
                  <a:lnTo>
                    <a:pt x="1276" y="105426"/>
                  </a:lnTo>
                  <a:lnTo>
                    <a:pt x="705" y="110704"/>
                  </a:lnTo>
                  <a:lnTo>
                    <a:pt x="301" y="115998"/>
                  </a:lnTo>
                  <a:lnTo>
                    <a:pt x="66" y="121302"/>
                  </a:lnTo>
                  <a:lnTo>
                    <a:pt x="0" y="126611"/>
                  </a:lnTo>
                  <a:lnTo>
                    <a:pt x="102" y="131919"/>
                  </a:lnTo>
                  <a:lnTo>
                    <a:pt x="372" y="137222"/>
                  </a:lnTo>
                  <a:lnTo>
                    <a:pt x="811" y="142513"/>
                  </a:lnTo>
                  <a:lnTo>
                    <a:pt x="1417" y="147787"/>
                  </a:lnTo>
                  <a:lnTo>
                    <a:pt x="2191" y="153040"/>
                  </a:lnTo>
                  <a:lnTo>
                    <a:pt x="3131" y="158265"/>
                  </a:lnTo>
                  <a:lnTo>
                    <a:pt x="4237" y="163458"/>
                  </a:lnTo>
                  <a:lnTo>
                    <a:pt x="5507" y="168613"/>
                  </a:lnTo>
                  <a:lnTo>
                    <a:pt x="6940" y="173725"/>
                  </a:lnTo>
                  <a:lnTo>
                    <a:pt x="8535" y="178789"/>
                  </a:lnTo>
                  <a:lnTo>
                    <a:pt x="10289" y="183800"/>
                  </a:lnTo>
                  <a:lnTo>
                    <a:pt x="12202" y="188753"/>
                  </a:lnTo>
                  <a:lnTo>
                    <a:pt x="14271" y="193642"/>
                  </a:lnTo>
                  <a:lnTo>
                    <a:pt x="16495" y="198464"/>
                  </a:lnTo>
                  <a:lnTo>
                    <a:pt x="18870" y="203212"/>
                  </a:lnTo>
                  <a:lnTo>
                    <a:pt x="21395" y="207882"/>
                  </a:lnTo>
                  <a:lnTo>
                    <a:pt x="24067" y="212470"/>
                  </a:lnTo>
                  <a:lnTo>
                    <a:pt x="26884" y="216971"/>
                  </a:lnTo>
                  <a:lnTo>
                    <a:pt x="29842" y="221380"/>
                  </a:lnTo>
                  <a:lnTo>
                    <a:pt x="32938" y="225692"/>
                  </a:lnTo>
                  <a:lnTo>
                    <a:pt x="36170" y="229905"/>
                  </a:lnTo>
                  <a:lnTo>
                    <a:pt x="39534" y="234012"/>
                  </a:lnTo>
                  <a:lnTo>
                    <a:pt x="43026" y="238011"/>
                  </a:lnTo>
                  <a:lnTo>
                    <a:pt x="46644" y="241896"/>
                  </a:lnTo>
                  <a:lnTo>
                    <a:pt x="50384" y="245665"/>
                  </a:lnTo>
                  <a:lnTo>
                    <a:pt x="54241" y="249314"/>
                  </a:lnTo>
                  <a:lnTo>
                    <a:pt x="58212" y="252837"/>
                  </a:lnTo>
                  <a:lnTo>
                    <a:pt x="62293" y="256233"/>
                  </a:lnTo>
                  <a:lnTo>
                    <a:pt x="66480" y="259498"/>
                  </a:lnTo>
                  <a:lnTo>
                    <a:pt x="70769" y="262628"/>
                  </a:lnTo>
                  <a:lnTo>
                    <a:pt x="75154" y="265620"/>
                  </a:lnTo>
                  <a:lnTo>
                    <a:pt x="79633" y="268472"/>
                  </a:lnTo>
                  <a:lnTo>
                    <a:pt x="84200" y="271180"/>
                  </a:lnTo>
                  <a:lnTo>
                    <a:pt x="88850" y="273741"/>
                  </a:lnTo>
                  <a:lnTo>
                    <a:pt x="93580" y="276154"/>
                  </a:lnTo>
                  <a:lnTo>
                    <a:pt x="98383" y="278415"/>
                  </a:lnTo>
                  <a:lnTo>
                    <a:pt x="103256" y="280522"/>
                  </a:lnTo>
                  <a:lnTo>
                    <a:pt x="108194" y="282474"/>
                  </a:lnTo>
                  <a:lnTo>
                    <a:pt x="113191" y="284268"/>
                  </a:lnTo>
                  <a:lnTo>
                    <a:pt x="118242" y="285902"/>
                  </a:lnTo>
                  <a:lnTo>
                    <a:pt x="123343" y="287375"/>
                  </a:lnTo>
                  <a:lnTo>
                    <a:pt x="128488" y="288685"/>
                  </a:lnTo>
                  <a:lnTo>
                    <a:pt x="133672" y="289832"/>
                  </a:lnTo>
                  <a:lnTo>
                    <a:pt x="138890" y="290813"/>
                  </a:lnTo>
                  <a:lnTo>
                    <a:pt x="144136" y="291627"/>
                  </a:lnTo>
                  <a:lnTo>
                    <a:pt x="149406" y="292275"/>
                  </a:lnTo>
                  <a:lnTo>
                    <a:pt x="154693" y="292755"/>
                  </a:lnTo>
                  <a:lnTo>
                    <a:pt x="159993" y="293067"/>
                  </a:lnTo>
                  <a:lnTo>
                    <a:pt x="165301" y="293211"/>
                  </a:lnTo>
                  <a:lnTo>
                    <a:pt x="170610" y="293186"/>
                  </a:lnTo>
                  <a:lnTo>
                    <a:pt x="175916" y="292992"/>
                  </a:lnTo>
                  <a:lnTo>
                    <a:pt x="181212" y="292630"/>
                  </a:lnTo>
                  <a:lnTo>
                    <a:pt x="186495" y="292100"/>
                  </a:lnTo>
                  <a:lnTo>
                    <a:pt x="191758" y="291403"/>
                  </a:lnTo>
                  <a:lnTo>
                    <a:pt x="196997" y="290538"/>
                  </a:lnTo>
                  <a:lnTo>
                    <a:pt x="202205" y="289508"/>
                  </a:lnTo>
                  <a:lnTo>
                    <a:pt x="207378" y="288313"/>
                  </a:lnTo>
                  <a:lnTo>
                    <a:pt x="212511" y="286954"/>
                  </a:lnTo>
                  <a:lnTo>
                    <a:pt x="217597" y="285433"/>
                  </a:lnTo>
                  <a:lnTo>
                    <a:pt x="222633" y="283751"/>
                  </a:lnTo>
                  <a:lnTo>
                    <a:pt x="227613" y="281910"/>
                  </a:lnTo>
                  <a:lnTo>
                    <a:pt x="232532" y="279912"/>
                  </a:lnTo>
                  <a:lnTo>
                    <a:pt x="237385" y="277759"/>
                  </a:lnTo>
                  <a:lnTo>
                    <a:pt x="242167" y="275452"/>
                  </a:lnTo>
                  <a:lnTo>
                    <a:pt x="246873" y="272995"/>
                  </a:lnTo>
                  <a:lnTo>
                    <a:pt x="251499" y="270390"/>
                  </a:lnTo>
                  <a:lnTo>
                    <a:pt x="256040" y="267639"/>
                  </a:lnTo>
                  <a:lnTo>
                    <a:pt x="260492" y="264745"/>
                  </a:lnTo>
                  <a:lnTo>
                    <a:pt x="264849" y="261712"/>
                  </a:lnTo>
                  <a:lnTo>
                    <a:pt x="269108" y="258541"/>
                  </a:lnTo>
                  <a:lnTo>
                    <a:pt x="273263" y="255237"/>
                  </a:lnTo>
                  <a:lnTo>
                    <a:pt x="277312" y="251803"/>
                  </a:lnTo>
                  <a:lnTo>
                    <a:pt x="281250" y="248242"/>
                  </a:lnTo>
                  <a:lnTo>
                    <a:pt x="285073" y="244557"/>
                  </a:lnTo>
                  <a:lnTo>
                    <a:pt x="288776" y="240753"/>
                  </a:lnTo>
                  <a:lnTo>
                    <a:pt x="292357" y="236833"/>
                  </a:lnTo>
                  <a:lnTo>
                    <a:pt x="295812" y="232802"/>
                  </a:lnTo>
                  <a:lnTo>
                    <a:pt x="299137" y="228663"/>
                  </a:lnTo>
                  <a:lnTo>
                    <a:pt x="302329" y="224420"/>
                  </a:lnTo>
                  <a:lnTo>
                    <a:pt x="305385" y="220078"/>
                  </a:lnTo>
                  <a:lnTo>
                    <a:pt x="308301" y="215642"/>
                  </a:lnTo>
                  <a:lnTo>
                    <a:pt x="311074" y="211115"/>
                  </a:lnTo>
                  <a:lnTo>
                    <a:pt x="313703" y="206502"/>
                  </a:lnTo>
                  <a:lnTo>
                    <a:pt x="316184" y="201808"/>
                  </a:lnTo>
                  <a:lnTo>
                    <a:pt x="318514" y="197037"/>
                  </a:lnTo>
                  <a:lnTo>
                    <a:pt x="320692" y="192195"/>
                  </a:lnTo>
                  <a:lnTo>
                    <a:pt x="322715" y="187287"/>
                  </a:lnTo>
                  <a:lnTo>
                    <a:pt x="324581" y="182316"/>
                  </a:lnTo>
                  <a:lnTo>
                    <a:pt x="326288" y="177289"/>
                  </a:lnTo>
                  <a:lnTo>
                    <a:pt x="327835" y="172210"/>
                  </a:lnTo>
                  <a:lnTo>
                    <a:pt x="329220" y="167084"/>
                  </a:lnTo>
                  <a:lnTo>
                    <a:pt x="330441" y="161918"/>
                  </a:lnTo>
                  <a:lnTo>
                    <a:pt x="331498" y="156714"/>
                  </a:lnTo>
                  <a:lnTo>
                    <a:pt x="332388" y="151481"/>
                  </a:lnTo>
                  <a:lnTo>
                    <a:pt x="333113" y="146221"/>
                  </a:lnTo>
                  <a:lnTo>
                    <a:pt x="333669" y="140941"/>
                  </a:lnTo>
                  <a:lnTo>
                    <a:pt x="334058" y="135646"/>
                  </a:lnTo>
                  <a:lnTo>
                    <a:pt x="334278" y="130341"/>
                  </a:lnTo>
                  <a:lnTo>
                    <a:pt x="334330" y="125032"/>
                  </a:lnTo>
                  <a:lnTo>
                    <a:pt x="334214" y="119724"/>
                  </a:lnTo>
                  <a:lnTo>
                    <a:pt x="333928" y="114423"/>
                  </a:lnTo>
                  <a:lnTo>
                    <a:pt x="333475" y="109133"/>
                  </a:lnTo>
                  <a:lnTo>
                    <a:pt x="332854" y="103860"/>
                  </a:lnTo>
                  <a:lnTo>
                    <a:pt x="332065" y="98610"/>
                  </a:lnTo>
                  <a:lnTo>
                    <a:pt x="331111" y="93387"/>
                  </a:lnTo>
                  <a:lnTo>
                    <a:pt x="329991" y="88197"/>
                  </a:lnTo>
                  <a:lnTo>
                    <a:pt x="328706" y="83046"/>
                  </a:lnTo>
                  <a:lnTo>
                    <a:pt x="327259" y="77938"/>
                  </a:lnTo>
                  <a:lnTo>
                    <a:pt x="325650" y="72878"/>
                  </a:lnTo>
                  <a:lnTo>
                    <a:pt x="323882" y="67872"/>
                  </a:lnTo>
                  <a:lnTo>
                    <a:pt x="321955" y="62925"/>
                  </a:lnTo>
                  <a:lnTo>
                    <a:pt x="319872" y="58041"/>
                  </a:lnTo>
                  <a:lnTo>
                    <a:pt x="317635" y="53226"/>
                  </a:lnTo>
                  <a:lnTo>
                    <a:pt x="167166" y="126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50469" cy="167167"/>
            </a:xfrm>
            <a:custGeom>
              <a:avLst/>
              <a:pathLst>
                <a:path w="150469" h="167167">
                  <a:moveTo>
                    <a:pt x="150469" y="94339"/>
                  </a:moveTo>
                  <a:lnTo>
                    <a:pt x="147989" y="89423"/>
                  </a:lnTo>
                  <a:lnTo>
                    <a:pt x="145348" y="84591"/>
                  </a:lnTo>
                  <a:lnTo>
                    <a:pt x="142549" y="79848"/>
                  </a:lnTo>
                  <a:lnTo>
                    <a:pt x="139596" y="75201"/>
                  </a:lnTo>
                  <a:lnTo>
                    <a:pt x="136491" y="70653"/>
                  </a:lnTo>
                  <a:lnTo>
                    <a:pt x="133238" y="66210"/>
                  </a:lnTo>
                  <a:lnTo>
                    <a:pt x="129841" y="61876"/>
                  </a:lnTo>
                  <a:lnTo>
                    <a:pt x="126303" y="57657"/>
                  </a:lnTo>
                  <a:lnTo>
                    <a:pt x="122627" y="53556"/>
                  </a:lnTo>
                  <a:lnTo>
                    <a:pt x="118819" y="49579"/>
                  </a:lnTo>
                  <a:lnTo>
                    <a:pt x="114881" y="45729"/>
                  </a:lnTo>
                  <a:lnTo>
                    <a:pt x="110819" y="42011"/>
                  </a:lnTo>
                  <a:lnTo>
                    <a:pt x="106637" y="38429"/>
                  </a:lnTo>
                  <a:lnTo>
                    <a:pt x="102339" y="34987"/>
                  </a:lnTo>
                  <a:lnTo>
                    <a:pt x="97930" y="31688"/>
                  </a:lnTo>
                  <a:lnTo>
                    <a:pt x="93415" y="28536"/>
                  </a:lnTo>
                  <a:lnTo>
                    <a:pt x="88798" y="25535"/>
                  </a:lnTo>
                  <a:lnTo>
                    <a:pt x="84085" y="22687"/>
                  </a:lnTo>
                  <a:lnTo>
                    <a:pt x="79281" y="19996"/>
                  </a:lnTo>
                  <a:lnTo>
                    <a:pt x="74391" y="17464"/>
                  </a:lnTo>
                  <a:lnTo>
                    <a:pt x="69420" y="15095"/>
                  </a:lnTo>
                  <a:lnTo>
                    <a:pt x="64374" y="12891"/>
                  </a:lnTo>
                  <a:lnTo>
                    <a:pt x="59258" y="10855"/>
                  </a:lnTo>
                  <a:lnTo>
                    <a:pt x="54077" y="8988"/>
                  </a:lnTo>
                  <a:lnTo>
                    <a:pt x="48838" y="7293"/>
                  </a:lnTo>
                  <a:lnTo>
                    <a:pt x="43546" y="5771"/>
                  </a:lnTo>
                  <a:lnTo>
                    <a:pt x="38207" y="4424"/>
                  </a:lnTo>
                  <a:lnTo>
                    <a:pt x="32826" y="3254"/>
                  </a:lnTo>
                  <a:lnTo>
                    <a:pt x="27409" y="2262"/>
                  </a:lnTo>
                  <a:lnTo>
                    <a:pt x="21963" y="1449"/>
                  </a:lnTo>
                  <a:lnTo>
                    <a:pt x="16493" y="815"/>
                  </a:lnTo>
                  <a:lnTo>
                    <a:pt x="11005" y="362"/>
                  </a:lnTo>
                  <a:lnTo>
                    <a:pt x="550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63725" y="4213821"/>
              <a:ext cx="64746" cy="167167"/>
            </a:xfrm>
            <a:custGeom>
              <a:avLst/>
              <a:pathLst>
                <a:path w="64746" h="167167">
                  <a:moveTo>
                    <a:pt x="64746" y="0"/>
                  </a:moveTo>
                  <a:lnTo>
                    <a:pt x="58703" y="109"/>
                  </a:lnTo>
                  <a:lnTo>
                    <a:pt x="52668" y="436"/>
                  </a:lnTo>
                  <a:lnTo>
                    <a:pt x="46649" y="982"/>
                  </a:lnTo>
                  <a:lnTo>
                    <a:pt x="40654" y="1745"/>
                  </a:lnTo>
                  <a:lnTo>
                    <a:pt x="34690" y="2724"/>
                  </a:lnTo>
                  <a:lnTo>
                    <a:pt x="28765" y="3918"/>
                  </a:lnTo>
                  <a:lnTo>
                    <a:pt x="22887" y="5325"/>
                  </a:lnTo>
                  <a:lnTo>
                    <a:pt x="17064" y="6944"/>
                  </a:lnTo>
                  <a:lnTo>
                    <a:pt x="11304" y="8772"/>
                  </a:lnTo>
                  <a:lnTo>
                    <a:pt x="5613" y="10808"/>
                  </a:lnTo>
                  <a:lnTo>
                    <a:pt x="0" y="13047"/>
                  </a:lnTo>
                  <a:lnTo>
                    <a:pt x="6474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63725" y="4226869"/>
              <a:ext cx="64746" cy="154119"/>
            </a:xfrm>
            <a:custGeom>
              <a:avLst/>
              <a:pathLst>
                <a:path w="64746" h="154119">
                  <a:moveTo>
                    <a:pt x="0" y="0"/>
                  </a:moveTo>
                  <a:lnTo>
                    <a:pt x="64746" y="154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24" y="4226869"/>
              <a:ext cx="167147" cy="317846"/>
            </a:xfrm>
            <a:custGeom>
              <a:avLst/>
              <a:pathLst>
                <a:path w="167147" h="317846">
                  <a:moveTo>
                    <a:pt x="102401" y="0"/>
                  </a:moveTo>
                  <a:lnTo>
                    <a:pt x="97479" y="2161"/>
                  </a:lnTo>
                  <a:lnTo>
                    <a:pt x="92629" y="4480"/>
                  </a:lnTo>
                  <a:lnTo>
                    <a:pt x="87856" y="6953"/>
                  </a:lnTo>
                  <a:lnTo>
                    <a:pt x="83165" y="9579"/>
                  </a:lnTo>
                  <a:lnTo>
                    <a:pt x="78560" y="12354"/>
                  </a:lnTo>
                  <a:lnTo>
                    <a:pt x="74048" y="15276"/>
                  </a:lnTo>
                  <a:lnTo>
                    <a:pt x="69632" y="18341"/>
                  </a:lnTo>
                  <a:lnTo>
                    <a:pt x="65316" y="21547"/>
                  </a:lnTo>
                  <a:lnTo>
                    <a:pt x="61106" y="24890"/>
                  </a:lnTo>
                  <a:lnTo>
                    <a:pt x="57006" y="28366"/>
                  </a:lnTo>
                  <a:lnTo>
                    <a:pt x="53019" y="31973"/>
                  </a:lnTo>
                  <a:lnTo>
                    <a:pt x="49151" y="35706"/>
                  </a:lnTo>
                  <a:lnTo>
                    <a:pt x="45404" y="39561"/>
                  </a:lnTo>
                  <a:lnTo>
                    <a:pt x="41784" y="43535"/>
                  </a:lnTo>
                  <a:lnTo>
                    <a:pt x="38293" y="47623"/>
                  </a:lnTo>
                  <a:lnTo>
                    <a:pt x="34935" y="51821"/>
                  </a:lnTo>
                  <a:lnTo>
                    <a:pt x="31714" y="56125"/>
                  </a:lnTo>
                  <a:lnTo>
                    <a:pt x="28633" y="60531"/>
                  </a:lnTo>
                  <a:lnTo>
                    <a:pt x="25695" y="65033"/>
                  </a:lnTo>
                  <a:lnTo>
                    <a:pt x="22904" y="69627"/>
                  </a:lnTo>
                  <a:lnTo>
                    <a:pt x="20262" y="74309"/>
                  </a:lnTo>
                  <a:lnTo>
                    <a:pt x="17772" y="79073"/>
                  </a:lnTo>
                  <a:lnTo>
                    <a:pt x="15436" y="83915"/>
                  </a:lnTo>
                  <a:lnTo>
                    <a:pt x="13257" y="88830"/>
                  </a:lnTo>
                  <a:lnTo>
                    <a:pt x="11237" y="93812"/>
                  </a:lnTo>
                  <a:lnTo>
                    <a:pt x="9379" y="98856"/>
                  </a:lnTo>
                  <a:lnTo>
                    <a:pt x="7683" y="103958"/>
                  </a:lnTo>
                  <a:lnTo>
                    <a:pt x="6153" y="109111"/>
                  </a:lnTo>
                  <a:lnTo>
                    <a:pt x="4789" y="114311"/>
                  </a:lnTo>
                  <a:lnTo>
                    <a:pt x="3593" y="119552"/>
                  </a:lnTo>
                  <a:lnTo>
                    <a:pt x="2566" y="124829"/>
                  </a:lnTo>
                  <a:lnTo>
                    <a:pt x="1709" y="130136"/>
                  </a:lnTo>
                  <a:lnTo>
                    <a:pt x="1024" y="135468"/>
                  </a:lnTo>
                  <a:lnTo>
                    <a:pt x="510" y="140819"/>
                  </a:lnTo>
                  <a:lnTo>
                    <a:pt x="168" y="146184"/>
                  </a:lnTo>
                  <a:lnTo>
                    <a:pt x="0" y="151557"/>
                  </a:lnTo>
                  <a:lnTo>
                    <a:pt x="4" y="156933"/>
                  </a:lnTo>
                  <a:lnTo>
                    <a:pt x="180" y="162306"/>
                  </a:lnTo>
                  <a:lnTo>
                    <a:pt x="530" y="167670"/>
                  </a:lnTo>
                  <a:lnTo>
                    <a:pt x="1052" y="173021"/>
                  </a:lnTo>
                  <a:lnTo>
                    <a:pt x="1746" y="178352"/>
                  </a:lnTo>
                  <a:lnTo>
                    <a:pt x="2610" y="183658"/>
                  </a:lnTo>
                  <a:lnTo>
                    <a:pt x="3645" y="188933"/>
                  </a:lnTo>
                  <a:lnTo>
                    <a:pt x="4849" y="194172"/>
                  </a:lnTo>
                  <a:lnTo>
                    <a:pt x="6221" y="199370"/>
                  </a:lnTo>
                  <a:lnTo>
                    <a:pt x="7759" y="204521"/>
                  </a:lnTo>
                  <a:lnTo>
                    <a:pt x="9462" y="209620"/>
                  </a:lnTo>
                  <a:lnTo>
                    <a:pt x="11328" y="214662"/>
                  </a:lnTo>
                  <a:lnTo>
                    <a:pt x="13356" y="219641"/>
                  </a:lnTo>
                  <a:lnTo>
                    <a:pt x="15542" y="224552"/>
                  </a:lnTo>
                  <a:lnTo>
                    <a:pt x="17885" y="229390"/>
                  </a:lnTo>
                  <a:lnTo>
                    <a:pt x="20383" y="234151"/>
                  </a:lnTo>
                  <a:lnTo>
                    <a:pt x="23032" y="238828"/>
                  </a:lnTo>
                  <a:lnTo>
                    <a:pt x="25830" y="243419"/>
                  </a:lnTo>
                  <a:lnTo>
                    <a:pt x="28774" y="247916"/>
                  </a:lnTo>
                  <a:lnTo>
                    <a:pt x="31862" y="252317"/>
                  </a:lnTo>
                  <a:lnTo>
                    <a:pt x="35089" y="256616"/>
                  </a:lnTo>
                  <a:lnTo>
                    <a:pt x="38453" y="260810"/>
                  </a:lnTo>
                  <a:lnTo>
                    <a:pt x="41951" y="264892"/>
                  </a:lnTo>
                  <a:lnTo>
                    <a:pt x="45577" y="268861"/>
                  </a:lnTo>
                  <a:lnTo>
                    <a:pt x="49329" y="272710"/>
                  </a:lnTo>
                  <a:lnTo>
                    <a:pt x="53204" y="276437"/>
                  </a:lnTo>
                  <a:lnTo>
                    <a:pt x="57196" y="280038"/>
                  </a:lnTo>
                  <a:lnTo>
                    <a:pt x="61301" y="283508"/>
                  </a:lnTo>
                  <a:lnTo>
                    <a:pt x="65516" y="286845"/>
                  </a:lnTo>
                  <a:lnTo>
                    <a:pt x="69837" y="290044"/>
                  </a:lnTo>
                  <a:lnTo>
                    <a:pt x="74258" y="293103"/>
                  </a:lnTo>
                  <a:lnTo>
                    <a:pt x="78774" y="296018"/>
                  </a:lnTo>
                  <a:lnTo>
                    <a:pt x="83383" y="298786"/>
                  </a:lnTo>
                  <a:lnTo>
                    <a:pt x="88078" y="301404"/>
                  </a:lnTo>
                  <a:lnTo>
                    <a:pt x="92854" y="303871"/>
                  </a:lnTo>
                  <a:lnTo>
                    <a:pt x="97708" y="306182"/>
                  </a:lnTo>
                  <a:lnTo>
                    <a:pt x="102633" y="308336"/>
                  </a:lnTo>
                  <a:lnTo>
                    <a:pt x="107626" y="310331"/>
                  </a:lnTo>
                  <a:lnTo>
                    <a:pt x="112679" y="312164"/>
                  </a:lnTo>
                  <a:lnTo>
                    <a:pt x="117789" y="313834"/>
                  </a:lnTo>
                  <a:lnTo>
                    <a:pt x="122950" y="315338"/>
                  </a:lnTo>
                  <a:lnTo>
                    <a:pt x="128157" y="316676"/>
                  </a:lnTo>
                  <a:lnTo>
                    <a:pt x="133404" y="317846"/>
                  </a:lnTo>
                  <a:lnTo>
                    <a:pt x="167147" y="154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94728" y="4213821"/>
              <a:ext cx="200902" cy="334322"/>
            </a:xfrm>
            <a:custGeom>
              <a:avLst/>
              <a:pathLst>
                <a:path w="200902" h="334322">
                  <a:moveTo>
                    <a:pt x="0" y="330893"/>
                  </a:moveTo>
                  <a:lnTo>
                    <a:pt x="5231" y="331885"/>
                  </a:lnTo>
                  <a:lnTo>
                    <a:pt x="10492" y="332710"/>
                  </a:lnTo>
                  <a:lnTo>
                    <a:pt x="15776" y="333366"/>
                  </a:lnTo>
                  <a:lnTo>
                    <a:pt x="21079" y="333854"/>
                  </a:lnTo>
                  <a:lnTo>
                    <a:pt x="26395" y="334173"/>
                  </a:lnTo>
                  <a:lnTo>
                    <a:pt x="31717" y="334322"/>
                  </a:lnTo>
                  <a:lnTo>
                    <a:pt x="37042" y="334302"/>
                  </a:lnTo>
                  <a:lnTo>
                    <a:pt x="42364" y="334112"/>
                  </a:lnTo>
                  <a:lnTo>
                    <a:pt x="47677" y="333753"/>
                  </a:lnTo>
                  <a:lnTo>
                    <a:pt x="52976" y="333224"/>
                  </a:lnTo>
                  <a:lnTo>
                    <a:pt x="58255" y="332528"/>
                  </a:lnTo>
                  <a:lnTo>
                    <a:pt x="63509" y="331663"/>
                  </a:lnTo>
                  <a:lnTo>
                    <a:pt x="68733" y="330631"/>
                  </a:lnTo>
                  <a:lnTo>
                    <a:pt x="73922" y="329434"/>
                  </a:lnTo>
                  <a:lnTo>
                    <a:pt x="79070" y="328072"/>
                  </a:lnTo>
                  <a:lnTo>
                    <a:pt x="84172" y="326547"/>
                  </a:lnTo>
                  <a:lnTo>
                    <a:pt x="89222" y="324860"/>
                  </a:lnTo>
                  <a:lnTo>
                    <a:pt x="94217" y="323013"/>
                  </a:lnTo>
                  <a:lnTo>
                    <a:pt x="99150" y="321007"/>
                  </a:lnTo>
                  <a:lnTo>
                    <a:pt x="104016" y="318846"/>
                  </a:lnTo>
                  <a:lnTo>
                    <a:pt x="108812" y="316531"/>
                  </a:lnTo>
                  <a:lnTo>
                    <a:pt x="113531" y="314064"/>
                  </a:lnTo>
                  <a:lnTo>
                    <a:pt x="118169" y="311448"/>
                  </a:lnTo>
                  <a:lnTo>
                    <a:pt x="122722" y="308686"/>
                  </a:lnTo>
                  <a:lnTo>
                    <a:pt x="127184" y="305780"/>
                  </a:lnTo>
                  <a:lnTo>
                    <a:pt x="131552" y="302734"/>
                  </a:lnTo>
                  <a:lnTo>
                    <a:pt x="135820" y="299550"/>
                  </a:lnTo>
                  <a:lnTo>
                    <a:pt x="139984" y="296232"/>
                  </a:lnTo>
                  <a:lnTo>
                    <a:pt x="144041" y="292782"/>
                  </a:lnTo>
                  <a:lnTo>
                    <a:pt x="147986" y="289205"/>
                  </a:lnTo>
                  <a:lnTo>
                    <a:pt x="151815" y="285505"/>
                  </a:lnTo>
                  <a:lnTo>
                    <a:pt x="155524" y="281684"/>
                  </a:lnTo>
                  <a:lnTo>
                    <a:pt x="159110" y="277747"/>
                  </a:lnTo>
                  <a:lnTo>
                    <a:pt x="162568" y="273698"/>
                  </a:lnTo>
                  <a:lnTo>
                    <a:pt x="165896" y="269541"/>
                  </a:lnTo>
                  <a:lnTo>
                    <a:pt x="169090" y="265280"/>
                  </a:lnTo>
                  <a:lnTo>
                    <a:pt x="172146" y="260919"/>
                  </a:lnTo>
                  <a:lnTo>
                    <a:pt x="175062" y="256464"/>
                  </a:lnTo>
                  <a:lnTo>
                    <a:pt x="177834" y="251917"/>
                  </a:lnTo>
                  <a:lnTo>
                    <a:pt x="180460" y="247285"/>
                  </a:lnTo>
                  <a:lnTo>
                    <a:pt x="182938" y="242571"/>
                  </a:lnTo>
                  <a:lnTo>
                    <a:pt x="185264" y="237781"/>
                  </a:lnTo>
                  <a:lnTo>
                    <a:pt x="187436" y="232919"/>
                  </a:lnTo>
                  <a:lnTo>
                    <a:pt x="189452" y="227991"/>
                  </a:lnTo>
                  <a:lnTo>
                    <a:pt x="191310" y="223001"/>
                  </a:lnTo>
                  <a:lnTo>
                    <a:pt x="193009" y="217954"/>
                  </a:lnTo>
                  <a:lnTo>
                    <a:pt x="194546" y="212855"/>
                  </a:lnTo>
                  <a:lnTo>
                    <a:pt x="195919" y="207710"/>
                  </a:lnTo>
                  <a:lnTo>
                    <a:pt x="197128" y="202525"/>
                  </a:lnTo>
                  <a:lnTo>
                    <a:pt x="198172" y="197303"/>
                  </a:lnTo>
                  <a:lnTo>
                    <a:pt x="199048" y="192050"/>
                  </a:lnTo>
                  <a:lnTo>
                    <a:pt x="199757" y="186773"/>
                  </a:lnTo>
                  <a:lnTo>
                    <a:pt x="200297" y="181475"/>
                  </a:lnTo>
                  <a:lnTo>
                    <a:pt x="200668" y="176163"/>
                  </a:lnTo>
                  <a:lnTo>
                    <a:pt x="200870" y="170842"/>
                  </a:lnTo>
                  <a:lnTo>
                    <a:pt x="200902" y="165517"/>
                  </a:lnTo>
                  <a:lnTo>
                    <a:pt x="200765" y="160194"/>
                  </a:lnTo>
                  <a:lnTo>
                    <a:pt x="200458" y="154878"/>
                  </a:lnTo>
                  <a:lnTo>
                    <a:pt x="199982" y="149574"/>
                  </a:lnTo>
                  <a:lnTo>
                    <a:pt x="199337" y="144288"/>
                  </a:lnTo>
                  <a:lnTo>
                    <a:pt x="198525" y="139026"/>
                  </a:lnTo>
                  <a:lnTo>
                    <a:pt x="197545" y="133791"/>
                  </a:lnTo>
                  <a:lnTo>
                    <a:pt x="196399" y="128591"/>
                  </a:lnTo>
                  <a:lnTo>
                    <a:pt x="195087" y="123430"/>
                  </a:lnTo>
                  <a:lnTo>
                    <a:pt x="193612" y="118314"/>
                  </a:lnTo>
                  <a:lnTo>
                    <a:pt x="191975" y="113246"/>
                  </a:lnTo>
                  <a:lnTo>
                    <a:pt x="190178" y="108234"/>
                  </a:lnTo>
                  <a:lnTo>
                    <a:pt x="188221" y="103281"/>
                  </a:lnTo>
                  <a:lnTo>
                    <a:pt x="186108" y="98394"/>
                  </a:lnTo>
                  <a:lnTo>
                    <a:pt x="183840" y="93576"/>
                  </a:lnTo>
                  <a:lnTo>
                    <a:pt x="181420" y="88832"/>
                  </a:lnTo>
                  <a:lnTo>
                    <a:pt x="178850" y="84169"/>
                  </a:lnTo>
                  <a:lnTo>
                    <a:pt x="176133" y="79589"/>
                  </a:lnTo>
                  <a:lnTo>
                    <a:pt x="173272" y="75098"/>
                  </a:lnTo>
                  <a:lnTo>
                    <a:pt x="170269" y="70701"/>
                  </a:lnTo>
                  <a:lnTo>
                    <a:pt x="167127" y="66401"/>
                  </a:lnTo>
                  <a:lnTo>
                    <a:pt x="163850" y="62204"/>
                  </a:lnTo>
                  <a:lnTo>
                    <a:pt x="160441" y="58114"/>
                  </a:lnTo>
                  <a:lnTo>
                    <a:pt x="156903" y="54134"/>
                  </a:lnTo>
                  <a:lnTo>
                    <a:pt x="153240" y="50268"/>
                  </a:lnTo>
                  <a:lnTo>
                    <a:pt x="149456" y="46522"/>
                  </a:lnTo>
                  <a:lnTo>
                    <a:pt x="145555" y="42897"/>
                  </a:lnTo>
                  <a:lnTo>
                    <a:pt x="141540" y="39399"/>
                  </a:lnTo>
                  <a:lnTo>
                    <a:pt x="137416" y="36030"/>
                  </a:lnTo>
                  <a:lnTo>
                    <a:pt x="133187" y="32795"/>
                  </a:lnTo>
                  <a:lnTo>
                    <a:pt x="128857" y="29696"/>
                  </a:lnTo>
                  <a:lnTo>
                    <a:pt x="124430" y="26736"/>
                  </a:lnTo>
                  <a:lnTo>
                    <a:pt x="119911" y="23919"/>
                  </a:lnTo>
                  <a:lnTo>
                    <a:pt x="115305" y="21247"/>
                  </a:lnTo>
                  <a:lnTo>
                    <a:pt x="110616" y="18723"/>
                  </a:lnTo>
                  <a:lnTo>
                    <a:pt x="105849" y="16350"/>
                  </a:lnTo>
                  <a:lnTo>
                    <a:pt x="101009" y="14130"/>
                  </a:lnTo>
                  <a:lnTo>
                    <a:pt x="96101" y="12065"/>
                  </a:lnTo>
                  <a:lnTo>
                    <a:pt x="91129" y="10158"/>
                  </a:lnTo>
                  <a:lnTo>
                    <a:pt x="86099" y="8410"/>
                  </a:lnTo>
                  <a:lnTo>
                    <a:pt x="81016" y="6823"/>
                  </a:lnTo>
                  <a:lnTo>
                    <a:pt x="75885" y="5399"/>
                  </a:lnTo>
                  <a:lnTo>
                    <a:pt x="70711" y="4138"/>
                  </a:lnTo>
                  <a:lnTo>
                    <a:pt x="65500" y="3044"/>
                  </a:lnTo>
                  <a:lnTo>
                    <a:pt x="60257" y="2116"/>
                  </a:lnTo>
                  <a:lnTo>
                    <a:pt x="54986" y="1355"/>
                  </a:lnTo>
                  <a:lnTo>
                    <a:pt x="49694" y="762"/>
                  </a:lnTo>
                  <a:lnTo>
                    <a:pt x="44386" y="339"/>
                  </a:lnTo>
                  <a:lnTo>
                    <a:pt x="39067" y="84"/>
                  </a:lnTo>
                  <a:lnTo>
                    <a:pt x="33743" y="0"/>
                  </a:lnTo>
                  <a:lnTo>
                    <a:pt x="337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8611" y="3707720"/>
              <a:ext cx="160399" cy="167167"/>
            </a:xfrm>
            <a:custGeom>
              <a:avLst/>
              <a:pathLst>
                <a:path w="160399" h="167167">
                  <a:moveTo>
                    <a:pt x="160399" y="0"/>
                  </a:moveTo>
                  <a:lnTo>
                    <a:pt x="154891" y="90"/>
                  </a:lnTo>
                  <a:lnTo>
                    <a:pt x="149389" y="362"/>
                  </a:lnTo>
                  <a:lnTo>
                    <a:pt x="143899" y="816"/>
                  </a:lnTo>
                  <a:lnTo>
                    <a:pt x="138427" y="1450"/>
                  </a:lnTo>
                  <a:lnTo>
                    <a:pt x="132978" y="2264"/>
                  </a:lnTo>
                  <a:lnTo>
                    <a:pt x="127559" y="3257"/>
                  </a:lnTo>
                  <a:lnTo>
                    <a:pt x="122176" y="4428"/>
                  </a:lnTo>
                  <a:lnTo>
                    <a:pt x="116835" y="5776"/>
                  </a:lnTo>
                  <a:lnTo>
                    <a:pt x="111541" y="7299"/>
                  </a:lnTo>
                  <a:lnTo>
                    <a:pt x="106300" y="8996"/>
                  </a:lnTo>
                  <a:lnTo>
                    <a:pt x="101117" y="10864"/>
                  </a:lnTo>
                  <a:lnTo>
                    <a:pt x="95999" y="12902"/>
                  </a:lnTo>
                  <a:lnTo>
                    <a:pt x="90951" y="15108"/>
                  </a:lnTo>
                  <a:lnTo>
                    <a:pt x="85979" y="17479"/>
                  </a:lnTo>
                  <a:lnTo>
                    <a:pt x="81087" y="20012"/>
                  </a:lnTo>
                  <a:lnTo>
                    <a:pt x="76281" y="22706"/>
                  </a:lnTo>
                  <a:lnTo>
                    <a:pt x="71567" y="25556"/>
                  </a:lnTo>
                  <a:lnTo>
                    <a:pt x="66949" y="28560"/>
                  </a:lnTo>
                  <a:lnTo>
                    <a:pt x="62433" y="31714"/>
                  </a:lnTo>
                  <a:lnTo>
                    <a:pt x="58023" y="35016"/>
                  </a:lnTo>
                  <a:lnTo>
                    <a:pt x="53724" y="38461"/>
                  </a:lnTo>
                  <a:lnTo>
                    <a:pt x="49541" y="42045"/>
                  </a:lnTo>
                  <a:lnTo>
                    <a:pt x="45479" y="45766"/>
                  </a:lnTo>
                  <a:lnTo>
                    <a:pt x="41541" y="49619"/>
                  </a:lnTo>
                  <a:lnTo>
                    <a:pt x="37732" y="53599"/>
                  </a:lnTo>
                  <a:lnTo>
                    <a:pt x="34057" y="57702"/>
                  </a:lnTo>
                  <a:lnTo>
                    <a:pt x="30518" y="61925"/>
                  </a:lnTo>
                  <a:lnTo>
                    <a:pt x="27121" y="66262"/>
                  </a:lnTo>
                  <a:lnTo>
                    <a:pt x="23869" y="70708"/>
                  </a:lnTo>
                  <a:lnTo>
                    <a:pt x="20765" y="75259"/>
                  </a:lnTo>
                  <a:lnTo>
                    <a:pt x="17812" y="79910"/>
                  </a:lnTo>
                  <a:lnTo>
                    <a:pt x="15014" y="84655"/>
                  </a:lnTo>
                  <a:lnTo>
                    <a:pt x="12375" y="89491"/>
                  </a:lnTo>
                  <a:lnTo>
                    <a:pt x="9895" y="94410"/>
                  </a:lnTo>
                  <a:lnTo>
                    <a:pt x="7580" y="99409"/>
                  </a:lnTo>
                  <a:lnTo>
                    <a:pt x="5430" y="104481"/>
                  </a:lnTo>
                  <a:lnTo>
                    <a:pt x="3449" y="109621"/>
                  </a:lnTo>
                  <a:lnTo>
                    <a:pt x="1638" y="114824"/>
                  </a:lnTo>
                  <a:lnTo>
                    <a:pt x="0" y="120083"/>
                  </a:lnTo>
                  <a:lnTo>
                    <a:pt x="16039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44" y="3707737"/>
              <a:ext cx="334334" cy="334298"/>
            </a:xfrm>
            <a:custGeom>
              <a:avLst/>
              <a:pathLst>
                <a:path w="334334" h="334298">
                  <a:moveTo>
                    <a:pt x="6767" y="120067"/>
                  </a:moveTo>
                  <a:lnTo>
                    <a:pt x="5354" y="125181"/>
                  </a:lnTo>
                  <a:lnTo>
                    <a:pt x="4103" y="130338"/>
                  </a:lnTo>
                  <a:lnTo>
                    <a:pt x="3017" y="135532"/>
                  </a:lnTo>
                  <a:lnTo>
                    <a:pt x="2096" y="140758"/>
                  </a:lnTo>
                  <a:lnTo>
                    <a:pt x="1342" y="146010"/>
                  </a:lnTo>
                  <a:lnTo>
                    <a:pt x="754" y="151284"/>
                  </a:lnTo>
                  <a:lnTo>
                    <a:pt x="334" y="156573"/>
                  </a:lnTo>
                  <a:lnTo>
                    <a:pt x="83" y="161874"/>
                  </a:lnTo>
                  <a:lnTo>
                    <a:pt x="0" y="167179"/>
                  </a:lnTo>
                  <a:lnTo>
                    <a:pt x="85" y="172485"/>
                  </a:lnTo>
                  <a:lnTo>
                    <a:pt x="338" y="177785"/>
                  </a:lnTo>
                  <a:lnTo>
                    <a:pt x="760" y="183075"/>
                  </a:lnTo>
                  <a:lnTo>
                    <a:pt x="1349" y="188348"/>
                  </a:lnTo>
                  <a:lnTo>
                    <a:pt x="2105" y="193600"/>
                  </a:lnTo>
                  <a:lnTo>
                    <a:pt x="3028" y="198826"/>
                  </a:lnTo>
                  <a:lnTo>
                    <a:pt x="4116" y="204019"/>
                  </a:lnTo>
                  <a:lnTo>
                    <a:pt x="5368" y="209176"/>
                  </a:lnTo>
                  <a:lnTo>
                    <a:pt x="6784" y="214290"/>
                  </a:lnTo>
                  <a:lnTo>
                    <a:pt x="8360" y="219356"/>
                  </a:lnTo>
                  <a:lnTo>
                    <a:pt x="10097" y="224370"/>
                  </a:lnTo>
                  <a:lnTo>
                    <a:pt x="11993" y="229326"/>
                  </a:lnTo>
                  <a:lnTo>
                    <a:pt x="14044" y="234220"/>
                  </a:lnTo>
                  <a:lnTo>
                    <a:pt x="16250" y="239046"/>
                  </a:lnTo>
                  <a:lnTo>
                    <a:pt x="18608" y="243800"/>
                  </a:lnTo>
                  <a:lnTo>
                    <a:pt x="21115" y="248476"/>
                  </a:lnTo>
                  <a:lnTo>
                    <a:pt x="23770" y="253071"/>
                  </a:lnTo>
                  <a:lnTo>
                    <a:pt x="26569" y="257578"/>
                  </a:lnTo>
                  <a:lnTo>
                    <a:pt x="29510" y="261995"/>
                  </a:lnTo>
                  <a:lnTo>
                    <a:pt x="32590" y="266316"/>
                  </a:lnTo>
                  <a:lnTo>
                    <a:pt x="35805" y="270538"/>
                  </a:lnTo>
                  <a:lnTo>
                    <a:pt x="39153" y="274655"/>
                  </a:lnTo>
                  <a:lnTo>
                    <a:pt x="42629" y="278664"/>
                  </a:lnTo>
                  <a:lnTo>
                    <a:pt x="46231" y="282560"/>
                  </a:lnTo>
                  <a:lnTo>
                    <a:pt x="49955" y="286340"/>
                  </a:lnTo>
                  <a:lnTo>
                    <a:pt x="53797" y="290000"/>
                  </a:lnTo>
                  <a:lnTo>
                    <a:pt x="57753" y="293537"/>
                  </a:lnTo>
                  <a:lnTo>
                    <a:pt x="61819" y="296946"/>
                  </a:lnTo>
                  <a:lnTo>
                    <a:pt x="65992" y="300224"/>
                  </a:lnTo>
                  <a:lnTo>
                    <a:pt x="70266" y="303368"/>
                  </a:lnTo>
                  <a:lnTo>
                    <a:pt x="74639" y="306375"/>
                  </a:lnTo>
                  <a:lnTo>
                    <a:pt x="79104" y="309241"/>
                  </a:lnTo>
                  <a:lnTo>
                    <a:pt x="83658" y="311965"/>
                  </a:lnTo>
                  <a:lnTo>
                    <a:pt x="88296" y="314542"/>
                  </a:lnTo>
                  <a:lnTo>
                    <a:pt x="93014" y="316971"/>
                  </a:lnTo>
                  <a:lnTo>
                    <a:pt x="97806" y="319249"/>
                  </a:lnTo>
                  <a:lnTo>
                    <a:pt x="102669" y="321374"/>
                  </a:lnTo>
                  <a:lnTo>
                    <a:pt x="107596" y="323343"/>
                  </a:lnTo>
                  <a:lnTo>
                    <a:pt x="112583" y="325155"/>
                  </a:lnTo>
                  <a:lnTo>
                    <a:pt x="117626" y="326808"/>
                  </a:lnTo>
                  <a:lnTo>
                    <a:pt x="122718" y="328300"/>
                  </a:lnTo>
                  <a:lnTo>
                    <a:pt x="127855" y="329629"/>
                  </a:lnTo>
                  <a:lnTo>
                    <a:pt x="133031" y="330795"/>
                  </a:lnTo>
                  <a:lnTo>
                    <a:pt x="138242" y="331796"/>
                  </a:lnTo>
                  <a:lnTo>
                    <a:pt x="143483" y="332631"/>
                  </a:lnTo>
                  <a:lnTo>
                    <a:pt x="148747" y="333300"/>
                  </a:lnTo>
                  <a:lnTo>
                    <a:pt x="154029" y="333801"/>
                  </a:lnTo>
                  <a:lnTo>
                    <a:pt x="159325" y="334134"/>
                  </a:lnTo>
                  <a:lnTo>
                    <a:pt x="164629" y="334298"/>
                  </a:lnTo>
                  <a:lnTo>
                    <a:pt x="169935" y="334295"/>
                  </a:lnTo>
                  <a:lnTo>
                    <a:pt x="175238" y="334123"/>
                  </a:lnTo>
                  <a:lnTo>
                    <a:pt x="180534" y="333782"/>
                  </a:lnTo>
                  <a:lnTo>
                    <a:pt x="185816" y="333274"/>
                  </a:lnTo>
                  <a:lnTo>
                    <a:pt x="191079" y="332599"/>
                  </a:lnTo>
                  <a:lnTo>
                    <a:pt x="196318" y="331756"/>
                  </a:lnTo>
                  <a:lnTo>
                    <a:pt x="201527" y="330748"/>
                  </a:lnTo>
                  <a:lnTo>
                    <a:pt x="206702" y="329575"/>
                  </a:lnTo>
                  <a:lnTo>
                    <a:pt x="211838" y="328239"/>
                  </a:lnTo>
                  <a:lnTo>
                    <a:pt x="216928" y="326740"/>
                  </a:lnTo>
                  <a:lnTo>
                    <a:pt x="221968" y="325080"/>
                  </a:lnTo>
                  <a:lnTo>
                    <a:pt x="226953" y="323261"/>
                  </a:lnTo>
                  <a:lnTo>
                    <a:pt x="231877" y="321285"/>
                  </a:lnTo>
                  <a:lnTo>
                    <a:pt x="236737" y="319154"/>
                  </a:lnTo>
                  <a:lnTo>
                    <a:pt x="241526" y="316869"/>
                  </a:lnTo>
                  <a:lnTo>
                    <a:pt x="246240" y="314434"/>
                  </a:lnTo>
                  <a:lnTo>
                    <a:pt x="250875" y="311850"/>
                  </a:lnTo>
                  <a:lnTo>
                    <a:pt x="255425" y="309120"/>
                  </a:lnTo>
                  <a:lnTo>
                    <a:pt x="259887" y="306247"/>
                  </a:lnTo>
                  <a:lnTo>
                    <a:pt x="264255" y="303234"/>
                  </a:lnTo>
                  <a:lnTo>
                    <a:pt x="268525" y="300085"/>
                  </a:lnTo>
                  <a:lnTo>
                    <a:pt x="272693" y="296801"/>
                  </a:lnTo>
                  <a:lnTo>
                    <a:pt x="276755" y="293386"/>
                  </a:lnTo>
                  <a:lnTo>
                    <a:pt x="280706" y="289844"/>
                  </a:lnTo>
                  <a:lnTo>
                    <a:pt x="284543" y="286179"/>
                  </a:lnTo>
                  <a:lnTo>
                    <a:pt x="288261" y="282394"/>
                  </a:lnTo>
                  <a:lnTo>
                    <a:pt x="291858" y="278492"/>
                  </a:lnTo>
                  <a:lnTo>
                    <a:pt x="295329" y="274479"/>
                  </a:lnTo>
                  <a:lnTo>
                    <a:pt x="298671" y="270357"/>
                  </a:lnTo>
                  <a:lnTo>
                    <a:pt x="301880" y="266131"/>
                  </a:lnTo>
                  <a:lnTo>
                    <a:pt x="304954" y="261806"/>
                  </a:lnTo>
                  <a:lnTo>
                    <a:pt x="307889" y="257385"/>
                  </a:lnTo>
                  <a:lnTo>
                    <a:pt x="310682" y="252873"/>
                  </a:lnTo>
                  <a:lnTo>
                    <a:pt x="313330" y="248275"/>
                  </a:lnTo>
                  <a:lnTo>
                    <a:pt x="315831" y="243596"/>
                  </a:lnTo>
                  <a:lnTo>
                    <a:pt x="318183" y="238839"/>
                  </a:lnTo>
                  <a:lnTo>
                    <a:pt x="320382" y="234010"/>
                  </a:lnTo>
                  <a:lnTo>
                    <a:pt x="322427" y="229113"/>
                  </a:lnTo>
                  <a:lnTo>
                    <a:pt x="324315" y="224154"/>
                  </a:lnTo>
                  <a:lnTo>
                    <a:pt x="326045" y="219138"/>
                  </a:lnTo>
                  <a:lnTo>
                    <a:pt x="327615" y="214069"/>
                  </a:lnTo>
                  <a:lnTo>
                    <a:pt x="329023" y="208953"/>
                  </a:lnTo>
                  <a:lnTo>
                    <a:pt x="330268" y="203795"/>
                  </a:lnTo>
                  <a:lnTo>
                    <a:pt x="331349" y="198600"/>
                  </a:lnTo>
                  <a:lnTo>
                    <a:pt x="332265" y="193373"/>
                  </a:lnTo>
                  <a:lnTo>
                    <a:pt x="333014" y="188120"/>
                  </a:lnTo>
                  <a:lnTo>
                    <a:pt x="333596" y="182846"/>
                  </a:lnTo>
                  <a:lnTo>
                    <a:pt x="334010" y="177556"/>
                  </a:lnTo>
                  <a:lnTo>
                    <a:pt x="334256" y="172255"/>
                  </a:lnTo>
                  <a:lnTo>
                    <a:pt x="334334" y="166950"/>
                  </a:lnTo>
                  <a:lnTo>
                    <a:pt x="334244" y="161644"/>
                  </a:lnTo>
                  <a:lnTo>
                    <a:pt x="333985" y="156344"/>
                  </a:lnTo>
                  <a:lnTo>
                    <a:pt x="333558" y="151055"/>
                  </a:lnTo>
                  <a:lnTo>
                    <a:pt x="332963" y="145782"/>
                  </a:lnTo>
                  <a:lnTo>
                    <a:pt x="332201" y="140531"/>
                  </a:lnTo>
                  <a:lnTo>
                    <a:pt x="331273" y="135306"/>
                  </a:lnTo>
                  <a:lnTo>
                    <a:pt x="330180" y="130114"/>
                  </a:lnTo>
                  <a:lnTo>
                    <a:pt x="328922" y="124959"/>
                  </a:lnTo>
                  <a:lnTo>
                    <a:pt x="327502" y="119846"/>
                  </a:lnTo>
                  <a:lnTo>
                    <a:pt x="325920" y="114781"/>
                  </a:lnTo>
                  <a:lnTo>
                    <a:pt x="324178" y="109769"/>
                  </a:lnTo>
                  <a:lnTo>
                    <a:pt x="322277" y="104815"/>
                  </a:lnTo>
                  <a:lnTo>
                    <a:pt x="320221" y="99923"/>
                  </a:lnTo>
                  <a:lnTo>
                    <a:pt x="318010" y="95100"/>
                  </a:lnTo>
                  <a:lnTo>
                    <a:pt x="315647" y="90348"/>
                  </a:lnTo>
                  <a:lnTo>
                    <a:pt x="313135" y="85675"/>
                  </a:lnTo>
                  <a:lnTo>
                    <a:pt x="310476" y="81083"/>
                  </a:lnTo>
                  <a:lnTo>
                    <a:pt x="307672" y="76578"/>
                  </a:lnTo>
                  <a:lnTo>
                    <a:pt x="304726" y="72164"/>
                  </a:lnTo>
                  <a:lnTo>
                    <a:pt x="301642" y="67846"/>
                  </a:lnTo>
                  <a:lnTo>
                    <a:pt x="298423" y="63628"/>
                  </a:lnTo>
                  <a:lnTo>
                    <a:pt x="295071" y="59514"/>
                  </a:lnTo>
                  <a:lnTo>
                    <a:pt x="291590" y="55509"/>
                  </a:lnTo>
                  <a:lnTo>
                    <a:pt x="287984" y="51616"/>
                  </a:lnTo>
                  <a:lnTo>
                    <a:pt x="284257" y="47840"/>
                  </a:lnTo>
                  <a:lnTo>
                    <a:pt x="280411" y="44184"/>
                  </a:lnTo>
                  <a:lnTo>
                    <a:pt x="276451" y="40652"/>
                  </a:lnTo>
                  <a:lnTo>
                    <a:pt x="272381" y="37247"/>
                  </a:lnTo>
                  <a:lnTo>
                    <a:pt x="268205" y="33973"/>
                  </a:lnTo>
                  <a:lnTo>
                    <a:pt x="263928" y="30833"/>
                  </a:lnTo>
                  <a:lnTo>
                    <a:pt x="259553" y="27831"/>
                  </a:lnTo>
                  <a:lnTo>
                    <a:pt x="255084" y="24969"/>
                  </a:lnTo>
                  <a:lnTo>
                    <a:pt x="250527" y="22250"/>
                  </a:lnTo>
                  <a:lnTo>
                    <a:pt x="245887" y="19678"/>
                  </a:lnTo>
                  <a:lnTo>
                    <a:pt x="241166" y="17253"/>
                  </a:lnTo>
                  <a:lnTo>
                    <a:pt x="236372" y="14980"/>
                  </a:lnTo>
                  <a:lnTo>
                    <a:pt x="231507" y="12861"/>
                  </a:lnTo>
                  <a:lnTo>
                    <a:pt x="226578" y="10896"/>
                  </a:lnTo>
                  <a:lnTo>
                    <a:pt x="221589" y="9089"/>
                  </a:lnTo>
                  <a:lnTo>
                    <a:pt x="216545" y="7442"/>
                  </a:lnTo>
                  <a:lnTo>
                    <a:pt x="211451" y="5955"/>
                  </a:lnTo>
                  <a:lnTo>
                    <a:pt x="206313" y="4631"/>
                  </a:lnTo>
                  <a:lnTo>
                    <a:pt x="201135" y="3470"/>
                  </a:lnTo>
                  <a:lnTo>
                    <a:pt x="195923" y="2475"/>
                  </a:lnTo>
                  <a:lnTo>
                    <a:pt x="190682" y="1645"/>
                  </a:lnTo>
                  <a:lnTo>
                    <a:pt x="185417" y="982"/>
                  </a:lnTo>
                  <a:lnTo>
                    <a:pt x="180134" y="486"/>
                  </a:lnTo>
                  <a:lnTo>
                    <a:pt x="174838" y="159"/>
                  </a:lnTo>
                  <a:lnTo>
                    <a:pt x="169534" y="0"/>
                  </a:lnTo>
                  <a:lnTo>
                    <a:pt x="167167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2366" cy="167167"/>
            </a:xfrm>
            <a:custGeom>
              <a:avLst/>
              <a:pathLst>
                <a:path w="2366" h="167167">
                  <a:moveTo>
                    <a:pt x="2366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2025-06-06T06:17:05Z</dcterms:modified>
  <cp:category/>
</cp:coreProperties>
</file>